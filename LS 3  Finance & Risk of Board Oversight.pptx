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customXml/itemProps6.xml" ContentType="application/vnd.openxmlformats-officedocument.customXmlProperties+xml"/>
  <Override PartName="/customXml/itemProps7.xml" ContentType="application/vnd.openxmlformats-officedocument.customXmlProperties+xml"/>
  <Override PartName="/customXml/itemProps8.xml" ContentType="application/vnd.openxmlformats-officedocument.customXmlProperties+xml"/>
  <Override PartName="/customXml/itemProps9.xml" ContentType="application/vnd.openxmlformats-officedocument.customXmlProperties+xml"/>
  <Override PartName="/customXml/itemProps10.xml" ContentType="application/vnd.openxmlformats-officedocument.customXmlProperties+xml"/>
  <Override PartName="/customXml/itemProps11.xml" ContentType="application/vnd.openxmlformats-officedocument.customXmlProperties+xml"/>
  <Override PartName="/customXml/itemProps12.xml" ContentType="application/vnd.openxmlformats-officedocument.customXmlProperties+xml"/>
  <Override PartName="/customXml/itemProps13.xml" ContentType="application/vnd.openxmlformats-officedocument.customXmlProperties+xml"/>
  <Override PartName="/customXml/itemProps14.xml" ContentType="application/vnd.openxmlformats-officedocument.customXmlProperties+xml"/>
  <Override PartName="/customXml/itemProps15.xml" ContentType="application/vnd.openxmlformats-officedocument.customXmlProperties+xml"/>
  <Override PartName="/customXml/itemProps16.xml" ContentType="application/vnd.openxmlformats-officedocument.customXmlProperties+xml"/>
  <Override PartName="/customXml/itemProps17.xml" ContentType="application/vnd.openxmlformats-officedocument.customXmlProperties+xml"/>
  <Override PartName="/customXml/itemProps18.xml" ContentType="application/vnd.openxmlformats-officedocument.customXmlProperties+xml"/>
  <Override PartName="/customXml/itemProps19.xml" ContentType="application/vnd.openxmlformats-officedocument.customXmlProperties+xml"/>
  <Override PartName="/customXml/itemProps20.xml" ContentType="application/vnd.openxmlformats-officedocument.customXmlProperties+xml"/>
  <Override PartName="/customXml/itemProps21.xml" ContentType="application/vnd.openxmlformats-officedocument.customXmlProperties+xml"/>
  <Override PartName="/customXml/itemProps22.xml" ContentType="application/vnd.openxmlformats-officedocument.customXmlProperties+xml"/>
  <Override PartName="/customXml/itemProps23.xml" ContentType="application/vnd.openxmlformats-officedocument.customXmlProperties+xml"/>
  <Override PartName="/customXml/itemProps24.xml" ContentType="application/vnd.openxmlformats-officedocument.customXmlProperties+xml"/>
  <Override PartName="/customXml/itemProps25.xml" ContentType="application/vnd.openxmlformats-officedocument.customXmlProperties+xml"/>
  <Override PartName="/customXml/itemProps26.xml" ContentType="application/vnd.openxmlformats-officedocument.customXmlProperties+xml"/>
  <Override PartName="/customXml/itemProps27.xml" ContentType="application/vnd.openxmlformats-officedocument.customXmlProperties+xml"/>
  <Override PartName="/customXml/itemProps28.xml" ContentType="application/vnd.openxmlformats-officedocument.customXmlProperties+xml"/>
  <Override PartName="/customXml/itemProps29.xml" ContentType="application/vnd.openxmlformats-officedocument.customXmlProperties+xml"/>
  <Override PartName="/customXml/itemProps30.xml" ContentType="application/vnd.openxmlformats-officedocument.customXmlProperties+xml"/>
  <Override PartName="/customXml/itemProps31.xml" ContentType="application/vnd.openxmlformats-officedocument.customXmlProperties+xml"/>
  <Override PartName="/customXml/itemProps32.xml" ContentType="application/vnd.openxmlformats-officedocument.customXmlProperties+xml"/>
  <Override PartName="/customXml/itemProps33.xml" ContentType="application/vnd.openxmlformats-officedocument.customXmlProperties+xml"/>
  <Override PartName="/customXml/itemProps34.xml" ContentType="application/vnd.openxmlformats-officedocument.customXmlProperties+xml"/>
  <Override PartName="/customXml/itemProps35.xml" ContentType="application/vnd.openxmlformats-officedocument.customXmlProperties+xml"/>
  <Override PartName="/customXml/itemProps36.xml" ContentType="application/vnd.openxmlformats-officedocument.customXmlProperties+xml"/>
  <Override PartName="/customXml/itemProps37.xml" ContentType="application/vnd.openxmlformats-officedocument.customXmlProperties+xml"/>
  <Override PartName="/customXml/itemProps38.xml" ContentType="application/vnd.openxmlformats-officedocument.customXmlProperties+xml"/>
  <Override PartName="/customXml/itemProps39.xml" ContentType="application/vnd.openxmlformats-officedocument.customXmlProperties+xml"/>
  <Override PartName="/customXml/itemProps40.xml" ContentType="application/vnd.openxmlformats-officedocument.customXmlProperties+xml"/>
  <Override PartName="/customXml/itemProps41.xml" ContentType="application/vnd.openxmlformats-officedocument.customXmlProperties+xml"/>
  <Override PartName="/customXml/itemProps42.xml" ContentType="application/vnd.openxmlformats-officedocument.customXmlProperties+xml"/>
  <Override PartName="/customXml/itemProps43.xml" ContentType="application/vnd.openxmlformats-officedocument.customXmlProperties+xml"/>
  <Override PartName="/customXml/itemProps44.xml" ContentType="application/vnd.openxmlformats-officedocument.customXmlProperties+xml"/>
  <Override PartName="/customXml/itemProps45.xml" ContentType="application/vnd.openxmlformats-officedocument.customXmlProperties+xml"/>
  <Override PartName="/customXml/itemProps46.xml" ContentType="application/vnd.openxmlformats-officedocument.customXmlProperties+xml"/>
  <Override PartName="/customXml/itemProps47.xml" ContentType="application/vnd.openxmlformats-officedocument.customXmlProperties+xml"/>
  <Override PartName="/customXml/itemProps48.xml" ContentType="application/vnd.openxmlformats-officedocument.customXmlProperties+xml"/>
  <Override PartName="/customXml/itemProps49.xml" ContentType="application/vnd.openxmlformats-officedocument.customXmlProperties+xml"/>
  <Override PartName="/customXml/itemProps50.xml" ContentType="application/vnd.openxmlformats-officedocument.customXmlProperties+xml"/>
  <Override PartName="/customXml/itemProps51.xml" ContentType="application/vnd.openxmlformats-officedocument.customXmlProperties+xml"/>
  <Override PartName="/customXml/itemProps52.xml" ContentType="application/vnd.openxmlformats-officedocument.customXmlProperties+xml"/>
  <Override PartName="/customXml/itemProps53.xml" ContentType="application/vnd.openxmlformats-officedocument.customXmlProperties+xml"/>
  <Override PartName="/customXml/itemProps54.xml" ContentType="application/vnd.openxmlformats-officedocument.customXmlProperties+xml"/>
  <Override PartName="/customXml/itemProps55.xml" ContentType="application/vnd.openxmlformats-officedocument.customXmlProperties+xml"/>
  <Override PartName="/customXml/itemProps56.xml" ContentType="application/vnd.openxmlformats-officedocument.customXmlProperties+xml"/>
  <Override PartName="/customXml/itemProps57.xml" ContentType="application/vnd.openxmlformats-officedocument.customXmlProperties+xml"/>
  <Override PartName="/customXml/itemProps58.xml" ContentType="application/vnd.openxmlformats-officedocument.customXmlProperties+xml"/>
  <Override PartName="/customXml/itemProps59.xml" ContentType="application/vnd.openxmlformats-officedocument.customXmlProperties+xml"/>
  <Override PartName="/customXml/itemProps60.xml" ContentType="application/vnd.openxmlformats-officedocument.customXmlProperties+xml"/>
  <Override PartName="/customXml/itemProps61.xml" ContentType="application/vnd.openxmlformats-officedocument.customXmlProperties+xml"/>
  <Override PartName="/customXml/itemProps62.xml" ContentType="application/vnd.openxmlformats-officedocument.customXmlProperties+xml"/>
  <Override PartName="/customXml/itemProps63.xml" ContentType="application/vnd.openxmlformats-officedocument.customXmlProperties+xml"/>
  <Override PartName="/customXml/itemProps64.xml" ContentType="application/vnd.openxmlformats-officedocument.customXmlProperties+xml"/>
  <Override PartName="/customXml/itemProps65.xml" ContentType="application/vnd.openxmlformats-officedocument.customXmlProperties+xml"/>
  <Override PartName="/customXml/itemProps66.xml" ContentType="application/vnd.openxmlformats-officedocument.customXmlProperties+xml"/>
  <Override PartName="/customXml/itemProps67.xml" ContentType="application/vnd.openxmlformats-officedocument.customXmlProperties+xml"/>
  <Override PartName="/customXml/itemProps68.xml" ContentType="application/vnd.openxmlformats-officedocument.customXmlProperties+xml"/>
  <Override PartName="/customXml/itemProps69.xml" ContentType="application/vnd.openxmlformats-officedocument.customXmlProperties+xml"/>
  <Override PartName="/customXml/itemProps70.xml" ContentType="application/vnd.openxmlformats-officedocument.customXmlProperties+xml"/>
  <Override PartName="/customXml/itemProps71.xml" ContentType="application/vnd.openxmlformats-officedocument.customXmlProperties+xml"/>
  <Override PartName="/customXml/itemProps72.xml" ContentType="application/vnd.openxmlformats-officedocument.customXmlProperties+xml"/>
  <Override PartName="/customXml/itemProps73.xml" ContentType="application/vnd.openxmlformats-officedocument.customXmlProperties+xml"/>
  <Override PartName="/customXml/itemProps74.xml" ContentType="application/vnd.openxmlformats-officedocument.customXmlProperties+xml"/>
  <Override PartName="/customXml/itemProps75.xml" ContentType="application/vnd.openxmlformats-officedocument.customXmlProperties+xml"/>
  <Override PartName="/customXml/itemProps76.xml" ContentType="application/vnd.openxmlformats-officedocument.customXmlProperties+xml"/>
  <Override PartName="/customXml/itemProps77.xml" ContentType="application/vnd.openxmlformats-officedocument.customXmlProperties+xml"/>
  <Override PartName="/customXml/itemProps78.xml" ContentType="application/vnd.openxmlformats-officedocument.customXmlProperties+xml"/>
  <Override PartName="/customXml/itemProps79.xml" ContentType="application/vnd.openxmlformats-officedocument.customXmlProperties+xml"/>
  <Override PartName="/customXml/itemProps80.xml" ContentType="application/vnd.openxmlformats-officedocument.customXmlProperties+xml"/>
  <Override PartName="/customXml/itemProps81.xml" ContentType="application/vnd.openxmlformats-officedocument.customXmlProperties+xml"/>
  <Override PartName="/customXml/itemProps82.xml" ContentType="application/vnd.openxmlformats-officedocument.customXmlProperties+xml"/>
  <Override PartName="/customXml/itemProps83.xml" ContentType="application/vnd.openxmlformats-officedocument.customXmlProperties+xml"/>
  <Override PartName="/customXml/itemProps84.xml" ContentType="application/vnd.openxmlformats-officedocument.customXmlProperties+xml"/>
  <Override PartName="/customXml/itemProps85.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tags/tag1.xml" ContentType="application/vnd.openxmlformats-officedocument.presentationml.tags+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tags/tag2.xml" ContentType="application/vnd.openxmlformats-officedocument.presentationml.tags+xml"/>
  <Override PartName="/ppt/notesSlides/notesSlide17.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tags/tag3.xml" ContentType="application/vnd.openxmlformats-officedocument.presentationml.tags+xml"/>
  <Override PartName="/ppt/notesSlides/notesSlide18.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86"/>
  </p:sldMasterIdLst>
  <p:notesMasterIdLst>
    <p:notesMasterId r:id="rId138"/>
  </p:notesMasterIdLst>
  <p:sldIdLst>
    <p:sldId id="2147474097" r:id="rId87"/>
    <p:sldId id="278" r:id="rId88"/>
    <p:sldId id="2147483645" r:id="rId89"/>
    <p:sldId id="289" r:id="rId90"/>
    <p:sldId id="268" r:id="rId91"/>
    <p:sldId id="257" r:id="rId92"/>
    <p:sldId id="259" r:id="rId93"/>
    <p:sldId id="271" r:id="rId94"/>
    <p:sldId id="319" r:id="rId95"/>
    <p:sldId id="272" r:id="rId96"/>
    <p:sldId id="277" r:id="rId97"/>
    <p:sldId id="275" r:id="rId98"/>
    <p:sldId id="263" r:id="rId99"/>
    <p:sldId id="290" r:id="rId100"/>
    <p:sldId id="385" r:id="rId101"/>
    <p:sldId id="262" r:id="rId102"/>
    <p:sldId id="291" r:id="rId103"/>
    <p:sldId id="2147471714" r:id="rId104"/>
    <p:sldId id="292" r:id="rId105"/>
    <p:sldId id="274" r:id="rId106"/>
    <p:sldId id="299" r:id="rId107"/>
    <p:sldId id="276" r:id="rId108"/>
    <p:sldId id="280" r:id="rId109"/>
    <p:sldId id="282" r:id="rId110"/>
    <p:sldId id="294" r:id="rId111"/>
    <p:sldId id="258" r:id="rId112"/>
    <p:sldId id="273" r:id="rId113"/>
    <p:sldId id="388" r:id="rId114"/>
    <p:sldId id="302" r:id="rId115"/>
    <p:sldId id="266" r:id="rId116"/>
    <p:sldId id="265" r:id="rId117"/>
    <p:sldId id="283" r:id="rId118"/>
    <p:sldId id="293" r:id="rId119"/>
    <p:sldId id="391" r:id="rId120"/>
    <p:sldId id="297" r:id="rId121"/>
    <p:sldId id="298" r:id="rId122"/>
    <p:sldId id="2147483647" r:id="rId123"/>
    <p:sldId id="261" r:id="rId124"/>
    <p:sldId id="288" r:id="rId125"/>
    <p:sldId id="267" r:id="rId126"/>
    <p:sldId id="270" r:id="rId127"/>
    <p:sldId id="2147471666" r:id="rId128"/>
    <p:sldId id="2147471562" r:id="rId129"/>
    <p:sldId id="287" r:id="rId130"/>
    <p:sldId id="269" r:id="rId131"/>
    <p:sldId id="2147471664" r:id="rId132"/>
    <p:sldId id="2147474098" r:id="rId133"/>
    <p:sldId id="260" r:id="rId134"/>
    <p:sldId id="336" r:id="rId135"/>
    <p:sldId id="295" r:id="rId136"/>
    <p:sldId id="2147471609" r:id="rId137"/>
  </p:sldIdLst>
  <p:sldSz cx="12192000" cy="6858000"/>
  <p:notesSz cx="6724650" cy="9774238"/>
  <p:custDataLst>
    <p:custData r:id="rId6"/>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B166CF27-23F0-53FD-3E3C-AB020C27C656}" name="SHUBHRA SHAILEE" initials="SS" userId="S::shubhra.shailee@upgrad.com::8fcda783-5efe-4a10-869a-4174ce681021" providerId="AD"/>
  <p188:author id="{70993AB0-34E7-2FF4-2489-F29C3C9BBD15}" name="Price Waterhouse &amp; Co LLP" initials="Pw" userId="Price Waterhouse &amp; Co LLP" providerId="None"/>
  <p188:author id="{2B1D28C3-53DE-C597-9E23-BB2070D63081}" name="Kaajal Shivdasani (IN)" initials="K(" userId="S::kaajal.shivdasani@pwc.com::4db7dc3d-5b14-4372-916d-a18055cacbc1" providerId="AD"/>
  <p188:author id="{9972B4D0-C60C-BFA4-1FC3-9BD79C08AE2B}" name="Pragya Sood" initials="PS" userId="S::pragya.sood@upgrad.com::de4d9c43-24bf-443a-888c-ae7129d16214" providerId="AD"/>
  <p188:author id="{56B16AE1-A54E-EBFC-252E-01C1A51D74A8}" name="Yoshita Sharma (IN)" initials="YS" userId="S::yoshita.sharma@pwc.com::6d8006f1-f2cf-469b-ae87-e1d4c7b2742b" providerId="AD"/>
  <p188:author id="{ED0DEEFC-17E7-A7A6-8AA1-6DCCE7B1D425}" name="PW &amp; CO " initials="PW&amp;Co" userId="PW &amp; CO " providerId="Non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EB99C"/>
    <a:srgbClr val="FFFFFF"/>
    <a:srgbClr val="F4EDE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1230B1B-4822-309F-D1EE-1EE58D27CCC8}" v="37" dt="2026-03-05T12:19:39.254"/>
  </p1510:revLst>
</p1510:revInfo>
</file>

<file path=ppt/tableStyles.xml><?xml version="1.0" encoding="utf-8"?>
<a:tblStyleLst xmlns:a="http://schemas.openxmlformats.org/drawingml/2006/main" def="{605943CB-6F42-4776-B506-94E284F2829C}">
  <a:tblStyle styleId="{605943CB-6F42-4776-B506-94E284F2829C}" styleName="Brand Table 1">
    <a:wholeTbl>
      <a:tcTxStyle>
        <a:fontRef idx="minor">
          <a:scrgbClr r="0" g="0" b="0"/>
        </a:fontRef>
        <a:schemeClr val="tx1"/>
      </a:tcTxStyle>
      <a:tcStyle>
        <a:tcBdr>
          <a:left>
            <a:ln>
              <a:noFill/>
            </a:ln>
          </a:left>
          <a:right>
            <a:ln>
              <a:noFill/>
            </a:ln>
          </a:right>
          <a:top>
            <a:ln>
              <a:noFill/>
            </a:ln>
          </a:top>
          <a:bottom>
            <a:ln>
              <a:noFill/>
            </a:ln>
          </a:bottom>
          <a:insideH>
            <a:ln w="12700" cmpd="sng">
              <a:solidFill>
                <a:schemeClr val="bg2"/>
              </a:solidFill>
            </a:ln>
          </a:insideH>
          <a:insideV>
            <a:ln>
              <a:noFill/>
            </a:ln>
          </a:insideV>
        </a:tcBdr>
        <a:fill>
          <a:noFill/>
        </a:fill>
      </a:tcStyle>
    </a:wholeTbl>
    <a:lastCol>
      <a:tcTxStyle b="on">
        <a:fontRef idx="minor">
          <a:scrgbClr r="0" g="0" b="0"/>
        </a:fontRef>
        <a:schemeClr val="tx1"/>
      </a:tcTxStyle>
      <a:tcStyle>
        <a:tcBdr/>
      </a:tcStyle>
    </a:lastCol>
    <a:firstCol>
      <a:tcTxStyle b="on">
        <a:fontRef idx="minor">
          <a:scrgbClr r="0" g="0" b="0"/>
        </a:fontRef>
        <a:schemeClr val="tx1"/>
      </a:tcTxStyle>
      <a:tcStyle>
        <a:tcBdr/>
      </a:tcStyle>
    </a:firstCol>
    <a:lastRow>
      <a:tcTxStyle b="on">
        <a:fontRef idx="minor">
          <a:scrgbClr r="0" g="0" b="0"/>
        </a:fontRef>
        <a:schemeClr val="tx1"/>
      </a:tcTxStyle>
      <a:tcStyle>
        <a:tcBdr/>
        <a:fill>
          <a:solidFill>
            <a:schemeClr val="bg1">
              <a:lumMod val="95000"/>
            </a:schemeClr>
          </a:solidFill>
        </a:fill>
      </a:tcStyle>
    </a:lastRow>
    <a:firstRow>
      <a:tcTxStyle b="on">
        <a:fontRef idx="minor">
          <a:scrgbClr r="0" g="0" b="0"/>
        </a:fontRef>
        <a:schemeClr val="accent1"/>
      </a:tcTxStyle>
      <a:tcStyle>
        <a:tcBdr>
          <a:bottom>
            <a:ln w="19050" cmpd="sng">
              <a:solidFill>
                <a:schemeClr val="accent1"/>
              </a:solidFill>
            </a:ln>
          </a:bottom>
        </a:tcBdr>
        <a:fill>
          <a:noFill/>
        </a:fill>
      </a:tcStyle>
    </a:firstRow>
  </a:tblStyle>
  <a:tblStyle styleId="{8DE8A128-FD69-4F98-BC96-439F510B2832}" styleName="Brand Table 2">
    <a:wholeTbl>
      <a:tcTxStyle>
        <a:fontRef idx="minor">
          <a:scrgbClr r="0" g="0" b="0"/>
        </a:fontRef>
        <a:schemeClr val="tx1"/>
      </a:tcTxStyle>
      <a:tcStyle>
        <a:tcBdr>
          <a:left>
            <a:ln>
              <a:noFill/>
            </a:ln>
          </a:left>
          <a:right>
            <a:ln>
              <a:noFill/>
            </a:ln>
          </a:right>
          <a:top>
            <a:ln>
              <a:noFill/>
            </a:ln>
          </a:top>
          <a:bottom>
            <a:ln>
              <a:noFill/>
            </a:ln>
          </a:bottom>
          <a:insideH>
            <a:ln w="12700" cmpd="sng">
              <a:solidFill>
                <a:schemeClr val="bg2"/>
              </a:solidFill>
            </a:ln>
          </a:insideH>
          <a:insideV>
            <a:ln>
              <a:noFill/>
            </a:ln>
          </a:insideV>
        </a:tcBdr>
        <a:fill>
          <a:noFill/>
        </a:fill>
      </a:tcStyle>
    </a:wholeTbl>
    <a:lastCol>
      <a:tcTxStyle b="on">
        <a:fontRef idx="minor">
          <a:scrgbClr r="0" g="0" b="0"/>
        </a:fontRef>
        <a:schemeClr val="tx1"/>
      </a:tcTxStyle>
      <a:tcStyle>
        <a:tcBdr/>
      </a:tcStyle>
    </a:lastCol>
    <a:firstCol>
      <a:tcTxStyle b="on">
        <a:fontRef idx="minor">
          <a:scrgbClr r="0" g="0" b="0"/>
        </a:fontRef>
        <a:schemeClr val="tx1"/>
      </a:tcTxStyle>
      <a:tcStyle>
        <a:tcBdr/>
      </a:tcStyle>
    </a:firstCol>
    <a:lastRow>
      <a:tcTxStyle b="on">
        <a:fontRef idx="minor">
          <a:scrgbClr r="0" g="0" b="0"/>
        </a:fontRef>
        <a:schemeClr val="tx1"/>
      </a:tcTxStyle>
      <a:tcStyle>
        <a:tcBdr/>
        <a:fill>
          <a:solidFill>
            <a:schemeClr val="bg1">
              <a:lumMod val="95000"/>
            </a:schemeClr>
          </a:solidFill>
        </a:fill>
      </a:tcStyle>
    </a:lastRow>
    <a:firstRow>
      <a:tcTxStyle b="on">
        <a:fontRef idx="minor">
          <a:scrgbClr r="109" g="36" b="122"/>
        </a:fontRef>
        <a:schemeClr val="tx1"/>
      </a:tcTxStyle>
      <a:tcStyle>
        <a:tcBdr>
          <a:bottom>
            <a:ln w="19050" cmpd="sng">
              <a:solidFill>
                <a:schemeClr val="tx1"/>
              </a:solidFill>
            </a:ln>
          </a:bottom>
        </a:tcBdr>
        <a:fill>
          <a:noFill/>
        </a:fill>
      </a:tcStyle>
    </a:firstRow>
  </a:tblStyle>
  <a:tblStyle styleId="{B56CA0EE-1E45-4AA6-A82B-0F5650326712}" styleName="Brand Table 3">
    <a:wholeTbl>
      <a:tcTxStyle>
        <a:fontRef idx="minor">
          <a:scrgbClr r="0" g="0" b="0"/>
        </a:fontRef>
        <a:schemeClr val="tx1"/>
      </a:tcTxStyle>
      <a:tcStyle>
        <a:tcBdr>
          <a:left>
            <a:ln>
              <a:noFill/>
            </a:ln>
          </a:left>
          <a:right>
            <a:ln>
              <a:noFill/>
            </a:ln>
          </a:right>
          <a:top>
            <a:ln>
              <a:noFill/>
            </a:ln>
          </a:top>
          <a:bottom>
            <a:ln>
              <a:noFill/>
            </a:ln>
          </a:bottom>
          <a:insideH>
            <a:ln w="12700" cmpd="sng">
              <a:solidFill>
                <a:schemeClr val="bg2"/>
              </a:solidFill>
            </a:ln>
          </a:insideH>
          <a:insideV>
            <a:ln>
              <a:noFill/>
            </a:ln>
          </a:insideV>
        </a:tcBdr>
        <a:fill>
          <a:noFill/>
        </a:fill>
      </a:tcStyle>
    </a:wholeTbl>
    <a:band2H>
      <a:tcStyle>
        <a:tcBdr/>
        <a:fill>
          <a:solidFill>
            <a:schemeClr val="bg1">
              <a:lumMod val="95000"/>
            </a:schemeClr>
          </a:solidFill>
        </a:fill>
      </a:tcStyle>
    </a:band2H>
    <a:band2V>
      <a:tcStyle>
        <a:tcBdr/>
        <a:fill>
          <a:solidFill>
            <a:schemeClr val="bg1">
              <a:lumMod val="95000"/>
            </a:schemeClr>
          </a:solidFill>
        </a:fill>
      </a:tcStyle>
    </a:band2V>
    <a:lastCol>
      <a:tcTxStyle b="on">
        <a:fontRef idx="minor">
          <a:scrgbClr r="0" g="0" b="0"/>
        </a:fontRef>
        <a:schemeClr val="tx1"/>
      </a:tcTxStyle>
      <a:tcStyle>
        <a:tcBdr/>
      </a:tcStyle>
    </a:lastCol>
    <a:firstCol>
      <a:tcTxStyle b="on">
        <a:fontRef idx="minor">
          <a:scrgbClr r="0" g="0" b="0"/>
        </a:fontRef>
        <a:schemeClr val="tx1"/>
      </a:tcTxStyle>
      <a:tcStyle>
        <a:tcBdr/>
      </a:tcStyle>
    </a:firstCol>
    <a:lastRow>
      <a:tcTxStyle b="on">
        <a:fontRef idx="minor">
          <a:scrgbClr r="0" g="0" b="0"/>
        </a:fontRef>
        <a:schemeClr val="tx1"/>
      </a:tcTxStyle>
      <a:tcStyle>
        <a:tcBdr/>
        <a:fill>
          <a:solidFill>
            <a:schemeClr val="bg1">
              <a:lumMod val="95000"/>
            </a:schemeClr>
          </a:solidFill>
        </a:fill>
      </a:tcStyle>
    </a:lastRow>
    <a:firstRow>
      <a:tcTxStyle b="on">
        <a:fontRef idx="minor">
          <a:scrgbClr r="0" g="0" b="0"/>
        </a:fontRef>
        <a:schemeClr val="accent1"/>
      </a:tcTxStyle>
      <a:tcStyle>
        <a:tcBdr>
          <a:bottom>
            <a:ln w="19050" cmpd="sng">
              <a:solidFill>
                <a:schemeClr val="accent1"/>
              </a:solidFill>
            </a:ln>
          </a:bottom>
        </a:tcBdr>
        <a:fill>
          <a:solidFill>
            <a:schemeClr val="bg1">
              <a:lumMod val="95000"/>
            </a:schemeClr>
          </a:solidFill>
        </a:fill>
      </a:tcStyle>
    </a:firstRow>
  </a:tblStyle>
  <a:tblStyle styleId="{B2FE71AF-C406-42DD-AC2B-C6103619A3FC}" styleName="Brand Table 4">
    <a:wholeTbl>
      <a:tcTxStyle>
        <a:fontRef idx="minor">
          <a:scrgbClr r="0" g="0" b="0"/>
        </a:fontRef>
        <a:schemeClr val="tx1"/>
      </a:tcTxStyle>
      <a:tcStyle>
        <a:tcBdr>
          <a:left>
            <a:ln>
              <a:noFill/>
            </a:ln>
          </a:left>
          <a:right>
            <a:ln>
              <a:noFill/>
            </a:ln>
          </a:right>
          <a:top>
            <a:ln>
              <a:noFill/>
            </a:ln>
          </a:top>
          <a:bottom>
            <a:ln>
              <a:noFill/>
            </a:ln>
          </a:bottom>
          <a:insideH>
            <a:ln w="12700" cmpd="sng">
              <a:solidFill>
                <a:schemeClr val="bg2"/>
              </a:solidFill>
            </a:ln>
          </a:insideH>
          <a:insideV>
            <a:ln>
              <a:noFill/>
            </a:ln>
          </a:insideV>
        </a:tcBdr>
        <a:fill>
          <a:noFill/>
        </a:fill>
      </a:tcStyle>
    </a:wholeTbl>
    <a:band2H>
      <a:tcStyle>
        <a:tcBdr/>
        <a:fill>
          <a:solidFill>
            <a:schemeClr val="bg1">
              <a:lumMod val="95000"/>
            </a:schemeClr>
          </a:solidFill>
        </a:fill>
      </a:tcStyle>
    </a:band2H>
    <a:band2V>
      <a:tcStyle>
        <a:tcBdr/>
        <a:fill>
          <a:solidFill>
            <a:schemeClr val="bg1">
              <a:lumMod val="95000"/>
            </a:schemeClr>
          </a:solidFill>
        </a:fill>
      </a:tcStyle>
    </a:band2V>
    <a:lastCol>
      <a:tcTxStyle b="on">
        <a:fontRef idx="minor">
          <a:scrgbClr r="0" g="0" b="0"/>
        </a:fontRef>
        <a:schemeClr val="tx1"/>
      </a:tcTxStyle>
      <a:tcStyle>
        <a:tcBdr/>
      </a:tcStyle>
    </a:lastCol>
    <a:firstCol>
      <a:tcTxStyle b="on">
        <a:fontRef idx="minor">
          <a:scrgbClr r="0" g="0" b="0"/>
        </a:fontRef>
        <a:schemeClr val="tx1"/>
      </a:tcTxStyle>
      <a:tcStyle>
        <a:tcBdr/>
      </a:tcStyle>
    </a:firstCol>
    <a:lastRow>
      <a:tcTxStyle b="on">
        <a:fontRef idx="minor">
          <a:scrgbClr r="0" g="0" b="0"/>
        </a:fontRef>
        <a:schemeClr val="tx1"/>
      </a:tcTxStyle>
      <a:tcStyle>
        <a:tcBdr/>
        <a:fill>
          <a:solidFill>
            <a:schemeClr val="bg1">
              <a:lumMod val="95000"/>
            </a:schemeClr>
          </a:solidFill>
        </a:fill>
      </a:tcStyle>
    </a:lastRow>
    <a:firstRow>
      <a:tcTxStyle b="on">
        <a:fontRef idx="minor">
          <a:scrgbClr r="109" g="36" b="122"/>
        </a:fontRef>
        <a:schemeClr val="tx1"/>
      </a:tcTxStyle>
      <a:tcStyle>
        <a:tcBdr>
          <a:bottom>
            <a:ln w="19050" cmpd="sng">
              <a:solidFill>
                <a:schemeClr val="tx1"/>
              </a:solidFill>
            </a:ln>
          </a:bottom>
        </a:tcBdr>
        <a:fill>
          <a:solidFill>
            <a:schemeClr val="bg1">
              <a:lumMod val="95000"/>
            </a:schemeClr>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31.xml"/><Relationship Id="rId21" Type="http://schemas.openxmlformats.org/officeDocument/2006/relationships/customXml" Target="../customXml/item21.xml"/><Relationship Id="rId42" Type="http://schemas.openxmlformats.org/officeDocument/2006/relationships/customXml" Target="../customXml/item42.xml"/><Relationship Id="rId63" Type="http://schemas.openxmlformats.org/officeDocument/2006/relationships/customXml" Target="../customXml/item63.xml"/><Relationship Id="rId84" Type="http://schemas.openxmlformats.org/officeDocument/2006/relationships/customXml" Target="../customXml/item84.xml"/><Relationship Id="rId138" Type="http://schemas.openxmlformats.org/officeDocument/2006/relationships/notesMaster" Target="notesMasters/notesMaster1.xml"/><Relationship Id="rId107" Type="http://schemas.openxmlformats.org/officeDocument/2006/relationships/slide" Target="slides/slide21.xml"/><Relationship Id="rId11" Type="http://schemas.openxmlformats.org/officeDocument/2006/relationships/customXml" Target="../customXml/item11.xml"/><Relationship Id="rId32" Type="http://schemas.openxmlformats.org/officeDocument/2006/relationships/customXml" Target="../customXml/item32.xml"/><Relationship Id="rId53" Type="http://schemas.openxmlformats.org/officeDocument/2006/relationships/customXml" Target="../customXml/item53.xml"/><Relationship Id="rId74" Type="http://schemas.openxmlformats.org/officeDocument/2006/relationships/customXml" Target="../customXml/item74.xml"/><Relationship Id="rId128" Type="http://schemas.openxmlformats.org/officeDocument/2006/relationships/slide" Target="slides/slide42.xml"/><Relationship Id="rId5" Type="http://schemas.openxmlformats.org/officeDocument/2006/relationships/customXml" Target="../customXml/item5.xml"/><Relationship Id="rId90" Type="http://schemas.openxmlformats.org/officeDocument/2006/relationships/slide" Target="slides/slide4.xml"/><Relationship Id="rId95" Type="http://schemas.openxmlformats.org/officeDocument/2006/relationships/slide" Target="slides/slide9.xml"/><Relationship Id="rId22" Type="http://schemas.openxmlformats.org/officeDocument/2006/relationships/customXml" Target="../customXml/item22.xml"/><Relationship Id="rId27" Type="http://schemas.openxmlformats.org/officeDocument/2006/relationships/customXml" Target="../customXml/item27.xml"/><Relationship Id="rId43" Type="http://schemas.openxmlformats.org/officeDocument/2006/relationships/customXml" Target="../customXml/item43.xml"/><Relationship Id="rId48" Type="http://schemas.openxmlformats.org/officeDocument/2006/relationships/customXml" Target="../customXml/item48.xml"/><Relationship Id="rId64" Type="http://schemas.openxmlformats.org/officeDocument/2006/relationships/customXml" Target="../customXml/item64.xml"/><Relationship Id="rId69" Type="http://schemas.openxmlformats.org/officeDocument/2006/relationships/customXml" Target="../customXml/item69.xml"/><Relationship Id="rId113" Type="http://schemas.openxmlformats.org/officeDocument/2006/relationships/slide" Target="slides/slide27.xml"/><Relationship Id="rId118" Type="http://schemas.openxmlformats.org/officeDocument/2006/relationships/slide" Target="slides/slide32.xml"/><Relationship Id="rId134" Type="http://schemas.openxmlformats.org/officeDocument/2006/relationships/slide" Target="slides/slide48.xml"/><Relationship Id="rId139" Type="http://schemas.openxmlformats.org/officeDocument/2006/relationships/presProps" Target="presProps.xml"/><Relationship Id="rId80" Type="http://schemas.openxmlformats.org/officeDocument/2006/relationships/customXml" Target="../customXml/item80.xml"/><Relationship Id="rId85" Type="http://schemas.openxmlformats.org/officeDocument/2006/relationships/customXml" Target="../customXml/item85.xml"/><Relationship Id="rId12" Type="http://schemas.openxmlformats.org/officeDocument/2006/relationships/customXml" Target="../customXml/item12.xml"/><Relationship Id="rId17" Type="http://schemas.openxmlformats.org/officeDocument/2006/relationships/customXml" Target="../customXml/item17.xml"/><Relationship Id="rId33" Type="http://schemas.openxmlformats.org/officeDocument/2006/relationships/customXml" Target="../customXml/item33.xml"/><Relationship Id="rId38" Type="http://schemas.openxmlformats.org/officeDocument/2006/relationships/customXml" Target="../customXml/item38.xml"/><Relationship Id="rId59" Type="http://schemas.openxmlformats.org/officeDocument/2006/relationships/customXml" Target="../customXml/item59.xml"/><Relationship Id="rId103" Type="http://schemas.openxmlformats.org/officeDocument/2006/relationships/slide" Target="slides/slide17.xml"/><Relationship Id="rId108" Type="http://schemas.openxmlformats.org/officeDocument/2006/relationships/slide" Target="slides/slide22.xml"/><Relationship Id="rId124" Type="http://schemas.openxmlformats.org/officeDocument/2006/relationships/slide" Target="slides/slide38.xml"/><Relationship Id="rId129" Type="http://schemas.openxmlformats.org/officeDocument/2006/relationships/slide" Target="slides/slide43.xml"/><Relationship Id="rId54" Type="http://schemas.openxmlformats.org/officeDocument/2006/relationships/customXml" Target="../customXml/item54.xml"/><Relationship Id="rId70" Type="http://schemas.openxmlformats.org/officeDocument/2006/relationships/customXml" Target="../customXml/item70.xml"/><Relationship Id="rId75" Type="http://schemas.openxmlformats.org/officeDocument/2006/relationships/customXml" Target="../customXml/item75.xml"/><Relationship Id="rId91" Type="http://schemas.openxmlformats.org/officeDocument/2006/relationships/slide" Target="slides/slide5.xml"/><Relationship Id="rId96" Type="http://schemas.openxmlformats.org/officeDocument/2006/relationships/slide" Target="slides/slide10.xml"/><Relationship Id="rId140" Type="http://schemas.openxmlformats.org/officeDocument/2006/relationships/viewProps" Target="viewProps.xml"/><Relationship Id="rId145" Type="http://schemas.microsoft.com/office/2018/10/relationships/authors" Target="authors.xml"/><Relationship Id="rId1" Type="http://schemas.openxmlformats.org/officeDocument/2006/relationships/customXml" Target="../customXml/item1.xml"/><Relationship Id="rId6" Type="http://schemas.openxmlformats.org/officeDocument/2006/relationships/customXml" Target="../customXml/item6.xml"/><Relationship Id="rId23" Type="http://schemas.openxmlformats.org/officeDocument/2006/relationships/customXml" Target="../customXml/item23.xml"/><Relationship Id="rId28" Type="http://schemas.openxmlformats.org/officeDocument/2006/relationships/customXml" Target="../customXml/item28.xml"/><Relationship Id="rId49" Type="http://schemas.openxmlformats.org/officeDocument/2006/relationships/customXml" Target="../customXml/item49.xml"/><Relationship Id="rId114" Type="http://schemas.openxmlformats.org/officeDocument/2006/relationships/slide" Target="slides/slide28.xml"/><Relationship Id="rId119" Type="http://schemas.openxmlformats.org/officeDocument/2006/relationships/slide" Target="slides/slide33.xml"/><Relationship Id="rId44" Type="http://schemas.openxmlformats.org/officeDocument/2006/relationships/customXml" Target="../customXml/item44.xml"/><Relationship Id="rId60" Type="http://schemas.openxmlformats.org/officeDocument/2006/relationships/customXml" Target="../customXml/item60.xml"/><Relationship Id="rId65" Type="http://schemas.openxmlformats.org/officeDocument/2006/relationships/customXml" Target="../customXml/item65.xml"/><Relationship Id="rId81" Type="http://schemas.openxmlformats.org/officeDocument/2006/relationships/customXml" Target="../customXml/item81.xml"/><Relationship Id="rId86" Type="http://schemas.openxmlformats.org/officeDocument/2006/relationships/slideMaster" Target="slideMasters/slideMaster1.xml"/><Relationship Id="rId130" Type="http://schemas.openxmlformats.org/officeDocument/2006/relationships/slide" Target="slides/slide44.xml"/><Relationship Id="rId135" Type="http://schemas.openxmlformats.org/officeDocument/2006/relationships/slide" Target="slides/slide49.xml"/><Relationship Id="rId13" Type="http://schemas.openxmlformats.org/officeDocument/2006/relationships/customXml" Target="../customXml/item13.xml"/><Relationship Id="rId18" Type="http://schemas.openxmlformats.org/officeDocument/2006/relationships/customXml" Target="../customXml/item18.xml"/><Relationship Id="rId39" Type="http://schemas.openxmlformats.org/officeDocument/2006/relationships/customXml" Target="../customXml/item39.xml"/><Relationship Id="rId109" Type="http://schemas.openxmlformats.org/officeDocument/2006/relationships/slide" Target="slides/slide23.xml"/><Relationship Id="rId34" Type="http://schemas.openxmlformats.org/officeDocument/2006/relationships/customXml" Target="../customXml/item34.xml"/><Relationship Id="rId50" Type="http://schemas.openxmlformats.org/officeDocument/2006/relationships/customXml" Target="../customXml/item50.xml"/><Relationship Id="rId55" Type="http://schemas.openxmlformats.org/officeDocument/2006/relationships/customXml" Target="../customXml/item55.xml"/><Relationship Id="rId76" Type="http://schemas.openxmlformats.org/officeDocument/2006/relationships/customXml" Target="../customXml/item76.xml"/><Relationship Id="rId97" Type="http://schemas.openxmlformats.org/officeDocument/2006/relationships/slide" Target="slides/slide11.xml"/><Relationship Id="rId104" Type="http://schemas.openxmlformats.org/officeDocument/2006/relationships/slide" Target="slides/slide18.xml"/><Relationship Id="rId120" Type="http://schemas.openxmlformats.org/officeDocument/2006/relationships/slide" Target="slides/slide34.xml"/><Relationship Id="rId125" Type="http://schemas.openxmlformats.org/officeDocument/2006/relationships/slide" Target="slides/slide39.xml"/><Relationship Id="rId141" Type="http://schemas.openxmlformats.org/officeDocument/2006/relationships/theme" Target="theme/theme1.xml"/><Relationship Id="rId7" Type="http://schemas.openxmlformats.org/officeDocument/2006/relationships/customXml" Target="../customXml/item7.xml"/><Relationship Id="rId71" Type="http://schemas.openxmlformats.org/officeDocument/2006/relationships/customXml" Target="../customXml/item71.xml"/><Relationship Id="rId92" Type="http://schemas.openxmlformats.org/officeDocument/2006/relationships/slide" Target="slides/slide6.xml"/><Relationship Id="rId2" Type="http://schemas.openxmlformats.org/officeDocument/2006/relationships/customXml" Target="../customXml/item2.xml"/><Relationship Id="rId29" Type="http://schemas.openxmlformats.org/officeDocument/2006/relationships/customXml" Target="../customXml/item29.xml"/><Relationship Id="rId24" Type="http://schemas.openxmlformats.org/officeDocument/2006/relationships/customXml" Target="../customXml/item24.xml"/><Relationship Id="rId40" Type="http://schemas.openxmlformats.org/officeDocument/2006/relationships/customXml" Target="../customXml/item40.xml"/><Relationship Id="rId45" Type="http://schemas.openxmlformats.org/officeDocument/2006/relationships/customXml" Target="../customXml/item45.xml"/><Relationship Id="rId66" Type="http://schemas.openxmlformats.org/officeDocument/2006/relationships/customXml" Target="../customXml/item66.xml"/><Relationship Id="rId87" Type="http://schemas.openxmlformats.org/officeDocument/2006/relationships/slide" Target="slides/slide1.xml"/><Relationship Id="rId110" Type="http://schemas.openxmlformats.org/officeDocument/2006/relationships/slide" Target="slides/slide24.xml"/><Relationship Id="rId115" Type="http://schemas.openxmlformats.org/officeDocument/2006/relationships/slide" Target="slides/slide29.xml"/><Relationship Id="rId131" Type="http://schemas.openxmlformats.org/officeDocument/2006/relationships/slide" Target="slides/slide45.xml"/><Relationship Id="rId136" Type="http://schemas.openxmlformats.org/officeDocument/2006/relationships/slide" Target="slides/slide50.xml"/><Relationship Id="rId61" Type="http://schemas.openxmlformats.org/officeDocument/2006/relationships/customXml" Target="../customXml/item61.xml"/><Relationship Id="rId82" Type="http://schemas.openxmlformats.org/officeDocument/2006/relationships/customXml" Target="../customXml/item82.xml"/><Relationship Id="rId19" Type="http://schemas.openxmlformats.org/officeDocument/2006/relationships/customXml" Target="../customXml/item19.xml"/><Relationship Id="rId14" Type="http://schemas.openxmlformats.org/officeDocument/2006/relationships/customXml" Target="../customXml/item14.xml"/><Relationship Id="rId30" Type="http://schemas.openxmlformats.org/officeDocument/2006/relationships/customXml" Target="../customXml/item30.xml"/><Relationship Id="rId35" Type="http://schemas.openxmlformats.org/officeDocument/2006/relationships/customXml" Target="../customXml/item35.xml"/><Relationship Id="rId56" Type="http://schemas.openxmlformats.org/officeDocument/2006/relationships/customXml" Target="../customXml/item56.xml"/><Relationship Id="rId77" Type="http://schemas.openxmlformats.org/officeDocument/2006/relationships/customXml" Target="../customXml/item77.xml"/><Relationship Id="rId100" Type="http://schemas.openxmlformats.org/officeDocument/2006/relationships/slide" Target="slides/slide14.xml"/><Relationship Id="rId105" Type="http://schemas.openxmlformats.org/officeDocument/2006/relationships/slide" Target="slides/slide19.xml"/><Relationship Id="rId126" Type="http://schemas.openxmlformats.org/officeDocument/2006/relationships/slide" Target="slides/slide40.xml"/><Relationship Id="rId8" Type="http://schemas.openxmlformats.org/officeDocument/2006/relationships/customXml" Target="../customXml/item8.xml"/><Relationship Id="rId51" Type="http://schemas.openxmlformats.org/officeDocument/2006/relationships/customXml" Target="../customXml/item51.xml"/><Relationship Id="rId72" Type="http://schemas.openxmlformats.org/officeDocument/2006/relationships/customXml" Target="../customXml/item72.xml"/><Relationship Id="rId93" Type="http://schemas.openxmlformats.org/officeDocument/2006/relationships/slide" Target="slides/slide7.xml"/><Relationship Id="rId98" Type="http://schemas.openxmlformats.org/officeDocument/2006/relationships/slide" Target="slides/slide12.xml"/><Relationship Id="rId121" Type="http://schemas.openxmlformats.org/officeDocument/2006/relationships/slide" Target="slides/slide35.xml"/><Relationship Id="rId142" Type="http://schemas.openxmlformats.org/officeDocument/2006/relationships/tableStyles" Target="tableStyles.xml"/><Relationship Id="rId3" Type="http://schemas.openxmlformats.org/officeDocument/2006/relationships/customXml" Target="../customXml/item3.xml"/><Relationship Id="rId25" Type="http://schemas.openxmlformats.org/officeDocument/2006/relationships/customXml" Target="../customXml/item25.xml"/><Relationship Id="rId46" Type="http://schemas.openxmlformats.org/officeDocument/2006/relationships/customXml" Target="../customXml/item46.xml"/><Relationship Id="rId67" Type="http://schemas.openxmlformats.org/officeDocument/2006/relationships/customXml" Target="../customXml/item67.xml"/><Relationship Id="rId116" Type="http://schemas.openxmlformats.org/officeDocument/2006/relationships/slide" Target="slides/slide30.xml"/><Relationship Id="rId137" Type="http://schemas.openxmlformats.org/officeDocument/2006/relationships/slide" Target="slides/slide51.xml"/><Relationship Id="rId20" Type="http://schemas.openxmlformats.org/officeDocument/2006/relationships/customXml" Target="../customXml/item20.xml"/><Relationship Id="rId41" Type="http://schemas.openxmlformats.org/officeDocument/2006/relationships/customXml" Target="../customXml/item41.xml"/><Relationship Id="rId62" Type="http://schemas.openxmlformats.org/officeDocument/2006/relationships/customXml" Target="../customXml/item62.xml"/><Relationship Id="rId83" Type="http://schemas.openxmlformats.org/officeDocument/2006/relationships/customXml" Target="../customXml/item83.xml"/><Relationship Id="rId88" Type="http://schemas.openxmlformats.org/officeDocument/2006/relationships/slide" Target="slides/slide2.xml"/><Relationship Id="rId111" Type="http://schemas.openxmlformats.org/officeDocument/2006/relationships/slide" Target="slides/slide25.xml"/><Relationship Id="rId132" Type="http://schemas.openxmlformats.org/officeDocument/2006/relationships/slide" Target="slides/slide46.xml"/><Relationship Id="rId15" Type="http://schemas.openxmlformats.org/officeDocument/2006/relationships/customXml" Target="../customXml/item15.xml"/><Relationship Id="rId36" Type="http://schemas.openxmlformats.org/officeDocument/2006/relationships/customXml" Target="../customXml/item36.xml"/><Relationship Id="rId57" Type="http://schemas.openxmlformats.org/officeDocument/2006/relationships/customXml" Target="../customXml/item57.xml"/><Relationship Id="rId106" Type="http://schemas.openxmlformats.org/officeDocument/2006/relationships/slide" Target="slides/slide20.xml"/><Relationship Id="rId127" Type="http://schemas.openxmlformats.org/officeDocument/2006/relationships/slide" Target="slides/slide41.xml"/><Relationship Id="rId10" Type="http://schemas.openxmlformats.org/officeDocument/2006/relationships/customXml" Target="../customXml/item10.xml"/><Relationship Id="rId31" Type="http://schemas.openxmlformats.org/officeDocument/2006/relationships/customXml" Target="../customXml/item31.xml"/><Relationship Id="rId52" Type="http://schemas.openxmlformats.org/officeDocument/2006/relationships/customXml" Target="../customXml/item52.xml"/><Relationship Id="rId73" Type="http://schemas.openxmlformats.org/officeDocument/2006/relationships/customXml" Target="../customXml/item73.xml"/><Relationship Id="rId78" Type="http://schemas.openxmlformats.org/officeDocument/2006/relationships/customXml" Target="../customXml/item78.xml"/><Relationship Id="rId94" Type="http://schemas.openxmlformats.org/officeDocument/2006/relationships/slide" Target="slides/slide8.xml"/><Relationship Id="rId99" Type="http://schemas.openxmlformats.org/officeDocument/2006/relationships/slide" Target="slides/slide13.xml"/><Relationship Id="rId101" Type="http://schemas.openxmlformats.org/officeDocument/2006/relationships/slide" Target="slides/slide15.xml"/><Relationship Id="rId122" Type="http://schemas.openxmlformats.org/officeDocument/2006/relationships/slide" Target="slides/slide36.xml"/><Relationship Id="rId143" Type="http://schemas.microsoft.com/office/2016/11/relationships/changesInfo" Target="changesInfos/changesInfo1.xml"/><Relationship Id="rId4" Type="http://schemas.openxmlformats.org/officeDocument/2006/relationships/customXml" Target="../customXml/item4.xml"/><Relationship Id="rId9" Type="http://schemas.openxmlformats.org/officeDocument/2006/relationships/customXml" Target="../customXml/item9.xml"/><Relationship Id="rId26" Type="http://schemas.openxmlformats.org/officeDocument/2006/relationships/customXml" Target="../customXml/item26.xml"/><Relationship Id="rId47" Type="http://schemas.openxmlformats.org/officeDocument/2006/relationships/customXml" Target="../customXml/item47.xml"/><Relationship Id="rId68" Type="http://schemas.openxmlformats.org/officeDocument/2006/relationships/customXml" Target="../customXml/item68.xml"/><Relationship Id="rId89" Type="http://schemas.openxmlformats.org/officeDocument/2006/relationships/slide" Target="slides/slide3.xml"/><Relationship Id="rId112" Type="http://schemas.openxmlformats.org/officeDocument/2006/relationships/slide" Target="slides/slide26.xml"/><Relationship Id="rId133" Type="http://schemas.openxmlformats.org/officeDocument/2006/relationships/slide" Target="slides/slide47.xml"/><Relationship Id="rId16" Type="http://schemas.openxmlformats.org/officeDocument/2006/relationships/customXml" Target="../customXml/item16.xml"/><Relationship Id="rId37" Type="http://schemas.openxmlformats.org/officeDocument/2006/relationships/customXml" Target="../customXml/item37.xml"/><Relationship Id="rId58" Type="http://schemas.openxmlformats.org/officeDocument/2006/relationships/customXml" Target="../customXml/item58.xml"/><Relationship Id="rId79" Type="http://schemas.openxmlformats.org/officeDocument/2006/relationships/customXml" Target="../customXml/item79.xml"/><Relationship Id="rId102" Type="http://schemas.openxmlformats.org/officeDocument/2006/relationships/slide" Target="slides/slide16.xml"/><Relationship Id="rId123" Type="http://schemas.openxmlformats.org/officeDocument/2006/relationships/slide" Target="slides/slide37.xml"/><Relationship Id="rId144"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havya Sehra (IN)" userId="S::bhavya.sehra@pwandaffiliates.com::60074ef5-9f07-4a5e-a46f-cf502c92cb9a" providerId="AD" clId="Web-{91230B1B-4822-309F-D1EE-1EE58D27CCC8}"/>
    <pc:docChg chg="modSld">
      <pc:chgData name="Bhavya Sehra (IN)" userId="S::bhavya.sehra@pwandaffiliates.com::60074ef5-9f07-4a5e-a46f-cf502c92cb9a" providerId="AD" clId="Web-{91230B1B-4822-309F-D1EE-1EE58D27CCC8}" dt="2026-03-05T12:19:39.254" v="36" actId="20577"/>
      <pc:docMkLst>
        <pc:docMk/>
      </pc:docMkLst>
      <pc:sldChg chg="modSp">
        <pc:chgData name="Bhavya Sehra (IN)" userId="S::bhavya.sehra@pwandaffiliates.com::60074ef5-9f07-4a5e-a46f-cf502c92cb9a" providerId="AD" clId="Web-{91230B1B-4822-309F-D1EE-1EE58D27CCC8}" dt="2026-03-05T12:19:39.254" v="36" actId="20577"/>
        <pc:sldMkLst>
          <pc:docMk/>
          <pc:sldMk cId="234227809" sldId="261"/>
        </pc:sldMkLst>
        <pc:spChg chg="mod">
          <ac:chgData name="Bhavya Sehra (IN)" userId="S::bhavya.sehra@pwandaffiliates.com::60074ef5-9f07-4a5e-a46f-cf502c92cb9a" providerId="AD" clId="Web-{91230B1B-4822-309F-D1EE-1EE58D27CCC8}" dt="2026-03-05T12:19:20.629" v="27" actId="20577"/>
          <ac:spMkLst>
            <pc:docMk/>
            <pc:sldMk cId="234227809" sldId="261"/>
            <ac:spMk id="28" creationId="{C3FF25C1-2C11-963F-3DF7-EF1231ED8E7B}"/>
          </ac:spMkLst>
        </pc:spChg>
        <pc:spChg chg="mod">
          <ac:chgData name="Bhavya Sehra (IN)" userId="S::bhavya.sehra@pwandaffiliates.com::60074ef5-9f07-4a5e-a46f-cf502c92cb9a" providerId="AD" clId="Web-{91230B1B-4822-309F-D1EE-1EE58D27CCC8}" dt="2026-03-05T12:19:25.910" v="30" actId="20577"/>
          <ac:spMkLst>
            <pc:docMk/>
            <pc:sldMk cId="234227809" sldId="261"/>
            <ac:spMk id="29" creationId="{DB2F38D4-060A-3F88-4611-CC15A41F03FD}"/>
          </ac:spMkLst>
        </pc:spChg>
        <pc:spChg chg="mod">
          <ac:chgData name="Bhavya Sehra (IN)" userId="S::bhavya.sehra@pwandaffiliates.com::60074ef5-9f07-4a5e-a46f-cf502c92cb9a" providerId="AD" clId="Web-{91230B1B-4822-309F-D1EE-1EE58D27CCC8}" dt="2026-03-05T12:19:31.504" v="32" actId="20577"/>
          <ac:spMkLst>
            <pc:docMk/>
            <pc:sldMk cId="234227809" sldId="261"/>
            <ac:spMk id="30" creationId="{C9DB16C0-13A6-2A81-C79C-FF470665D7DD}"/>
          </ac:spMkLst>
        </pc:spChg>
        <pc:spChg chg="mod">
          <ac:chgData name="Bhavya Sehra (IN)" userId="S::bhavya.sehra@pwandaffiliates.com::60074ef5-9f07-4a5e-a46f-cf502c92cb9a" providerId="AD" clId="Web-{91230B1B-4822-309F-D1EE-1EE58D27CCC8}" dt="2026-03-05T12:19:35.379" v="33" actId="20577"/>
          <ac:spMkLst>
            <pc:docMk/>
            <pc:sldMk cId="234227809" sldId="261"/>
            <ac:spMk id="31" creationId="{72C7DC4F-2C14-5A61-D1A7-79262F81D791}"/>
          </ac:spMkLst>
        </pc:spChg>
        <pc:spChg chg="mod">
          <ac:chgData name="Bhavya Sehra (IN)" userId="S::bhavya.sehra@pwandaffiliates.com::60074ef5-9f07-4a5e-a46f-cf502c92cb9a" providerId="AD" clId="Web-{91230B1B-4822-309F-D1EE-1EE58D27CCC8}" dt="2026-03-05T12:19:39.254" v="36" actId="20577"/>
          <ac:spMkLst>
            <pc:docMk/>
            <pc:sldMk cId="234227809" sldId="261"/>
            <ac:spMk id="32" creationId="{7DA0A877-0ED6-19C9-3AA6-BF450B968177}"/>
          </ac:spMkLst>
        </pc:spChg>
      </pc:sldChg>
      <pc:sldChg chg="modSp">
        <pc:chgData name="Bhavya Sehra (IN)" userId="S::bhavya.sehra@pwandaffiliates.com::60074ef5-9f07-4a5e-a46f-cf502c92cb9a" providerId="AD" clId="Web-{91230B1B-4822-309F-D1EE-1EE58D27CCC8}" dt="2026-03-05T12:19:08.644" v="22" actId="20577"/>
        <pc:sldMkLst>
          <pc:docMk/>
          <pc:sldMk cId="534617820" sldId="2147483647"/>
        </pc:sldMkLst>
        <pc:spChg chg="mod">
          <ac:chgData name="Bhavya Sehra (IN)" userId="S::bhavya.sehra@pwandaffiliates.com::60074ef5-9f07-4a5e-a46f-cf502c92cb9a" providerId="AD" clId="Web-{91230B1B-4822-309F-D1EE-1EE58D27CCC8}" dt="2026-03-05T12:18:42.050" v="4" actId="20577"/>
          <ac:spMkLst>
            <pc:docMk/>
            <pc:sldMk cId="534617820" sldId="2147483647"/>
            <ac:spMk id="28" creationId="{7E560A2E-789A-CB6E-D518-8AB5C49CE6D0}"/>
          </ac:spMkLst>
        </pc:spChg>
        <pc:spChg chg="mod">
          <ac:chgData name="Bhavya Sehra (IN)" userId="S::bhavya.sehra@pwandaffiliates.com::60074ef5-9f07-4a5e-a46f-cf502c92cb9a" providerId="AD" clId="Web-{91230B1B-4822-309F-D1EE-1EE58D27CCC8}" dt="2026-03-05T12:18:44.879" v="5" actId="20577"/>
          <ac:spMkLst>
            <pc:docMk/>
            <pc:sldMk cId="534617820" sldId="2147483647"/>
            <ac:spMk id="29" creationId="{772EB5C8-3FE3-CD4E-214D-3F7AB16FB791}"/>
          </ac:spMkLst>
        </pc:spChg>
        <pc:spChg chg="mod">
          <ac:chgData name="Bhavya Sehra (IN)" userId="S::bhavya.sehra@pwandaffiliates.com::60074ef5-9f07-4a5e-a46f-cf502c92cb9a" providerId="AD" clId="Web-{91230B1B-4822-309F-D1EE-1EE58D27CCC8}" dt="2026-03-05T12:18:53.176" v="12" actId="20577"/>
          <ac:spMkLst>
            <pc:docMk/>
            <pc:sldMk cId="534617820" sldId="2147483647"/>
            <ac:spMk id="30" creationId="{E31C2E6D-AD17-2C89-E691-B2F919ACEA97}"/>
          </ac:spMkLst>
        </pc:spChg>
        <pc:spChg chg="mod">
          <ac:chgData name="Bhavya Sehra (IN)" userId="S::bhavya.sehra@pwandaffiliates.com::60074ef5-9f07-4a5e-a46f-cf502c92cb9a" providerId="AD" clId="Web-{91230B1B-4822-309F-D1EE-1EE58D27CCC8}" dt="2026-03-05T12:18:58.754" v="15" actId="20577"/>
          <ac:spMkLst>
            <pc:docMk/>
            <pc:sldMk cId="534617820" sldId="2147483647"/>
            <ac:spMk id="31" creationId="{A93256D8-49B4-1A54-906A-00BAA7ABD633}"/>
          </ac:spMkLst>
        </pc:spChg>
        <pc:spChg chg="mod">
          <ac:chgData name="Bhavya Sehra (IN)" userId="S::bhavya.sehra@pwandaffiliates.com::60074ef5-9f07-4a5e-a46f-cf502c92cb9a" providerId="AD" clId="Web-{91230B1B-4822-309F-D1EE-1EE58D27CCC8}" dt="2026-03-05T12:19:08.644" v="22" actId="20577"/>
          <ac:spMkLst>
            <pc:docMk/>
            <pc:sldMk cId="534617820" sldId="2147483647"/>
            <ac:spMk id="32" creationId="{4C45394E-87C8-AA99-87F6-2E5C83EDCC18}"/>
          </ac:spMkLst>
        </pc:spChg>
      </pc:sldChg>
    </pc:docChg>
  </pc:docChgLst>
  <pc:docChgLst>
    <pc:chgData name="Bhavya Sehra (IN)" userId="S::bhavya.sehra@pwandaffiliates.com::60074ef5-9f07-4a5e-a46f-cf502c92cb9a" providerId="AD" clId="Web-{96B0EBEC-4010-2984-7676-85D592C3EBBC}"/>
    <pc:docChg chg="modSld">
      <pc:chgData name="Bhavya Sehra (IN)" userId="S::bhavya.sehra@pwandaffiliates.com::60074ef5-9f07-4a5e-a46f-cf502c92cb9a" providerId="AD" clId="Web-{96B0EBEC-4010-2984-7676-85D592C3EBBC}" dt="2026-02-25T14:56:12.829" v="4" actId="20577"/>
      <pc:docMkLst>
        <pc:docMk/>
      </pc:docMkLst>
      <pc:sldChg chg="modSp">
        <pc:chgData name="Bhavya Sehra (IN)" userId="S::bhavya.sehra@pwandaffiliates.com::60074ef5-9f07-4a5e-a46f-cf502c92cb9a" providerId="AD" clId="Web-{96B0EBEC-4010-2984-7676-85D592C3EBBC}" dt="2026-02-25T14:56:12.829" v="4" actId="20577"/>
        <pc:sldMkLst>
          <pc:docMk/>
          <pc:sldMk cId="1141415829" sldId="277"/>
        </pc:sldMkLst>
        <pc:graphicFrameChg chg="modGraphic">
          <ac:chgData name="Bhavya Sehra (IN)" userId="S::bhavya.sehra@pwandaffiliates.com::60074ef5-9f07-4a5e-a46f-cf502c92cb9a" providerId="AD" clId="Web-{96B0EBEC-4010-2984-7676-85D592C3EBBC}" dt="2026-02-25T14:56:12.829" v="4" actId="20577"/>
          <ac:graphicFrameMkLst>
            <pc:docMk/>
            <pc:sldMk cId="1141415829" sldId="277"/>
            <ac:graphicFrameMk id="2" creationId="{37D60A88-7725-4B94-1009-754C72FAE62A}"/>
          </ac:graphicFrameMkLst>
        </pc:graphicFrameChg>
      </pc:sldChg>
    </pc:docChg>
  </pc:docChgLst>
  <pc:docChgLst>
    <pc:chgData name="Yoshita Sharma (IN)" userId="6d8006f1-f2cf-469b-ae87-e1d4c7b2742b" providerId="ADAL" clId="{A7F0E7C0-C0BE-4C67-80F4-73ABE05F3BDC}"/>
    <pc:docChg chg="undo redo custSel modSld">
      <pc:chgData name="Yoshita Sharma (IN)" userId="6d8006f1-f2cf-469b-ae87-e1d4c7b2742b" providerId="ADAL" clId="{A7F0E7C0-C0BE-4C67-80F4-73ABE05F3BDC}" dt="2026-02-27T11:18:04.329" v="849" actId="20577"/>
      <pc:docMkLst>
        <pc:docMk/>
      </pc:docMkLst>
      <pc:sldChg chg="modSp mod">
        <pc:chgData name="Yoshita Sharma (IN)" userId="6d8006f1-f2cf-469b-ae87-e1d4c7b2742b" providerId="ADAL" clId="{A7F0E7C0-C0BE-4C67-80F4-73ABE05F3BDC}" dt="2026-02-26T13:56:55.004" v="796" actId="1038"/>
        <pc:sldMkLst>
          <pc:docMk/>
          <pc:sldMk cId="2539700045" sldId="267"/>
        </pc:sldMkLst>
        <pc:spChg chg="mod">
          <ac:chgData name="Yoshita Sharma (IN)" userId="6d8006f1-f2cf-469b-ae87-e1d4c7b2742b" providerId="ADAL" clId="{A7F0E7C0-C0BE-4C67-80F4-73ABE05F3BDC}" dt="2026-02-26T13:56:55.004" v="796" actId="1038"/>
          <ac:spMkLst>
            <pc:docMk/>
            <pc:sldMk cId="2539700045" sldId="267"/>
            <ac:spMk id="7" creationId="{BB428059-0E47-672A-C7B7-05609D6A7213}"/>
          </ac:spMkLst>
        </pc:spChg>
        <pc:spChg chg="mod">
          <ac:chgData name="Yoshita Sharma (IN)" userId="6d8006f1-f2cf-469b-ae87-e1d4c7b2742b" providerId="ADAL" clId="{A7F0E7C0-C0BE-4C67-80F4-73ABE05F3BDC}" dt="2026-02-26T13:49:13.513" v="791" actId="1037"/>
          <ac:spMkLst>
            <pc:docMk/>
            <pc:sldMk cId="2539700045" sldId="267"/>
            <ac:spMk id="8" creationId="{DE28B16E-3C88-5E88-253F-57B4C9DEBCAB}"/>
          </ac:spMkLst>
        </pc:spChg>
        <pc:spChg chg="mod">
          <ac:chgData name="Yoshita Sharma (IN)" userId="6d8006f1-f2cf-469b-ae87-e1d4c7b2742b" providerId="ADAL" clId="{A7F0E7C0-C0BE-4C67-80F4-73ABE05F3BDC}" dt="2026-02-26T13:47:33.987" v="782" actId="1037"/>
          <ac:spMkLst>
            <pc:docMk/>
            <pc:sldMk cId="2539700045" sldId="267"/>
            <ac:spMk id="9" creationId="{F45EC99D-2BAB-4A26-85C7-998C1FCAA500}"/>
          </ac:spMkLst>
        </pc:spChg>
        <pc:spChg chg="mod">
          <ac:chgData name="Yoshita Sharma (IN)" userId="6d8006f1-f2cf-469b-ae87-e1d4c7b2742b" providerId="ADAL" clId="{A7F0E7C0-C0BE-4C67-80F4-73ABE05F3BDC}" dt="2026-02-26T13:56:55.004" v="796" actId="1038"/>
          <ac:spMkLst>
            <pc:docMk/>
            <pc:sldMk cId="2539700045" sldId="267"/>
            <ac:spMk id="13" creationId="{5B0E1668-B5AF-EBDB-2C4E-FD85944D1538}"/>
          </ac:spMkLst>
        </pc:spChg>
        <pc:spChg chg="mod">
          <ac:chgData name="Yoshita Sharma (IN)" userId="6d8006f1-f2cf-469b-ae87-e1d4c7b2742b" providerId="ADAL" clId="{A7F0E7C0-C0BE-4C67-80F4-73ABE05F3BDC}" dt="2026-02-26T13:49:13.513" v="791" actId="1037"/>
          <ac:spMkLst>
            <pc:docMk/>
            <pc:sldMk cId="2539700045" sldId="267"/>
            <ac:spMk id="14" creationId="{C1EC95EE-15BD-5247-8341-44A53884CE8B}"/>
          </ac:spMkLst>
        </pc:spChg>
        <pc:spChg chg="mod">
          <ac:chgData name="Yoshita Sharma (IN)" userId="6d8006f1-f2cf-469b-ae87-e1d4c7b2742b" providerId="ADAL" clId="{A7F0E7C0-C0BE-4C67-80F4-73ABE05F3BDC}" dt="2026-02-26T13:47:33.987" v="782" actId="1037"/>
          <ac:spMkLst>
            <pc:docMk/>
            <pc:sldMk cId="2539700045" sldId="267"/>
            <ac:spMk id="17" creationId="{8361359A-3A34-498D-C6C5-ED87692B25A4}"/>
          </ac:spMkLst>
        </pc:spChg>
      </pc:sldChg>
      <pc:sldChg chg="modSp mod">
        <pc:chgData name="Yoshita Sharma (IN)" userId="6d8006f1-f2cf-469b-ae87-e1d4c7b2742b" providerId="ADAL" clId="{A7F0E7C0-C0BE-4C67-80F4-73ABE05F3BDC}" dt="2026-02-26T13:54:53.956" v="792" actId="20577"/>
        <pc:sldMkLst>
          <pc:docMk/>
          <pc:sldMk cId="2815858573" sldId="270"/>
        </pc:sldMkLst>
        <pc:spChg chg="mod">
          <ac:chgData name="Yoshita Sharma (IN)" userId="6d8006f1-f2cf-469b-ae87-e1d4c7b2742b" providerId="ADAL" clId="{A7F0E7C0-C0BE-4C67-80F4-73ABE05F3BDC}" dt="2026-02-26T13:54:53.956" v="792" actId="20577"/>
          <ac:spMkLst>
            <pc:docMk/>
            <pc:sldMk cId="2815858573" sldId="270"/>
            <ac:spMk id="22" creationId="{20DB07D0-5C6A-D3F1-02A3-FA880C0DF646}"/>
          </ac:spMkLst>
        </pc:spChg>
      </pc:sldChg>
      <pc:sldChg chg="modSp mod">
        <pc:chgData name="Yoshita Sharma (IN)" userId="6d8006f1-f2cf-469b-ae87-e1d4c7b2742b" providerId="ADAL" clId="{A7F0E7C0-C0BE-4C67-80F4-73ABE05F3BDC}" dt="2026-02-27T11:18:04.329" v="849" actId="20577"/>
        <pc:sldMkLst>
          <pc:docMk/>
          <pc:sldMk cId="3904980215" sldId="292"/>
        </pc:sldMkLst>
        <pc:spChg chg="mod">
          <ac:chgData name="Yoshita Sharma (IN)" userId="6d8006f1-f2cf-469b-ae87-e1d4c7b2742b" providerId="ADAL" clId="{A7F0E7C0-C0BE-4C67-80F4-73ABE05F3BDC}" dt="2026-02-27T11:18:04.329" v="849" actId="20577"/>
          <ac:spMkLst>
            <pc:docMk/>
            <pc:sldMk cId="3904980215" sldId="292"/>
            <ac:spMk id="9" creationId="{38F9918A-5489-EF35-A579-817F46AC6D71}"/>
          </ac:spMkLst>
        </pc:spChg>
      </pc:sldChg>
      <pc:sldChg chg="modSp mod">
        <pc:chgData name="Yoshita Sharma (IN)" userId="6d8006f1-f2cf-469b-ae87-e1d4c7b2742b" providerId="ADAL" clId="{A7F0E7C0-C0BE-4C67-80F4-73ABE05F3BDC}" dt="2026-02-27T08:38:28.052" v="797" actId="113"/>
        <pc:sldMkLst>
          <pc:docMk/>
          <pc:sldMk cId="666280814" sldId="302"/>
        </pc:sldMkLst>
        <pc:spChg chg="mod">
          <ac:chgData name="Yoshita Sharma (IN)" userId="6d8006f1-f2cf-469b-ae87-e1d4c7b2742b" providerId="ADAL" clId="{A7F0E7C0-C0BE-4C67-80F4-73ABE05F3BDC}" dt="2026-02-27T08:38:28.052" v="797" actId="113"/>
          <ac:spMkLst>
            <pc:docMk/>
            <pc:sldMk cId="666280814" sldId="302"/>
            <ac:spMk id="2" creationId="{02AE6E69-4297-3707-B240-9AF0F9C66D06}"/>
          </ac:spMkLst>
        </pc:spChg>
      </pc:sldChg>
    </pc:docChg>
  </pc:docChgLst>
  <pc:docChgLst>
    <pc:chgData name="Bhavya Sehra (IN)" userId="60074ef5-9f07-4a5e-a46f-cf502c92cb9a" providerId="ADAL" clId="{CA33F698-A537-441F-A0E1-BF62BDE590F8}"/>
    <pc:docChg chg="undo custSel addSld delSld modSld sldOrd">
      <pc:chgData name="Bhavya Sehra (IN)" userId="60074ef5-9f07-4a5e-a46f-cf502c92cb9a" providerId="ADAL" clId="{CA33F698-A537-441F-A0E1-BF62BDE590F8}" dt="2026-02-27T11:45:15.208" v="413" actId="5793"/>
      <pc:docMkLst>
        <pc:docMk/>
      </pc:docMkLst>
      <pc:sldChg chg="add del">
        <pc:chgData name="Bhavya Sehra (IN)" userId="60074ef5-9f07-4a5e-a46f-cf502c92cb9a" providerId="ADAL" clId="{CA33F698-A537-441F-A0E1-BF62BDE590F8}" dt="2026-02-26T15:14:07.631" v="114" actId="47"/>
        <pc:sldMkLst>
          <pc:docMk/>
          <pc:sldMk cId="564803451" sldId="262"/>
        </pc:sldMkLst>
      </pc:sldChg>
      <pc:sldChg chg="modTransition">
        <pc:chgData name="Bhavya Sehra (IN)" userId="60074ef5-9f07-4a5e-a46f-cf502c92cb9a" providerId="ADAL" clId="{CA33F698-A537-441F-A0E1-BF62BDE590F8}" dt="2026-02-26T16:29:52.712" v="363"/>
        <pc:sldMkLst>
          <pc:docMk/>
          <pc:sldMk cId="2815858573" sldId="270"/>
        </pc:sldMkLst>
      </pc:sldChg>
      <pc:sldChg chg="delSp modSp mod">
        <pc:chgData name="Bhavya Sehra (IN)" userId="60074ef5-9f07-4a5e-a46f-cf502c92cb9a" providerId="ADAL" clId="{CA33F698-A537-441F-A0E1-BF62BDE590F8}" dt="2026-02-26T15:00:28.562" v="101" actId="1036"/>
        <pc:sldMkLst>
          <pc:docMk/>
          <pc:sldMk cId="3398845763" sldId="275"/>
        </pc:sldMkLst>
        <pc:spChg chg="mod">
          <ac:chgData name="Bhavya Sehra (IN)" userId="60074ef5-9f07-4a5e-a46f-cf502c92cb9a" providerId="ADAL" clId="{CA33F698-A537-441F-A0E1-BF62BDE590F8}" dt="2026-02-26T15:00:28.562" v="101" actId="1036"/>
          <ac:spMkLst>
            <pc:docMk/>
            <pc:sldMk cId="3398845763" sldId="275"/>
            <ac:spMk id="38" creationId="{ABDF2CDB-5795-F8AA-8FCC-2BEFA3D1117D}"/>
          </ac:spMkLst>
        </pc:spChg>
        <pc:spChg chg="mod">
          <ac:chgData name="Bhavya Sehra (IN)" userId="60074ef5-9f07-4a5e-a46f-cf502c92cb9a" providerId="ADAL" clId="{CA33F698-A537-441F-A0E1-BF62BDE590F8}" dt="2026-02-26T15:00:28.562" v="101" actId="1036"/>
          <ac:spMkLst>
            <pc:docMk/>
            <pc:sldMk cId="3398845763" sldId="275"/>
            <ac:spMk id="39" creationId="{60A45A4E-0BBF-B62C-A393-C99F312E0A57}"/>
          </ac:spMkLst>
        </pc:spChg>
        <pc:spChg chg="mod">
          <ac:chgData name="Bhavya Sehra (IN)" userId="60074ef5-9f07-4a5e-a46f-cf502c92cb9a" providerId="ADAL" clId="{CA33F698-A537-441F-A0E1-BF62BDE590F8}" dt="2026-02-26T15:00:28.562" v="101" actId="1036"/>
          <ac:spMkLst>
            <pc:docMk/>
            <pc:sldMk cId="3398845763" sldId="275"/>
            <ac:spMk id="42" creationId="{0EB0049B-EAFE-D1E2-D122-FC090DE8BBE5}"/>
          </ac:spMkLst>
        </pc:spChg>
        <pc:spChg chg="mod">
          <ac:chgData name="Bhavya Sehra (IN)" userId="60074ef5-9f07-4a5e-a46f-cf502c92cb9a" providerId="ADAL" clId="{CA33F698-A537-441F-A0E1-BF62BDE590F8}" dt="2026-02-26T15:00:28.562" v="101" actId="1036"/>
          <ac:spMkLst>
            <pc:docMk/>
            <pc:sldMk cId="3398845763" sldId="275"/>
            <ac:spMk id="43" creationId="{5BC59DF3-BBED-D474-BB4B-10B9B887DC52}"/>
          </ac:spMkLst>
        </pc:spChg>
        <pc:spChg chg="mod">
          <ac:chgData name="Bhavya Sehra (IN)" userId="60074ef5-9f07-4a5e-a46f-cf502c92cb9a" providerId="ADAL" clId="{CA33F698-A537-441F-A0E1-BF62BDE590F8}" dt="2026-02-26T15:00:28.562" v="101" actId="1036"/>
          <ac:spMkLst>
            <pc:docMk/>
            <pc:sldMk cId="3398845763" sldId="275"/>
            <ac:spMk id="44" creationId="{A7A1F903-E033-78AE-6A24-0CD5D5D65655}"/>
          </ac:spMkLst>
        </pc:spChg>
        <pc:spChg chg="mod">
          <ac:chgData name="Bhavya Sehra (IN)" userId="60074ef5-9f07-4a5e-a46f-cf502c92cb9a" providerId="ADAL" clId="{CA33F698-A537-441F-A0E1-BF62BDE590F8}" dt="2026-02-26T15:00:28.562" v="101" actId="1036"/>
          <ac:spMkLst>
            <pc:docMk/>
            <pc:sldMk cId="3398845763" sldId="275"/>
            <ac:spMk id="45" creationId="{C7D6F133-D82C-F9F2-8F19-A76AD8B9AEF0}"/>
          </ac:spMkLst>
        </pc:spChg>
        <pc:spChg chg="mod">
          <ac:chgData name="Bhavya Sehra (IN)" userId="60074ef5-9f07-4a5e-a46f-cf502c92cb9a" providerId="ADAL" clId="{CA33F698-A537-441F-A0E1-BF62BDE590F8}" dt="2026-02-26T15:00:28.562" v="101" actId="1036"/>
          <ac:spMkLst>
            <pc:docMk/>
            <pc:sldMk cId="3398845763" sldId="275"/>
            <ac:spMk id="53" creationId="{1D3BC4E1-7477-F4DB-7D36-A28219CE3D68}"/>
          </ac:spMkLst>
        </pc:spChg>
        <pc:spChg chg="mod">
          <ac:chgData name="Bhavya Sehra (IN)" userId="60074ef5-9f07-4a5e-a46f-cf502c92cb9a" providerId="ADAL" clId="{CA33F698-A537-441F-A0E1-BF62BDE590F8}" dt="2026-02-26T15:00:28.562" v="101" actId="1036"/>
          <ac:spMkLst>
            <pc:docMk/>
            <pc:sldMk cId="3398845763" sldId="275"/>
            <ac:spMk id="54" creationId="{853B3C76-B30C-2A20-94EA-4D5CBFB99978}"/>
          </ac:spMkLst>
        </pc:spChg>
        <pc:spChg chg="mod">
          <ac:chgData name="Bhavya Sehra (IN)" userId="60074ef5-9f07-4a5e-a46f-cf502c92cb9a" providerId="ADAL" clId="{CA33F698-A537-441F-A0E1-BF62BDE590F8}" dt="2026-02-26T15:00:28.562" v="101" actId="1036"/>
          <ac:spMkLst>
            <pc:docMk/>
            <pc:sldMk cId="3398845763" sldId="275"/>
            <ac:spMk id="55" creationId="{2A206AC0-4156-E1E1-874B-DD3D4970EBC8}"/>
          </ac:spMkLst>
        </pc:spChg>
        <pc:spChg chg="mod">
          <ac:chgData name="Bhavya Sehra (IN)" userId="60074ef5-9f07-4a5e-a46f-cf502c92cb9a" providerId="ADAL" clId="{CA33F698-A537-441F-A0E1-BF62BDE590F8}" dt="2026-02-26T15:00:28.562" v="101" actId="1036"/>
          <ac:spMkLst>
            <pc:docMk/>
            <pc:sldMk cId="3398845763" sldId="275"/>
            <ac:spMk id="58" creationId="{37416734-74E4-13C9-D4D3-3FB0AB66255E}"/>
          </ac:spMkLst>
        </pc:spChg>
      </pc:sldChg>
      <pc:sldChg chg="ord">
        <pc:chgData name="Bhavya Sehra (IN)" userId="60074ef5-9f07-4a5e-a46f-cf502c92cb9a" providerId="ADAL" clId="{CA33F698-A537-441F-A0E1-BF62BDE590F8}" dt="2026-02-26T08:12:29.511" v="44"/>
        <pc:sldMkLst>
          <pc:docMk/>
          <pc:sldMk cId="1164149600" sldId="282"/>
        </pc:sldMkLst>
      </pc:sldChg>
      <pc:sldChg chg="delSp modSp add del mod">
        <pc:chgData name="Bhavya Sehra (IN)" userId="60074ef5-9f07-4a5e-a46f-cf502c92cb9a" providerId="ADAL" clId="{CA33F698-A537-441F-A0E1-BF62BDE590F8}" dt="2026-02-27T11:22:39.094" v="397" actId="113"/>
        <pc:sldMkLst>
          <pc:docMk/>
          <pc:sldMk cId="3904980215" sldId="292"/>
        </pc:sldMkLst>
        <pc:spChg chg="mod">
          <ac:chgData name="Bhavya Sehra (IN)" userId="60074ef5-9f07-4a5e-a46f-cf502c92cb9a" providerId="ADAL" clId="{CA33F698-A537-441F-A0E1-BF62BDE590F8}" dt="2026-02-27T11:22:39.094" v="397" actId="113"/>
          <ac:spMkLst>
            <pc:docMk/>
            <pc:sldMk cId="3904980215" sldId="292"/>
            <ac:spMk id="9" creationId="{38F9918A-5489-EF35-A579-817F46AC6D71}"/>
          </ac:spMkLst>
        </pc:spChg>
        <pc:spChg chg="mod">
          <ac:chgData name="Bhavya Sehra (IN)" userId="60074ef5-9f07-4a5e-a46f-cf502c92cb9a" providerId="ADAL" clId="{CA33F698-A537-441F-A0E1-BF62BDE590F8}" dt="2026-02-26T07:36:51.300" v="32" actId="1076"/>
          <ac:spMkLst>
            <pc:docMk/>
            <pc:sldMk cId="3904980215" sldId="292"/>
            <ac:spMk id="18" creationId="{61778365-A91C-533B-21B8-9E53AFED98F5}"/>
          </ac:spMkLst>
        </pc:spChg>
      </pc:sldChg>
      <pc:sldChg chg="delSp modSp mod">
        <pc:chgData name="Bhavya Sehra (IN)" userId="60074ef5-9f07-4a5e-a46f-cf502c92cb9a" providerId="ADAL" clId="{CA33F698-A537-441F-A0E1-BF62BDE590F8}" dt="2026-02-26T13:25:26.976" v="85" actId="20577"/>
        <pc:sldMkLst>
          <pc:docMk/>
          <pc:sldMk cId="2557878021" sldId="294"/>
        </pc:sldMkLst>
        <pc:spChg chg="mod">
          <ac:chgData name="Bhavya Sehra (IN)" userId="60074ef5-9f07-4a5e-a46f-cf502c92cb9a" providerId="ADAL" clId="{CA33F698-A537-441F-A0E1-BF62BDE590F8}" dt="2026-02-26T13:25:26.976" v="85" actId="20577"/>
          <ac:spMkLst>
            <pc:docMk/>
            <pc:sldMk cId="2557878021" sldId="294"/>
            <ac:spMk id="7" creationId="{27632DCF-0DED-A001-1822-15945D2C05CF}"/>
          </ac:spMkLst>
        </pc:spChg>
        <pc:spChg chg="mod">
          <ac:chgData name="Bhavya Sehra (IN)" userId="60074ef5-9f07-4a5e-a46f-cf502c92cb9a" providerId="ADAL" clId="{CA33F698-A537-441F-A0E1-BF62BDE590F8}" dt="2026-02-26T07:38:06.642" v="36" actId="1076"/>
          <ac:spMkLst>
            <pc:docMk/>
            <pc:sldMk cId="2557878021" sldId="294"/>
            <ac:spMk id="30" creationId="{DF667812-4A5C-D795-9097-870811C2DFD6}"/>
          </ac:spMkLst>
        </pc:spChg>
        <pc:grpChg chg="mod">
          <ac:chgData name="Bhavya Sehra (IN)" userId="60074ef5-9f07-4a5e-a46f-cf502c92cb9a" providerId="ADAL" clId="{CA33F698-A537-441F-A0E1-BF62BDE590F8}" dt="2026-02-26T07:38:02.156" v="35" actId="1076"/>
          <ac:grpSpMkLst>
            <pc:docMk/>
            <pc:sldMk cId="2557878021" sldId="294"/>
            <ac:grpSpMk id="2" creationId="{547A4F20-AE9E-C007-7ECA-3F852A20639A}"/>
          </ac:grpSpMkLst>
        </pc:grpChg>
      </pc:sldChg>
      <pc:sldChg chg="modSp mod">
        <pc:chgData name="Bhavya Sehra (IN)" userId="60074ef5-9f07-4a5e-a46f-cf502c92cb9a" providerId="ADAL" clId="{CA33F698-A537-441F-A0E1-BF62BDE590F8}" dt="2026-02-26T16:23:20.914" v="351" actId="20577"/>
        <pc:sldMkLst>
          <pc:docMk/>
          <pc:sldMk cId="3999536062" sldId="295"/>
        </pc:sldMkLst>
        <pc:spChg chg="mod">
          <ac:chgData name="Bhavya Sehra (IN)" userId="60074ef5-9f07-4a5e-a46f-cf502c92cb9a" providerId="ADAL" clId="{CA33F698-A537-441F-A0E1-BF62BDE590F8}" dt="2026-02-26T16:22:50.790" v="336" actId="20577"/>
          <ac:spMkLst>
            <pc:docMk/>
            <pc:sldMk cId="3999536062" sldId="295"/>
            <ac:spMk id="19" creationId="{1317BC42-E806-9527-8982-C4287A972E48}"/>
          </ac:spMkLst>
        </pc:spChg>
        <pc:spChg chg="mod">
          <ac:chgData name="Bhavya Sehra (IN)" userId="60074ef5-9f07-4a5e-a46f-cf502c92cb9a" providerId="ADAL" clId="{CA33F698-A537-441F-A0E1-BF62BDE590F8}" dt="2026-02-26T16:23:20.914" v="351" actId="20577"/>
          <ac:spMkLst>
            <pc:docMk/>
            <pc:sldMk cId="3999536062" sldId="295"/>
            <ac:spMk id="20" creationId="{DF289516-E37F-D69C-2E27-007FAE7AA2DA}"/>
          </ac:spMkLst>
        </pc:spChg>
        <pc:spChg chg="mod">
          <ac:chgData name="Bhavya Sehra (IN)" userId="60074ef5-9f07-4a5e-a46f-cf502c92cb9a" providerId="ADAL" clId="{CA33F698-A537-441F-A0E1-BF62BDE590F8}" dt="2026-02-26T16:23:07.845" v="337" actId="20577"/>
          <ac:spMkLst>
            <pc:docMk/>
            <pc:sldMk cId="3999536062" sldId="295"/>
            <ac:spMk id="24" creationId="{1305714C-0E18-0B46-FEE9-FA2791A4ED96}"/>
          </ac:spMkLst>
        </pc:spChg>
      </pc:sldChg>
      <pc:sldChg chg="delSp modSp mod">
        <pc:chgData name="Bhavya Sehra (IN)" userId="60074ef5-9f07-4a5e-a46f-cf502c92cb9a" providerId="ADAL" clId="{CA33F698-A537-441F-A0E1-BF62BDE590F8}" dt="2026-02-26T16:22:18.500" v="321" actId="20577"/>
        <pc:sldMkLst>
          <pc:docMk/>
          <pc:sldMk cId="1964150747" sldId="336"/>
        </pc:sldMkLst>
        <pc:spChg chg="mod">
          <ac:chgData name="Bhavya Sehra (IN)" userId="60074ef5-9f07-4a5e-a46f-cf502c92cb9a" providerId="ADAL" clId="{CA33F698-A537-441F-A0E1-BF62BDE590F8}" dt="2026-02-26T16:18:26.861" v="133" actId="20577"/>
          <ac:spMkLst>
            <pc:docMk/>
            <pc:sldMk cId="1964150747" sldId="336"/>
            <ac:spMk id="5" creationId="{75ED32B5-18AB-6EF1-6739-DE4DE4BCE0B7}"/>
          </ac:spMkLst>
        </pc:spChg>
        <pc:spChg chg="mod">
          <ac:chgData name="Bhavya Sehra (IN)" userId="60074ef5-9f07-4a5e-a46f-cf502c92cb9a" providerId="ADAL" clId="{CA33F698-A537-441F-A0E1-BF62BDE590F8}" dt="2026-02-26T16:20:32.478" v="226" actId="20577"/>
          <ac:spMkLst>
            <pc:docMk/>
            <pc:sldMk cId="1964150747" sldId="336"/>
            <ac:spMk id="9" creationId="{DC538F9E-E3DF-1FBA-98BA-A86927152172}"/>
          </ac:spMkLst>
        </pc:spChg>
        <pc:spChg chg="mod">
          <ac:chgData name="Bhavya Sehra (IN)" userId="60074ef5-9f07-4a5e-a46f-cf502c92cb9a" providerId="ADAL" clId="{CA33F698-A537-441F-A0E1-BF62BDE590F8}" dt="2026-02-26T16:20:43.383" v="244" actId="20577"/>
          <ac:spMkLst>
            <pc:docMk/>
            <pc:sldMk cId="1964150747" sldId="336"/>
            <ac:spMk id="11" creationId="{73328FCC-BBD2-2F1B-C33B-EDBB9C0FE362}"/>
          </ac:spMkLst>
        </pc:spChg>
        <pc:spChg chg="mod">
          <ac:chgData name="Bhavya Sehra (IN)" userId="60074ef5-9f07-4a5e-a46f-cf502c92cb9a" providerId="ADAL" clId="{CA33F698-A537-441F-A0E1-BF62BDE590F8}" dt="2026-02-26T16:22:18.500" v="321" actId="20577"/>
          <ac:spMkLst>
            <pc:docMk/>
            <pc:sldMk cId="1964150747" sldId="336"/>
            <ac:spMk id="14" creationId="{2A9126CD-05F8-E246-B588-A39989A99594}"/>
          </ac:spMkLst>
        </pc:spChg>
      </pc:sldChg>
      <pc:sldChg chg="modSp mod">
        <pc:chgData name="Bhavya Sehra (IN)" userId="60074ef5-9f07-4a5e-a46f-cf502c92cb9a" providerId="ADAL" clId="{CA33F698-A537-441F-A0E1-BF62BDE590F8}" dt="2026-02-27T11:45:15.208" v="413" actId="5793"/>
        <pc:sldMkLst>
          <pc:docMk/>
          <pc:sldMk cId="501286807" sldId="385"/>
        </pc:sldMkLst>
        <pc:spChg chg="mod">
          <ac:chgData name="Bhavya Sehra (IN)" userId="60074ef5-9f07-4a5e-a46f-cf502c92cb9a" providerId="ADAL" clId="{CA33F698-A537-441F-A0E1-BF62BDE590F8}" dt="2026-02-27T11:42:12.086" v="411" actId="20577"/>
          <ac:spMkLst>
            <pc:docMk/>
            <pc:sldMk cId="501286807" sldId="385"/>
            <ac:spMk id="2" creationId="{20745335-9C7C-5B06-88A4-546E562917B4}"/>
          </ac:spMkLst>
        </pc:spChg>
        <pc:spChg chg="mod">
          <ac:chgData name="Bhavya Sehra (IN)" userId="60074ef5-9f07-4a5e-a46f-cf502c92cb9a" providerId="ADAL" clId="{CA33F698-A537-441F-A0E1-BF62BDE590F8}" dt="2026-02-27T11:45:15.208" v="413" actId="5793"/>
          <ac:spMkLst>
            <pc:docMk/>
            <pc:sldMk cId="501286807" sldId="385"/>
            <ac:spMk id="30" creationId="{A1F8FEDD-CCB1-8CF9-701B-E158595CC25A}"/>
          </ac:spMkLst>
        </pc:spChg>
        <pc:spChg chg="mod">
          <ac:chgData name="Bhavya Sehra (IN)" userId="60074ef5-9f07-4a5e-a46f-cf502c92cb9a" providerId="ADAL" clId="{CA33F698-A537-441F-A0E1-BF62BDE590F8}" dt="2026-02-26T05:29:03.303" v="2" actId="20577"/>
          <ac:spMkLst>
            <pc:docMk/>
            <pc:sldMk cId="501286807" sldId="385"/>
            <ac:spMk id="62" creationId="{D1F35727-0A3A-D6D2-CC92-BA844402F4F1}"/>
          </ac:spMkLst>
        </pc:spChg>
      </pc:sldChg>
      <pc:sldChg chg="modTransition">
        <pc:chgData name="Bhavya Sehra (IN)" userId="60074ef5-9f07-4a5e-a46f-cf502c92cb9a" providerId="ADAL" clId="{CA33F698-A537-441F-A0E1-BF62BDE590F8}" dt="2026-02-26T16:28:24.935" v="355"/>
        <pc:sldMkLst>
          <pc:docMk/>
          <pc:sldMk cId="804852615" sldId="391"/>
        </pc:sldMkLst>
      </pc:sldChg>
      <pc:sldChg chg="modSp mod">
        <pc:chgData name="Bhavya Sehra (IN)" userId="60074ef5-9f07-4a5e-a46f-cf502c92cb9a" providerId="ADAL" clId="{CA33F698-A537-441F-A0E1-BF62BDE590F8}" dt="2026-02-26T16:31:02.703" v="365" actId="20577"/>
        <pc:sldMkLst>
          <pc:docMk/>
          <pc:sldMk cId="55575978" sldId="2147471609"/>
        </pc:sldMkLst>
        <pc:spChg chg="mod">
          <ac:chgData name="Bhavya Sehra (IN)" userId="60074ef5-9f07-4a5e-a46f-cf502c92cb9a" providerId="ADAL" clId="{CA33F698-A537-441F-A0E1-BF62BDE590F8}" dt="2026-02-26T16:31:02.703" v="365" actId="20577"/>
          <ac:spMkLst>
            <pc:docMk/>
            <pc:sldMk cId="55575978" sldId="2147471609"/>
            <ac:spMk id="3" creationId="{DBDA37F8-FB69-F40D-C722-9FB3FE942EFF}"/>
          </ac:spMkLst>
        </pc:spChg>
      </pc:sldChg>
      <pc:sldChg chg="addSp delSp modSp mod">
        <pc:chgData name="Bhavya Sehra (IN)" userId="60074ef5-9f07-4a5e-a46f-cf502c92cb9a" providerId="ADAL" clId="{CA33F698-A537-441F-A0E1-BF62BDE590F8}" dt="2026-02-27T06:02:39.704" v="384" actId="20577"/>
        <pc:sldMkLst>
          <pc:docMk/>
          <pc:sldMk cId="3440182721" sldId="2147471714"/>
        </pc:sldMkLst>
        <pc:spChg chg="mod">
          <ac:chgData name="Bhavya Sehra (IN)" userId="60074ef5-9f07-4a5e-a46f-cf502c92cb9a" providerId="ADAL" clId="{CA33F698-A537-441F-A0E1-BF62BDE590F8}" dt="2026-02-27T06:02:39.704" v="384" actId="20577"/>
          <ac:spMkLst>
            <pc:docMk/>
            <pc:sldMk cId="3440182721" sldId="2147471714"/>
            <ac:spMk id="8" creationId="{831B1F92-B845-00A2-1E37-58CE78DCFF2F}"/>
          </ac:spMkLst>
        </pc:spChg>
        <pc:cxnChg chg="add mod">
          <ac:chgData name="Bhavya Sehra (IN)" userId="60074ef5-9f07-4a5e-a46f-cf502c92cb9a" providerId="ADAL" clId="{CA33F698-A537-441F-A0E1-BF62BDE590F8}" dt="2026-02-26T07:40:17.450" v="40" actId="693"/>
          <ac:cxnSpMkLst>
            <pc:docMk/>
            <pc:sldMk cId="3440182721" sldId="2147471714"/>
            <ac:cxnSpMk id="6" creationId="{DB04C1EA-BC65-BA71-447E-05A3902C6D38}"/>
          </ac:cxnSpMkLst>
        </pc:cxnChg>
      </pc:sldChg>
    </pc:docChg>
  </pc:docChgLst>
  <pc:docChgLst>
    <pc:chgData name="Yoshita Sharma (IN)" userId="S::yoshita.sharma@pwc.com::6d8006f1-f2cf-469b-ae87-e1d4c7b2742b" providerId="AD" clId="Web-{6F87F0E7-4A2C-FBB0-9424-56C8DEBD51B9}"/>
    <pc:docChg chg="modSld">
      <pc:chgData name="Yoshita Sharma (IN)" userId="S::yoshita.sharma@pwc.com::6d8006f1-f2cf-469b-ae87-e1d4c7b2742b" providerId="AD" clId="Web-{6F87F0E7-4A2C-FBB0-9424-56C8DEBD51B9}" dt="2026-02-24T05:14:01.273" v="0" actId="20577"/>
      <pc:docMkLst>
        <pc:docMk/>
      </pc:docMkLst>
      <pc:sldChg chg="modSp">
        <pc:chgData name="Yoshita Sharma (IN)" userId="S::yoshita.sharma@pwc.com::6d8006f1-f2cf-469b-ae87-e1d4c7b2742b" providerId="AD" clId="Web-{6F87F0E7-4A2C-FBB0-9424-56C8DEBD51B9}" dt="2026-02-24T05:14:01.273" v="0" actId="20577"/>
        <pc:sldMkLst>
          <pc:docMk/>
          <pc:sldMk cId="4193598218" sldId="293"/>
        </pc:sldMkLst>
        <pc:spChg chg="mod">
          <ac:chgData name="Yoshita Sharma (IN)" userId="S::yoshita.sharma@pwc.com::6d8006f1-f2cf-469b-ae87-e1d4c7b2742b" providerId="AD" clId="Web-{6F87F0E7-4A2C-FBB0-9424-56C8DEBD51B9}" dt="2026-02-24T05:14:01.273" v="0" actId="20577"/>
          <ac:spMkLst>
            <pc:docMk/>
            <pc:sldMk cId="4193598218" sldId="293"/>
            <ac:spMk id="5" creationId="{40AFA01B-BD8F-CF0A-0B8E-CAC3C1F8F73D}"/>
          </ac:spMkLst>
        </pc:spChg>
      </pc:sldChg>
    </pc:docChg>
  </pc:docChgLst>
  <pc:docChgLst>
    <pc:chgData name="Bhavya Sehra (IN)" userId="S::bhavya.sehra@pwandaffiliates.com::60074ef5-9f07-4a5e-a46f-cf502c92cb9a" providerId="AD" clId="Web-{B776641D-1154-ABB0-AD1E-AE0662D4E4D1}"/>
    <pc:docChg chg="modSld">
      <pc:chgData name="Bhavya Sehra (IN)" userId="S::bhavya.sehra@pwandaffiliates.com::60074ef5-9f07-4a5e-a46f-cf502c92cb9a" providerId="AD" clId="Web-{B776641D-1154-ABB0-AD1E-AE0662D4E4D1}" dt="2026-02-27T11:21:47.882" v="20" actId="20577"/>
      <pc:docMkLst>
        <pc:docMk/>
      </pc:docMkLst>
      <pc:sldChg chg="modSp">
        <pc:chgData name="Bhavya Sehra (IN)" userId="S::bhavya.sehra@pwandaffiliates.com::60074ef5-9f07-4a5e-a46f-cf502c92cb9a" providerId="AD" clId="Web-{B776641D-1154-ABB0-AD1E-AE0662D4E4D1}" dt="2026-02-27T11:21:47.882" v="20" actId="20577"/>
        <pc:sldMkLst>
          <pc:docMk/>
          <pc:sldMk cId="3904980215" sldId="292"/>
        </pc:sldMkLst>
        <pc:spChg chg="mod">
          <ac:chgData name="Bhavya Sehra (IN)" userId="S::bhavya.sehra@pwandaffiliates.com::60074ef5-9f07-4a5e-a46f-cf502c92cb9a" providerId="AD" clId="Web-{B776641D-1154-ABB0-AD1E-AE0662D4E4D1}" dt="2026-02-27T11:21:47.882" v="20" actId="20577"/>
          <ac:spMkLst>
            <pc:docMk/>
            <pc:sldMk cId="3904980215" sldId="292"/>
            <ac:spMk id="9" creationId="{38F9918A-5489-EF35-A579-817F46AC6D71}"/>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5">
  <dgm:title val=""/>
  <dgm:desc val=""/>
  <dgm:catLst>
    <dgm:cat type="accent1" pri="11500"/>
  </dgm:catLst>
  <dgm:styleLbl name="node0">
    <dgm:fillClrLst meth="cycle">
      <a:schemeClr val="accent1">
        <a:alpha val="80000"/>
      </a:schemeClr>
    </dgm:fillClrLst>
    <dgm:linClrLst meth="repeat">
      <a:schemeClr val="lt1"/>
    </dgm:linClrLst>
    <dgm:effectClrLst/>
    <dgm:txLinClrLst/>
    <dgm:txFillClrLst/>
    <dgm:txEffectClrLst/>
  </dgm:styleLbl>
  <dgm:styleLbl name="node1">
    <dgm:fillClrLst>
      <a:schemeClr val="accent1">
        <a:alpha val="90000"/>
      </a:schemeClr>
      <a:schemeClr val="accent1">
        <a:alpha val="50000"/>
      </a:schemeClr>
    </dgm:fillClrLst>
    <dgm:linClrLst meth="repeat">
      <a:schemeClr val="lt1"/>
    </dgm:linClrLst>
    <dgm:effectClrLst/>
    <dgm:txLinClrLst/>
    <dgm:txFillClrLst/>
    <dgm:txEffectClrLst/>
  </dgm:styleLbl>
  <dgm:styleLbl name="alignNode1">
    <dgm:fillClrLst>
      <a:schemeClr val="accent1">
        <a:alpha val="90000"/>
      </a:schemeClr>
      <a:schemeClr val="accent1">
        <a:alpha val="50000"/>
      </a:schemeClr>
    </dgm:fillClrLst>
    <dgm:linClrLst>
      <a:schemeClr val="accent1">
        <a:alpha val="90000"/>
      </a:schemeClr>
      <a:schemeClr val="accent1">
        <a:alpha val="50000"/>
      </a:schemeClr>
    </dgm:linClrLst>
    <dgm:effectClrLst/>
    <dgm:txLinClrLst/>
    <dgm:txFillClrLst/>
    <dgm:txEffectClrLst/>
  </dgm:styleLbl>
  <dgm:styleLbl name="lnNode1">
    <dgm:fillClrLst>
      <a:schemeClr val="accent1">
        <a:shade val="90000"/>
      </a:schemeClr>
      <a:schemeClr val="accent1">
        <a:alpha val="50000"/>
        <a:tint val="5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alpha val="80000"/>
      </a:schemeClr>
    </dgm:fillClrLst>
    <dgm:linClrLst meth="repeat">
      <a:schemeClr val="lt1"/>
    </dgm:linClrLst>
    <dgm:effectClrLst/>
    <dgm:txLinClrLst/>
    <dgm:txFillClrLst/>
    <dgm:txEffectClrLst/>
  </dgm:styleLbl>
  <dgm:styleLbl name="node2">
    <dgm:fillClrLst>
      <a:schemeClr val="accent1">
        <a:alpha val="70000"/>
      </a:schemeClr>
    </dgm:fillClrLst>
    <dgm:linClrLst meth="repeat">
      <a:schemeClr val="lt1"/>
    </dgm:linClrLst>
    <dgm:effectClrLst/>
    <dgm:txLinClrLst/>
    <dgm:txFillClrLst/>
    <dgm:txEffectClrLst/>
  </dgm:styleLbl>
  <dgm:styleLbl name="node3">
    <dgm:fillClrLst>
      <a:schemeClr val="accent1">
        <a:alpha val="50000"/>
      </a:schemeClr>
    </dgm:fillClrLst>
    <dgm:linClrLst meth="repeat">
      <a:schemeClr val="lt1"/>
    </dgm:linClrLst>
    <dgm:effectClrLst/>
    <dgm:txLinClrLst/>
    <dgm:txFillClrLst/>
    <dgm:txEffectClrLst/>
  </dgm:styleLbl>
  <dgm:styleLbl name="node4">
    <dgm:fillClrLst>
      <a:schemeClr val="accent1">
        <a:alpha val="30000"/>
      </a:schemeClr>
    </dgm:fillClrLst>
    <dgm:linClrLst meth="repeat">
      <a:schemeClr val="lt1"/>
    </dgm:linClrLst>
    <dgm:effectClrLst/>
    <dgm:txLinClrLst/>
    <dgm:txFillClrLst/>
    <dgm:txEffectClrLst/>
  </dgm:styleLbl>
  <dgm:styleLbl name="fgImgPlace1">
    <dgm:fillClrLst>
      <a:schemeClr val="accent1">
        <a:tint val="50000"/>
        <a:alpha val="90000"/>
      </a:schemeClr>
      <a:schemeClr val="accent1">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fg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bg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sibTrans1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alpha val="90000"/>
      </a:schemeClr>
    </dgm:fillClrLst>
    <dgm:linClrLst meth="repeat">
      <a:schemeClr val="lt1"/>
    </dgm:linClrLst>
    <dgm:effectClrLst/>
    <dgm:txLinClrLst/>
    <dgm:txFillClrLst/>
    <dgm:txEffectClrLst/>
  </dgm:styleLbl>
  <dgm:styleLbl name="asst1">
    <dgm:fillClrLst meth="repeat">
      <a:schemeClr val="accent1">
        <a:alpha val="90000"/>
      </a:schemeClr>
    </dgm:fillClrLst>
    <dgm:linClrLst meth="repeat">
      <a:schemeClr val="lt1"/>
    </dgm:linClrLst>
    <dgm:effectClrLst/>
    <dgm:txLinClrLst/>
    <dgm:txFillClrLst/>
    <dgm:txEffectClrLst/>
  </dgm:styleLbl>
  <dgm:styleLbl name="asst2">
    <dgm:fillClrLst>
      <a:schemeClr val="accent1">
        <a:alpha val="90000"/>
      </a:schemeClr>
    </dgm:fillClrLst>
    <dgm:linClrLst meth="repeat">
      <a:schemeClr val="lt1"/>
    </dgm:linClrLst>
    <dgm:effectClrLst/>
    <dgm:txLinClrLst/>
    <dgm:txFillClrLst/>
    <dgm:txEffectClrLst/>
  </dgm:styleLbl>
  <dgm:styleLbl name="asst3">
    <dgm:fillClrLst>
      <a:schemeClr val="accent1">
        <a:alpha val="70000"/>
      </a:schemeClr>
    </dgm:fillClrLst>
    <dgm:linClrLst meth="repeat">
      <a:schemeClr val="lt1"/>
    </dgm:linClrLst>
    <dgm:effectClrLst/>
    <dgm:txLinClrLst/>
    <dgm:txFillClrLst/>
    <dgm:txEffectClrLst/>
  </dgm:styleLbl>
  <dgm:styleLbl name="asst4">
    <dgm:fillClrLst>
      <a:schemeClr val="accent1">
        <a:alpha val="50000"/>
      </a:schemeClr>
    </dgm:fillClrLst>
    <dgm:linClrLst meth="repeat">
      <a:schemeClr val="lt1"/>
    </dgm:linClrLst>
    <dgm:effectClrLst/>
    <dgm:txLinClrLst/>
    <dgm:txFillClrLst/>
    <dgm:txEffectClrLst/>
  </dgm:styleLbl>
  <dgm:styleLbl name="parChTrans2D1">
    <dgm:fillClrLst meth="repeat">
      <a:schemeClr val="accent1">
        <a:shade val="80000"/>
      </a:schemeClr>
    </dgm:fillClrLst>
    <dgm:linClrLst meth="repeat">
      <a:schemeClr val="accent1">
        <a:shade val="80000"/>
      </a:schemeClr>
    </dgm:linClrLst>
    <dgm:effectClrLst/>
    <dgm:txLinClrLst/>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dk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0000"/>
      </a:schemeClr>
    </dgm:fillClrLst>
    <dgm:linClrLst meth="repeat">
      <a:schemeClr val="accent1">
        <a:tint val="90000"/>
      </a:schemeClr>
    </dgm:linClrLst>
    <dgm:effectClrLst/>
    <dgm:txLinClrLst/>
    <dgm:txFillClrLst meth="repeat">
      <a:schemeClr val="tx1"/>
    </dgm:txFillClrLst>
    <dgm:txEffectClrLst/>
  </dgm:styleLbl>
  <dgm:styleLbl name="parChTrans1D3">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parChTrans1D4">
    <dgm:fillClrLst meth="repeat">
      <a:schemeClr val="accent1">
        <a:tint val="50000"/>
      </a:schemeClr>
    </dgm:fillClrLst>
    <dgm:linClrLst meth="repeat">
      <a:schemeClr val="accent1">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1">
        <a:alpha val="90000"/>
      </a:schemeClr>
      <a:schemeClr val="accent1">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a:schemeClr val="accent1">
        <a:alpha val="90000"/>
        <a:tint val="40000"/>
      </a:schemeClr>
      <a:schemeClr val="accent1">
        <a:alpha val="5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5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2_3">
  <dgm:title val=""/>
  <dgm:desc val=""/>
  <dgm:catLst>
    <dgm:cat type="accent2" pri="11300"/>
  </dgm:catLst>
  <dgm:styleLbl name="node0">
    <dgm:fillClrLst meth="repeat">
      <a:schemeClr val="accent2">
        <a:shade val="80000"/>
      </a:schemeClr>
    </dgm:fillClrLst>
    <dgm:linClrLst meth="repeat">
      <a:schemeClr val="lt1"/>
    </dgm:linClrLst>
    <dgm:effectClrLst/>
    <dgm:txLinClrLst/>
    <dgm:txFillClrLst/>
    <dgm:txEffectClrLst/>
  </dgm:styleLbl>
  <dgm:styleLbl name="node1">
    <dgm:fillClrLst>
      <a:schemeClr val="accent2">
        <a:shade val="80000"/>
      </a:schemeClr>
      <a:schemeClr val="accent2">
        <a:tint val="70000"/>
      </a:schemeClr>
    </dgm:fillClrLst>
    <dgm:linClrLst meth="repeat">
      <a:schemeClr val="lt1"/>
    </dgm:linClrLst>
    <dgm:effectClrLst/>
    <dgm:txLinClrLst/>
    <dgm:txFillClrLst/>
    <dgm:txEffectClrLst/>
  </dgm:styleLbl>
  <dgm:styleLbl name="alignNode1">
    <dgm:fillClrLst>
      <a:schemeClr val="accent2">
        <a:shade val="80000"/>
      </a:schemeClr>
      <a:schemeClr val="accent2">
        <a:tint val="70000"/>
      </a:schemeClr>
    </dgm:fillClrLst>
    <dgm:linClrLst>
      <a:schemeClr val="accent2">
        <a:shade val="80000"/>
      </a:schemeClr>
      <a:schemeClr val="accent2">
        <a:tint val="70000"/>
      </a:schemeClr>
    </dgm:linClrLst>
    <dgm:effectClrLst/>
    <dgm:txLinClrLst/>
    <dgm:txFillClrLst/>
    <dgm:txEffectClrLst/>
  </dgm:styleLbl>
  <dgm:styleLbl name="lnNode1">
    <dgm:fillClrLst>
      <a:schemeClr val="accent2">
        <a:shade val="80000"/>
      </a:schemeClr>
      <a:schemeClr val="accent2">
        <a:tint val="70000"/>
      </a:schemeClr>
    </dgm:fillClrLst>
    <dgm:linClrLst meth="repeat">
      <a:schemeClr val="lt1"/>
    </dgm:linClrLst>
    <dgm:effectClrLst/>
    <dgm:txLinClrLst/>
    <dgm:txFillClrLst/>
    <dgm:txEffectClrLst/>
  </dgm:styleLbl>
  <dgm:styleLbl name="vennNode1">
    <dgm:fillClrLst>
      <a:schemeClr val="accent2">
        <a:shade val="80000"/>
        <a:alpha val="50000"/>
      </a:schemeClr>
      <a:schemeClr val="accent2">
        <a:tint val="70000"/>
        <a:alpha val="50000"/>
      </a:schemeClr>
    </dgm:fillClrLst>
    <dgm:linClrLst meth="repeat">
      <a:schemeClr val="lt1"/>
    </dgm:linClrLst>
    <dgm:effectClrLst/>
    <dgm:txLinClrLst/>
    <dgm:txFillClrLst/>
    <dgm:txEffectClrLst/>
  </dgm:styleLbl>
  <dgm:styleLbl name="node2">
    <dgm:fillClrLst>
      <a:schemeClr val="accent2">
        <a:tint val="99000"/>
      </a:schemeClr>
    </dgm:fillClrLst>
    <dgm:linClrLst meth="repeat">
      <a:schemeClr val="lt1"/>
    </dgm:linClrLst>
    <dgm:effectClrLst/>
    <dgm:txLinClrLst/>
    <dgm:txFillClrLst/>
    <dgm:txEffectClrLst/>
  </dgm:styleLbl>
  <dgm:styleLbl name="node3">
    <dgm:fillClrLst>
      <a:schemeClr val="accent2">
        <a:tint val="80000"/>
      </a:schemeClr>
    </dgm:fillClrLst>
    <dgm:linClrLst meth="repeat">
      <a:schemeClr val="lt1"/>
    </dgm:linClrLst>
    <dgm:effectClrLst/>
    <dgm:txLinClrLst/>
    <dgm:txFillClrLst/>
    <dgm:txEffectClrLst/>
  </dgm:styleLbl>
  <dgm:styleLbl name="node4">
    <dgm:fillClrLst>
      <a:schemeClr val="accent2">
        <a:tint val="70000"/>
      </a:schemeClr>
    </dgm:fillClrLst>
    <dgm:linClrLst meth="repeat">
      <a:schemeClr val="lt1"/>
    </dgm:linClrLst>
    <dgm:effectClrLst/>
    <dgm:txLinClrLst/>
    <dgm:txFillClrLst/>
    <dgm:txEffectClrLst/>
  </dgm:styleLbl>
  <dgm:styleLbl name="f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dgm:txEffectClrLst/>
  </dgm:styleLbl>
  <dgm:styleLbl name="fg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lt1"/>
    </dgm:txFillClrLst>
    <dgm:txEffectClrLst/>
  </dgm:styleLbl>
  <dgm:styleLbl name="bg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lt1"/>
    </dgm:txFillClrLst>
    <dgm:txEffectClrLst/>
  </dgm:styleLbl>
  <dgm:styleLbl name="sibTrans1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shade val="80000"/>
      </a:schemeClr>
    </dgm:fillClrLst>
    <dgm:linClrLst meth="repeat">
      <a:schemeClr val="lt1"/>
    </dgm:linClrLst>
    <dgm:effectClrLst/>
    <dgm:txLinClrLst/>
    <dgm:txFillClrLst/>
    <dgm:txEffectClrLst/>
  </dgm:styleLbl>
  <dgm:styleLbl name="asst1">
    <dgm:fillClrLst meth="repeat">
      <a:schemeClr val="accent2">
        <a:shade val="80000"/>
      </a:schemeClr>
    </dgm:fillClrLst>
    <dgm:linClrLst meth="repeat">
      <a:schemeClr val="lt1"/>
    </dgm:linClrLst>
    <dgm:effectClrLst/>
    <dgm:txLinClrLst/>
    <dgm:txFillClrLst/>
    <dgm:txEffectClrLst/>
  </dgm:styleLbl>
  <dgm:styleLbl name="asst2">
    <dgm:fillClrLst>
      <a:schemeClr val="accent2">
        <a:tint val="99000"/>
      </a:schemeClr>
    </dgm:fillClrLst>
    <dgm:linClrLst meth="repeat">
      <a:schemeClr val="lt1"/>
    </dgm:linClrLst>
    <dgm:effectClrLst/>
    <dgm:txLinClrLst/>
    <dgm:txFillClrLst/>
    <dgm:txEffectClrLst/>
  </dgm:styleLbl>
  <dgm:styleLbl name="asst3">
    <dgm:fillClrLst>
      <a:schemeClr val="accent2">
        <a:tint val="80000"/>
      </a:schemeClr>
    </dgm:fillClrLst>
    <dgm:linClrLst meth="repeat">
      <a:schemeClr val="lt1"/>
    </dgm:linClrLst>
    <dgm:effectClrLst/>
    <dgm:txLinClrLst/>
    <dgm:txFillClrLst/>
    <dgm:txEffectClrLst/>
  </dgm:styleLbl>
  <dgm:styleLbl name="asst4">
    <dgm:fillClrLst>
      <a:schemeClr val="accent2">
        <a:tint val="70000"/>
      </a:schemeClr>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lt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9000"/>
      </a:schemeClr>
    </dgm:fillClrLst>
    <dgm:linClrLst meth="repeat">
      <a:schemeClr val="accent2">
        <a:tint val="99000"/>
      </a:schemeClr>
    </dgm:linClrLst>
    <dgm:effectClrLst/>
    <dgm:txLinClrLst/>
    <dgm:txFillClrLst meth="repeat">
      <a:schemeClr val="tx1"/>
    </dgm:txFillClrLst>
    <dgm:txEffectClrLst/>
  </dgm:styleLbl>
  <dgm:styleLbl name="parChTrans1D3">
    <dgm:fillClrLst meth="repeat">
      <a:schemeClr val="accent2">
        <a:tint val="80000"/>
      </a:schemeClr>
    </dgm:fillClrLst>
    <dgm:linClrLst meth="repeat">
      <a:schemeClr val="accent2">
        <a:tint val="80000"/>
      </a:schemeClr>
    </dgm:linClrLst>
    <dgm:effectClrLst/>
    <dgm:txLinClrLst/>
    <dgm:txFillClrLst meth="repeat">
      <a:schemeClr val="tx1"/>
    </dgm:txFillClrLst>
    <dgm:txEffectClrLst/>
  </dgm:styleLbl>
  <dgm:styleLbl name="parChTrans1D4">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2">
        <a:shade val="80000"/>
      </a:schemeClr>
      <a:schemeClr val="accent2">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2_3">
  <dgm:title val=""/>
  <dgm:desc val=""/>
  <dgm:catLst>
    <dgm:cat type="accent2" pri="11300"/>
  </dgm:catLst>
  <dgm:styleLbl name="node0">
    <dgm:fillClrLst meth="repeat">
      <a:schemeClr val="accent2">
        <a:shade val="80000"/>
      </a:schemeClr>
    </dgm:fillClrLst>
    <dgm:linClrLst meth="repeat">
      <a:schemeClr val="lt1"/>
    </dgm:linClrLst>
    <dgm:effectClrLst/>
    <dgm:txLinClrLst/>
    <dgm:txFillClrLst/>
    <dgm:txEffectClrLst/>
  </dgm:styleLbl>
  <dgm:styleLbl name="node1">
    <dgm:fillClrLst>
      <a:schemeClr val="accent2">
        <a:shade val="80000"/>
      </a:schemeClr>
      <a:schemeClr val="accent2">
        <a:tint val="70000"/>
      </a:schemeClr>
    </dgm:fillClrLst>
    <dgm:linClrLst meth="repeat">
      <a:schemeClr val="lt1"/>
    </dgm:linClrLst>
    <dgm:effectClrLst/>
    <dgm:txLinClrLst/>
    <dgm:txFillClrLst/>
    <dgm:txEffectClrLst/>
  </dgm:styleLbl>
  <dgm:styleLbl name="alignNode1">
    <dgm:fillClrLst>
      <a:schemeClr val="accent2">
        <a:shade val="80000"/>
      </a:schemeClr>
      <a:schemeClr val="accent2">
        <a:tint val="70000"/>
      </a:schemeClr>
    </dgm:fillClrLst>
    <dgm:linClrLst>
      <a:schemeClr val="accent2">
        <a:shade val="80000"/>
      </a:schemeClr>
      <a:schemeClr val="accent2">
        <a:tint val="70000"/>
      </a:schemeClr>
    </dgm:linClrLst>
    <dgm:effectClrLst/>
    <dgm:txLinClrLst/>
    <dgm:txFillClrLst/>
    <dgm:txEffectClrLst/>
  </dgm:styleLbl>
  <dgm:styleLbl name="lnNode1">
    <dgm:fillClrLst>
      <a:schemeClr val="accent2">
        <a:shade val="80000"/>
      </a:schemeClr>
      <a:schemeClr val="accent2">
        <a:tint val="70000"/>
      </a:schemeClr>
    </dgm:fillClrLst>
    <dgm:linClrLst meth="repeat">
      <a:schemeClr val="lt1"/>
    </dgm:linClrLst>
    <dgm:effectClrLst/>
    <dgm:txLinClrLst/>
    <dgm:txFillClrLst/>
    <dgm:txEffectClrLst/>
  </dgm:styleLbl>
  <dgm:styleLbl name="vennNode1">
    <dgm:fillClrLst>
      <a:schemeClr val="accent2">
        <a:shade val="80000"/>
        <a:alpha val="50000"/>
      </a:schemeClr>
      <a:schemeClr val="accent2">
        <a:tint val="70000"/>
        <a:alpha val="50000"/>
      </a:schemeClr>
    </dgm:fillClrLst>
    <dgm:linClrLst meth="repeat">
      <a:schemeClr val="lt1"/>
    </dgm:linClrLst>
    <dgm:effectClrLst/>
    <dgm:txLinClrLst/>
    <dgm:txFillClrLst/>
    <dgm:txEffectClrLst/>
  </dgm:styleLbl>
  <dgm:styleLbl name="node2">
    <dgm:fillClrLst>
      <a:schemeClr val="accent2">
        <a:tint val="99000"/>
      </a:schemeClr>
    </dgm:fillClrLst>
    <dgm:linClrLst meth="repeat">
      <a:schemeClr val="lt1"/>
    </dgm:linClrLst>
    <dgm:effectClrLst/>
    <dgm:txLinClrLst/>
    <dgm:txFillClrLst/>
    <dgm:txEffectClrLst/>
  </dgm:styleLbl>
  <dgm:styleLbl name="node3">
    <dgm:fillClrLst>
      <a:schemeClr val="accent2">
        <a:tint val="80000"/>
      </a:schemeClr>
    </dgm:fillClrLst>
    <dgm:linClrLst meth="repeat">
      <a:schemeClr val="lt1"/>
    </dgm:linClrLst>
    <dgm:effectClrLst/>
    <dgm:txLinClrLst/>
    <dgm:txFillClrLst/>
    <dgm:txEffectClrLst/>
  </dgm:styleLbl>
  <dgm:styleLbl name="node4">
    <dgm:fillClrLst>
      <a:schemeClr val="accent2">
        <a:tint val="70000"/>
      </a:schemeClr>
    </dgm:fillClrLst>
    <dgm:linClrLst meth="repeat">
      <a:schemeClr val="lt1"/>
    </dgm:linClrLst>
    <dgm:effectClrLst/>
    <dgm:txLinClrLst/>
    <dgm:txFillClrLst/>
    <dgm:txEffectClrLst/>
  </dgm:styleLbl>
  <dgm:styleLbl name="f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dgm:txEffectClrLst/>
  </dgm:styleLbl>
  <dgm:styleLbl name="fg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lt1"/>
    </dgm:txFillClrLst>
    <dgm:txEffectClrLst/>
  </dgm:styleLbl>
  <dgm:styleLbl name="bg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lt1"/>
    </dgm:txFillClrLst>
    <dgm:txEffectClrLst/>
  </dgm:styleLbl>
  <dgm:styleLbl name="sibTrans1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shade val="80000"/>
      </a:schemeClr>
    </dgm:fillClrLst>
    <dgm:linClrLst meth="repeat">
      <a:schemeClr val="lt1"/>
    </dgm:linClrLst>
    <dgm:effectClrLst/>
    <dgm:txLinClrLst/>
    <dgm:txFillClrLst/>
    <dgm:txEffectClrLst/>
  </dgm:styleLbl>
  <dgm:styleLbl name="asst1">
    <dgm:fillClrLst meth="repeat">
      <a:schemeClr val="accent2">
        <a:shade val="80000"/>
      </a:schemeClr>
    </dgm:fillClrLst>
    <dgm:linClrLst meth="repeat">
      <a:schemeClr val="lt1"/>
    </dgm:linClrLst>
    <dgm:effectClrLst/>
    <dgm:txLinClrLst/>
    <dgm:txFillClrLst/>
    <dgm:txEffectClrLst/>
  </dgm:styleLbl>
  <dgm:styleLbl name="asst2">
    <dgm:fillClrLst>
      <a:schemeClr val="accent2">
        <a:tint val="99000"/>
      </a:schemeClr>
    </dgm:fillClrLst>
    <dgm:linClrLst meth="repeat">
      <a:schemeClr val="lt1"/>
    </dgm:linClrLst>
    <dgm:effectClrLst/>
    <dgm:txLinClrLst/>
    <dgm:txFillClrLst/>
    <dgm:txEffectClrLst/>
  </dgm:styleLbl>
  <dgm:styleLbl name="asst3">
    <dgm:fillClrLst>
      <a:schemeClr val="accent2">
        <a:tint val="80000"/>
      </a:schemeClr>
    </dgm:fillClrLst>
    <dgm:linClrLst meth="repeat">
      <a:schemeClr val="lt1"/>
    </dgm:linClrLst>
    <dgm:effectClrLst/>
    <dgm:txLinClrLst/>
    <dgm:txFillClrLst/>
    <dgm:txEffectClrLst/>
  </dgm:styleLbl>
  <dgm:styleLbl name="asst4">
    <dgm:fillClrLst>
      <a:schemeClr val="accent2">
        <a:tint val="70000"/>
      </a:schemeClr>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lt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9000"/>
      </a:schemeClr>
    </dgm:fillClrLst>
    <dgm:linClrLst meth="repeat">
      <a:schemeClr val="accent2">
        <a:tint val="99000"/>
      </a:schemeClr>
    </dgm:linClrLst>
    <dgm:effectClrLst/>
    <dgm:txLinClrLst/>
    <dgm:txFillClrLst meth="repeat">
      <a:schemeClr val="tx1"/>
    </dgm:txFillClrLst>
    <dgm:txEffectClrLst/>
  </dgm:styleLbl>
  <dgm:styleLbl name="parChTrans1D3">
    <dgm:fillClrLst meth="repeat">
      <a:schemeClr val="accent2">
        <a:tint val="80000"/>
      </a:schemeClr>
    </dgm:fillClrLst>
    <dgm:linClrLst meth="repeat">
      <a:schemeClr val="accent2">
        <a:tint val="80000"/>
      </a:schemeClr>
    </dgm:linClrLst>
    <dgm:effectClrLst/>
    <dgm:txLinClrLst/>
    <dgm:txFillClrLst meth="repeat">
      <a:schemeClr val="tx1"/>
    </dgm:txFillClrLst>
    <dgm:txEffectClrLst/>
  </dgm:styleLbl>
  <dgm:styleLbl name="parChTrans1D4">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2">
        <a:shade val="80000"/>
      </a:schemeClr>
      <a:schemeClr val="accent2">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4_2">
  <dgm:title val=""/>
  <dgm:desc val=""/>
  <dgm:catLst>
    <dgm:cat type="accent4" pri="11200"/>
  </dgm:catLst>
  <dgm:styleLbl name="node0">
    <dgm:fillClrLst meth="repeat">
      <a:schemeClr val="accent4"/>
    </dgm:fillClrLst>
    <dgm:linClrLst meth="repeat">
      <a:schemeClr val="lt1"/>
    </dgm:linClrLst>
    <dgm:effectClrLst/>
    <dgm:txLinClrLst/>
    <dgm:txFillClrLst/>
    <dgm:txEffectClrLst/>
  </dgm:styleLbl>
  <dgm:styleLbl name="node1">
    <dgm:fillClrLst meth="repeat">
      <a:schemeClr val="accent4"/>
    </dgm:fillClrLst>
    <dgm:linClrLst meth="repeat">
      <a:schemeClr val="lt1"/>
    </dgm:linClrLst>
    <dgm:effectClrLst/>
    <dgm:txLinClrLst/>
    <dgm:txFillClrLst/>
    <dgm:txEffectClrLst/>
  </dgm:styleLbl>
  <dgm:styleLbl name="alignNode1">
    <dgm:fillClrLst meth="repeat">
      <a:schemeClr val="accent4"/>
    </dgm:fillClrLst>
    <dgm:linClrLst meth="repeat">
      <a:schemeClr val="accent4"/>
    </dgm:linClrLst>
    <dgm:effectClrLst/>
    <dgm:txLinClrLst/>
    <dgm:txFillClrLst/>
    <dgm:txEffectClrLst/>
  </dgm:styleLbl>
  <dgm:styleLbl name="lnNode1">
    <dgm:fillClrLst meth="repeat">
      <a:schemeClr val="accent4"/>
    </dgm:fillClrLst>
    <dgm:linClrLst meth="repeat">
      <a:schemeClr val="lt1"/>
    </dgm:linClrLst>
    <dgm:effectClrLst/>
    <dgm:txLinClrLst/>
    <dgm:txFillClrLst/>
    <dgm:txEffectClrLst/>
  </dgm:styleLbl>
  <dgm:styleLbl name="vennNode1">
    <dgm:fillClrLst meth="repeat">
      <a:schemeClr val="accent4">
        <a:alpha val="50000"/>
      </a:schemeClr>
    </dgm:fillClrLst>
    <dgm:linClrLst meth="repeat">
      <a:schemeClr val="lt1"/>
    </dgm:linClrLst>
    <dgm:effectClrLst/>
    <dgm:txLinClrLst/>
    <dgm:txFillClrLst/>
    <dgm:txEffectClrLst/>
  </dgm:styleLbl>
  <dgm:styleLbl name="node2">
    <dgm:fillClrLst meth="repeat">
      <a:schemeClr val="accent4"/>
    </dgm:fillClrLst>
    <dgm:linClrLst meth="repeat">
      <a:schemeClr val="lt1"/>
    </dgm:linClrLst>
    <dgm:effectClrLst/>
    <dgm:txLinClrLst/>
    <dgm:txFillClrLst/>
    <dgm:txEffectClrLst/>
  </dgm:styleLbl>
  <dgm:styleLbl name="node3">
    <dgm:fillClrLst meth="repeat">
      <a:schemeClr val="accent4"/>
    </dgm:fillClrLst>
    <dgm:linClrLst meth="repeat">
      <a:schemeClr val="lt1"/>
    </dgm:linClrLst>
    <dgm:effectClrLst/>
    <dgm:txLinClrLst/>
    <dgm:txFillClrLst/>
    <dgm:txEffectClrLst/>
  </dgm:styleLbl>
  <dgm:styleLbl name="node4">
    <dgm:fillClrLst meth="repeat">
      <a:schemeClr val="accent4"/>
    </dgm:fillClrLst>
    <dgm:linClrLst meth="repeat">
      <a:schemeClr val="lt1"/>
    </dgm:linClrLst>
    <dgm:effectClrLst/>
    <dgm:txLinClrLst/>
    <dgm:txFillClrLst/>
    <dgm:txEffectClrLst/>
  </dgm:styleLbl>
  <dgm:styleLbl name="f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4">
        <a:tint val="60000"/>
      </a:schemeClr>
    </dgm:fillClrLst>
    <dgm:linClrLst meth="repeat">
      <a:schemeClr val="accent4">
        <a:tint val="60000"/>
      </a:schemeClr>
    </dgm:linClrLst>
    <dgm:effectClrLst/>
    <dgm:txLinClrLst/>
    <dgm:txFillClrLst/>
    <dgm:txEffectClrLst/>
  </dgm:styleLbl>
  <dgm:styleLbl name="fgSibTrans2D1">
    <dgm:fillClrLst meth="repeat">
      <a:schemeClr val="accent4">
        <a:tint val="60000"/>
      </a:schemeClr>
    </dgm:fillClrLst>
    <dgm:linClrLst meth="repeat">
      <a:schemeClr val="accent4">
        <a:tint val="60000"/>
      </a:schemeClr>
    </dgm:linClrLst>
    <dgm:effectClrLst/>
    <dgm:txLinClrLst/>
    <dgm:txFillClrLst/>
    <dgm:txEffectClrLst/>
  </dgm:styleLbl>
  <dgm:styleLbl name="bgSibTrans2D1">
    <dgm:fillClrLst meth="repeat">
      <a:schemeClr val="accent4">
        <a:tint val="60000"/>
      </a:schemeClr>
    </dgm:fillClrLst>
    <dgm:linClrLst meth="repeat">
      <a:schemeClr val="accent4">
        <a:tint val="60000"/>
      </a:schemeClr>
    </dgm:linClrLst>
    <dgm:effectClrLst/>
    <dgm:txLinClrLst/>
    <dgm:txFillClrLst/>
    <dgm:txEffectClrLst/>
  </dgm:styleLbl>
  <dgm:styleLbl name="sibTrans1D1">
    <dgm:fillClrLst meth="repeat">
      <a:schemeClr val="accent4"/>
    </dgm:fillClrLst>
    <dgm:linClrLst meth="repeat">
      <a:schemeClr val="accent4"/>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dgm:linClrLst>
    <dgm:effectClrLst/>
    <dgm:txLinClrLst/>
    <dgm:txFillClrLst/>
    <dgm:txEffectClrLst/>
  </dgm:styleLbl>
  <dgm:styleLbl name="asst1">
    <dgm:fillClrLst meth="repeat">
      <a:schemeClr val="accent4"/>
    </dgm:fillClrLst>
    <dgm:linClrLst meth="repeat">
      <a:schemeClr val="lt1"/>
    </dgm:linClrLst>
    <dgm:effectClrLst/>
    <dgm:txLinClrLst/>
    <dgm:txFillClrLst/>
    <dgm:txEffectClrLst/>
  </dgm:styleLbl>
  <dgm:styleLbl name="asst2">
    <dgm:fillClrLst meth="repeat">
      <a:schemeClr val="accent4"/>
    </dgm:fillClrLst>
    <dgm:linClrLst meth="repeat">
      <a:schemeClr val="lt1"/>
    </dgm:linClrLst>
    <dgm:effectClrLst/>
    <dgm:txLinClrLst/>
    <dgm:txFillClrLst/>
    <dgm:txEffectClrLst/>
  </dgm:styleLbl>
  <dgm:styleLbl name="asst3">
    <dgm:fillClrLst meth="repeat">
      <a:schemeClr val="accent4"/>
    </dgm:fillClrLst>
    <dgm:linClrLst meth="repeat">
      <a:schemeClr val="lt1"/>
    </dgm:linClrLst>
    <dgm:effectClrLst/>
    <dgm:txLinClrLst/>
    <dgm:txFillClrLst/>
    <dgm:txEffectClrLst/>
  </dgm:styleLbl>
  <dgm:styleLbl name="asst4">
    <dgm:fillClrLst meth="repeat">
      <a:schemeClr val="accent4"/>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dgm:fillClrLst>
    <dgm:linClrLst meth="repeat">
      <a:schemeClr val="accent4"/>
    </dgm:linClrLst>
    <dgm:effectClrLst/>
    <dgm:txLinClrLst/>
    <dgm:txFillClrLst meth="repeat">
      <a:schemeClr val="lt1"/>
    </dgm:txFillClrLst>
    <dgm:txEffectClrLst/>
  </dgm:styleLbl>
  <dgm:styleLbl name="parChTrans2D3">
    <dgm:fillClrLst meth="repeat">
      <a:schemeClr val="accent4"/>
    </dgm:fillClrLst>
    <dgm:linClrLst meth="repeat">
      <a:schemeClr val="accent4"/>
    </dgm:linClrLst>
    <dgm:effectClrLst/>
    <dgm:txLinClrLst/>
    <dgm:txFillClrLst meth="repeat">
      <a:schemeClr val="lt1"/>
    </dgm:txFillClrLst>
    <dgm:txEffectClrLst/>
  </dgm:styleLbl>
  <dgm:styleLbl name="parChTrans2D4">
    <dgm:fillClrLst meth="repeat">
      <a:schemeClr val="accent4"/>
    </dgm:fillClrLst>
    <dgm:linClrLst meth="repeat">
      <a:schemeClr val="accent4"/>
    </dgm:linClrLst>
    <dgm:effectClrLst/>
    <dgm:txLinClrLst/>
    <dgm:txFillClrLst meth="repeat">
      <a:schemeClr val="lt1"/>
    </dgm:txFillClrLst>
    <dgm:txEffectClrLst/>
  </dgm:styleLbl>
  <dgm:styleLbl name="parChTrans1D1">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2">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3">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parChTrans1D4">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solidFgAcc1">
    <dgm:fillClrLst meth="repeat">
      <a:schemeClr val="lt1"/>
    </dgm:fillClrLst>
    <dgm:linClrLst meth="repeat">
      <a:schemeClr val="accent4"/>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accent4"/>
    </dgm:linClrLst>
    <dgm:effectClrLst/>
    <dgm:txLinClrLst/>
    <dgm:txFillClrLst meth="repeat">
      <a:schemeClr val="dk1"/>
    </dgm:txFillClrLst>
    <dgm:txEffectClrLst/>
  </dgm:styleLbl>
  <dgm:styleLbl name="dkBgShp">
    <dgm:fillClrLst meth="repeat">
      <a:schemeClr val="accent4">
        <a:shade val="80000"/>
      </a:schemeClr>
    </dgm:fillClrLst>
    <dgm:linClrLst meth="repeat">
      <a:schemeClr val="accent4"/>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C44CF62-FC3D-478A-8A4E-C89FC4B47AC1}" type="doc">
      <dgm:prSet loTypeId="urn:microsoft.com/office/officeart/2005/8/layout/vList6" loCatId="list" qsTypeId="urn:microsoft.com/office/officeart/2005/8/quickstyle/simple1" qsCatId="simple" csTypeId="urn:microsoft.com/office/officeart/2005/8/colors/accent1_1" csCatId="accent1" phldr="1"/>
      <dgm:spPr/>
      <dgm:t>
        <a:bodyPr/>
        <a:lstStyle/>
        <a:p>
          <a:endParaRPr lang="en-GB"/>
        </a:p>
      </dgm:t>
    </dgm:pt>
    <dgm:pt modelId="{3A324A4C-1A99-43C5-A7DC-57F8E29F1067}">
      <dgm:prSet phldrT="[Text]" custT="1"/>
      <dgm:spPr>
        <a:solidFill>
          <a:schemeClr val="accent1"/>
        </a:solidFill>
        <a:ln>
          <a:solidFill>
            <a:schemeClr val="bg1"/>
          </a:solidFill>
        </a:ln>
      </dgm:spPr>
      <dgm:t>
        <a:bodyPr/>
        <a:lstStyle/>
        <a:p>
          <a:r>
            <a:rPr lang="en-US" sz="1200" b="0" i="1">
              <a:solidFill>
                <a:schemeClr val="bg1"/>
              </a:solidFill>
              <a:latin typeface="+mn-lt"/>
            </a:rPr>
            <a:t>Annual Financial Statements</a:t>
          </a:r>
          <a:endParaRPr lang="en-GB" sz="1200" b="0" i="1">
            <a:solidFill>
              <a:schemeClr val="bg1"/>
            </a:solidFill>
            <a:latin typeface="+mn-lt"/>
          </a:endParaRPr>
        </a:p>
      </dgm:t>
    </dgm:pt>
    <dgm:pt modelId="{280E3D2A-7BD1-40B7-8F79-73A3BB226A56}" type="parTrans" cxnId="{AF58C921-5AEA-4A04-BE61-A3E6B3C44085}">
      <dgm:prSet/>
      <dgm:spPr/>
      <dgm:t>
        <a:bodyPr/>
        <a:lstStyle/>
        <a:p>
          <a:endParaRPr lang="en-GB"/>
        </a:p>
      </dgm:t>
    </dgm:pt>
    <dgm:pt modelId="{00B2A1D3-1F67-461A-968E-8CC4F3737B78}" type="sibTrans" cxnId="{AF58C921-5AEA-4A04-BE61-A3E6B3C44085}">
      <dgm:prSet/>
      <dgm:spPr/>
      <dgm:t>
        <a:bodyPr/>
        <a:lstStyle/>
        <a:p>
          <a:endParaRPr lang="en-GB"/>
        </a:p>
      </dgm:t>
    </dgm:pt>
    <dgm:pt modelId="{4A30AE6F-FC9F-47BF-B8BC-BF590F91E3AE}">
      <dgm:prSet phldrT="[Text]" custT="1"/>
      <dgm:spPr>
        <a:solidFill>
          <a:schemeClr val="bg1">
            <a:lumMod val="95000"/>
          </a:schemeClr>
        </a:solidFill>
      </dgm:spPr>
      <dgm:t>
        <a:bodyPr/>
        <a:lstStyle/>
        <a:p>
          <a:r>
            <a:rPr lang="en-US" sz="1200" b="0" i="1">
              <a:latin typeface="+mn-lt"/>
            </a:rPr>
            <a:t>Financial Results</a:t>
          </a:r>
          <a:endParaRPr lang="en-GB" sz="1200" b="0" i="1">
            <a:latin typeface="+mn-lt"/>
          </a:endParaRPr>
        </a:p>
      </dgm:t>
    </dgm:pt>
    <dgm:pt modelId="{3EC8A310-F37B-42AE-A07D-EEE10B5FEAF2}" type="parTrans" cxnId="{D39B0E72-B30B-4F8A-AAF8-EA0DCEB232F4}">
      <dgm:prSet/>
      <dgm:spPr/>
      <dgm:t>
        <a:bodyPr/>
        <a:lstStyle/>
        <a:p>
          <a:endParaRPr lang="en-GB"/>
        </a:p>
      </dgm:t>
    </dgm:pt>
    <dgm:pt modelId="{F6661310-96A1-4000-971C-DC48244F131D}" type="sibTrans" cxnId="{D39B0E72-B30B-4F8A-AAF8-EA0DCEB232F4}">
      <dgm:prSet/>
      <dgm:spPr/>
      <dgm:t>
        <a:bodyPr/>
        <a:lstStyle/>
        <a:p>
          <a:endParaRPr lang="en-GB"/>
        </a:p>
      </dgm:t>
    </dgm:pt>
    <dgm:pt modelId="{B8F1514F-5FE0-4C2E-92C1-DF51FF5F7255}">
      <dgm:prSet phldrT="[Text]" custT="1"/>
      <dgm:spPr>
        <a:solidFill>
          <a:schemeClr val="accent1"/>
        </a:solidFill>
        <a:ln>
          <a:solidFill>
            <a:schemeClr val="bg1"/>
          </a:solidFill>
        </a:ln>
      </dgm:spPr>
      <dgm:t>
        <a:bodyPr/>
        <a:lstStyle/>
        <a:p>
          <a:r>
            <a:rPr lang="en-US" sz="1200" b="0" i="1">
              <a:solidFill>
                <a:schemeClr val="bg1"/>
              </a:solidFill>
              <a:latin typeface="+mn-lt"/>
            </a:rPr>
            <a:t>Auditor’s Report</a:t>
          </a:r>
          <a:endParaRPr lang="en-GB" sz="1200" b="0" i="1">
            <a:solidFill>
              <a:schemeClr val="bg1"/>
            </a:solidFill>
            <a:latin typeface="+mn-lt"/>
          </a:endParaRPr>
        </a:p>
      </dgm:t>
    </dgm:pt>
    <dgm:pt modelId="{3B7065CD-1184-44E4-937C-649BBAABDC01}" type="parTrans" cxnId="{966AA8BD-FAFF-4062-9E4B-BD360D17D64F}">
      <dgm:prSet/>
      <dgm:spPr/>
      <dgm:t>
        <a:bodyPr/>
        <a:lstStyle/>
        <a:p>
          <a:endParaRPr lang="en-GB"/>
        </a:p>
      </dgm:t>
    </dgm:pt>
    <dgm:pt modelId="{C5E8ED94-0DAA-4F99-B737-7AB8632907B0}" type="sibTrans" cxnId="{966AA8BD-FAFF-4062-9E4B-BD360D17D64F}">
      <dgm:prSet/>
      <dgm:spPr/>
      <dgm:t>
        <a:bodyPr/>
        <a:lstStyle/>
        <a:p>
          <a:endParaRPr lang="en-GB"/>
        </a:p>
      </dgm:t>
    </dgm:pt>
    <dgm:pt modelId="{DF8221B5-C9C2-4529-BFD2-86B6E775B148}">
      <dgm:prSet custT="1"/>
      <dgm:spPr>
        <a:solidFill>
          <a:schemeClr val="bg1">
            <a:lumMod val="95000"/>
          </a:schemeClr>
        </a:solidFill>
      </dgm:spPr>
      <dgm:t>
        <a:bodyPr/>
        <a:lstStyle/>
        <a:p>
          <a:pPr>
            <a:buNone/>
          </a:pPr>
          <a:r>
            <a:rPr lang="en-US" sz="1200" b="0" i="1">
              <a:latin typeface="+mn-lt"/>
            </a:rPr>
            <a:t>Management Discussion and Analysis Report</a:t>
          </a:r>
        </a:p>
      </dgm:t>
    </dgm:pt>
    <dgm:pt modelId="{01AA99A9-BCF5-4DFF-B819-E2F6B74606C5}" type="parTrans" cxnId="{96B1D580-3932-4B23-84EF-4C4F0FEA19B9}">
      <dgm:prSet/>
      <dgm:spPr/>
      <dgm:t>
        <a:bodyPr/>
        <a:lstStyle/>
        <a:p>
          <a:endParaRPr lang="en-GB"/>
        </a:p>
      </dgm:t>
    </dgm:pt>
    <dgm:pt modelId="{AD60BD71-4096-4C87-9DF5-503063F5A09A}" type="sibTrans" cxnId="{96B1D580-3932-4B23-84EF-4C4F0FEA19B9}">
      <dgm:prSet/>
      <dgm:spPr/>
      <dgm:t>
        <a:bodyPr/>
        <a:lstStyle/>
        <a:p>
          <a:endParaRPr lang="en-GB"/>
        </a:p>
      </dgm:t>
    </dgm:pt>
    <dgm:pt modelId="{5C2D76FE-99DD-464D-88A0-8A999F21E9B9}">
      <dgm:prSet custT="1"/>
      <dgm:spPr>
        <a:solidFill>
          <a:schemeClr val="accent1"/>
        </a:solidFill>
        <a:ln>
          <a:solidFill>
            <a:schemeClr val="bg1"/>
          </a:solidFill>
        </a:ln>
      </dgm:spPr>
      <dgm:t>
        <a:bodyPr/>
        <a:lstStyle/>
        <a:p>
          <a:r>
            <a:rPr lang="en-US" sz="1200" b="0" i="1">
              <a:solidFill>
                <a:schemeClr val="bg1"/>
              </a:solidFill>
              <a:latin typeface="+mn-lt"/>
            </a:rPr>
            <a:t>Corporate Governance Report / statement</a:t>
          </a:r>
          <a:endParaRPr lang="en-GB" sz="1200" b="0" i="1">
            <a:solidFill>
              <a:schemeClr val="bg1"/>
            </a:solidFill>
            <a:latin typeface="+mn-lt"/>
          </a:endParaRPr>
        </a:p>
      </dgm:t>
    </dgm:pt>
    <dgm:pt modelId="{B3B99E7D-0525-408F-8921-29ACE02A1A15}" type="parTrans" cxnId="{1F664A24-2C2C-42EB-830D-4A56A8B29E05}">
      <dgm:prSet/>
      <dgm:spPr/>
      <dgm:t>
        <a:bodyPr/>
        <a:lstStyle/>
        <a:p>
          <a:endParaRPr lang="en-GB"/>
        </a:p>
      </dgm:t>
    </dgm:pt>
    <dgm:pt modelId="{7B5EACEC-BAC9-4E57-AB2C-DC277DDCD12D}" type="sibTrans" cxnId="{1F664A24-2C2C-42EB-830D-4A56A8B29E05}">
      <dgm:prSet/>
      <dgm:spPr/>
      <dgm:t>
        <a:bodyPr/>
        <a:lstStyle/>
        <a:p>
          <a:endParaRPr lang="en-GB"/>
        </a:p>
      </dgm:t>
    </dgm:pt>
    <dgm:pt modelId="{7F4BA020-29F9-45DC-9A7C-01AE98F850C3}">
      <dgm:prSet custT="1"/>
      <dgm:spPr>
        <a:solidFill>
          <a:schemeClr val="bg1">
            <a:lumMod val="95000"/>
          </a:schemeClr>
        </a:solidFill>
      </dgm:spPr>
      <dgm:t>
        <a:bodyPr/>
        <a:lstStyle/>
        <a:p>
          <a:r>
            <a:rPr lang="en-US" sz="1200" b="0" i="1">
              <a:latin typeface="+mn-lt"/>
            </a:rPr>
            <a:t>Related Party Disclosures</a:t>
          </a:r>
          <a:endParaRPr lang="en-GB" sz="1200" b="0" i="1">
            <a:latin typeface="+mn-lt"/>
          </a:endParaRPr>
        </a:p>
      </dgm:t>
    </dgm:pt>
    <dgm:pt modelId="{E037D8AC-CD02-4944-B451-A0C1F2FE4EF9}" type="parTrans" cxnId="{60072882-2D37-4D0C-B2EE-A0D2BCF4D8F9}">
      <dgm:prSet/>
      <dgm:spPr/>
      <dgm:t>
        <a:bodyPr/>
        <a:lstStyle/>
        <a:p>
          <a:endParaRPr lang="en-GB"/>
        </a:p>
      </dgm:t>
    </dgm:pt>
    <dgm:pt modelId="{C79CF2D9-1838-474A-88D3-7F2A26A8066B}" type="sibTrans" cxnId="{60072882-2D37-4D0C-B2EE-A0D2BCF4D8F9}">
      <dgm:prSet/>
      <dgm:spPr/>
      <dgm:t>
        <a:bodyPr/>
        <a:lstStyle/>
        <a:p>
          <a:endParaRPr lang="en-GB"/>
        </a:p>
      </dgm:t>
    </dgm:pt>
    <dgm:pt modelId="{DDCAEDF3-2606-4EC8-B060-1A3CF72C3F56}">
      <dgm:prSet custT="1"/>
      <dgm:spPr>
        <a:solidFill>
          <a:schemeClr val="accent1"/>
        </a:solidFill>
        <a:ln>
          <a:solidFill>
            <a:schemeClr val="bg1"/>
          </a:solidFill>
        </a:ln>
      </dgm:spPr>
      <dgm:t>
        <a:bodyPr/>
        <a:lstStyle/>
        <a:p>
          <a:r>
            <a:rPr lang="en-US" sz="1200" b="0" i="1">
              <a:solidFill>
                <a:schemeClr val="bg1"/>
              </a:solidFill>
              <a:latin typeface="+mn-lt"/>
            </a:rPr>
            <a:t>Internal Controls Disclosure</a:t>
          </a:r>
          <a:endParaRPr lang="en-GB" sz="1200" b="0" i="1">
            <a:solidFill>
              <a:schemeClr val="bg1"/>
            </a:solidFill>
            <a:latin typeface="+mn-lt"/>
          </a:endParaRPr>
        </a:p>
      </dgm:t>
    </dgm:pt>
    <dgm:pt modelId="{015AC128-461F-45C6-A5CD-D2A6378F2AF9}" type="parTrans" cxnId="{14B280CA-3FCC-49BC-805F-9B06EF1E60C8}">
      <dgm:prSet/>
      <dgm:spPr/>
      <dgm:t>
        <a:bodyPr/>
        <a:lstStyle/>
        <a:p>
          <a:endParaRPr lang="en-GB"/>
        </a:p>
      </dgm:t>
    </dgm:pt>
    <dgm:pt modelId="{D1EF8F1E-A28C-447D-BA20-7521EC7246C2}" type="sibTrans" cxnId="{14B280CA-3FCC-49BC-805F-9B06EF1E60C8}">
      <dgm:prSet/>
      <dgm:spPr/>
      <dgm:t>
        <a:bodyPr/>
        <a:lstStyle/>
        <a:p>
          <a:endParaRPr lang="en-GB"/>
        </a:p>
      </dgm:t>
    </dgm:pt>
    <dgm:pt modelId="{56A10BB6-CBCD-4E80-9E3C-6602625A3821}">
      <dgm:prSet custT="1"/>
      <dgm:spPr>
        <a:solidFill>
          <a:schemeClr val="bg1">
            <a:lumMod val="95000"/>
          </a:schemeClr>
        </a:solidFill>
      </dgm:spPr>
      <dgm:t>
        <a:bodyPr/>
        <a:lstStyle/>
        <a:p>
          <a:r>
            <a:rPr lang="en-US" sz="1200" b="0" i="1">
              <a:latin typeface="+mn-lt"/>
            </a:rPr>
            <a:t>Shareholding Pattern</a:t>
          </a:r>
          <a:endParaRPr lang="en-GB" sz="1200" b="0" i="1">
            <a:latin typeface="+mn-lt"/>
          </a:endParaRPr>
        </a:p>
      </dgm:t>
    </dgm:pt>
    <dgm:pt modelId="{C5841683-7124-40C6-A358-CEE9A873E871}" type="parTrans" cxnId="{D7BDBCDF-34B9-4B77-8342-545D9F5C8740}">
      <dgm:prSet/>
      <dgm:spPr/>
      <dgm:t>
        <a:bodyPr/>
        <a:lstStyle/>
        <a:p>
          <a:endParaRPr lang="en-GB"/>
        </a:p>
      </dgm:t>
    </dgm:pt>
    <dgm:pt modelId="{623B810D-6A97-4638-87CB-3A3A6172802A}" type="sibTrans" cxnId="{D7BDBCDF-34B9-4B77-8342-545D9F5C8740}">
      <dgm:prSet/>
      <dgm:spPr/>
      <dgm:t>
        <a:bodyPr/>
        <a:lstStyle/>
        <a:p>
          <a:endParaRPr lang="en-GB"/>
        </a:p>
      </dgm:t>
    </dgm:pt>
    <dgm:pt modelId="{78773142-833B-4622-B5F1-C9B80BE24280}">
      <dgm:prSet custT="1"/>
      <dgm:spPr>
        <a:solidFill>
          <a:schemeClr val="accent1"/>
        </a:solidFill>
        <a:ln>
          <a:solidFill>
            <a:schemeClr val="bg1"/>
          </a:solidFill>
        </a:ln>
      </dgm:spPr>
      <dgm:t>
        <a:bodyPr/>
        <a:lstStyle/>
        <a:p>
          <a:r>
            <a:rPr lang="en-US" sz="1200" b="0" i="1">
              <a:solidFill>
                <a:schemeClr val="bg1"/>
              </a:solidFill>
              <a:latin typeface="+mn-lt"/>
            </a:rPr>
            <a:t>Material Event Disclosures</a:t>
          </a:r>
          <a:endParaRPr lang="en-GB" sz="1200" b="0" i="1">
            <a:solidFill>
              <a:schemeClr val="bg1"/>
            </a:solidFill>
            <a:latin typeface="+mn-lt"/>
          </a:endParaRPr>
        </a:p>
      </dgm:t>
    </dgm:pt>
    <dgm:pt modelId="{DAFB32EC-CFD0-48A1-B7C4-8C95D5807FA8}" type="parTrans" cxnId="{38FA11C1-0A89-4A93-93A3-CDB00D1E3737}">
      <dgm:prSet/>
      <dgm:spPr/>
      <dgm:t>
        <a:bodyPr/>
        <a:lstStyle/>
        <a:p>
          <a:endParaRPr lang="en-GB"/>
        </a:p>
      </dgm:t>
    </dgm:pt>
    <dgm:pt modelId="{9CE4744B-5692-42B5-9B1D-BC018E6FCCC5}" type="sibTrans" cxnId="{38FA11C1-0A89-4A93-93A3-CDB00D1E3737}">
      <dgm:prSet/>
      <dgm:spPr/>
      <dgm:t>
        <a:bodyPr/>
        <a:lstStyle/>
        <a:p>
          <a:endParaRPr lang="en-GB"/>
        </a:p>
      </dgm:t>
    </dgm:pt>
    <dgm:pt modelId="{2A3D5FC7-59C5-4A83-9549-02246A94683C}">
      <dgm:prSet custT="1"/>
      <dgm:spPr>
        <a:solidFill>
          <a:schemeClr val="bg1">
            <a:lumMod val="95000"/>
          </a:schemeClr>
        </a:solidFill>
      </dgm:spPr>
      <dgm:t>
        <a:bodyPr/>
        <a:lstStyle/>
        <a:p>
          <a:r>
            <a:rPr lang="en-US" sz="1200" b="0" i="1">
              <a:latin typeface="+mn-lt"/>
            </a:rPr>
            <a:t>Sustainability Reporting</a:t>
          </a:r>
          <a:endParaRPr lang="en-GB" sz="1200" b="0" i="1">
            <a:latin typeface="+mn-lt"/>
          </a:endParaRPr>
        </a:p>
      </dgm:t>
    </dgm:pt>
    <dgm:pt modelId="{256C0EE8-EED3-4106-BD54-462D4653294C}" type="parTrans" cxnId="{9F43F48D-6FAB-4ADB-9B83-816DC27792FD}">
      <dgm:prSet/>
      <dgm:spPr/>
      <dgm:t>
        <a:bodyPr/>
        <a:lstStyle/>
        <a:p>
          <a:endParaRPr lang="en-GB"/>
        </a:p>
      </dgm:t>
    </dgm:pt>
    <dgm:pt modelId="{3DDD19EC-42BC-4801-B420-D261CFC43663}" type="sibTrans" cxnId="{9F43F48D-6FAB-4ADB-9B83-816DC27792FD}">
      <dgm:prSet/>
      <dgm:spPr/>
      <dgm:t>
        <a:bodyPr/>
        <a:lstStyle/>
        <a:p>
          <a:endParaRPr lang="en-GB"/>
        </a:p>
      </dgm:t>
    </dgm:pt>
    <dgm:pt modelId="{9E87ACEA-A833-4870-81EA-C1E7418155AB}">
      <dgm:prSet custT="1"/>
      <dgm:spPr>
        <a:solidFill>
          <a:schemeClr val="accent1"/>
        </a:solidFill>
        <a:ln>
          <a:solidFill>
            <a:schemeClr val="bg1"/>
          </a:solidFill>
        </a:ln>
      </dgm:spPr>
      <dgm:t>
        <a:bodyPr/>
        <a:lstStyle/>
        <a:p>
          <a:pPr marL="0" lvl="0" indent="0" algn="ctr" defTabSz="622300">
            <a:lnSpc>
              <a:spcPct val="90000"/>
            </a:lnSpc>
            <a:spcBef>
              <a:spcPct val="0"/>
            </a:spcBef>
            <a:spcAft>
              <a:spcPct val="35000"/>
            </a:spcAft>
            <a:buNone/>
          </a:pPr>
          <a:r>
            <a:rPr lang="en-US" sz="1200" b="0" i="1" kern="1200">
              <a:solidFill>
                <a:srgbClr val="FFFFFF"/>
              </a:solidFill>
              <a:latin typeface="+mn-lt"/>
              <a:ea typeface="+mn-ea"/>
              <a:cs typeface="+mn-cs"/>
            </a:rPr>
            <a:t>Risk &amp; Concerns </a:t>
          </a:r>
          <a:endParaRPr lang="en-GB" sz="1200" b="0" i="1" kern="1200">
            <a:solidFill>
              <a:srgbClr val="FFFFFF"/>
            </a:solidFill>
            <a:latin typeface="+mn-lt"/>
            <a:ea typeface="+mn-ea"/>
            <a:cs typeface="+mn-cs"/>
          </a:endParaRPr>
        </a:p>
      </dgm:t>
    </dgm:pt>
    <dgm:pt modelId="{A0EAB233-5657-4266-A546-4AE1C3F28B5A}" type="parTrans" cxnId="{2C95766E-2155-4890-80F8-E74E9A1A4171}">
      <dgm:prSet/>
      <dgm:spPr/>
      <dgm:t>
        <a:bodyPr/>
        <a:lstStyle/>
        <a:p>
          <a:endParaRPr lang="en-GB"/>
        </a:p>
      </dgm:t>
    </dgm:pt>
    <dgm:pt modelId="{ACB3B86F-3945-4D46-BCBB-4DC48852EEF7}" type="sibTrans" cxnId="{2C95766E-2155-4890-80F8-E74E9A1A4171}">
      <dgm:prSet/>
      <dgm:spPr/>
      <dgm:t>
        <a:bodyPr/>
        <a:lstStyle/>
        <a:p>
          <a:endParaRPr lang="en-GB"/>
        </a:p>
      </dgm:t>
    </dgm:pt>
    <dgm:pt modelId="{5C23FC11-282C-4058-B276-E01C9F9C39D2}">
      <dgm:prSet custT="1"/>
      <dgm:spPr/>
      <dgm:t>
        <a:bodyPr anchor="ctr"/>
        <a:lstStyle/>
        <a:p>
          <a:pPr marL="274320">
            <a:spcAft>
              <a:spcPts val="600"/>
            </a:spcAft>
            <a:buNone/>
          </a:pPr>
          <a:r>
            <a:rPr lang="en-US" sz="1200" b="1"/>
            <a:t>Provide</a:t>
          </a:r>
          <a:r>
            <a:rPr lang="en-US" sz="1200"/>
            <a:t> a comprehensive overview of the company’s financial position, performance and</a:t>
          </a:r>
          <a:endParaRPr lang="en-GB" sz="1200"/>
        </a:p>
      </dgm:t>
    </dgm:pt>
    <dgm:pt modelId="{0F5CEA3F-931F-4D26-95E2-22844E643F43}" type="parTrans" cxnId="{BF65D38C-D816-4A3B-9AC3-9E542EFC6941}">
      <dgm:prSet/>
      <dgm:spPr/>
      <dgm:t>
        <a:bodyPr/>
        <a:lstStyle/>
        <a:p>
          <a:endParaRPr lang="en-GB"/>
        </a:p>
      </dgm:t>
    </dgm:pt>
    <dgm:pt modelId="{AADACE92-3AE2-4F1B-BAA4-4FFEB0C39809}" type="sibTrans" cxnId="{BF65D38C-D816-4A3B-9AC3-9E542EFC6941}">
      <dgm:prSet/>
      <dgm:spPr/>
      <dgm:t>
        <a:bodyPr/>
        <a:lstStyle/>
        <a:p>
          <a:endParaRPr lang="en-GB"/>
        </a:p>
      </dgm:t>
    </dgm:pt>
    <dgm:pt modelId="{628EDEBA-F926-479F-B86C-70BD0810B789}">
      <dgm:prSet custT="1"/>
      <dgm:spPr/>
      <dgm:t>
        <a:bodyPr anchor="ctr"/>
        <a:lstStyle/>
        <a:p>
          <a:pPr marL="274320">
            <a:spcAft>
              <a:spcPts val="600"/>
            </a:spcAft>
            <a:buNone/>
          </a:pPr>
          <a:r>
            <a:rPr lang="en-US" sz="1200" b="1"/>
            <a:t>Offer</a:t>
          </a:r>
          <a:r>
            <a:rPr lang="en-US" sz="1200"/>
            <a:t> quarterly or periodic updates on revenues, profits and key performance metrics to</a:t>
          </a:r>
          <a:endParaRPr lang="en-GB" sz="1200"/>
        </a:p>
      </dgm:t>
    </dgm:pt>
    <dgm:pt modelId="{515F146A-EF57-4023-B0C2-353706C0EEBB}" type="parTrans" cxnId="{67C15B1B-B3A4-41F1-AFA9-DA53B2BC6B3B}">
      <dgm:prSet/>
      <dgm:spPr/>
      <dgm:t>
        <a:bodyPr/>
        <a:lstStyle/>
        <a:p>
          <a:endParaRPr lang="en-GB"/>
        </a:p>
      </dgm:t>
    </dgm:pt>
    <dgm:pt modelId="{8C86085E-DF8C-44F2-BC84-2318E8271F31}" type="sibTrans" cxnId="{67C15B1B-B3A4-41F1-AFA9-DA53B2BC6B3B}">
      <dgm:prSet/>
      <dgm:spPr/>
      <dgm:t>
        <a:bodyPr/>
        <a:lstStyle/>
        <a:p>
          <a:endParaRPr lang="en-GB"/>
        </a:p>
      </dgm:t>
    </dgm:pt>
    <dgm:pt modelId="{F3A298B1-F395-45EC-84B5-F62496C16E33}">
      <dgm:prSet custT="1"/>
      <dgm:spPr/>
      <dgm:t>
        <a:bodyPr anchor="ctr"/>
        <a:lstStyle/>
        <a:p>
          <a:pPr marL="274320">
            <a:spcAft>
              <a:spcPts val="600"/>
            </a:spcAft>
            <a:buNone/>
          </a:pPr>
          <a:r>
            <a:rPr lang="en-US" sz="1200" b="1"/>
            <a:t>Present</a:t>
          </a:r>
          <a:r>
            <a:rPr lang="en-US" sz="1200"/>
            <a:t> the independent auditor’s opinion on the fairness and accuracy of financial</a:t>
          </a:r>
          <a:endParaRPr lang="en-GB" sz="1200"/>
        </a:p>
      </dgm:t>
    </dgm:pt>
    <dgm:pt modelId="{84B325E9-A951-4D0D-B941-C82E0B08C300}" type="parTrans" cxnId="{0D612503-AB5F-418A-9E7C-7097CD2CC9A4}">
      <dgm:prSet/>
      <dgm:spPr/>
      <dgm:t>
        <a:bodyPr/>
        <a:lstStyle/>
        <a:p>
          <a:endParaRPr lang="en-GB"/>
        </a:p>
      </dgm:t>
    </dgm:pt>
    <dgm:pt modelId="{0DD8D049-4062-4AC7-BC37-3D8113873AC5}" type="sibTrans" cxnId="{0D612503-AB5F-418A-9E7C-7097CD2CC9A4}">
      <dgm:prSet/>
      <dgm:spPr/>
      <dgm:t>
        <a:bodyPr/>
        <a:lstStyle/>
        <a:p>
          <a:endParaRPr lang="en-GB"/>
        </a:p>
      </dgm:t>
    </dgm:pt>
    <dgm:pt modelId="{296F1285-C447-442F-B93C-EB1FB7894CE4}">
      <dgm:prSet custT="1"/>
      <dgm:spPr/>
      <dgm:t>
        <a:bodyPr anchor="ctr"/>
        <a:lstStyle/>
        <a:p>
          <a:pPr marL="274320">
            <a:spcAft>
              <a:spcPts val="600"/>
            </a:spcAft>
            <a:buNone/>
          </a:pPr>
          <a:r>
            <a:rPr lang="en-US" sz="1200" b="1"/>
            <a:t>Explain</a:t>
          </a:r>
          <a:r>
            <a:rPr lang="en-US" sz="1200"/>
            <a:t> management’s perspective on financial performance, strategic priorities and</a:t>
          </a:r>
          <a:endParaRPr lang="en-GB" sz="1200"/>
        </a:p>
      </dgm:t>
    </dgm:pt>
    <dgm:pt modelId="{6B399ED6-6817-4678-979E-D6798CDD23E2}" type="parTrans" cxnId="{95A941D2-44E3-4990-940F-B9ABD4289E46}">
      <dgm:prSet/>
      <dgm:spPr/>
      <dgm:t>
        <a:bodyPr/>
        <a:lstStyle/>
        <a:p>
          <a:endParaRPr lang="en-GB"/>
        </a:p>
      </dgm:t>
    </dgm:pt>
    <dgm:pt modelId="{EBA99A4B-247E-40E3-8EE3-89D2C65F788B}" type="sibTrans" cxnId="{95A941D2-44E3-4990-940F-B9ABD4289E46}">
      <dgm:prSet/>
      <dgm:spPr/>
      <dgm:t>
        <a:bodyPr/>
        <a:lstStyle/>
        <a:p>
          <a:endParaRPr lang="en-GB"/>
        </a:p>
      </dgm:t>
    </dgm:pt>
    <dgm:pt modelId="{A7CBD5A4-B60D-447C-9834-4285510877B0}">
      <dgm:prSet custT="1"/>
      <dgm:spPr/>
      <dgm:t>
        <a:bodyPr anchor="ctr"/>
        <a:lstStyle/>
        <a:p>
          <a:pPr marL="274320">
            <a:spcAft>
              <a:spcPts val="600"/>
            </a:spcAft>
            <a:buNone/>
          </a:pPr>
          <a:r>
            <a:rPr lang="en-US" sz="1200" b="1"/>
            <a:t>Disclose</a:t>
          </a:r>
          <a:r>
            <a:rPr lang="en-US" sz="1200"/>
            <a:t> governance framework, board composition and compliance with global</a:t>
          </a:r>
          <a:endParaRPr lang="en-GB" sz="1200"/>
        </a:p>
      </dgm:t>
    </dgm:pt>
    <dgm:pt modelId="{ED3C414A-309A-4852-841A-D8592CA0B163}" type="parTrans" cxnId="{E7E7343D-32C9-492F-9209-5F5225D48D10}">
      <dgm:prSet/>
      <dgm:spPr/>
      <dgm:t>
        <a:bodyPr/>
        <a:lstStyle/>
        <a:p>
          <a:endParaRPr lang="en-GB"/>
        </a:p>
      </dgm:t>
    </dgm:pt>
    <dgm:pt modelId="{D54CE9FB-3BFA-4273-BE2E-D78E2325E1C3}" type="sibTrans" cxnId="{E7E7343D-32C9-492F-9209-5F5225D48D10}">
      <dgm:prSet/>
      <dgm:spPr/>
      <dgm:t>
        <a:bodyPr/>
        <a:lstStyle/>
        <a:p>
          <a:endParaRPr lang="en-GB"/>
        </a:p>
      </dgm:t>
    </dgm:pt>
    <dgm:pt modelId="{A56AD550-D15B-453B-9148-751A2E5B1DF4}">
      <dgm:prSet custT="1"/>
      <dgm:spPr/>
      <dgm:t>
        <a:bodyPr anchor="ctr"/>
        <a:lstStyle/>
        <a:p>
          <a:pPr marL="274320">
            <a:spcAft>
              <a:spcPts val="600"/>
            </a:spcAft>
            <a:buNone/>
          </a:pPr>
          <a:r>
            <a:rPr lang="en-US" sz="1200" b="1"/>
            <a:t>Highlight</a:t>
          </a:r>
          <a:r>
            <a:rPr lang="en-US" sz="1200"/>
            <a:t> transactions with promoters, subsidiaries or affiliates to ensure transparency and</a:t>
          </a:r>
          <a:endParaRPr lang="en-GB" sz="1200"/>
        </a:p>
      </dgm:t>
    </dgm:pt>
    <dgm:pt modelId="{D7DE0655-7E22-405A-B2D5-577E3ABA51EC}" type="parTrans" cxnId="{1518B888-BD20-44B7-B082-6F1C1799A5EB}">
      <dgm:prSet/>
      <dgm:spPr/>
      <dgm:t>
        <a:bodyPr/>
        <a:lstStyle/>
        <a:p>
          <a:endParaRPr lang="en-GB"/>
        </a:p>
      </dgm:t>
    </dgm:pt>
    <dgm:pt modelId="{B989D2A5-BC0A-405D-BA8F-104A104A4B8E}" type="sibTrans" cxnId="{1518B888-BD20-44B7-B082-6F1C1799A5EB}">
      <dgm:prSet/>
      <dgm:spPr/>
      <dgm:t>
        <a:bodyPr/>
        <a:lstStyle/>
        <a:p>
          <a:endParaRPr lang="en-GB"/>
        </a:p>
      </dgm:t>
    </dgm:pt>
    <dgm:pt modelId="{FFB86BA6-FE22-4986-8932-A7232EB5752E}">
      <dgm:prSet custT="1"/>
      <dgm:spPr/>
      <dgm:t>
        <a:bodyPr anchor="ctr"/>
        <a:lstStyle/>
        <a:p>
          <a:pPr marL="274320">
            <a:spcAft>
              <a:spcPts val="600"/>
            </a:spcAft>
            <a:buNone/>
          </a:pPr>
          <a:r>
            <a:rPr lang="en-US" sz="1200" b="1"/>
            <a:t>Outline</a:t>
          </a:r>
          <a:r>
            <a:rPr lang="en-US" sz="1200"/>
            <a:t> systems and processes ensuring accuracy of financial reporting and prevention of</a:t>
          </a:r>
          <a:endParaRPr lang="en-GB" sz="1200"/>
        </a:p>
      </dgm:t>
    </dgm:pt>
    <dgm:pt modelId="{70ADE78D-8143-409E-B69B-0418CE1CFC6C}" type="parTrans" cxnId="{1994ABEE-3392-42E5-A543-685A38130E8A}">
      <dgm:prSet/>
      <dgm:spPr/>
      <dgm:t>
        <a:bodyPr/>
        <a:lstStyle/>
        <a:p>
          <a:endParaRPr lang="en-GB"/>
        </a:p>
      </dgm:t>
    </dgm:pt>
    <dgm:pt modelId="{28A2C433-76E4-4370-816F-98795582C576}" type="sibTrans" cxnId="{1994ABEE-3392-42E5-A543-685A38130E8A}">
      <dgm:prSet/>
      <dgm:spPr/>
      <dgm:t>
        <a:bodyPr/>
        <a:lstStyle/>
        <a:p>
          <a:endParaRPr lang="en-GB"/>
        </a:p>
      </dgm:t>
    </dgm:pt>
    <dgm:pt modelId="{0FE24F1E-B3C4-4B8F-BF5F-C06EA05AAFB0}">
      <dgm:prSet custT="1"/>
      <dgm:spPr/>
      <dgm:t>
        <a:bodyPr anchor="ctr"/>
        <a:lstStyle/>
        <a:p>
          <a:pPr marL="274320">
            <a:spcAft>
              <a:spcPts val="600"/>
            </a:spcAft>
            <a:buNone/>
          </a:pPr>
          <a:r>
            <a:rPr lang="en-US" sz="1200" b="1"/>
            <a:t>Disclose</a:t>
          </a:r>
          <a:r>
            <a:rPr lang="en-US" sz="1200"/>
            <a:t> ownership structure, including promoter and public shareholdings to enhance</a:t>
          </a:r>
          <a:endParaRPr lang="en-GB" sz="1200"/>
        </a:p>
      </dgm:t>
    </dgm:pt>
    <dgm:pt modelId="{D8DDA5DC-27F7-4695-BAFB-B6873E25B9F2}" type="parTrans" cxnId="{51303557-E234-4F6D-9234-7E9185389AD3}">
      <dgm:prSet/>
      <dgm:spPr/>
      <dgm:t>
        <a:bodyPr/>
        <a:lstStyle/>
        <a:p>
          <a:endParaRPr lang="en-GB"/>
        </a:p>
      </dgm:t>
    </dgm:pt>
    <dgm:pt modelId="{131BD85E-B0B1-4C8C-8DBE-11144D5C6E22}" type="sibTrans" cxnId="{51303557-E234-4F6D-9234-7E9185389AD3}">
      <dgm:prSet/>
      <dgm:spPr/>
      <dgm:t>
        <a:bodyPr/>
        <a:lstStyle/>
        <a:p>
          <a:endParaRPr lang="en-GB"/>
        </a:p>
      </dgm:t>
    </dgm:pt>
    <dgm:pt modelId="{63B47CDA-0104-4970-AED8-56719F469FDB}">
      <dgm:prSet custT="1"/>
      <dgm:spPr/>
      <dgm:t>
        <a:bodyPr anchor="ctr"/>
        <a:lstStyle/>
        <a:p>
          <a:pPr marL="274320">
            <a:spcAft>
              <a:spcPts val="600"/>
            </a:spcAft>
            <a:buNone/>
          </a:pPr>
          <a:r>
            <a:rPr lang="en-US" sz="1200" b="1"/>
            <a:t>Report</a:t>
          </a:r>
          <a:r>
            <a:rPr lang="en-US" sz="1200"/>
            <a:t> significant corporate developments or risks that could impact stakeholders’</a:t>
          </a:r>
          <a:endParaRPr lang="en-GB" sz="1200"/>
        </a:p>
      </dgm:t>
    </dgm:pt>
    <dgm:pt modelId="{CB88AD61-B50F-4767-8434-704BF80AB9F9}" type="parTrans" cxnId="{D0C94E06-E2A8-4D3F-8390-F9623390B26B}">
      <dgm:prSet/>
      <dgm:spPr/>
      <dgm:t>
        <a:bodyPr/>
        <a:lstStyle/>
        <a:p>
          <a:endParaRPr lang="en-GB"/>
        </a:p>
      </dgm:t>
    </dgm:pt>
    <dgm:pt modelId="{C576A817-31C6-4F3D-A596-A4ED8D4E136A}" type="sibTrans" cxnId="{D0C94E06-E2A8-4D3F-8390-F9623390B26B}">
      <dgm:prSet/>
      <dgm:spPr/>
      <dgm:t>
        <a:bodyPr/>
        <a:lstStyle/>
        <a:p>
          <a:endParaRPr lang="en-GB"/>
        </a:p>
      </dgm:t>
    </dgm:pt>
    <dgm:pt modelId="{79CD02C4-CB10-4E0E-827E-7C572473A75F}">
      <dgm:prSet custT="1"/>
      <dgm:spPr/>
      <dgm:t>
        <a:bodyPr anchor="ctr"/>
        <a:lstStyle/>
        <a:p>
          <a:pPr marL="274320">
            <a:spcAft>
              <a:spcPts val="600"/>
            </a:spcAft>
            <a:buNone/>
          </a:pPr>
          <a:r>
            <a:rPr lang="en-US" sz="1200" b="1"/>
            <a:t>Provide</a:t>
          </a:r>
          <a:r>
            <a:rPr lang="en-US" sz="1200"/>
            <a:t> environmental, social and governance performance aligned with frameworks like</a:t>
          </a:r>
          <a:endParaRPr lang="en-GB" sz="1200"/>
        </a:p>
      </dgm:t>
    </dgm:pt>
    <dgm:pt modelId="{F8227C16-13B5-4CD1-83B8-7B138CDD1E30}" type="parTrans" cxnId="{2697935E-51B6-4A39-9D54-15676CD44F85}">
      <dgm:prSet/>
      <dgm:spPr/>
      <dgm:t>
        <a:bodyPr/>
        <a:lstStyle/>
        <a:p>
          <a:endParaRPr lang="en-GB"/>
        </a:p>
      </dgm:t>
    </dgm:pt>
    <dgm:pt modelId="{6F577F17-BDA6-4C42-93C4-3BC394614212}" type="sibTrans" cxnId="{2697935E-51B6-4A39-9D54-15676CD44F85}">
      <dgm:prSet/>
      <dgm:spPr/>
      <dgm:t>
        <a:bodyPr/>
        <a:lstStyle/>
        <a:p>
          <a:endParaRPr lang="en-GB"/>
        </a:p>
      </dgm:t>
    </dgm:pt>
    <dgm:pt modelId="{A8713C4A-44F4-4962-96B3-64F353D5EA3B}">
      <dgm:prSet custT="1"/>
      <dgm:spPr/>
      <dgm:t>
        <a:bodyPr anchor="ctr"/>
        <a:lstStyle/>
        <a:p>
          <a:pPr marL="274320">
            <a:spcAft>
              <a:spcPts val="600"/>
            </a:spcAft>
            <a:buNone/>
          </a:pPr>
          <a:r>
            <a:rPr lang="en-US" sz="1200" b="1"/>
            <a:t>Identify</a:t>
          </a:r>
          <a:r>
            <a:rPr lang="en-US" sz="1200"/>
            <a:t> key operational, financial and market risks with mitigation strategies to help</a:t>
          </a:r>
          <a:endParaRPr lang="en-GB" sz="1200"/>
        </a:p>
      </dgm:t>
    </dgm:pt>
    <dgm:pt modelId="{51046669-B523-4A2D-B935-B00433EE0C57}" type="parTrans" cxnId="{836129AC-926A-447C-8AFD-C7A505058404}">
      <dgm:prSet/>
      <dgm:spPr/>
      <dgm:t>
        <a:bodyPr/>
        <a:lstStyle/>
        <a:p>
          <a:endParaRPr lang="en-GB"/>
        </a:p>
      </dgm:t>
    </dgm:pt>
    <dgm:pt modelId="{2152EF35-82A9-4EB9-9FA4-9A07C54D0E9F}" type="sibTrans" cxnId="{836129AC-926A-447C-8AFD-C7A505058404}">
      <dgm:prSet/>
      <dgm:spPr/>
      <dgm:t>
        <a:bodyPr/>
        <a:lstStyle/>
        <a:p>
          <a:endParaRPr lang="en-GB"/>
        </a:p>
      </dgm:t>
    </dgm:pt>
    <dgm:pt modelId="{2088E176-574C-4005-B857-F5CA797C97E5}">
      <dgm:prSet custT="1"/>
      <dgm:spPr/>
      <dgm:t>
        <a:bodyPr anchor="ctr"/>
        <a:lstStyle/>
        <a:p>
          <a:pPr marL="274320">
            <a:spcAft>
              <a:spcPts val="600"/>
            </a:spcAft>
            <a:buNone/>
          </a:pPr>
          <a:r>
            <a:rPr lang="en-US" sz="1200"/>
            <a:t>cash flows in line with global accounting standards (IFRS/US GAAP).</a:t>
          </a:r>
          <a:endParaRPr lang="en-GB" sz="1200"/>
        </a:p>
      </dgm:t>
    </dgm:pt>
    <dgm:pt modelId="{E22C7AF1-74E2-4532-881E-A3E93AEE2359}" type="parTrans" cxnId="{FBCBEE06-2C73-4785-AB65-A655DDAFD16F}">
      <dgm:prSet/>
      <dgm:spPr/>
      <dgm:t>
        <a:bodyPr/>
        <a:lstStyle/>
        <a:p>
          <a:endParaRPr lang="en-GB"/>
        </a:p>
      </dgm:t>
    </dgm:pt>
    <dgm:pt modelId="{7B1311C5-368E-4739-A2F4-1891AE048C22}" type="sibTrans" cxnId="{FBCBEE06-2C73-4785-AB65-A655DDAFD16F}">
      <dgm:prSet/>
      <dgm:spPr/>
      <dgm:t>
        <a:bodyPr/>
        <a:lstStyle/>
        <a:p>
          <a:endParaRPr lang="en-GB"/>
        </a:p>
      </dgm:t>
    </dgm:pt>
    <dgm:pt modelId="{F1C3B555-AA96-4F67-B75D-D61F628BFF3A}">
      <dgm:prSet custT="1"/>
      <dgm:spPr/>
      <dgm:t>
        <a:bodyPr anchor="ctr"/>
        <a:lstStyle/>
        <a:p>
          <a:pPr marL="274320">
            <a:spcAft>
              <a:spcPts val="600"/>
            </a:spcAft>
            <a:buNone/>
          </a:pPr>
          <a:r>
            <a:rPr lang="en-US" sz="1200"/>
            <a:t>inform regulators, investors and public at large</a:t>
          </a:r>
          <a:endParaRPr lang="en-GB" sz="1200"/>
        </a:p>
      </dgm:t>
    </dgm:pt>
    <dgm:pt modelId="{85FBF812-481E-4DEB-927A-5FA45F1B84C5}" type="parTrans" cxnId="{7B5A4F47-7997-452C-8E74-A103E7DAEDCB}">
      <dgm:prSet/>
      <dgm:spPr/>
      <dgm:t>
        <a:bodyPr/>
        <a:lstStyle/>
        <a:p>
          <a:endParaRPr lang="en-GB"/>
        </a:p>
      </dgm:t>
    </dgm:pt>
    <dgm:pt modelId="{B78F9B12-F482-4096-A89D-F4E1DF7CA26A}" type="sibTrans" cxnId="{7B5A4F47-7997-452C-8E74-A103E7DAEDCB}">
      <dgm:prSet/>
      <dgm:spPr/>
      <dgm:t>
        <a:bodyPr/>
        <a:lstStyle/>
        <a:p>
          <a:endParaRPr lang="en-GB"/>
        </a:p>
      </dgm:t>
    </dgm:pt>
    <dgm:pt modelId="{EB7E1449-542F-4E5E-8A8F-143528E4F3FA}">
      <dgm:prSet custT="1"/>
      <dgm:spPr/>
      <dgm:t>
        <a:bodyPr anchor="ctr"/>
        <a:lstStyle/>
        <a:p>
          <a:pPr marL="274320">
            <a:spcAft>
              <a:spcPts val="600"/>
            </a:spcAft>
            <a:buNone/>
          </a:pPr>
          <a:r>
            <a:rPr lang="en-US" sz="1200"/>
            <a:t>statements, ensuring credibility and transparency.</a:t>
          </a:r>
          <a:endParaRPr lang="en-GB" sz="1200"/>
        </a:p>
      </dgm:t>
    </dgm:pt>
    <dgm:pt modelId="{68C4AF18-B69D-4126-8E3D-F51D34301AD5}" type="parTrans" cxnId="{70EF8DBD-EB1F-49B9-8DF9-10F6AA81DE74}">
      <dgm:prSet/>
      <dgm:spPr/>
      <dgm:t>
        <a:bodyPr/>
        <a:lstStyle/>
        <a:p>
          <a:endParaRPr lang="en-GB"/>
        </a:p>
      </dgm:t>
    </dgm:pt>
    <dgm:pt modelId="{FB1FBC4E-54F1-4126-8991-E4FBCA351B82}" type="sibTrans" cxnId="{70EF8DBD-EB1F-49B9-8DF9-10F6AA81DE74}">
      <dgm:prSet/>
      <dgm:spPr/>
      <dgm:t>
        <a:bodyPr/>
        <a:lstStyle/>
        <a:p>
          <a:endParaRPr lang="en-GB"/>
        </a:p>
      </dgm:t>
    </dgm:pt>
    <dgm:pt modelId="{F938182A-997F-4766-B9F0-679F0F9B15A0}">
      <dgm:prSet custT="1"/>
      <dgm:spPr/>
      <dgm:t>
        <a:bodyPr anchor="ctr"/>
        <a:lstStyle/>
        <a:p>
          <a:pPr marL="274320">
            <a:spcAft>
              <a:spcPts val="600"/>
            </a:spcAft>
            <a:buNone/>
          </a:pPr>
          <a:r>
            <a:rPr lang="en-US" sz="1200"/>
            <a:t>future outlook.</a:t>
          </a:r>
          <a:endParaRPr lang="en-GB" sz="1200"/>
        </a:p>
      </dgm:t>
    </dgm:pt>
    <dgm:pt modelId="{4488441B-CDA3-412B-982E-F7C5FDAA5803}" type="parTrans" cxnId="{6F8075AB-CB65-4881-8C03-90D46D285F02}">
      <dgm:prSet/>
      <dgm:spPr/>
      <dgm:t>
        <a:bodyPr/>
        <a:lstStyle/>
        <a:p>
          <a:endParaRPr lang="en-GB"/>
        </a:p>
      </dgm:t>
    </dgm:pt>
    <dgm:pt modelId="{B5B981D6-7A90-4173-93D8-004B5580B744}" type="sibTrans" cxnId="{6F8075AB-CB65-4881-8C03-90D46D285F02}">
      <dgm:prSet/>
      <dgm:spPr/>
      <dgm:t>
        <a:bodyPr/>
        <a:lstStyle/>
        <a:p>
          <a:endParaRPr lang="en-GB"/>
        </a:p>
      </dgm:t>
    </dgm:pt>
    <dgm:pt modelId="{1CA25C14-4319-4C45-8AF2-B84D83944FCC}">
      <dgm:prSet custT="1"/>
      <dgm:spPr/>
      <dgm:t>
        <a:bodyPr anchor="ctr"/>
        <a:lstStyle/>
        <a:p>
          <a:pPr marL="274320">
            <a:spcAft>
              <a:spcPts val="600"/>
            </a:spcAft>
            <a:buNone/>
          </a:pPr>
          <a:r>
            <a:rPr lang="en-US" sz="1200"/>
            <a:t>governance principles (OECD/UK Code).</a:t>
          </a:r>
          <a:endParaRPr lang="en-GB" sz="1200"/>
        </a:p>
      </dgm:t>
    </dgm:pt>
    <dgm:pt modelId="{703E7FA2-FD1F-4069-AB5C-44CA389C381F}" type="parTrans" cxnId="{AADC15EE-4833-4431-9FBB-63C743B820B4}">
      <dgm:prSet/>
      <dgm:spPr/>
      <dgm:t>
        <a:bodyPr/>
        <a:lstStyle/>
        <a:p>
          <a:endParaRPr lang="en-GB"/>
        </a:p>
      </dgm:t>
    </dgm:pt>
    <dgm:pt modelId="{A54F702E-B105-4A4A-B44B-BAE356A65642}" type="sibTrans" cxnId="{AADC15EE-4833-4431-9FBB-63C743B820B4}">
      <dgm:prSet/>
      <dgm:spPr/>
      <dgm:t>
        <a:bodyPr/>
        <a:lstStyle/>
        <a:p>
          <a:endParaRPr lang="en-GB"/>
        </a:p>
      </dgm:t>
    </dgm:pt>
    <dgm:pt modelId="{266A6102-3A41-4416-8A4D-2B216BF7E247}">
      <dgm:prSet custT="1"/>
      <dgm:spPr/>
      <dgm:t>
        <a:bodyPr anchor="ctr"/>
        <a:lstStyle/>
        <a:p>
          <a:pPr marL="274320">
            <a:spcAft>
              <a:spcPts val="600"/>
            </a:spcAft>
            <a:buNone/>
          </a:pPr>
          <a:r>
            <a:rPr lang="en-US" sz="1200"/>
            <a:t>prevent conflicts of interest.</a:t>
          </a:r>
          <a:endParaRPr lang="en-GB" sz="1200"/>
        </a:p>
      </dgm:t>
    </dgm:pt>
    <dgm:pt modelId="{038A199F-C837-421F-9E89-9E399CBD3DC8}" type="parTrans" cxnId="{F27FAD87-1B63-43A7-876D-02106A11C496}">
      <dgm:prSet/>
      <dgm:spPr/>
      <dgm:t>
        <a:bodyPr/>
        <a:lstStyle/>
        <a:p>
          <a:endParaRPr lang="en-GB"/>
        </a:p>
      </dgm:t>
    </dgm:pt>
    <dgm:pt modelId="{1F6C4F24-952F-4796-8DE2-4E06AB5E333C}" type="sibTrans" cxnId="{F27FAD87-1B63-43A7-876D-02106A11C496}">
      <dgm:prSet/>
      <dgm:spPr/>
      <dgm:t>
        <a:bodyPr/>
        <a:lstStyle/>
        <a:p>
          <a:endParaRPr lang="en-GB"/>
        </a:p>
      </dgm:t>
    </dgm:pt>
    <dgm:pt modelId="{D6EB5BCE-033A-460B-A346-1C5EC40EDCFA}">
      <dgm:prSet custT="1"/>
      <dgm:spPr/>
      <dgm:t>
        <a:bodyPr anchor="ctr"/>
        <a:lstStyle/>
        <a:p>
          <a:pPr marL="274320">
            <a:spcAft>
              <a:spcPts val="600"/>
            </a:spcAft>
            <a:buNone/>
          </a:pPr>
          <a:r>
            <a:rPr lang="en-US" sz="1200"/>
            <a:t>fraud or misstatement.</a:t>
          </a:r>
          <a:endParaRPr lang="en-GB" sz="1200"/>
        </a:p>
      </dgm:t>
    </dgm:pt>
    <dgm:pt modelId="{F78B3707-D48B-461F-A782-29E9F7996EB3}" type="parTrans" cxnId="{FE3D5B5E-C3B8-4071-958B-FD0CB8F57E00}">
      <dgm:prSet/>
      <dgm:spPr/>
      <dgm:t>
        <a:bodyPr/>
        <a:lstStyle/>
        <a:p>
          <a:endParaRPr lang="en-GB"/>
        </a:p>
      </dgm:t>
    </dgm:pt>
    <dgm:pt modelId="{F561FCE2-0345-4886-85B7-BD19054BA8C5}" type="sibTrans" cxnId="{FE3D5B5E-C3B8-4071-958B-FD0CB8F57E00}">
      <dgm:prSet/>
      <dgm:spPr/>
      <dgm:t>
        <a:bodyPr/>
        <a:lstStyle/>
        <a:p>
          <a:endParaRPr lang="en-GB"/>
        </a:p>
      </dgm:t>
    </dgm:pt>
    <dgm:pt modelId="{F4353B76-F0C7-4F2F-883A-CF40D3141757}">
      <dgm:prSet custT="1"/>
      <dgm:spPr/>
      <dgm:t>
        <a:bodyPr anchor="ctr"/>
        <a:lstStyle/>
        <a:p>
          <a:pPr marL="274320">
            <a:spcAft>
              <a:spcPts val="600"/>
            </a:spcAft>
            <a:buNone/>
          </a:pPr>
          <a:r>
            <a:rPr lang="en-US" sz="1200"/>
            <a:t>investor confidence and accountability.</a:t>
          </a:r>
          <a:endParaRPr lang="en-GB" sz="1200"/>
        </a:p>
      </dgm:t>
    </dgm:pt>
    <dgm:pt modelId="{612CD924-AC51-49C2-9C4F-54CC789648DD}" type="parTrans" cxnId="{FA08B051-D848-4857-B2DD-66AA968EE104}">
      <dgm:prSet/>
      <dgm:spPr/>
      <dgm:t>
        <a:bodyPr/>
        <a:lstStyle/>
        <a:p>
          <a:endParaRPr lang="en-GB"/>
        </a:p>
      </dgm:t>
    </dgm:pt>
    <dgm:pt modelId="{4458D247-3885-4A6E-8B59-515925C28BBE}" type="sibTrans" cxnId="{FA08B051-D848-4857-B2DD-66AA968EE104}">
      <dgm:prSet/>
      <dgm:spPr/>
      <dgm:t>
        <a:bodyPr/>
        <a:lstStyle/>
        <a:p>
          <a:endParaRPr lang="en-GB"/>
        </a:p>
      </dgm:t>
    </dgm:pt>
    <dgm:pt modelId="{3D5C57C8-9778-4C72-922D-CC8D045FE2D5}">
      <dgm:prSet custT="1"/>
      <dgm:spPr/>
      <dgm:t>
        <a:bodyPr anchor="ctr"/>
        <a:lstStyle/>
        <a:p>
          <a:pPr marL="274320">
            <a:spcAft>
              <a:spcPts val="600"/>
            </a:spcAft>
            <a:buNone/>
          </a:pPr>
          <a:r>
            <a:rPr lang="en-US" sz="1200"/>
            <a:t>decisions as per global listing norms.</a:t>
          </a:r>
          <a:endParaRPr lang="en-GB" sz="1200"/>
        </a:p>
      </dgm:t>
    </dgm:pt>
    <dgm:pt modelId="{3BAADDBE-AE27-47E6-95ED-E08AB572D08B}" type="parTrans" cxnId="{ADD01B58-8850-45AA-A73B-7A2FD730666E}">
      <dgm:prSet/>
      <dgm:spPr/>
      <dgm:t>
        <a:bodyPr/>
        <a:lstStyle/>
        <a:p>
          <a:endParaRPr lang="en-GB"/>
        </a:p>
      </dgm:t>
    </dgm:pt>
    <dgm:pt modelId="{D1A8FFCB-62BC-4F03-8C7E-BE6DA838DFC4}" type="sibTrans" cxnId="{ADD01B58-8850-45AA-A73B-7A2FD730666E}">
      <dgm:prSet/>
      <dgm:spPr/>
      <dgm:t>
        <a:bodyPr/>
        <a:lstStyle/>
        <a:p>
          <a:endParaRPr lang="en-GB"/>
        </a:p>
      </dgm:t>
    </dgm:pt>
    <dgm:pt modelId="{F312E779-C985-4D37-A6D2-E50BB63198D6}">
      <dgm:prSet custT="1"/>
      <dgm:spPr/>
      <dgm:t>
        <a:bodyPr anchor="ctr"/>
        <a:lstStyle/>
        <a:p>
          <a:pPr marL="274320">
            <a:spcAft>
              <a:spcPts val="600"/>
            </a:spcAft>
            <a:buNone/>
          </a:pPr>
          <a:r>
            <a:rPr lang="en-US" sz="1200"/>
            <a:t>GRI, SASB or TCFD.</a:t>
          </a:r>
          <a:endParaRPr lang="en-GB" sz="1200"/>
        </a:p>
      </dgm:t>
    </dgm:pt>
    <dgm:pt modelId="{33D6FE1D-ADE1-4ED3-A227-11A3C4AEC28B}" type="parTrans" cxnId="{3E70F40B-A53E-43D2-9C89-A0C61BA17E0F}">
      <dgm:prSet/>
      <dgm:spPr/>
      <dgm:t>
        <a:bodyPr/>
        <a:lstStyle/>
        <a:p>
          <a:endParaRPr lang="en-GB"/>
        </a:p>
      </dgm:t>
    </dgm:pt>
    <dgm:pt modelId="{AB4316EF-2AE1-491F-A9CB-B9AF718B41E3}" type="sibTrans" cxnId="{3E70F40B-A53E-43D2-9C89-A0C61BA17E0F}">
      <dgm:prSet/>
      <dgm:spPr/>
      <dgm:t>
        <a:bodyPr/>
        <a:lstStyle/>
        <a:p>
          <a:endParaRPr lang="en-GB"/>
        </a:p>
      </dgm:t>
    </dgm:pt>
    <dgm:pt modelId="{1BD854F6-1808-43E9-9CD6-B8ECEAD3C115}">
      <dgm:prSet custT="1"/>
      <dgm:spPr/>
      <dgm:t>
        <a:bodyPr anchor="ctr"/>
        <a:lstStyle/>
        <a:p>
          <a:pPr marL="274320">
            <a:spcAft>
              <a:spcPts val="600"/>
            </a:spcAft>
            <a:buNone/>
          </a:pPr>
          <a:r>
            <a:rPr lang="en-US" sz="1200"/>
            <a:t>investors assess exposure.</a:t>
          </a:r>
          <a:endParaRPr lang="en-GB" sz="1200"/>
        </a:p>
      </dgm:t>
    </dgm:pt>
    <dgm:pt modelId="{352DB873-11A9-4A8F-8E8D-2767D8A00740}" type="parTrans" cxnId="{C13475D6-7A90-4021-AD8C-0B025D777CD8}">
      <dgm:prSet/>
      <dgm:spPr/>
      <dgm:t>
        <a:bodyPr/>
        <a:lstStyle/>
        <a:p>
          <a:endParaRPr lang="en-GB"/>
        </a:p>
      </dgm:t>
    </dgm:pt>
    <dgm:pt modelId="{B4F09970-4FB5-4092-B1C0-5370CBADE726}" type="sibTrans" cxnId="{C13475D6-7A90-4021-AD8C-0B025D777CD8}">
      <dgm:prSet/>
      <dgm:spPr/>
      <dgm:t>
        <a:bodyPr/>
        <a:lstStyle/>
        <a:p>
          <a:endParaRPr lang="en-GB"/>
        </a:p>
      </dgm:t>
    </dgm:pt>
    <dgm:pt modelId="{B5CC8A18-7200-4A76-8493-BD25B02D2926}" type="pres">
      <dgm:prSet presAssocID="{DC44CF62-FC3D-478A-8A4E-C89FC4B47AC1}" presName="Name0" presStyleCnt="0">
        <dgm:presLayoutVars>
          <dgm:dir/>
          <dgm:animLvl val="lvl"/>
          <dgm:resizeHandles/>
        </dgm:presLayoutVars>
      </dgm:prSet>
      <dgm:spPr/>
    </dgm:pt>
    <dgm:pt modelId="{D22133A4-2CD6-496F-8C30-7EF7181E1A70}" type="pres">
      <dgm:prSet presAssocID="{3A324A4C-1A99-43C5-A7DC-57F8E29F1067}" presName="linNode" presStyleCnt="0"/>
      <dgm:spPr/>
    </dgm:pt>
    <dgm:pt modelId="{7C1166B1-D45B-4941-9907-2867948BC234}" type="pres">
      <dgm:prSet presAssocID="{3A324A4C-1A99-43C5-A7DC-57F8E29F1067}" presName="parentShp" presStyleLbl="node1" presStyleIdx="0" presStyleCnt="11" custScaleX="68302">
        <dgm:presLayoutVars>
          <dgm:bulletEnabled val="1"/>
        </dgm:presLayoutVars>
      </dgm:prSet>
      <dgm:spPr>
        <a:prstGeom prst="round2SameRect">
          <a:avLst/>
        </a:prstGeom>
      </dgm:spPr>
    </dgm:pt>
    <dgm:pt modelId="{3EDE6287-7F25-4406-8BFA-EE837F25C99A}" type="pres">
      <dgm:prSet presAssocID="{3A324A4C-1A99-43C5-A7DC-57F8E29F1067}" presName="childShp" presStyleLbl="bgAccFollowNode1" presStyleIdx="0" presStyleCnt="11">
        <dgm:presLayoutVars>
          <dgm:bulletEnabled val="1"/>
        </dgm:presLayoutVars>
      </dgm:prSet>
      <dgm:spPr>
        <a:prstGeom prst="flowChartProcess">
          <a:avLst/>
        </a:prstGeom>
      </dgm:spPr>
    </dgm:pt>
    <dgm:pt modelId="{23C8A936-2ED6-4708-9FE2-52FC8B773905}" type="pres">
      <dgm:prSet presAssocID="{00B2A1D3-1F67-461A-968E-8CC4F3737B78}" presName="spacing" presStyleCnt="0"/>
      <dgm:spPr/>
    </dgm:pt>
    <dgm:pt modelId="{1DEEA4CF-09DB-4D45-93C5-B8DB62F67750}" type="pres">
      <dgm:prSet presAssocID="{4A30AE6F-FC9F-47BF-B8BC-BF590F91E3AE}" presName="linNode" presStyleCnt="0"/>
      <dgm:spPr/>
    </dgm:pt>
    <dgm:pt modelId="{0777824E-BFEA-4DC0-BF91-191072C7349A}" type="pres">
      <dgm:prSet presAssocID="{4A30AE6F-FC9F-47BF-B8BC-BF590F91E3AE}" presName="parentShp" presStyleLbl="node1" presStyleIdx="1" presStyleCnt="11" custScaleX="68302">
        <dgm:presLayoutVars>
          <dgm:bulletEnabled val="1"/>
        </dgm:presLayoutVars>
      </dgm:prSet>
      <dgm:spPr>
        <a:prstGeom prst="round2SameRect">
          <a:avLst/>
        </a:prstGeom>
      </dgm:spPr>
    </dgm:pt>
    <dgm:pt modelId="{8AF5C267-8975-4E1E-99B0-C1DAB434296E}" type="pres">
      <dgm:prSet presAssocID="{4A30AE6F-FC9F-47BF-B8BC-BF590F91E3AE}" presName="childShp" presStyleLbl="bgAccFollowNode1" presStyleIdx="1" presStyleCnt="11">
        <dgm:presLayoutVars>
          <dgm:bulletEnabled val="1"/>
        </dgm:presLayoutVars>
      </dgm:prSet>
      <dgm:spPr>
        <a:prstGeom prst="flowChartProcess">
          <a:avLst/>
        </a:prstGeom>
      </dgm:spPr>
    </dgm:pt>
    <dgm:pt modelId="{64B4D828-3169-4CE3-BFC1-509A7CAD0080}" type="pres">
      <dgm:prSet presAssocID="{F6661310-96A1-4000-971C-DC48244F131D}" presName="spacing" presStyleCnt="0"/>
      <dgm:spPr/>
    </dgm:pt>
    <dgm:pt modelId="{470A9020-1D55-40BC-80B4-8590DF1DE9E7}" type="pres">
      <dgm:prSet presAssocID="{B8F1514F-5FE0-4C2E-92C1-DF51FF5F7255}" presName="linNode" presStyleCnt="0"/>
      <dgm:spPr/>
    </dgm:pt>
    <dgm:pt modelId="{167AF3FD-54BD-4A95-A1E9-CC4E4892825A}" type="pres">
      <dgm:prSet presAssocID="{B8F1514F-5FE0-4C2E-92C1-DF51FF5F7255}" presName="parentShp" presStyleLbl="node1" presStyleIdx="2" presStyleCnt="11" custScaleX="68302">
        <dgm:presLayoutVars>
          <dgm:bulletEnabled val="1"/>
        </dgm:presLayoutVars>
      </dgm:prSet>
      <dgm:spPr>
        <a:prstGeom prst="round2SameRect">
          <a:avLst/>
        </a:prstGeom>
      </dgm:spPr>
    </dgm:pt>
    <dgm:pt modelId="{A23C5FCD-1E9C-4F9A-95D4-33FA7DEA5ED8}" type="pres">
      <dgm:prSet presAssocID="{B8F1514F-5FE0-4C2E-92C1-DF51FF5F7255}" presName="childShp" presStyleLbl="bgAccFollowNode1" presStyleIdx="2" presStyleCnt="11">
        <dgm:presLayoutVars>
          <dgm:bulletEnabled val="1"/>
        </dgm:presLayoutVars>
      </dgm:prSet>
      <dgm:spPr>
        <a:prstGeom prst="flowChartProcess">
          <a:avLst/>
        </a:prstGeom>
      </dgm:spPr>
    </dgm:pt>
    <dgm:pt modelId="{863E8464-C667-454A-8806-2B46DB6A8A8F}" type="pres">
      <dgm:prSet presAssocID="{C5E8ED94-0DAA-4F99-B737-7AB8632907B0}" presName="spacing" presStyleCnt="0"/>
      <dgm:spPr/>
    </dgm:pt>
    <dgm:pt modelId="{52E98AD6-1FEA-4725-BED8-D90F520EC9A4}" type="pres">
      <dgm:prSet presAssocID="{DF8221B5-C9C2-4529-BFD2-86B6E775B148}" presName="linNode" presStyleCnt="0"/>
      <dgm:spPr/>
    </dgm:pt>
    <dgm:pt modelId="{AA16D711-04C2-4042-9283-AE1E13E4CB3F}" type="pres">
      <dgm:prSet presAssocID="{DF8221B5-C9C2-4529-BFD2-86B6E775B148}" presName="parentShp" presStyleLbl="node1" presStyleIdx="3" presStyleCnt="11" custScaleX="68302">
        <dgm:presLayoutVars>
          <dgm:bulletEnabled val="1"/>
        </dgm:presLayoutVars>
      </dgm:prSet>
      <dgm:spPr>
        <a:prstGeom prst="round2SameRect">
          <a:avLst/>
        </a:prstGeom>
      </dgm:spPr>
    </dgm:pt>
    <dgm:pt modelId="{890E4190-3DDA-4DFF-B949-9AF22E6AAB20}" type="pres">
      <dgm:prSet presAssocID="{DF8221B5-C9C2-4529-BFD2-86B6E775B148}" presName="childShp" presStyleLbl="bgAccFollowNode1" presStyleIdx="3" presStyleCnt="11">
        <dgm:presLayoutVars>
          <dgm:bulletEnabled val="1"/>
        </dgm:presLayoutVars>
      </dgm:prSet>
      <dgm:spPr>
        <a:prstGeom prst="flowChartProcess">
          <a:avLst/>
        </a:prstGeom>
      </dgm:spPr>
    </dgm:pt>
    <dgm:pt modelId="{57D67757-E6B7-4536-9CE3-FD10287BEDF3}" type="pres">
      <dgm:prSet presAssocID="{AD60BD71-4096-4C87-9DF5-503063F5A09A}" presName="spacing" presStyleCnt="0"/>
      <dgm:spPr/>
    </dgm:pt>
    <dgm:pt modelId="{4931CD68-3AE6-4A94-BF0F-661E19DA3218}" type="pres">
      <dgm:prSet presAssocID="{5C2D76FE-99DD-464D-88A0-8A999F21E9B9}" presName="linNode" presStyleCnt="0"/>
      <dgm:spPr/>
    </dgm:pt>
    <dgm:pt modelId="{B39EEB6B-6ED4-41E4-A4F0-BBCDD704E85A}" type="pres">
      <dgm:prSet presAssocID="{5C2D76FE-99DD-464D-88A0-8A999F21E9B9}" presName="parentShp" presStyleLbl="node1" presStyleIdx="4" presStyleCnt="11" custScaleX="68302">
        <dgm:presLayoutVars>
          <dgm:bulletEnabled val="1"/>
        </dgm:presLayoutVars>
      </dgm:prSet>
      <dgm:spPr>
        <a:prstGeom prst="round2SameRect">
          <a:avLst/>
        </a:prstGeom>
      </dgm:spPr>
    </dgm:pt>
    <dgm:pt modelId="{494805D8-26D3-4F7C-A8EB-A38EAD33499E}" type="pres">
      <dgm:prSet presAssocID="{5C2D76FE-99DD-464D-88A0-8A999F21E9B9}" presName="childShp" presStyleLbl="bgAccFollowNode1" presStyleIdx="4" presStyleCnt="11">
        <dgm:presLayoutVars>
          <dgm:bulletEnabled val="1"/>
        </dgm:presLayoutVars>
      </dgm:prSet>
      <dgm:spPr>
        <a:prstGeom prst="flowChartProcess">
          <a:avLst/>
        </a:prstGeom>
      </dgm:spPr>
    </dgm:pt>
    <dgm:pt modelId="{039DA8F2-4B9F-4EC5-9FEE-6D3B4453DFE3}" type="pres">
      <dgm:prSet presAssocID="{7B5EACEC-BAC9-4E57-AB2C-DC277DDCD12D}" presName="spacing" presStyleCnt="0"/>
      <dgm:spPr/>
    </dgm:pt>
    <dgm:pt modelId="{C2F8BC43-71AC-4A37-82DE-23D35D9324E0}" type="pres">
      <dgm:prSet presAssocID="{7F4BA020-29F9-45DC-9A7C-01AE98F850C3}" presName="linNode" presStyleCnt="0"/>
      <dgm:spPr/>
    </dgm:pt>
    <dgm:pt modelId="{B8FD0CE4-994A-40CB-998C-F75A48BBFBCA}" type="pres">
      <dgm:prSet presAssocID="{7F4BA020-29F9-45DC-9A7C-01AE98F850C3}" presName="parentShp" presStyleLbl="node1" presStyleIdx="5" presStyleCnt="11" custScaleX="68302">
        <dgm:presLayoutVars>
          <dgm:bulletEnabled val="1"/>
        </dgm:presLayoutVars>
      </dgm:prSet>
      <dgm:spPr>
        <a:prstGeom prst="round2SameRect">
          <a:avLst/>
        </a:prstGeom>
      </dgm:spPr>
    </dgm:pt>
    <dgm:pt modelId="{A5CB88AF-8E0C-428E-BC9E-D64C1DF9B8AA}" type="pres">
      <dgm:prSet presAssocID="{7F4BA020-29F9-45DC-9A7C-01AE98F850C3}" presName="childShp" presStyleLbl="bgAccFollowNode1" presStyleIdx="5" presStyleCnt="11">
        <dgm:presLayoutVars>
          <dgm:bulletEnabled val="1"/>
        </dgm:presLayoutVars>
      </dgm:prSet>
      <dgm:spPr>
        <a:prstGeom prst="flowChartProcess">
          <a:avLst/>
        </a:prstGeom>
      </dgm:spPr>
    </dgm:pt>
    <dgm:pt modelId="{8364443A-800D-437A-A79C-EF00B80FA1D4}" type="pres">
      <dgm:prSet presAssocID="{C79CF2D9-1838-474A-88D3-7F2A26A8066B}" presName="spacing" presStyleCnt="0"/>
      <dgm:spPr/>
    </dgm:pt>
    <dgm:pt modelId="{FFB2B386-4C66-4D1E-8EFE-BDFE70A8E894}" type="pres">
      <dgm:prSet presAssocID="{DDCAEDF3-2606-4EC8-B060-1A3CF72C3F56}" presName="linNode" presStyleCnt="0"/>
      <dgm:spPr/>
    </dgm:pt>
    <dgm:pt modelId="{B7EC33A8-4DA4-4294-B3DA-0A0E4EE17EBD}" type="pres">
      <dgm:prSet presAssocID="{DDCAEDF3-2606-4EC8-B060-1A3CF72C3F56}" presName="parentShp" presStyleLbl="node1" presStyleIdx="6" presStyleCnt="11" custScaleX="68302">
        <dgm:presLayoutVars>
          <dgm:bulletEnabled val="1"/>
        </dgm:presLayoutVars>
      </dgm:prSet>
      <dgm:spPr>
        <a:prstGeom prst="round2SameRect">
          <a:avLst/>
        </a:prstGeom>
      </dgm:spPr>
    </dgm:pt>
    <dgm:pt modelId="{BC09FACC-64A8-4FA2-A3EC-4C06F9C6AAB1}" type="pres">
      <dgm:prSet presAssocID="{DDCAEDF3-2606-4EC8-B060-1A3CF72C3F56}" presName="childShp" presStyleLbl="bgAccFollowNode1" presStyleIdx="6" presStyleCnt="11">
        <dgm:presLayoutVars>
          <dgm:bulletEnabled val="1"/>
        </dgm:presLayoutVars>
      </dgm:prSet>
      <dgm:spPr>
        <a:prstGeom prst="flowChartProcess">
          <a:avLst/>
        </a:prstGeom>
      </dgm:spPr>
    </dgm:pt>
    <dgm:pt modelId="{56CC75A2-F6FE-4140-A4B8-EF60645B543D}" type="pres">
      <dgm:prSet presAssocID="{D1EF8F1E-A28C-447D-BA20-7521EC7246C2}" presName="spacing" presStyleCnt="0"/>
      <dgm:spPr/>
    </dgm:pt>
    <dgm:pt modelId="{04B00E77-5A61-4917-9F3A-881450437914}" type="pres">
      <dgm:prSet presAssocID="{56A10BB6-CBCD-4E80-9E3C-6602625A3821}" presName="linNode" presStyleCnt="0"/>
      <dgm:spPr/>
    </dgm:pt>
    <dgm:pt modelId="{31D0B3F9-1AA6-49EB-AA06-57670384D878}" type="pres">
      <dgm:prSet presAssocID="{56A10BB6-CBCD-4E80-9E3C-6602625A3821}" presName="parentShp" presStyleLbl="node1" presStyleIdx="7" presStyleCnt="11" custScaleX="68302">
        <dgm:presLayoutVars>
          <dgm:bulletEnabled val="1"/>
        </dgm:presLayoutVars>
      </dgm:prSet>
      <dgm:spPr>
        <a:prstGeom prst="round2SameRect">
          <a:avLst/>
        </a:prstGeom>
      </dgm:spPr>
    </dgm:pt>
    <dgm:pt modelId="{D9BC776D-0252-4833-BB59-ACD96E76D5BC}" type="pres">
      <dgm:prSet presAssocID="{56A10BB6-CBCD-4E80-9E3C-6602625A3821}" presName="childShp" presStyleLbl="bgAccFollowNode1" presStyleIdx="7" presStyleCnt="11">
        <dgm:presLayoutVars>
          <dgm:bulletEnabled val="1"/>
        </dgm:presLayoutVars>
      </dgm:prSet>
      <dgm:spPr>
        <a:prstGeom prst="flowChartProcess">
          <a:avLst/>
        </a:prstGeom>
      </dgm:spPr>
    </dgm:pt>
    <dgm:pt modelId="{7BEC9531-AB3C-4881-BE11-46D4148EC9D2}" type="pres">
      <dgm:prSet presAssocID="{623B810D-6A97-4638-87CB-3A3A6172802A}" presName="spacing" presStyleCnt="0"/>
      <dgm:spPr/>
    </dgm:pt>
    <dgm:pt modelId="{24FB48CB-BE39-4752-908C-DCD53422EE4A}" type="pres">
      <dgm:prSet presAssocID="{78773142-833B-4622-B5F1-C9B80BE24280}" presName="linNode" presStyleCnt="0"/>
      <dgm:spPr/>
    </dgm:pt>
    <dgm:pt modelId="{B28E6AB7-CAF3-48D4-8B70-0D9B44A64877}" type="pres">
      <dgm:prSet presAssocID="{78773142-833B-4622-B5F1-C9B80BE24280}" presName="parentShp" presStyleLbl="node1" presStyleIdx="8" presStyleCnt="11" custScaleX="68302">
        <dgm:presLayoutVars>
          <dgm:bulletEnabled val="1"/>
        </dgm:presLayoutVars>
      </dgm:prSet>
      <dgm:spPr>
        <a:prstGeom prst="round2SameRect">
          <a:avLst/>
        </a:prstGeom>
      </dgm:spPr>
    </dgm:pt>
    <dgm:pt modelId="{F5B04D87-36C9-49A5-937C-00474880897E}" type="pres">
      <dgm:prSet presAssocID="{78773142-833B-4622-B5F1-C9B80BE24280}" presName="childShp" presStyleLbl="bgAccFollowNode1" presStyleIdx="8" presStyleCnt="11">
        <dgm:presLayoutVars>
          <dgm:bulletEnabled val="1"/>
        </dgm:presLayoutVars>
      </dgm:prSet>
      <dgm:spPr>
        <a:prstGeom prst="flowChartProcess">
          <a:avLst/>
        </a:prstGeom>
      </dgm:spPr>
    </dgm:pt>
    <dgm:pt modelId="{7670D628-63BB-4DB1-B059-2585A5AC88F4}" type="pres">
      <dgm:prSet presAssocID="{9CE4744B-5692-42B5-9B1D-BC018E6FCCC5}" presName="spacing" presStyleCnt="0"/>
      <dgm:spPr/>
    </dgm:pt>
    <dgm:pt modelId="{058FA21B-EA40-4BE4-957E-7AF05A1FCA2A}" type="pres">
      <dgm:prSet presAssocID="{2A3D5FC7-59C5-4A83-9549-02246A94683C}" presName="linNode" presStyleCnt="0"/>
      <dgm:spPr/>
    </dgm:pt>
    <dgm:pt modelId="{11F3D6B7-A3A7-47AF-A860-7FEE1B31E1F4}" type="pres">
      <dgm:prSet presAssocID="{2A3D5FC7-59C5-4A83-9549-02246A94683C}" presName="parentShp" presStyleLbl="node1" presStyleIdx="9" presStyleCnt="11" custScaleX="68302">
        <dgm:presLayoutVars>
          <dgm:bulletEnabled val="1"/>
        </dgm:presLayoutVars>
      </dgm:prSet>
      <dgm:spPr>
        <a:prstGeom prst="round2SameRect">
          <a:avLst/>
        </a:prstGeom>
      </dgm:spPr>
    </dgm:pt>
    <dgm:pt modelId="{6C6A1DDE-F51A-4FEB-BCA3-EEA6A773F54C}" type="pres">
      <dgm:prSet presAssocID="{2A3D5FC7-59C5-4A83-9549-02246A94683C}" presName="childShp" presStyleLbl="bgAccFollowNode1" presStyleIdx="9" presStyleCnt="11">
        <dgm:presLayoutVars>
          <dgm:bulletEnabled val="1"/>
        </dgm:presLayoutVars>
      </dgm:prSet>
      <dgm:spPr>
        <a:prstGeom prst="flowChartProcess">
          <a:avLst/>
        </a:prstGeom>
      </dgm:spPr>
    </dgm:pt>
    <dgm:pt modelId="{556B3D29-52CB-4F59-B14D-2E2CEA5B687A}" type="pres">
      <dgm:prSet presAssocID="{3DDD19EC-42BC-4801-B420-D261CFC43663}" presName="spacing" presStyleCnt="0"/>
      <dgm:spPr/>
    </dgm:pt>
    <dgm:pt modelId="{E316201C-5722-4B3C-B044-B27236A1E565}" type="pres">
      <dgm:prSet presAssocID="{9E87ACEA-A833-4870-81EA-C1E7418155AB}" presName="linNode" presStyleCnt="0"/>
      <dgm:spPr/>
    </dgm:pt>
    <dgm:pt modelId="{1D858B47-8FAE-46DA-AE92-D0FDB176A4E3}" type="pres">
      <dgm:prSet presAssocID="{9E87ACEA-A833-4870-81EA-C1E7418155AB}" presName="parentShp" presStyleLbl="node1" presStyleIdx="10" presStyleCnt="11" custScaleX="68302">
        <dgm:presLayoutVars>
          <dgm:bulletEnabled val="1"/>
        </dgm:presLayoutVars>
      </dgm:prSet>
      <dgm:spPr>
        <a:prstGeom prst="round2SameRect">
          <a:avLst/>
        </a:prstGeom>
      </dgm:spPr>
    </dgm:pt>
    <dgm:pt modelId="{BBCCD302-0CF8-461C-A490-C7FBB9A67DBA}" type="pres">
      <dgm:prSet presAssocID="{9E87ACEA-A833-4870-81EA-C1E7418155AB}" presName="childShp" presStyleLbl="bgAccFollowNode1" presStyleIdx="10" presStyleCnt="11">
        <dgm:presLayoutVars>
          <dgm:bulletEnabled val="1"/>
        </dgm:presLayoutVars>
      </dgm:prSet>
      <dgm:spPr>
        <a:prstGeom prst="flowChartProcess">
          <a:avLst/>
        </a:prstGeom>
      </dgm:spPr>
    </dgm:pt>
  </dgm:ptLst>
  <dgm:cxnLst>
    <dgm:cxn modelId="{0BEEE400-E0A4-43BA-84B2-A5D5E7C07717}" type="presOf" srcId="{DDCAEDF3-2606-4EC8-B060-1A3CF72C3F56}" destId="{B7EC33A8-4DA4-4294-B3DA-0A0E4EE17EBD}" srcOrd="0" destOrd="0" presId="urn:microsoft.com/office/officeart/2005/8/layout/vList6"/>
    <dgm:cxn modelId="{0D612503-AB5F-418A-9E7C-7097CD2CC9A4}" srcId="{B8F1514F-5FE0-4C2E-92C1-DF51FF5F7255}" destId="{F3A298B1-F395-45EC-84B5-F62496C16E33}" srcOrd="0" destOrd="0" parTransId="{84B325E9-A951-4D0D-B941-C82E0B08C300}" sibTransId="{0DD8D049-4062-4AC7-BC37-3D8113873AC5}"/>
    <dgm:cxn modelId="{D0C94E06-E2A8-4D3F-8390-F9623390B26B}" srcId="{78773142-833B-4622-B5F1-C9B80BE24280}" destId="{63B47CDA-0104-4970-AED8-56719F469FDB}" srcOrd="0" destOrd="0" parTransId="{CB88AD61-B50F-4767-8434-704BF80AB9F9}" sibTransId="{C576A817-31C6-4F3D-A596-A4ED8D4E136A}"/>
    <dgm:cxn modelId="{FBCBEE06-2C73-4785-AB65-A655DDAFD16F}" srcId="{3A324A4C-1A99-43C5-A7DC-57F8E29F1067}" destId="{2088E176-574C-4005-B857-F5CA797C97E5}" srcOrd="1" destOrd="0" parTransId="{E22C7AF1-74E2-4532-881E-A3E93AEE2359}" sibTransId="{7B1311C5-368E-4739-A2F4-1891AE048C22}"/>
    <dgm:cxn modelId="{3E70F40B-A53E-43D2-9C89-A0C61BA17E0F}" srcId="{2A3D5FC7-59C5-4A83-9549-02246A94683C}" destId="{F312E779-C985-4D37-A6D2-E50BB63198D6}" srcOrd="1" destOrd="0" parTransId="{33D6FE1D-ADE1-4ED3-A227-11A3C4AEC28B}" sibTransId="{AB4316EF-2AE1-491F-A9CB-B9AF718B41E3}"/>
    <dgm:cxn modelId="{F04D470F-C8EB-4061-A1D2-0C168EDA500F}" type="presOf" srcId="{F312E779-C985-4D37-A6D2-E50BB63198D6}" destId="{6C6A1DDE-F51A-4FEB-BCA3-EEA6A773F54C}" srcOrd="0" destOrd="1" presId="urn:microsoft.com/office/officeart/2005/8/layout/vList6"/>
    <dgm:cxn modelId="{1B8ADA0F-7878-4236-9209-80FFEFA9416B}" type="presOf" srcId="{F4353B76-F0C7-4F2F-883A-CF40D3141757}" destId="{D9BC776D-0252-4833-BB59-ACD96E76D5BC}" srcOrd="0" destOrd="1" presId="urn:microsoft.com/office/officeart/2005/8/layout/vList6"/>
    <dgm:cxn modelId="{A2BC0818-435E-400D-8200-E36134678302}" type="presOf" srcId="{1CA25C14-4319-4C45-8AF2-B84D83944FCC}" destId="{494805D8-26D3-4F7C-A8EB-A38EAD33499E}" srcOrd="0" destOrd="1" presId="urn:microsoft.com/office/officeart/2005/8/layout/vList6"/>
    <dgm:cxn modelId="{67C15B1B-B3A4-41F1-AFA9-DA53B2BC6B3B}" srcId="{4A30AE6F-FC9F-47BF-B8BC-BF590F91E3AE}" destId="{628EDEBA-F926-479F-B86C-70BD0810B789}" srcOrd="0" destOrd="0" parTransId="{515F146A-EF57-4023-B0C2-353706C0EEBB}" sibTransId="{8C86085E-DF8C-44F2-BC84-2318E8271F31}"/>
    <dgm:cxn modelId="{33EC5C1E-18BD-487B-8A3E-E156104A26DE}" type="presOf" srcId="{78773142-833B-4622-B5F1-C9B80BE24280}" destId="{B28E6AB7-CAF3-48D4-8B70-0D9B44A64877}" srcOrd="0" destOrd="0" presId="urn:microsoft.com/office/officeart/2005/8/layout/vList6"/>
    <dgm:cxn modelId="{AF58C921-5AEA-4A04-BE61-A3E6B3C44085}" srcId="{DC44CF62-FC3D-478A-8A4E-C89FC4B47AC1}" destId="{3A324A4C-1A99-43C5-A7DC-57F8E29F1067}" srcOrd="0" destOrd="0" parTransId="{280E3D2A-7BD1-40B7-8F79-73A3BB226A56}" sibTransId="{00B2A1D3-1F67-461A-968E-8CC4F3737B78}"/>
    <dgm:cxn modelId="{1F664A24-2C2C-42EB-830D-4A56A8B29E05}" srcId="{DC44CF62-FC3D-478A-8A4E-C89FC4B47AC1}" destId="{5C2D76FE-99DD-464D-88A0-8A999F21E9B9}" srcOrd="4" destOrd="0" parTransId="{B3B99E7D-0525-408F-8921-29ACE02A1A15}" sibTransId="{7B5EACEC-BAC9-4E57-AB2C-DC277DDCD12D}"/>
    <dgm:cxn modelId="{049AF225-12DB-4F41-9C58-3A580FC7B442}" type="presOf" srcId="{1BD854F6-1808-43E9-9CD6-B8ECEAD3C115}" destId="{BBCCD302-0CF8-461C-A490-C7FBB9A67DBA}" srcOrd="0" destOrd="1" presId="urn:microsoft.com/office/officeart/2005/8/layout/vList6"/>
    <dgm:cxn modelId="{F2F5B526-E129-4391-8EB0-87B502E1763D}" type="presOf" srcId="{7F4BA020-29F9-45DC-9A7C-01AE98F850C3}" destId="{B8FD0CE4-994A-40CB-998C-F75A48BBFBCA}" srcOrd="0" destOrd="0" presId="urn:microsoft.com/office/officeart/2005/8/layout/vList6"/>
    <dgm:cxn modelId="{D26DE62A-5E63-439E-9C38-39CD2932B194}" type="presOf" srcId="{2A3D5FC7-59C5-4A83-9549-02246A94683C}" destId="{11F3D6B7-A3A7-47AF-A860-7FEE1B31E1F4}" srcOrd="0" destOrd="0" presId="urn:microsoft.com/office/officeart/2005/8/layout/vList6"/>
    <dgm:cxn modelId="{9DB22133-BA2D-4CF6-A849-B466AD4D011C}" type="presOf" srcId="{0FE24F1E-B3C4-4B8F-BF5F-C06EA05AAFB0}" destId="{D9BC776D-0252-4833-BB59-ACD96E76D5BC}" srcOrd="0" destOrd="0" presId="urn:microsoft.com/office/officeart/2005/8/layout/vList6"/>
    <dgm:cxn modelId="{3C349033-E213-480E-9AE0-BDF00C1984F0}" type="presOf" srcId="{A7CBD5A4-B60D-447C-9834-4285510877B0}" destId="{494805D8-26D3-4F7C-A8EB-A38EAD33499E}" srcOrd="0" destOrd="0" presId="urn:microsoft.com/office/officeart/2005/8/layout/vList6"/>
    <dgm:cxn modelId="{3A14A737-59C6-43E3-8A91-8D78297B6914}" type="presOf" srcId="{5C23FC11-282C-4058-B276-E01C9F9C39D2}" destId="{3EDE6287-7F25-4406-8BFA-EE837F25C99A}" srcOrd="0" destOrd="0" presId="urn:microsoft.com/office/officeart/2005/8/layout/vList6"/>
    <dgm:cxn modelId="{B697D93C-D3B2-4835-8E6A-5CE64BE9D0B1}" type="presOf" srcId="{EB7E1449-542F-4E5E-8A8F-143528E4F3FA}" destId="{A23C5FCD-1E9C-4F9A-95D4-33FA7DEA5ED8}" srcOrd="0" destOrd="1" presId="urn:microsoft.com/office/officeart/2005/8/layout/vList6"/>
    <dgm:cxn modelId="{E7E7343D-32C9-492F-9209-5F5225D48D10}" srcId="{5C2D76FE-99DD-464D-88A0-8A999F21E9B9}" destId="{A7CBD5A4-B60D-447C-9834-4285510877B0}" srcOrd="0" destOrd="0" parTransId="{ED3C414A-309A-4852-841A-D8592CA0B163}" sibTransId="{D54CE9FB-3BFA-4273-BE2E-D78E2325E1C3}"/>
    <dgm:cxn modelId="{561C0D3F-7953-4739-9C6D-196A064C93E0}" type="presOf" srcId="{D6EB5BCE-033A-460B-A346-1C5EC40EDCFA}" destId="{BC09FACC-64A8-4FA2-A3EC-4C06F9C6AAB1}" srcOrd="0" destOrd="1" presId="urn:microsoft.com/office/officeart/2005/8/layout/vList6"/>
    <dgm:cxn modelId="{B574E55C-9DB9-46CD-8DD9-2334CBA1A3A2}" type="presOf" srcId="{3D5C57C8-9778-4C72-922D-CC8D045FE2D5}" destId="{F5B04D87-36C9-49A5-937C-00474880897E}" srcOrd="0" destOrd="1" presId="urn:microsoft.com/office/officeart/2005/8/layout/vList6"/>
    <dgm:cxn modelId="{FE3D5B5E-C3B8-4071-958B-FD0CB8F57E00}" srcId="{DDCAEDF3-2606-4EC8-B060-1A3CF72C3F56}" destId="{D6EB5BCE-033A-460B-A346-1C5EC40EDCFA}" srcOrd="1" destOrd="0" parTransId="{F78B3707-D48B-461F-A782-29E9F7996EB3}" sibTransId="{F561FCE2-0345-4886-85B7-BD19054BA8C5}"/>
    <dgm:cxn modelId="{2697935E-51B6-4A39-9D54-15676CD44F85}" srcId="{2A3D5FC7-59C5-4A83-9549-02246A94683C}" destId="{79CD02C4-CB10-4E0E-827E-7C572473A75F}" srcOrd="0" destOrd="0" parTransId="{F8227C16-13B5-4CD1-83B8-7B138CDD1E30}" sibTransId="{6F577F17-BDA6-4C42-93C4-3BC394614212}"/>
    <dgm:cxn modelId="{C016C55E-DD12-4799-8A95-53A037EB2277}" type="presOf" srcId="{DC44CF62-FC3D-478A-8A4E-C89FC4B47AC1}" destId="{B5CC8A18-7200-4A76-8493-BD25B02D2926}" srcOrd="0" destOrd="0" presId="urn:microsoft.com/office/officeart/2005/8/layout/vList6"/>
    <dgm:cxn modelId="{615F9960-6C89-4A59-BADD-1CE36A9F37DB}" type="presOf" srcId="{F3A298B1-F395-45EC-84B5-F62496C16E33}" destId="{A23C5FCD-1E9C-4F9A-95D4-33FA7DEA5ED8}" srcOrd="0" destOrd="0" presId="urn:microsoft.com/office/officeart/2005/8/layout/vList6"/>
    <dgm:cxn modelId="{7B5A4F47-7997-452C-8E74-A103E7DAEDCB}" srcId="{4A30AE6F-FC9F-47BF-B8BC-BF590F91E3AE}" destId="{F1C3B555-AA96-4F67-B75D-D61F628BFF3A}" srcOrd="1" destOrd="0" parTransId="{85FBF812-481E-4DEB-927A-5FA45F1B84C5}" sibTransId="{B78F9B12-F482-4096-A89D-F4E1DF7CA26A}"/>
    <dgm:cxn modelId="{570AC34B-AE8E-4E0C-9FF3-DBA30319A93B}" type="presOf" srcId="{79CD02C4-CB10-4E0E-827E-7C572473A75F}" destId="{6C6A1DDE-F51A-4FEB-BCA3-EEA6A773F54C}" srcOrd="0" destOrd="0" presId="urn:microsoft.com/office/officeart/2005/8/layout/vList6"/>
    <dgm:cxn modelId="{C4FDE34D-75F7-4F94-9517-7ECBE7550224}" type="presOf" srcId="{2088E176-574C-4005-B857-F5CA797C97E5}" destId="{3EDE6287-7F25-4406-8BFA-EE837F25C99A}" srcOrd="0" destOrd="1" presId="urn:microsoft.com/office/officeart/2005/8/layout/vList6"/>
    <dgm:cxn modelId="{2C95766E-2155-4890-80F8-E74E9A1A4171}" srcId="{DC44CF62-FC3D-478A-8A4E-C89FC4B47AC1}" destId="{9E87ACEA-A833-4870-81EA-C1E7418155AB}" srcOrd="10" destOrd="0" parTransId="{A0EAB233-5657-4266-A546-4AE1C3F28B5A}" sibTransId="{ACB3B86F-3945-4D46-BCBB-4DC48852EEF7}"/>
    <dgm:cxn modelId="{FA08B051-D848-4857-B2DD-66AA968EE104}" srcId="{56A10BB6-CBCD-4E80-9E3C-6602625A3821}" destId="{F4353B76-F0C7-4F2F-883A-CF40D3141757}" srcOrd="1" destOrd="0" parTransId="{612CD924-AC51-49C2-9C4F-54CC789648DD}" sibTransId="{4458D247-3885-4A6E-8B59-515925C28BBE}"/>
    <dgm:cxn modelId="{D39B0E72-B30B-4F8A-AAF8-EA0DCEB232F4}" srcId="{DC44CF62-FC3D-478A-8A4E-C89FC4B47AC1}" destId="{4A30AE6F-FC9F-47BF-B8BC-BF590F91E3AE}" srcOrd="1" destOrd="0" parTransId="{3EC8A310-F37B-42AE-A07D-EEE10B5FEAF2}" sibTransId="{F6661310-96A1-4000-971C-DC48244F131D}"/>
    <dgm:cxn modelId="{2E91DF54-5878-4D83-AFEB-7E9E0D8FE325}" type="presOf" srcId="{A56AD550-D15B-453B-9148-751A2E5B1DF4}" destId="{A5CB88AF-8E0C-428E-BC9E-D64C1DF9B8AA}" srcOrd="0" destOrd="0" presId="urn:microsoft.com/office/officeart/2005/8/layout/vList6"/>
    <dgm:cxn modelId="{BE9CE156-AB94-41E8-8894-AC89BA46FFFF}" type="presOf" srcId="{296F1285-C447-442F-B93C-EB1FB7894CE4}" destId="{890E4190-3DDA-4DFF-B949-9AF22E6AAB20}" srcOrd="0" destOrd="0" presId="urn:microsoft.com/office/officeart/2005/8/layout/vList6"/>
    <dgm:cxn modelId="{51303557-E234-4F6D-9234-7E9185389AD3}" srcId="{56A10BB6-CBCD-4E80-9E3C-6602625A3821}" destId="{0FE24F1E-B3C4-4B8F-BF5F-C06EA05AAFB0}" srcOrd="0" destOrd="0" parTransId="{D8DDA5DC-27F7-4695-BAFB-B6873E25B9F2}" sibTransId="{131BD85E-B0B1-4C8C-8DBE-11144D5C6E22}"/>
    <dgm:cxn modelId="{ADD01B58-8850-45AA-A73B-7A2FD730666E}" srcId="{78773142-833B-4622-B5F1-C9B80BE24280}" destId="{3D5C57C8-9778-4C72-922D-CC8D045FE2D5}" srcOrd="1" destOrd="0" parTransId="{3BAADDBE-AE27-47E6-95ED-E08AB572D08B}" sibTransId="{D1A8FFCB-62BC-4F03-8C7E-BE6DA838DFC4}"/>
    <dgm:cxn modelId="{FF01D178-41C6-4025-BCAB-A8B2B24432C2}" type="presOf" srcId="{A8713C4A-44F4-4962-96B3-64F353D5EA3B}" destId="{BBCCD302-0CF8-461C-A490-C7FBB9A67DBA}" srcOrd="0" destOrd="0" presId="urn:microsoft.com/office/officeart/2005/8/layout/vList6"/>
    <dgm:cxn modelId="{12B9F879-BA49-4D5C-9459-C5C485A5C80D}" type="presOf" srcId="{5C2D76FE-99DD-464D-88A0-8A999F21E9B9}" destId="{B39EEB6B-6ED4-41E4-A4F0-BBCDD704E85A}" srcOrd="0" destOrd="0" presId="urn:microsoft.com/office/officeart/2005/8/layout/vList6"/>
    <dgm:cxn modelId="{96B1D580-3932-4B23-84EF-4C4F0FEA19B9}" srcId="{DC44CF62-FC3D-478A-8A4E-C89FC4B47AC1}" destId="{DF8221B5-C9C2-4529-BFD2-86B6E775B148}" srcOrd="3" destOrd="0" parTransId="{01AA99A9-BCF5-4DFF-B819-E2F6B74606C5}" sibTransId="{AD60BD71-4096-4C87-9DF5-503063F5A09A}"/>
    <dgm:cxn modelId="{60072882-2D37-4D0C-B2EE-A0D2BCF4D8F9}" srcId="{DC44CF62-FC3D-478A-8A4E-C89FC4B47AC1}" destId="{7F4BA020-29F9-45DC-9A7C-01AE98F850C3}" srcOrd="5" destOrd="0" parTransId="{E037D8AC-CD02-4944-B451-A0C1F2FE4EF9}" sibTransId="{C79CF2D9-1838-474A-88D3-7F2A26A8066B}"/>
    <dgm:cxn modelId="{69941483-37D5-470F-B39E-AE10C3817170}" type="presOf" srcId="{F1C3B555-AA96-4F67-B75D-D61F628BFF3A}" destId="{8AF5C267-8975-4E1E-99B0-C1DAB434296E}" srcOrd="0" destOrd="1" presId="urn:microsoft.com/office/officeart/2005/8/layout/vList6"/>
    <dgm:cxn modelId="{F27FAD87-1B63-43A7-876D-02106A11C496}" srcId="{7F4BA020-29F9-45DC-9A7C-01AE98F850C3}" destId="{266A6102-3A41-4416-8A4D-2B216BF7E247}" srcOrd="1" destOrd="0" parTransId="{038A199F-C837-421F-9E89-9E399CBD3DC8}" sibTransId="{1F6C4F24-952F-4796-8DE2-4E06AB5E333C}"/>
    <dgm:cxn modelId="{1518B888-BD20-44B7-B082-6F1C1799A5EB}" srcId="{7F4BA020-29F9-45DC-9A7C-01AE98F850C3}" destId="{A56AD550-D15B-453B-9148-751A2E5B1DF4}" srcOrd="0" destOrd="0" parTransId="{D7DE0655-7E22-405A-B2D5-577E3ABA51EC}" sibTransId="{B989D2A5-BC0A-405D-BA8F-104A104A4B8E}"/>
    <dgm:cxn modelId="{1BD8448C-A8B8-4F70-9A57-6A094F33EFA8}" type="presOf" srcId="{56A10BB6-CBCD-4E80-9E3C-6602625A3821}" destId="{31D0B3F9-1AA6-49EB-AA06-57670384D878}" srcOrd="0" destOrd="0" presId="urn:microsoft.com/office/officeart/2005/8/layout/vList6"/>
    <dgm:cxn modelId="{BF65D38C-D816-4A3B-9AC3-9E542EFC6941}" srcId="{3A324A4C-1A99-43C5-A7DC-57F8E29F1067}" destId="{5C23FC11-282C-4058-B276-E01C9F9C39D2}" srcOrd="0" destOrd="0" parTransId="{0F5CEA3F-931F-4D26-95E2-22844E643F43}" sibTransId="{AADACE92-3AE2-4F1B-BAA4-4FFEB0C39809}"/>
    <dgm:cxn modelId="{9F43F48D-6FAB-4ADB-9B83-816DC27792FD}" srcId="{DC44CF62-FC3D-478A-8A4E-C89FC4B47AC1}" destId="{2A3D5FC7-59C5-4A83-9549-02246A94683C}" srcOrd="9" destOrd="0" parTransId="{256C0EE8-EED3-4106-BD54-462D4653294C}" sibTransId="{3DDD19EC-42BC-4801-B420-D261CFC43663}"/>
    <dgm:cxn modelId="{D78BE494-119A-4CBC-9FF4-E0F02D6B8C39}" type="presOf" srcId="{63B47CDA-0104-4970-AED8-56719F469FDB}" destId="{F5B04D87-36C9-49A5-937C-00474880897E}" srcOrd="0" destOrd="0" presId="urn:microsoft.com/office/officeart/2005/8/layout/vList6"/>
    <dgm:cxn modelId="{1F052CA4-9E1F-44FD-8836-8E71693A0ACA}" type="presOf" srcId="{F938182A-997F-4766-B9F0-679F0F9B15A0}" destId="{890E4190-3DDA-4DFF-B949-9AF22E6AAB20}" srcOrd="0" destOrd="1" presId="urn:microsoft.com/office/officeart/2005/8/layout/vList6"/>
    <dgm:cxn modelId="{DBABE3A8-F756-425E-90A3-E8194BA5CB02}" type="presOf" srcId="{266A6102-3A41-4416-8A4D-2B216BF7E247}" destId="{A5CB88AF-8E0C-428E-BC9E-D64C1DF9B8AA}" srcOrd="0" destOrd="1" presId="urn:microsoft.com/office/officeart/2005/8/layout/vList6"/>
    <dgm:cxn modelId="{6F8075AB-CB65-4881-8C03-90D46D285F02}" srcId="{DF8221B5-C9C2-4529-BFD2-86B6E775B148}" destId="{F938182A-997F-4766-B9F0-679F0F9B15A0}" srcOrd="1" destOrd="0" parTransId="{4488441B-CDA3-412B-982E-F7C5FDAA5803}" sibTransId="{B5B981D6-7A90-4173-93D8-004B5580B744}"/>
    <dgm:cxn modelId="{836129AC-926A-447C-8AFD-C7A505058404}" srcId="{9E87ACEA-A833-4870-81EA-C1E7418155AB}" destId="{A8713C4A-44F4-4962-96B3-64F353D5EA3B}" srcOrd="0" destOrd="0" parTransId="{51046669-B523-4A2D-B935-B00433EE0C57}" sibTransId="{2152EF35-82A9-4EB9-9FA4-9A07C54D0E9F}"/>
    <dgm:cxn modelId="{548981B5-8E1E-4113-9F67-F7F231C5E3D1}" type="presOf" srcId="{628EDEBA-F926-479F-B86C-70BD0810B789}" destId="{8AF5C267-8975-4E1E-99B0-C1DAB434296E}" srcOrd="0" destOrd="0" presId="urn:microsoft.com/office/officeart/2005/8/layout/vList6"/>
    <dgm:cxn modelId="{70EF8DBD-EB1F-49B9-8DF9-10F6AA81DE74}" srcId="{B8F1514F-5FE0-4C2E-92C1-DF51FF5F7255}" destId="{EB7E1449-542F-4E5E-8A8F-143528E4F3FA}" srcOrd="1" destOrd="0" parTransId="{68C4AF18-B69D-4126-8E3D-F51D34301AD5}" sibTransId="{FB1FBC4E-54F1-4126-8991-E4FBCA351B82}"/>
    <dgm:cxn modelId="{966AA8BD-FAFF-4062-9E4B-BD360D17D64F}" srcId="{DC44CF62-FC3D-478A-8A4E-C89FC4B47AC1}" destId="{B8F1514F-5FE0-4C2E-92C1-DF51FF5F7255}" srcOrd="2" destOrd="0" parTransId="{3B7065CD-1184-44E4-937C-649BBAABDC01}" sibTransId="{C5E8ED94-0DAA-4F99-B737-7AB8632907B0}"/>
    <dgm:cxn modelId="{38FA11C1-0A89-4A93-93A3-CDB00D1E3737}" srcId="{DC44CF62-FC3D-478A-8A4E-C89FC4B47AC1}" destId="{78773142-833B-4622-B5F1-C9B80BE24280}" srcOrd="8" destOrd="0" parTransId="{DAFB32EC-CFD0-48A1-B7C4-8C95D5807FA8}" sibTransId="{9CE4744B-5692-42B5-9B1D-BC018E6FCCC5}"/>
    <dgm:cxn modelId="{21D45EC8-4D0F-47E2-97C0-EBEA9C4B6179}" type="presOf" srcId="{9E87ACEA-A833-4870-81EA-C1E7418155AB}" destId="{1D858B47-8FAE-46DA-AE92-D0FDB176A4E3}" srcOrd="0" destOrd="0" presId="urn:microsoft.com/office/officeart/2005/8/layout/vList6"/>
    <dgm:cxn modelId="{14B280CA-3FCC-49BC-805F-9B06EF1E60C8}" srcId="{DC44CF62-FC3D-478A-8A4E-C89FC4B47AC1}" destId="{DDCAEDF3-2606-4EC8-B060-1A3CF72C3F56}" srcOrd="6" destOrd="0" parTransId="{015AC128-461F-45C6-A5CD-D2A6378F2AF9}" sibTransId="{D1EF8F1E-A28C-447D-BA20-7521EC7246C2}"/>
    <dgm:cxn modelId="{95A941D2-44E3-4990-940F-B9ABD4289E46}" srcId="{DF8221B5-C9C2-4529-BFD2-86B6E775B148}" destId="{296F1285-C447-442F-B93C-EB1FB7894CE4}" srcOrd="0" destOrd="0" parTransId="{6B399ED6-6817-4678-979E-D6798CDD23E2}" sibTransId="{EBA99A4B-247E-40E3-8EE3-89D2C65F788B}"/>
    <dgm:cxn modelId="{C13475D6-7A90-4021-AD8C-0B025D777CD8}" srcId="{9E87ACEA-A833-4870-81EA-C1E7418155AB}" destId="{1BD854F6-1808-43E9-9CD6-B8ECEAD3C115}" srcOrd="1" destOrd="0" parTransId="{352DB873-11A9-4A8F-8E8D-2767D8A00740}" sibTransId="{B4F09970-4FB5-4092-B1C0-5370CBADE726}"/>
    <dgm:cxn modelId="{D7BDBCDF-34B9-4B77-8342-545D9F5C8740}" srcId="{DC44CF62-FC3D-478A-8A4E-C89FC4B47AC1}" destId="{56A10BB6-CBCD-4E80-9E3C-6602625A3821}" srcOrd="7" destOrd="0" parTransId="{C5841683-7124-40C6-A358-CEE9A873E871}" sibTransId="{623B810D-6A97-4638-87CB-3A3A6172802A}"/>
    <dgm:cxn modelId="{9A013BE1-3095-43A4-8817-458DE04EF7F1}" type="presOf" srcId="{B8F1514F-5FE0-4C2E-92C1-DF51FF5F7255}" destId="{167AF3FD-54BD-4A95-A1E9-CC4E4892825A}" srcOrd="0" destOrd="0" presId="urn:microsoft.com/office/officeart/2005/8/layout/vList6"/>
    <dgm:cxn modelId="{A02A08EB-9F58-4F86-9EE3-C46A8398AC75}" type="presOf" srcId="{4A30AE6F-FC9F-47BF-B8BC-BF590F91E3AE}" destId="{0777824E-BFEA-4DC0-BF91-191072C7349A}" srcOrd="0" destOrd="0" presId="urn:microsoft.com/office/officeart/2005/8/layout/vList6"/>
    <dgm:cxn modelId="{22AE50EB-FFC8-4E31-B8B6-8CC676E6ABCC}" type="presOf" srcId="{3A324A4C-1A99-43C5-A7DC-57F8E29F1067}" destId="{7C1166B1-D45B-4941-9907-2867948BC234}" srcOrd="0" destOrd="0" presId="urn:microsoft.com/office/officeart/2005/8/layout/vList6"/>
    <dgm:cxn modelId="{AADC15EE-4833-4431-9FBB-63C743B820B4}" srcId="{5C2D76FE-99DD-464D-88A0-8A999F21E9B9}" destId="{1CA25C14-4319-4C45-8AF2-B84D83944FCC}" srcOrd="1" destOrd="0" parTransId="{703E7FA2-FD1F-4069-AB5C-44CA389C381F}" sibTransId="{A54F702E-B105-4A4A-B44B-BAE356A65642}"/>
    <dgm:cxn modelId="{1994ABEE-3392-42E5-A543-685A38130E8A}" srcId="{DDCAEDF3-2606-4EC8-B060-1A3CF72C3F56}" destId="{FFB86BA6-FE22-4986-8932-A7232EB5752E}" srcOrd="0" destOrd="0" parTransId="{70ADE78D-8143-409E-B69B-0418CE1CFC6C}" sibTransId="{28A2C433-76E4-4370-816F-98795582C576}"/>
    <dgm:cxn modelId="{E3194EF1-C263-4DAB-A5EE-A0E0F6E5C987}" type="presOf" srcId="{DF8221B5-C9C2-4529-BFD2-86B6E775B148}" destId="{AA16D711-04C2-4042-9283-AE1E13E4CB3F}" srcOrd="0" destOrd="0" presId="urn:microsoft.com/office/officeart/2005/8/layout/vList6"/>
    <dgm:cxn modelId="{3F9351FE-2921-49D7-AC5B-D95F96D81BFD}" type="presOf" srcId="{FFB86BA6-FE22-4986-8932-A7232EB5752E}" destId="{BC09FACC-64A8-4FA2-A3EC-4C06F9C6AAB1}" srcOrd="0" destOrd="0" presId="urn:microsoft.com/office/officeart/2005/8/layout/vList6"/>
    <dgm:cxn modelId="{09909B1A-27AC-46DD-A2DC-2DD86B735A05}" type="presParOf" srcId="{B5CC8A18-7200-4A76-8493-BD25B02D2926}" destId="{D22133A4-2CD6-496F-8C30-7EF7181E1A70}" srcOrd="0" destOrd="0" presId="urn:microsoft.com/office/officeart/2005/8/layout/vList6"/>
    <dgm:cxn modelId="{6A01B543-4AF7-4721-9C4A-3249F215299F}" type="presParOf" srcId="{D22133A4-2CD6-496F-8C30-7EF7181E1A70}" destId="{7C1166B1-D45B-4941-9907-2867948BC234}" srcOrd="0" destOrd="0" presId="urn:microsoft.com/office/officeart/2005/8/layout/vList6"/>
    <dgm:cxn modelId="{F03187B7-243A-4852-8347-D28812589186}" type="presParOf" srcId="{D22133A4-2CD6-496F-8C30-7EF7181E1A70}" destId="{3EDE6287-7F25-4406-8BFA-EE837F25C99A}" srcOrd="1" destOrd="0" presId="urn:microsoft.com/office/officeart/2005/8/layout/vList6"/>
    <dgm:cxn modelId="{D2DD6D97-9D14-44CA-B6BC-F4CE289A914C}" type="presParOf" srcId="{B5CC8A18-7200-4A76-8493-BD25B02D2926}" destId="{23C8A936-2ED6-4708-9FE2-52FC8B773905}" srcOrd="1" destOrd="0" presId="urn:microsoft.com/office/officeart/2005/8/layout/vList6"/>
    <dgm:cxn modelId="{944987F1-0170-44D0-95CC-D06204C21281}" type="presParOf" srcId="{B5CC8A18-7200-4A76-8493-BD25B02D2926}" destId="{1DEEA4CF-09DB-4D45-93C5-B8DB62F67750}" srcOrd="2" destOrd="0" presId="urn:microsoft.com/office/officeart/2005/8/layout/vList6"/>
    <dgm:cxn modelId="{564CBD5A-215F-4C37-8662-A800CAC5D068}" type="presParOf" srcId="{1DEEA4CF-09DB-4D45-93C5-B8DB62F67750}" destId="{0777824E-BFEA-4DC0-BF91-191072C7349A}" srcOrd="0" destOrd="0" presId="urn:microsoft.com/office/officeart/2005/8/layout/vList6"/>
    <dgm:cxn modelId="{0CD18D57-D143-4E62-BDC1-F67DAE457269}" type="presParOf" srcId="{1DEEA4CF-09DB-4D45-93C5-B8DB62F67750}" destId="{8AF5C267-8975-4E1E-99B0-C1DAB434296E}" srcOrd="1" destOrd="0" presId="urn:microsoft.com/office/officeart/2005/8/layout/vList6"/>
    <dgm:cxn modelId="{77BD7887-738C-4BF4-B554-129E6F70FFEE}" type="presParOf" srcId="{B5CC8A18-7200-4A76-8493-BD25B02D2926}" destId="{64B4D828-3169-4CE3-BFC1-509A7CAD0080}" srcOrd="3" destOrd="0" presId="urn:microsoft.com/office/officeart/2005/8/layout/vList6"/>
    <dgm:cxn modelId="{99FDD718-E924-4990-862B-582061EE229A}" type="presParOf" srcId="{B5CC8A18-7200-4A76-8493-BD25B02D2926}" destId="{470A9020-1D55-40BC-80B4-8590DF1DE9E7}" srcOrd="4" destOrd="0" presId="urn:microsoft.com/office/officeart/2005/8/layout/vList6"/>
    <dgm:cxn modelId="{D8B258E9-47EF-423C-972B-F9F85D833C3D}" type="presParOf" srcId="{470A9020-1D55-40BC-80B4-8590DF1DE9E7}" destId="{167AF3FD-54BD-4A95-A1E9-CC4E4892825A}" srcOrd="0" destOrd="0" presId="urn:microsoft.com/office/officeart/2005/8/layout/vList6"/>
    <dgm:cxn modelId="{0407B94E-F77D-4473-91C4-8801006B95D7}" type="presParOf" srcId="{470A9020-1D55-40BC-80B4-8590DF1DE9E7}" destId="{A23C5FCD-1E9C-4F9A-95D4-33FA7DEA5ED8}" srcOrd="1" destOrd="0" presId="urn:microsoft.com/office/officeart/2005/8/layout/vList6"/>
    <dgm:cxn modelId="{BACA7CAA-7D7F-464B-AC49-294CF00733ED}" type="presParOf" srcId="{B5CC8A18-7200-4A76-8493-BD25B02D2926}" destId="{863E8464-C667-454A-8806-2B46DB6A8A8F}" srcOrd="5" destOrd="0" presId="urn:microsoft.com/office/officeart/2005/8/layout/vList6"/>
    <dgm:cxn modelId="{9CAA86C6-EC28-4F22-BDAE-10851062EA00}" type="presParOf" srcId="{B5CC8A18-7200-4A76-8493-BD25B02D2926}" destId="{52E98AD6-1FEA-4725-BED8-D90F520EC9A4}" srcOrd="6" destOrd="0" presId="urn:microsoft.com/office/officeart/2005/8/layout/vList6"/>
    <dgm:cxn modelId="{E311539B-22E9-42F4-8885-7EE5A2006ADB}" type="presParOf" srcId="{52E98AD6-1FEA-4725-BED8-D90F520EC9A4}" destId="{AA16D711-04C2-4042-9283-AE1E13E4CB3F}" srcOrd="0" destOrd="0" presId="urn:microsoft.com/office/officeart/2005/8/layout/vList6"/>
    <dgm:cxn modelId="{F1C93DDF-0448-428D-AAA9-E7EDDD7DB1D8}" type="presParOf" srcId="{52E98AD6-1FEA-4725-BED8-D90F520EC9A4}" destId="{890E4190-3DDA-4DFF-B949-9AF22E6AAB20}" srcOrd="1" destOrd="0" presId="urn:microsoft.com/office/officeart/2005/8/layout/vList6"/>
    <dgm:cxn modelId="{1F3010CB-D832-4B0D-9F18-A803B45DBDC2}" type="presParOf" srcId="{B5CC8A18-7200-4A76-8493-BD25B02D2926}" destId="{57D67757-E6B7-4536-9CE3-FD10287BEDF3}" srcOrd="7" destOrd="0" presId="urn:microsoft.com/office/officeart/2005/8/layout/vList6"/>
    <dgm:cxn modelId="{83176027-AEFF-464D-8F8D-1CC45015229E}" type="presParOf" srcId="{B5CC8A18-7200-4A76-8493-BD25B02D2926}" destId="{4931CD68-3AE6-4A94-BF0F-661E19DA3218}" srcOrd="8" destOrd="0" presId="urn:microsoft.com/office/officeart/2005/8/layout/vList6"/>
    <dgm:cxn modelId="{FAF3A652-D819-4A53-B50A-6AE12DD48C4E}" type="presParOf" srcId="{4931CD68-3AE6-4A94-BF0F-661E19DA3218}" destId="{B39EEB6B-6ED4-41E4-A4F0-BBCDD704E85A}" srcOrd="0" destOrd="0" presId="urn:microsoft.com/office/officeart/2005/8/layout/vList6"/>
    <dgm:cxn modelId="{DB648203-B1D1-41E6-8D63-F62BEAC8544F}" type="presParOf" srcId="{4931CD68-3AE6-4A94-BF0F-661E19DA3218}" destId="{494805D8-26D3-4F7C-A8EB-A38EAD33499E}" srcOrd="1" destOrd="0" presId="urn:microsoft.com/office/officeart/2005/8/layout/vList6"/>
    <dgm:cxn modelId="{EB337FF6-7A9B-4134-B341-1200B698A117}" type="presParOf" srcId="{B5CC8A18-7200-4A76-8493-BD25B02D2926}" destId="{039DA8F2-4B9F-4EC5-9FEE-6D3B4453DFE3}" srcOrd="9" destOrd="0" presId="urn:microsoft.com/office/officeart/2005/8/layout/vList6"/>
    <dgm:cxn modelId="{09A70C8D-65B0-4E8A-8E30-97C384E0E2E1}" type="presParOf" srcId="{B5CC8A18-7200-4A76-8493-BD25B02D2926}" destId="{C2F8BC43-71AC-4A37-82DE-23D35D9324E0}" srcOrd="10" destOrd="0" presId="urn:microsoft.com/office/officeart/2005/8/layout/vList6"/>
    <dgm:cxn modelId="{BC604E45-48D7-44FF-9F19-C2B9B4C312E7}" type="presParOf" srcId="{C2F8BC43-71AC-4A37-82DE-23D35D9324E0}" destId="{B8FD0CE4-994A-40CB-998C-F75A48BBFBCA}" srcOrd="0" destOrd="0" presId="urn:microsoft.com/office/officeart/2005/8/layout/vList6"/>
    <dgm:cxn modelId="{0F48154C-8845-4DBE-A01D-94DCA97615EC}" type="presParOf" srcId="{C2F8BC43-71AC-4A37-82DE-23D35D9324E0}" destId="{A5CB88AF-8E0C-428E-BC9E-D64C1DF9B8AA}" srcOrd="1" destOrd="0" presId="urn:microsoft.com/office/officeart/2005/8/layout/vList6"/>
    <dgm:cxn modelId="{9865DDDB-30C8-4E0A-9D9D-F5098892EDF4}" type="presParOf" srcId="{B5CC8A18-7200-4A76-8493-BD25B02D2926}" destId="{8364443A-800D-437A-A79C-EF00B80FA1D4}" srcOrd="11" destOrd="0" presId="urn:microsoft.com/office/officeart/2005/8/layout/vList6"/>
    <dgm:cxn modelId="{4E5ECF70-6D57-42B6-8A21-DC69E5C0F46C}" type="presParOf" srcId="{B5CC8A18-7200-4A76-8493-BD25B02D2926}" destId="{FFB2B386-4C66-4D1E-8EFE-BDFE70A8E894}" srcOrd="12" destOrd="0" presId="urn:microsoft.com/office/officeart/2005/8/layout/vList6"/>
    <dgm:cxn modelId="{DFDE71D6-3145-4030-9211-3A934E1849AA}" type="presParOf" srcId="{FFB2B386-4C66-4D1E-8EFE-BDFE70A8E894}" destId="{B7EC33A8-4DA4-4294-B3DA-0A0E4EE17EBD}" srcOrd="0" destOrd="0" presId="urn:microsoft.com/office/officeart/2005/8/layout/vList6"/>
    <dgm:cxn modelId="{5942311C-5321-4864-8801-7F6B7DE43409}" type="presParOf" srcId="{FFB2B386-4C66-4D1E-8EFE-BDFE70A8E894}" destId="{BC09FACC-64A8-4FA2-A3EC-4C06F9C6AAB1}" srcOrd="1" destOrd="0" presId="urn:microsoft.com/office/officeart/2005/8/layout/vList6"/>
    <dgm:cxn modelId="{66B188B7-25D8-41D1-ABED-7107E2754503}" type="presParOf" srcId="{B5CC8A18-7200-4A76-8493-BD25B02D2926}" destId="{56CC75A2-F6FE-4140-A4B8-EF60645B543D}" srcOrd="13" destOrd="0" presId="urn:microsoft.com/office/officeart/2005/8/layout/vList6"/>
    <dgm:cxn modelId="{552E1CBC-5891-44F3-BFD3-1893A3A14263}" type="presParOf" srcId="{B5CC8A18-7200-4A76-8493-BD25B02D2926}" destId="{04B00E77-5A61-4917-9F3A-881450437914}" srcOrd="14" destOrd="0" presId="urn:microsoft.com/office/officeart/2005/8/layout/vList6"/>
    <dgm:cxn modelId="{AFD53CBE-4385-4F1E-8582-811F5E5ECBCD}" type="presParOf" srcId="{04B00E77-5A61-4917-9F3A-881450437914}" destId="{31D0B3F9-1AA6-49EB-AA06-57670384D878}" srcOrd="0" destOrd="0" presId="urn:microsoft.com/office/officeart/2005/8/layout/vList6"/>
    <dgm:cxn modelId="{EF6CC5CD-2F51-42C2-9A10-9E90300A0EB9}" type="presParOf" srcId="{04B00E77-5A61-4917-9F3A-881450437914}" destId="{D9BC776D-0252-4833-BB59-ACD96E76D5BC}" srcOrd="1" destOrd="0" presId="urn:microsoft.com/office/officeart/2005/8/layout/vList6"/>
    <dgm:cxn modelId="{4F9C44EE-428B-4E54-8EAE-E5BED6C21323}" type="presParOf" srcId="{B5CC8A18-7200-4A76-8493-BD25B02D2926}" destId="{7BEC9531-AB3C-4881-BE11-46D4148EC9D2}" srcOrd="15" destOrd="0" presId="urn:microsoft.com/office/officeart/2005/8/layout/vList6"/>
    <dgm:cxn modelId="{254605B4-A646-49CC-89B7-B38FEC47A6DE}" type="presParOf" srcId="{B5CC8A18-7200-4A76-8493-BD25B02D2926}" destId="{24FB48CB-BE39-4752-908C-DCD53422EE4A}" srcOrd="16" destOrd="0" presId="urn:microsoft.com/office/officeart/2005/8/layout/vList6"/>
    <dgm:cxn modelId="{0C850E44-0BEA-45E6-9C60-1A5C12DD9623}" type="presParOf" srcId="{24FB48CB-BE39-4752-908C-DCD53422EE4A}" destId="{B28E6AB7-CAF3-48D4-8B70-0D9B44A64877}" srcOrd="0" destOrd="0" presId="urn:microsoft.com/office/officeart/2005/8/layout/vList6"/>
    <dgm:cxn modelId="{66794C2E-8148-4569-9E69-00E4FCCBD837}" type="presParOf" srcId="{24FB48CB-BE39-4752-908C-DCD53422EE4A}" destId="{F5B04D87-36C9-49A5-937C-00474880897E}" srcOrd="1" destOrd="0" presId="urn:microsoft.com/office/officeart/2005/8/layout/vList6"/>
    <dgm:cxn modelId="{09A14FD2-BEE1-4358-B26D-B0AAE038BED2}" type="presParOf" srcId="{B5CC8A18-7200-4A76-8493-BD25B02D2926}" destId="{7670D628-63BB-4DB1-B059-2585A5AC88F4}" srcOrd="17" destOrd="0" presId="urn:microsoft.com/office/officeart/2005/8/layout/vList6"/>
    <dgm:cxn modelId="{6C0989F6-9B25-4527-A3E9-2F49AE38BFCB}" type="presParOf" srcId="{B5CC8A18-7200-4A76-8493-BD25B02D2926}" destId="{058FA21B-EA40-4BE4-957E-7AF05A1FCA2A}" srcOrd="18" destOrd="0" presId="urn:microsoft.com/office/officeart/2005/8/layout/vList6"/>
    <dgm:cxn modelId="{D2BDAF79-B6DC-4047-BCD8-70094DD890FB}" type="presParOf" srcId="{058FA21B-EA40-4BE4-957E-7AF05A1FCA2A}" destId="{11F3D6B7-A3A7-47AF-A860-7FEE1B31E1F4}" srcOrd="0" destOrd="0" presId="urn:microsoft.com/office/officeart/2005/8/layout/vList6"/>
    <dgm:cxn modelId="{49B5B04F-8394-486F-AA92-FF6BB6710609}" type="presParOf" srcId="{058FA21B-EA40-4BE4-957E-7AF05A1FCA2A}" destId="{6C6A1DDE-F51A-4FEB-BCA3-EEA6A773F54C}" srcOrd="1" destOrd="0" presId="urn:microsoft.com/office/officeart/2005/8/layout/vList6"/>
    <dgm:cxn modelId="{FB833F27-D93B-49DB-BEB1-4CE61FCE57F2}" type="presParOf" srcId="{B5CC8A18-7200-4A76-8493-BD25B02D2926}" destId="{556B3D29-52CB-4F59-B14D-2E2CEA5B687A}" srcOrd="19" destOrd="0" presId="urn:microsoft.com/office/officeart/2005/8/layout/vList6"/>
    <dgm:cxn modelId="{BB8B7623-8BC2-4834-83F6-9D2B495092CB}" type="presParOf" srcId="{B5CC8A18-7200-4A76-8493-BD25B02D2926}" destId="{E316201C-5722-4B3C-B044-B27236A1E565}" srcOrd="20" destOrd="0" presId="urn:microsoft.com/office/officeart/2005/8/layout/vList6"/>
    <dgm:cxn modelId="{C18E978C-D813-4396-90A7-8656FDD71E75}" type="presParOf" srcId="{E316201C-5722-4B3C-B044-B27236A1E565}" destId="{1D858B47-8FAE-46DA-AE92-D0FDB176A4E3}" srcOrd="0" destOrd="0" presId="urn:microsoft.com/office/officeart/2005/8/layout/vList6"/>
    <dgm:cxn modelId="{0E20B144-A044-46AB-ABBA-CC704F27411F}" type="presParOf" srcId="{E316201C-5722-4B3C-B044-B27236A1E565}" destId="{BBCCD302-0CF8-461C-A490-C7FBB9A67DBA}" srcOrd="1" destOrd="0" presId="urn:microsoft.com/office/officeart/2005/8/layout/vList6"/>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82418F1-6D92-481D-BFF5-0896ACA8675F}" type="doc">
      <dgm:prSet loTypeId="urn:microsoft.com/office/officeart/2005/8/layout/vList5" loCatId="list" qsTypeId="urn:microsoft.com/office/officeart/2005/8/quickstyle/simple1" qsCatId="simple" csTypeId="urn:microsoft.com/office/officeart/2005/8/colors/accent1_5" csCatId="accent1" phldr="1"/>
      <dgm:spPr/>
      <dgm:t>
        <a:bodyPr/>
        <a:lstStyle/>
        <a:p>
          <a:endParaRPr lang="en-US"/>
        </a:p>
      </dgm:t>
    </dgm:pt>
    <dgm:pt modelId="{8CC1228D-3656-41C0-ABF5-6AFCE933AB4C}">
      <dgm:prSet phldrT="[Text]" custT="1"/>
      <dgm:spPr/>
      <dgm:t>
        <a:bodyPr/>
        <a:lstStyle/>
        <a:p>
          <a:r>
            <a:rPr lang="en-US" sz="1200" b="1"/>
            <a:t>Reliability of Financial Reporting</a:t>
          </a:r>
        </a:p>
      </dgm:t>
    </dgm:pt>
    <dgm:pt modelId="{0A9426E0-69C0-4B0D-88CB-041F2BF51A9A}" type="parTrans" cxnId="{B196A997-9F75-4543-87A5-82450B134AB7}">
      <dgm:prSet/>
      <dgm:spPr/>
      <dgm:t>
        <a:bodyPr/>
        <a:lstStyle/>
        <a:p>
          <a:endParaRPr lang="en-US" sz="1200"/>
        </a:p>
      </dgm:t>
    </dgm:pt>
    <dgm:pt modelId="{45BA21C3-A3DF-4C9B-AC12-AA73619B3170}" type="sibTrans" cxnId="{B196A997-9F75-4543-87A5-82450B134AB7}">
      <dgm:prSet/>
      <dgm:spPr/>
      <dgm:t>
        <a:bodyPr/>
        <a:lstStyle/>
        <a:p>
          <a:endParaRPr lang="en-US" sz="1200"/>
        </a:p>
      </dgm:t>
    </dgm:pt>
    <dgm:pt modelId="{FAF61D48-6511-428E-9111-C3A5857CEF15}">
      <dgm:prSet phldrT="[Text]" custT="1"/>
      <dgm:spPr>
        <a:solidFill>
          <a:srgbClr val="FFFFFF">
            <a:alpha val="90000"/>
          </a:srgbClr>
        </a:solidFill>
        <a:ln>
          <a:solidFill>
            <a:schemeClr val="accent1">
              <a:alpha val="90000"/>
            </a:schemeClr>
          </a:solidFill>
        </a:ln>
        <a:effectLst>
          <a:outerShdw blurRad="63500" sx="102000" sy="102000" algn="ctr" rotWithShape="0">
            <a:prstClr val="black">
              <a:alpha val="40000"/>
            </a:prstClr>
          </a:outerShdw>
        </a:effectLst>
      </dgm:spPr>
      <dgm:t>
        <a:bodyPr/>
        <a:lstStyle/>
        <a:p>
          <a:pPr algn="just">
            <a:buFontTx/>
            <a:buNone/>
          </a:pPr>
          <a:r>
            <a:rPr lang="en-US" sz="1200"/>
            <a:t>  To </a:t>
          </a:r>
          <a:r>
            <a:rPr lang="en-US" sz="1200" b="1"/>
            <a:t>ensure</a:t>
          </a:r>
          <a:r>
            <a:rPr lang="en-US" sz="1200"/>
            <a:t> that all financial statements and records reflect true and fair financial performance and position of the company.</a:t>
          </a:r>
        </a:p>
      </dgm:t>
    </dgm:pt>
    <dgm:pt modelId="{DDF87257-B7D1-4122-B5BB-B80076F2B4B7}" type="parTrans" cxnId="{6C3C2649-AA99-4F39-A99C-57AC9610E32C}">
      <dgm:prSet/>
      <dgm:spPr/>
      <dgm:t>
        <a:bodyPr/>
        <a:lstStyle/>
        <a:p>
          <a:endParaRPr lang="en-US" sz="1200"/>
        </a:p>
      </dgm:t>
    </dgm:pt>
    <dgm:pt modelId="{7ED526F5-4E64-4AAC-912B-0FCFD2E8192E}" type="sibTrans" cxnId="{6C3C2649-AA99-4F39-A99C-57AC9610E32C}">
      <dgm:prSet/>
      <dgm:spPr/>
      <dgm:t>
        <a:bodyPr/>
        <a:lstStyle/>
        <a:p>
          <a:endParaRPr lang="en-US" sz="1200"/>
        </a:p>
      </dgm:t>
    </dgm:pt>
    <dgm:pt modelId="{176ED64A-C4C9-4C2B-9B61-1FB2F2F763F3}">
      <dgm:prSet phldrT="[Text]" custT="1"/>
      <dgm:spPr/>
      <dgm:t>
        <a:bodyPr/>
        <a:lstStyle/>
        <a:p>
          <a:r>
            <a:rPr lang="en-US" sz="1200" b="1"/>
            <a:t>Compliance with Laws and Regulations</a:t>
          </a:r>
        </a:p>
      </dgm:t>
    </dgm:pt>
    <dgm:pt modelId="{A2B2535C-0BDF-4339-A47C-3D96B733A858}" type="parTrans" cxnId="{D6F36081-96E6-4A6B-B2DE-D649668FEE0C}">
      <dgm:prSet/>
      <dgm:spPr/>
      <dgm:t>
        <a:bodyPr/>
        <a:lstStyle/>
        <a:p>
          <a:endParaRPr lang="en-US" sz="1200"/>
        </a:p>
      </dgm:t>
    </dgm:pt>
    <dgm:pt modelId="{67F1205F-F657-430A-893D-A4BCE426F3F0}" type="sibTrans" cxnId="{D6F36081-96E6-4A6B-B2DE-D649668FEE0C}">
      <dgm:prSet/>
      <dgm:spPr/>
      <dgm:t>
        <a:bodyPr/>
        <a:lstStyle/>
        <a:p>
          <a:endParaRPr lang="en-US" sz="1200"/>
        </a:p>
      </dgm:t>
    </dgm:pt>
    <dgm:pt modelId="{35FD2E1E-AF0D-4B6D-B8FC-23B0156D1D87}">
      <dgm:prSet phldrT="[Text]" custT="1"/>
      <dgm:spPr>
        <a:solidFill>
          <a:srgbClr val="FFFFFF">
            <a:alpha val="90000"/>
          </a:srgbClr>
        </a:solidFill>
        <a:ln>
          <a:solidFill>
            <a:schemeClr val="accent1">
              <a:alpha val="90000"/>
            </a:schemeClr>
          </a:solidFill>
        </a:ln>
        <a:effectLst>
          <a:outerShdw blurRad="63500" sx="102000" sy="102000" algn="ctr" rotWithShape="0">
            <a:prstClr val="black">
              <a:alpha val="40000"/>
            </a:prstClr>
          </a:outerShdw>
        </a:effectLst>
      </dgm:spPr>
      <dgm:t>
        <a:bodyPr/>
        <a:lstStyle/>
        <a:p>
          <a:pPr algn="just">
            <a:buNone/>
          </a:pPr>
          <a:r>
            <a:rPr lang="en-US" sz="1200"/>
            <a:t>  To </a:t>
          </a:r>
          <a:r>
            <a:rPr lang="en-US" sz="1200" b="1"/>
            <a:t>ensure</a:t>
          </a:r>
          <a:r>
            <a:rPr lang="en-US" sz="1200"/>
            <a:t> that all financial transactions and operations comply with applicable legal, regulatory and internal policy requirements.</a:t>
          </a:r>
        </a:p>
      </dgm:t>
    </dgm:pt>
    <dgm:pt modelId="{3D160894-C4B9-4B81-8CFC-2A39B21C993F}" type="parTrans" cxnId="{903BF2B9-6E13-4ABF-86C0-4B772A0FDE5E}">
      <dgm:prSet/>
      <dgm:spPr/>
      <dgm:t>
        <a:bodyPr/>
        <a:lstStyle/>
        <a:p>
          <a:endParaRPr lang="en-US" sz="1200"/>
        </a:p>
      </dgm:t>
    </dgm:pt>
    <dgm:pt modelId="{C7D2D9F8-977A-4E91-9B17-8D8C2E9C46C1}" type="sibTrans" cxnId="{903BF2B9-6E13-4ABF-86C0-4B772A0FDE5E}">
      <dgm:prSet/>
      <dgm:spPr/>
      <dgm:t>
        <a:bodyPr/>
        <a:lstStyle/>
        <a:p>
          <a:endParaRPr lang="en-US" sz="1200"/>
        </a:p>
      </dgm:t>
    </dgm:pt>
    <dgm:pt modelId="{EC9A5896-5C68-4532-8F6E-20363A41DE67}">
      <dgm:prSet phldrT="[Text]" phldr="0" custT="1"/>
      <dgm:spPr/>
      <dgm:t>
        <a:bodyPr/>
        <a:lstStyle/>
        <a:p>
          <a:r>
            <a:rPr lang="en-US" sz="1200" b="1"/>
            <a:t>Safeguarding of Assets</a:t>
          </a:r>
        </a:p>
      </dgm:t>
    </dgm:pt>
    <dgm:pt modelId="{BD94EBC7-81AF-46E5-959E-A63B61BE1CC1}" type="parTrans" cxnId="{ABF02B4E-5F7A-40CE-B8CB-FBC5A87FC93F}">
      <dgm:prSet/>
      <dgm:spPr/>
      <dgm:t>
        <a:bodyPr/>
        <a:lstStyle/>
        <a:p>
          <a:endParaRPr lang="en-US" sz="1200"/>
        </a:p>
      </dgm:t>
    </dgm:pt>
    <dgm:pt modelId="{967D24B0-A4E9-41FC-8559-D0A4C6D14DD5}" type="sibTrans" cxnId="{ABF02B4E-5F7A-40CE-B8CB-FBC5A87FC93F}">
      <dgm:prSet/>
      <dgm:spPr/>
      <dgm:t>
        <a:bodyPr/>
        <a:lstStyle/>
        <a:p>
          <a:endParaRPr lang="en-US" sz="1200"/>
        </a:p>
      </dgm:t>
    </dgm:pt>
    <dgm:pt modelId="{F510F3DE-4DA3-4ADF-AB1D-B9D0A8343239}">
      <dgm:prSet phldrT="[Text]" custT="1"/>
      <dgm:spPr>
        <a:solidFill>
          <a:srgbClr val="FFFFFF">
            <a:alpha val="90000"/>
          </a:srgbClr>
        </a:solidFill>
        <a:ln>
          <a:solidFill>
            <a:schemeClr val="accent1">
              <a:alpha val="90000"/>
            </a:schemeClr>
          </a:solidFill>
        </a:ln>
        <a:effectLst>
          <a:outerShdw blurRad="63500" sx="102000" sy="102000" algn="ctr" rotWithShape="0">
            <a:prstClr val="black">
              <a:alpha val="40000"/>
            </a:prstClr>
          </a:outerShdw>
        </a:effectLst>
      </dgm:spPr>
      <dgm:t>
        <a:bodyPr/>
        <a:lstStyle/>
        <a:p>
          <a:pPr algn="just">
            <a:buClrTx/>
            <a:buSzTx/>
            <a:buFontTx/>
            <a:buNone/>
          </a:pPr>
          <a:r>
            <a:rPr kumimoji="0" lang="en-US" altLang="en-US" sz="1200" b="0" i="0" u="none" strike="noStrike" cap="none" normalizeH="0" baseline="0">
              <a:ln/>
              <a:effectLst/>
              <a:latin typeface="Arial" panose="020B0604020202020204" pitchFamily="34" charset="0"/>
            </a:rPr>
            <a:t>  To </a:t>
          </a:r>
          <a:r>
            <a:rPr kumimoji="0" lang="en-US" altLang="en-US" sz="1200" b="1" i="0" u="none" strike="noStrike" cap="none" normalizeH="0" baseline="0">
              <a:ln/>
              <a:effectLst/>
              <a:latin typeface="Arial" panose="020B0604020202020204" pitchFamily="34" charset="0"/>
            </a:rPr>
            <a:t>prevent</a:t>
          </a:r>
          <a:r>
            <a:rPr kumimoji="0" lang="en-US" altLang="en-US" sz="1200" b="0" i="0" u="none" strike="noStrike" cap="none" normalizeH="0" baseline="0">
              <a:ln/>
              <a:effectLst/>
              <a:latin typeface="Arial" panose="020B0604020202020204" pitchFamily="34" charset="0"/>
            </a:rPr>
            <a:t> misuse, theft or unauthorized disposal of the company’s assets.</a:t>
          </a:r>
          <a:endParaRPr lang="en-US" sz="1200"/>
        </a:p>
      </dgm:t>
    </dgm:pt>
    <dgm:pt modelId="{65E8F425-E874-4D09-8C14-B1F99397164A}" type="parTrans" cxnId="{189324BF-2E10-4A96-8877-8B70532AD25C}">
      <dgm:prSet/>
      <dgm:spPr/>
      <dgm:t>
        <a:bodyPr/>
        <a:lstStyle/>
        <a:p>
          <a:endParaRPr lang="en-US" sz="1200"/>
        </a:p>
      </dgm:t>
    </dgm:pt>
    <dgm:pt modelId="{82A08CED-C659-47E3-9AE1-A13F62E4E4C2}" type="sibTrans" cxnId="{189324BF-2E10-4A96-8877-8B70532AD25C}">
      <dgm:prSet/>
      <dgm:spPr/>
      <dgm:t>
        <a:bodyPr/>
        <a:lstStyle/>
        <a:p>
          <a:endParaRPr lang="en-US" sz="1200"/>
        </a:p>
      </dgm:t>
    </dgm:pt>
    <dgm:pt modelId="{F00D78AD-6CFA-4034-A664-B2C0198D0025}">
      <dgm:prSet custT="1"/>
      <dgm:spPr/>
      <dgm:t>
        <a:bodyPr/>
        <a:lstStyle/>
        <a:p>
          <a:r>
            <a:rPr lang="en-US" sz="1200" b="1"/>
            <a:t>Operational Efficiency</a:t>
          </a:r>
        </a:p>
      </dgm:t>
    </dgm:pt>
    <dgm:pt modelId="{6F03ECCF-5A51-4D7F-A9C3-C40E85031FA6}" type="parTrans" cxnId="{50D30D16-C4AC-4AAF-9EA6-3A9DDDEF1428}">
      <dgm:prSet/>
      <dgm:spPr/>
      <dgm:t>
        <a:bodyPr/>
        <a:lstStyle/>
        <a:p>
          <a:endParaRPr lang="en-US" sz="1200"/>
        </a:p>
      </dgm:t>
    </dgm:pt>
    <dgm:pt modelId="{BE7E74D2-8370-44DE-AC00-D58EC1CAC629}" type="sibTrans" cxnId="{50D30D16-C4AC-4AAF-9EA6-3A9DDDEF1428}">
      <dgm:prSet/>
      <dgm:spPr/>
      <dgm:t>
        <a:bodyPr/>
        <a:lstStyle/>
        <a:p>
          <a:endParaRPr lang="en-US" sz="1200"/>
        </a:p>
      </dgm:t>
    </dgm:pt>
    <dgm:pt modelId="{DEF9AFFC-FD87-4218-8883-73F055DBD22A}">
      <dgm:prSet custT="1"/>
      <dgm:spPr>
        <a:solidFill>
          <a:srgbClr val="FFFFFF">
            <a:alpha val="90000"/>
          </a:srgbClr>
        </a:solidFill>
        <a:ln>
          <a:solidFill>
            <a:schemeClr val="accent1">
              <a:alpha val="90000"/>
            </a:schemeClr>
          </a:solidFill>
        </a:ln>
        <a:effectLst>
          <a:outerShdw blurRad="63500" sx="102000" sy="102000" algn="ctr" rotWithShape="0">
            <a:prstClr val="black">
              <a:alpha val="40000"/>
            </a:prstClr>
          </a:outerShdw>
        </a:effectLst>
      </dgm:spPr>
      <dgm:t>
        <a:bodyPr/>
        <a:lstStyle/>
        <a:p>
          <a:pPr algn="just">
            <a:buFontTx/>
            <a:buNone/>
          </a:pPr>
          <a:r>
            <a:rPr lang="en-US" sz="1200"/>
            <a:t>  To </a:t>
          </a:r>
          <a:r>
            <a:rPr lang="en-US" sz="1200" b="1"/>
            <a:t>promote</a:t>
          </a:r>
          <a:r>
            <a:rPr lang="en-US" sz="1200"/>
            <a:t> efficiency, effectiveness and accountability in operations by establishing clear financial processes and authority levels.</a:t>
          </a:r>
        </a:p>
      </dgm:t>
    </dgm:pt>
    <dgm:pt modelId="{5E18D1DB-5626-4106-AB9D-35B41393194E}" type="parTrans" cxnId="{7FCB2B40-8B6F-4A04-9CFB-3DAD1AAF2B11}">
      <dgm:prSet/>
      <dgm:spPr/>
      <dgm:t>
        <a:bodyPr/>
        <a:lstStyle/>
        <a:p>
          <a:endParaRPr lang="en-US" sz="1200"/>
        </a:p>
      </dgm:t>
    </dgm:pt>
    <dgm:pt modelId="{524968BA-4933-4428-9BFC-EAE61D29A00B}" type="sibTrans" cxnId="{7FCB2B40-8B6F-4A04-9CFB-3DAD1AAF2B11}">
      <dgm:prSet/>
      <dgm:spPr/>
      <dgm:t>
        <a:bodyPr/>
        <a:lstStyle/>
        <a:p>
          <a:endParaRPr lang="en-US" sz="1200"/>
        </a:p>
      </dgm:t>
    </dgm:pt>
    <dgm:pt modelId="{49A675C6-FA75-40BF-96D1-799D9D5B2489}">
      <dgm:prSet custT="1"/>
      <dgm:spPr/>
      <dgm:t>
        <a:bodyPr/>
        <a:lstStyle/>
        <a:p>
          <a:r>
            <a:rPr lang="en-US" sz="1200" b="1"/>
            <a:t>Fraud Prevention and Detection</a:t>
          </a:r>
        </a:p>
      </dgm:t>
    </dgm:pt>
    <dgm:pt modelId="{CDA15C16-0630-49CC-B483-9EB0DF26DAFE}" type="parTrans" cxnId="{5C8F066B-F5E7-4C98-BB26-9B58A2FDC010}">
      <dgm:prSet/>
      <dgm:spPr/>
      <dgm:t>
        <a:bodyPr/>
        <a:lstStyle/>
        <a:p>
          <a:endParaRPr lang="en-US" sz="1200"/>
        </a:p>
      </dgm:t>
    </dgm:pt>
    <dgm:pt modelId="{89AEB6F6-6913-42D2-90E4-4531B78DA9A8}" type="sibTrans" cxnId="{5C8F066B-F5E7-4C98-BB26-9B58A2FDC010}">
      <dgm:prSet/>
      <dgm:spPr/>
      <dgm:t>
        <a:bodyPr/>
        <a:lstStyle/>
        <a:p>
          <a:endParaRPr lang="en-US" sz="1200"/>
        </a:p>
      </dgm:t>
    </dgm:pt>
    <dgm:pt modelId="{422CE7AA-A5CB-4AC4-8214-A25207FF7B42}">
      <dgm:prSet custT="1"/>
      <dgm:spPr>
        <a:solidFill>
          <a:srgbClr val="FFFFFF">
            <a:alpha val="90000"/>
          </a:srgbClr>
        </a:solidFill>
        <a:ln>
          <a:solidFill>
            <a:schemeClr val="accent1">
              <a:alpha val="90000"/>
            </a:schemeClr>
          </a:solidFill>
        </a:ln>
        <a:effectLst>
          <a:outerShdw blurRad="63500" sx="102000" sy="102000" algn="ctr" rotWithShape="0">
            <a:prstClr val="black">
              <a:alpha val="40000"/>
            </a:prstClr>
          </a:outerShdw>
        </a:effectLst>
      </dgm:spPr>
      <dgm:t>
        <a:bodyPr/>
        <a:lstStyle/>
        <a:p>
          <a:pPr algn="just">
            <a:buFontTx/>
            <a:buNone/>
          </a:pPr>
          <a:r>
            <a:rPr lang="en-US" sz="1200"/>
            <a:t>  To </a:t>
          </a:r>
          <a:r>
            <a:rPr lang="en-US" sz="1200" b="1"/>
            <a:t>identify</a:t>
          </a:r>
          <a:r>
            <a:rPr lang="en-US" sz="1200"/>
            <a:t>, </a:t>
          </a:r>
          <a:r>
            <a:rPr lang="en-US" sz="1200" b="1"/>
            <a:t>prevent</a:t>
          </a:r>
          <a:r>
            <a:rPr lang="en-US" sz="1200"/>
            <a:t> and </a:t>
          </a:r>
          <a:r>
            <a:rPr lang="en-US" sz="1200" b="1"/>
            <a:t>detect</a:t>
          </a:r>
          <a:r>
            <a:rPr lang="en-US" sz="1200"/>
            <a:t> frauds, errors and irregularities in financial and operational activities.</a:t>
          </a:r>
        </a:p>
      </dgm:t>
    </dgm:pt>
    <dgm:pt modelId="{01307C52-5E5F-4460-B7F0-22555FE2D023}" type="parTrans" cxnId="{CA826708-9DFE-431E-8C8F-6C29A0755424}">
      <dgm:prSet/>
      <dgm:spPr/>
      <dgm:t>
        <a:bodyPr/>
        <a:lstStyle/>
        <a:p>
          <a:endParaRPr lang="en-US" sz="1200"/>
        </a:p>
      </dgm:t>
    </dgm:pt>
    <dgm:pt modelId="{242C7115-E22A-416C-977D-3EA7603E779D}" type="sibTrans" cxnId="{CA826708-9DFE-431E-8C8F-6C29A0755424}">
      <dgm:prSet/>
      <dgm:spPr/>
      <dgm:t>
        <a:bodyPr/>
        <a:lstStyle/>
        <a:p>
          <a:endParaRPr lang="en-US" sz="1200"/>
        </a:p>
      </dgm:t>
    </dgm:pt>
    <dgm:pt modelId="{C749A046-7B42-44EE-B67F-575C15273EDD}">
      <dgm:prSet custT="1"/>
      <dgm:spPr/>
      <dgm:t>
        <a:bodyPr/>
        <a:lstStyle/>
        <a:p>
          <a:r>
            <a:rPr lang="en-US" sz="1200" b="1"/>
            <a:t>Accuracy of Accounting Records</a:t>
          </a:r>
        </a:p>
      </dgm:t>
    </dgm:pt>
    <dgm:pt modelId="{DAFEF1E5-B778-4010-80A2-CBDFD9AAF1A2}" type="parTrans" cxnId="{6E652888-8781-4E03-8A6B-D11D13F5AFAE}">
      <dgm:prSet/>
      <dgm:spPr/>
      <dgm:t>
        <a:bodyPr/>
        <a:lstStyle/>
        <a:p>
          <a:endParaRPr lang="en-US" sz="1200"/>
        </a:p>
      </dgm:t>
    </dgm:pt>
    <dgm:pt modelId="{179DA926-1889-48B5-A739-CCDFC80B51E7}" type="sibTrans" cxnId="{6E652888-8781-4E03-8A6B-D11D13F5AFAE}">
      <dgm:prSet/>
      <dgm:spPr/>
      <dgm:t>
        <a:bodyPr/>
        <a:lstStyle/>
        <a:p>
          <a:endParaRPr lang="en-US" sz="1200"/>
        </a:p>
      </dgm:t>
    </dgm:pt>
    <dgm:pt modelId="{35A699B4-7C6D-4894-9322-1BB374D19DD8}">
      <dgm:prSet custT="1"/>
      <dgm:spPr>
        <a:solidFill>
          <a:srgbClr val="FFFFFF">
            <a:alpha val="90000"/>
          </a:srgbClr>
        </a:solidFill>
        <a:ln>
          <a:solidFill>
            <a:schemeClr val="accent1">
              <a:alpha val="90000"/>
            </a:schemeClr>
          </a:solidFill>
        </a:ln>
        <a:effectLst>
          <a:outerShdw blurRad="63500" sx="102000" sy="102000" algn="ctr" rotWithShape="0">
            <a:prstClr val="black">
              <a:alpha val="40000"/>
            </a:prstClr>
          </a:outerShdw>
        </a:effectLst>
      </dgm:spPr>
      <dgm:t>
        <a:bodyPr/>
        <a:lstStyle/>
        <a:p>
          <a:pPr algn="just">
            <a:buFontTx/>
            <a:buNone/>
          </a:pPr>
          <a:r>
            <a:rPr lang="en-US" sz="1200"/>
            <a:t>  To </a:t>
          </a:r>
          <a:r>
            <a:rPr lang="en-US" sz="1200" b="1"/>
            <a:t>ensure</a:t>
          </a:r>
          <a:r>
            <a:rPr lang="en-US" sz="1200"/>
            <a:t> that accounting records are complete, accurate, and maintained in accordance with prescribed standards.</a:t>
          </a:r>
        </a:p>
      </dgm:t>
    </dgm:pt>
    <dgm:pt modelId="{9E78DAF4-0826-4FFC-A3D3-BF0B2C4D3824}" type="parTrans" cxnId="{CE878D49-77E4-4590-AA85-7CDD4322227A}">
      <dgm:prSet/>
      <dgm:spPr/>
      <dgm:t>
        <a:bodyPr/>
        <a:lstStyle/>
        <a:p>
          <a:endParaRPr lang="en-US" sz="1200"/>
        </a:p>
      </dgm:t>
    </dgm:pt>
    <dgm:pt modelId="{EB7ED74D-60D6-4FC4-B89C-BC27DE273208}" type="sibTrans" cxnId="{CE878D49-77E4-4590-AA85-7CDD4322227A}">
      <dgm:prSet/>
      <dgm:spPr/>
      <dgm:t>
        <a:bodyPr/>
        <a:lstStyle/>
        <a:p>
          <a:endParaRPr lang="en-US" sz="1200"/>
        </a:p>
      </dgm:t>
    </dgm:pt>
    <dgm:pt modelId="{BBE7E5A7-CEFE-4441-A7BA-773524A13241}">
      <dgm:prSet custT="1"/>
      <dgm:spPr/>
      <dgm:t>
        <a:bodyPr/>
        <a:lstStyle/>
        <a:p>
          <a:r>
            <a:rPr lang="en-US" sz="1200" b="1"/>
            <a:t>Timely and Reliable Information</a:t>
          </a:r>
        </a:p>
      </dgm:t>
    </dgm:pt>
    <dgm:pt modelId="{641A750B-5987-4461-941B-6E5CC69EAAD0}" type="parTrans" cxnId="{F6B032F1-3810-4E13-9A4A-F22EACE3FA81}">
      <dgm:prSet/>
      <dgm:spPr/>
      <dgm:t>
        <a:bodyPr/>
        <a:lstStyle/>
        <a:p>
          <a:endParaRPr lang="en-US" sz="1200"/>
        </a:p>
      </dgm:t>
    </dgm:pt>
    <dgm:pt modelId="{C5EB7E83-7BFC-4F6A-BB80-68EA39883554}" type="sibTrans" cxnId="{F6B032F1-3810-4E13-9A4A-F22EACE3FA81}">
      <dgm:prSet/>
      <dgm:spPr/>
      <dgm:t>
        <a:bodyPr/>
        <a:lstStyle/>
        <a:p>
          <a:endParaRPr lang="en-US" sz="1200"/>
        </a:p>
      </dgm:t>
    </dgm:pt>
    <dgm:pt modelId="{00BB64CB-D47B-40CC-B7F0-EFC0C21C424C}">
      <dgm:prSet custT="1"/>
      <dgm:spPr>
        <a:solidFill>
          <a:srgbClr val="FFFFFF">
            <a:alpha val="90000"/>
          </a:srgbClr>
        </a:solidFill>
        <a:ln>
          <a:solidFill>
            <a:schemeClr val="accent1">
              <a:alpha val="90000"/>
            </a:schemeClr>
          </a:solidFill>
        </a:ln>
        <a:effectLst>
          <a:outerShdw blurRad="63500" sx="102000" sy="102000" algn="ctr" rotWithShape="0">
            <a:prstClr val="black">
              <a:alpha val="40000"/>
            </a:prstClr>
          </a:outerShdw>
        </a:effectLst>
      </dgm:spPr>
      <dgm:t>
        <a:bodyPr/>
        <a:lstStyle/>
        <a:p>
          <a:pPr algn="just">
            <a:buFontTx/>
            <a:buNone/>
          </a:pPr>
          <a:r>
            <a:rPr lang="en-US" sz="1200"/>
            <a:t>  To </a:t>
          </a:r>
          <a:r>
            <a:rPr lang="en-US" sz="1200" b="1"/>
            <a:t>enable </a:t>
          </a:r>
          <a:r>
            <a:rPr lang="en-US" sz="1200"/>
            <a:t>management to make informed decisions based on timely, reliable and relevant financial data.</a:t>
          </a:r>
        </a:p>
      </dgm:t>
    </dgm:pt>
    <dgm:pt modelId="{6DCA3497-7C51-40C7-A73B-1DE55CFDD406}" type="parTrans" cxnId="{25ACA65D-8BCA-4F1A-B775-4DB11BE84984}">
      <dgm:prSet/>
      <dgm:spPr/>
      <dgm:t>
        <a:bodyPr/>
        <a:lstStyle/>
        <a:p>
          <a:endParaRPr lang="en-US" sz="1200"/>
        </a:p>
      </dgm:t>
    </dgm:pt>
    <dgm:pt modelId="{6344263F-B62E-49B8-B685-F5EE84417177}" type="sibTrans" cxnId="{25ACA65D-8BCA-4F1A-B775-4DB11BE84984}">
      <dgm:prSet/>
      <dgm:spPr/>
      <dgm:t>
        <a:bodyPr/>
        <a:lstStyle/>
        <a:p>
          <a:endParaRPr lang="en-US" sz="1200"/>
        </a:p>
      </dgm:t>
    </dgm:pt>
    <dgm:pt modelId="{030F60F2-B1CE-4215-9B7D-BADE070B4388}" type="pres">
      <dgm:prSet presAssocID="{682418F1-6D92-481D-BFF5-0896ACA8675F}" presName="Name0" presStyleCnt="0">
        <dgm:presLayoutVars>
          <dgm:dir/>
          <dgm:animLvl val="lvl"/>
          <dgm:resizeHandles val="exact"/>
        </dgm:presLayoutVars>
      </dgm:prSet>
      <dgm:spPr/>
    </dgm:pt>
    <dgm:pt modelId="{AE5D7EBC-425C-49BC-89D5-52B8D9FB8B7E}" type="pres">
      <dgm:prSet presAssocID="{8CC1228D-3656-41C0-ABF5-6AFCE933AB4C}" presName="linNode" presStyleCnt="0"/>
      <dgm:spPr/>
    </dgm:pt>
    <dgm:pt modelId="{61B135B5-387F-4C75-9839-0D37104204DC}" type="pres">
      <dgm:prSet presAssocID="{8CC1228D-3656-41C0-ABF5-6AFCE933AB4C}" presName="parentText" presStyleLbl="node1" presStyleIdx="0" presStyleCnt="7">
        <dgm:presLayoutVars>
          <dgm:chMax val="1"/>
          <dgm:bulletEnabled val="1"/>
        </dgm:presLayoutVars>
      </dgm:prSet>
      <dgm:spPr/>
    </dgm:pt>
    <dgm:pt modelId="{CB3CE0A6-7C6C-424D-B584-3F7492B7A33D}" type="pres">
      <dgm:prSet presAssocID="{8CC1228D-3656-41C0-ABF5-6AFCE933AB4C}" presName="descendantText" presStyleLbl="alignAccFollowNode1" presStyleIdx="0" presStyleCnt="7">
        <dgm:presLayoutVars>
          <dgm:bulletEnabled val="1"/>
        </dgm:presLayoutVars>
      </dgm:prSet>
      <dgm:spPr/>
    </dgm:pt>
    <dgm:pt modelId="{70838493-7009-4B2A-AEFB-EE441B39F602}" type="pres">
      <dgm:prSet presAssocID="{45BA21C3-A3DF-4C9B-AC12-AA73619B3170}" presName="sp" presStyleCnt="0"/>
      <dgm:spPr/>
    </dgm:pt>
    <dgm:pt modelId="{EC48488B-03BC-4B01-AF5D-E4604F734916}" type="pres">
      <dgm:prSet presAssocID="{176ED64A-C4C9-4C2B-9B61-1FB2F2F763F3}" presName="linNode" presStyleCnt="0"/>
      <dgm:spPr/>
    </dgm:pt>
    <dgm:pt modelId="{D93F301E-B800-47DE-BAD8-37F2930A7F55}" type="pres">
      <dgm:prSet presAssocID="{176ED64A-C4C9-4C2B-9B61-1FB2F2F763F3}" presName="parentText" presStyleLbl="node1" presStyleIdx="1" presStyleCnt="7">
        <dgm:presLayoutVars>
          <dgm:chMax val="1"/>
          <dgm:bulletEnabled val="1"/>
        </dgm:presLayoutVars>
      </dgm:prSet>
      <dgm:spPr/>
    </dgm:pt>
    <dgm:pt modelId="{EE9470F3-9FEC-45E2-B346-12A6C3C07EE0}" type="pres">
      <dgm:prSet presAssocID="{176ED64A-C4C9-4C2B-9B61-1FB2F2F763F3}" presName="descendantText" presStyleLbl="alignAccFollowNode1" presStyleIdx="1" presStyleCnt="7">
        <dgm:presLayoutVars>
          <dgm:bulletEnabled val="1"/>
        </dgm:presLayoutVars>
      </dgm:prSet>
      <dgm:spPr/>
    </dgm:pt>
    <dgm:pt modelId="{F3917A4A-1F07-4E1A-828D-3C41014096DA}" type="pres">
      <dgm:prSet presAssocID="{67F1205F-F657-430A-893D-A4BCE426F3F0}" presName="sp" presStyleCnt="0"/>
      <dgm:spPr/>
    </dgm:pt>
    <dgm:pt modelId="{F23CF30B-1820-4182-ABCB-395DC28C2BE9}" type="pres">
      <dgm:prSet presAssocID="{EC9A5896-5C68-4532-8F6E-20363A41DE67}" presName="linNode" presStyleCnt="0"/>
      <dgm:spPr/>
    </dgm:pt>
    <dgm:pt modelId="{2D41A68E-A3A8-41EF-8A53-28246CD4A811}" type="pres">
      <dgm:prSet presAssocID="{EC9A5896-5C68-4532-8F6E-20363A41DE67}" presName="parentText" presStyleLbl="node1" presStyleIdx="2" presStyleCnt="7">
        <dgm:presLayoutVars>
          <dgm:chMax val="1"/>
          <dgm:bulletEnabled val="1"/>
        </dgm:presLayoutVars>
      </dgm:prSet>
      <dgm:spPr/>
    </dgm:pt>
    <dgm:pt modelId="{CC026852-29B5-46C6-B606-A8BA63D320A4}" type="pres">
      <dgm:prSet presAssocID="{EC9A5896-5C68-4532-8F6E-20363A41DE67}" presName="descendantText" presStyleLbl="alignAccFollowNode1" presStyleIdx="2" presStyleCnt="7">
        <dgm:presLayoutVars>
          <dgm:bulletEnabled val="1"/>
        </dgm:presLayoutVars>
      </dgm:prSet>
      <dgm:spPr/>
    </dgm:pt>
    <dgm:pt modelId="{3CC20268-55B6-465B-8536-994865A685DF}" type="pres">
      <dgm:prSet presAssocID="{967D24B0-A4E9-41FC-8559-D0A4C6D14DD5}" presName="sp" presStyleCnt="0"/>
      <dgm:spPr/>
    </dgm:pt>
    <dgm:pt modelId="{603BF785-634B-48C2-A1FC-DCDEC00AB241}" type="pres">
      <dgm:prSet presAssocID="{BBE7E5A7-CEFE-4441-A7BA-773524A13241}" presName="linNode" presStyleCnt="0"/>
      <dgm:spPr/>
    </dgm:pt>
    <dgm:pt modelId="{7CF7BF99-5FF4-4F82-8931-BA77667FEF49}" type="pres">
      <dgm:prSet presAssocID="{BBE7E5A7-CEFE-4441-A7BA-773524A13241}" presName="parentText" presStyleLbl="node1" presStyleIdx="3" presStyleCnt="7">
        <dgm:presLayoutVars>
          <dgm:chMax val="1"/>
          <dgm:bulletEnabled val="1"/>
        </dgm:presLayoutVars>
      </dgm:prSet>
      <dgm:spPr/>
    </dgm:pt>
    <dgm:pt modelId="{CAE58F08-0371-4C85-8034-CA4395405493}" type="pres">
      <dgm:prSet presAssocID="{BBE7E5A7-CEFE-4441-A7BA-773524A13241}" presName="descendantText" presStyleLbl="alignAccFollowNode1" presStyleIdx="3" presStyleCnt="7">
        <dgm:presLayoutVars>
          <dgm:bulletEnabled val="1"/>
        </dgm:presLayoutVars>
      </dgm:prSet>
      <dgm:spPr/>
    </dgm:pt>
    <dgm:pt modelId="{E54E3812-01B8-4773-9DEA-CE9B284E259F}" type="pres">
      <dgm:prSet presAssocID="{C5EB7E83-7BFC-4F6A-BB80-68EA39883554}" presName="sp" presStyleCnt="0"/>
      <dgm:spPr/>
    </dgm:pt>
    <dgm:pt modelId="{D0739340-5FAE-42D9-90B4-645AEA095A67}" type="pres">
      <dgm:prSet presAssocID="{C749A046-7B42-44EE-B67F-575C15273EDD}" presName="linNode" presStyleCnt="0"/>
      <dgm:spPr/>
    </dgm:pt>
    <dgm:pt modelId="{AD51611F-142D-493E-9EBE-92009ED13F91}" type="pres">
      <dgm:prSet presAssocID="{C749A046-7B42-44EE-B67F-575C15273EDD}" presName="parentText" presStyleLbl="node1" presStyleIdx="4" presStyleCnt="7">
        <dgm:presLayoutVars>
          <dgm:chMax val="1"/>
          <dgm:bulletEnabled val="1"/>
        </dgm:presLayoutVars>
      </dgm:prSet>
      <dgm:spPr/>
    </dgm:pt>
    <dgm:pt modelId="{AE3D8355-0D71-44C8-AC61-332E427D81F0}" type="pres">
      <dgm:prSet presAssocID="{C749A046-7B42-44EE-B67F-575C15273EDD}" presName="descendantText" presStyleLbl="alignAccFollowNode1" presStyleIdx="4" presStyleCnt="7">
        <dgm:presLayoutVars>
          <dgm:bulletEnabled val="1"/>
        </dgm:presLayoutVars>
      </dgm:prSet>
      <dgm:spPr/>
    </dgm:pt>
    <dgm:pt modelId="{7E37BE63-D84C-48E7-9D27-40DA0BF181B6}" type="pres">
      <dgm:prSet presAssocID="{179DA926-1889-48B5-A739-CCDFC80B51E7}" presName="sp" presStyleCnt="0"/>
      <dgm:spPr/>
    </dgm:pt>
    <dgm:pt modelId="{01611995-264F-4622-A772-1A45800F8215}" type="pres">
      <dgm:prSet presAssocID="{49A675C6-FA75-40BF-96D1-799D9D5B2489}" presName="linNode" presStyleCnt="0"/>
      <dgm:spPr/>
    </dgm:pt>
    <dgm:pt modelId="{9261BDB9-6AD1-4EE7-BCB9-66D2270D1D4E}" type="pres">
      <dgm:prSet presAssocID="{49A675C6-FA75-40BF-96D1-799D9D5B2489}" presName="parentText" presStyleLbl="node1" presStyleIdx="5" presStyleCnt="7">
        <dgm:presLayoutVars>
          <dgm:chMax val="1"/>
          <dgm:bulletEnabled val="1"/>
        </dgm:presLayoutVars>
      </dgm:prSet>
      <dgm:spPr/>
    </dgm:pt>
    <dgm:pt modelId="{3E92DB33-9CE7-450E-9C12-9747D29A6B2D}" type="pres">
      <dgm:prSet presAssocID="{49A675C6-FA75-40BF-96D1-799D9D5B2489}" presName="descendantText" presStyleLbl="alignAccFollowNode1" presStyleIdx="5" presStyleCnt="7">
        <dgm:presLayoutVars>
          <dgm:bulletEnabled val="1"/>
        </dgm:presLayoutVars>
      </dgm:prSet>
      <dgm:spPr/>
    </dgm:pt>
    <dgm:pt modelId="{3B0372F9-40E6-4711-BD86-259C3A5505FE}" type="pres">
      <dgm:prSet presAssocID="{89AEB6F6-6913-42D2-90E4-4531B78DA9A8}" presName="sp" presStyleCnt="0"/>
      <dgm:spPr/>
    </dgm:pt>
    <dgm:pt modelId="{1A07E383-2B0E-46F1-9762-0FD0E86CE61F}" type="pres">
      <dgm:prSet presAssocID="{F00D78AD-6CFA-4034-A664-B2C0198D0025}" presName="linNode" presStyleCnt="0"/>
      <dgm:spPr/>
    </dgm:pt>
    <dgm:pt modelId="{D8FA19AC-105A-4108-B9C8-70EC68ED2B49}" type="pres">
      <dgm:prSet presAssocID="{F00D78AD-6CFA-4034-A664-B2C0198D0025}" presName="parentText" presStyleLbl="node1" presStyleIdx="6" presStyleCnt="7">
        <dgm:presLayoutVars>
          <dgm:chMax val="1"/>
          <dgm:bulletEnabled val="1"/>
        </dgm:presLayoutVars>
      </dgm:prSet>
      <dgm:spPr/>
    </dgm:pt>
    <dgm:pt modelId="{FC42DDDC-44B2-42AC-AFE5-B2F3B8CCB934}" type="pres">
      <dgm:prSet presAssocID="{F00D78AD-6CFA-4034-A664-B2C0198D0025}" presName="descendantText" presStyleLbl="alignAccFollowNode1" presStyleIdx="6" presStyleCnt="7">
        <dgm:presLayoutVars>
          <dgm:bulletEnabled val="1"/>
        </dgm:presLayoutVars>
      </dgm:prSet>
      <dgm:spPr/>
    </dgm:pt>
  </dgm:ptLst>
  <dgm:cxnLst>
    <dgm:cxn modelId="{1E962006-3D96-444E-ACD2-2CBF5D23D731}" type="presOf" srcId="{176ED64A-C4C9-4C2B-9B61-1FB2F2F763F3}" destId="{D93F301E-B800-47DE-BAD8-37F2930A7F55}" srcOrd="0" destOrd="0" presId="urn:microsoft.com/office/officeart/2005/8/layout/vList5"/>
    <dgm:cxn modelId="{CA826708-9DFE-431E-8C8F-6C29A0755424}" srcId="{49A675C6-FA75-40BF-96D1-799D9D5B2489}" destId="{422CE7AA-A5CB-4AC4-8214-A25207FF7B42}" srcOrd="0" destOrd="0" parTransId="{01307C52-5E5F-4460-B7F0-22555FE2D023}" sibTransId="{242C7115-E22A-416C-977D-3EA7603E779D}"/>
    <dgm:cxn modelId="{97B2660D-6737-4231-B76E-A0385187BFDF}" type="presOf" srcId="{F00D78AD-6CFA-4034-A664-B2C0198D0025}" destId="{D8FA19AC-105A-4108-B9C8-70EC68ED2B49}" srcOrd="0" destOrd="0" presId="urn:microsoft.com/office/officeart/2005/8/layout/vList5"/>
    <dgm:cxn modelId="{2D0D9F14-EA4C-4805-9FA6-EB71A30DDFC5}" type="presOf" srcId="{FAF61D48-6511-428E-9111-C3A5857CEF15}" destId="{CB3CE0A6-7C6C-424D-B584-3F7492B7A33D}" srcOrd="0" destOrd="0" presId="urn:microsoft.com/office/officeart/2005/8/layout/vList5"/>
    <dgm:cxn modelId="{50D30D16-C4AC-4AAF-9EA6-3A9DDDEF1428}" srcId="{682418F1-6D92-481D-BFF5-0896ACA8675F}" destId="{F00D78AD-6CFA-4034-A664-B2C0198D0025}" srcOrd="6" destOrd="0" parTransId="{6F03ECCF-5A51-4D7F-A9C3-C40E85031FA6}" sibTransId="{BE7E74D2-8370-44DE-AC00-D58EC1CAC629}"/>
    <dgm:cxn modelId="{D6646C31-8F8E-4EDE-86ED-CC7C122BC005}" type="presOf" srcId="{682418F1-6D92-481D-BFF5-0896ACA8675F}" destId="{030F60F2-B1CE-4215-9B7D-BADE070B4388}" srcOrd="0" destOrd="0" presId="urn:microsoft.com/office/officeart/2005/8/layout/vList5"/>
    <dgm:cxn modelId="{4E2EF534-3971-4F91-8D0F-27103380CF86}" type="presOf" srcId="{35FD2E1E-AF0D-4B6D-B8FC-23B0156D1D87}" destId="{EE9470F3-9FEC-45E2-B346-12A6C3C07EE0}" srcOrd="0" destOrd="0" presId="urn:microsoft.com/office/officeart/2005/8/layout/vList5"/>
    <dgm:cxn modelId="{6DDC4A3A-A6CB-49D6-BA74-C77967640C70}" type="presOf" srcId="{DEF9AFFC-FD87-4218-8883-73F055DBD22A}" destId="{FC42DDDC-44B2-42AC-AFE5-B2F3B8CCB934}" srcOrd="0" destOrd="0" presId="urn:microsoft.com/office/officeart/2005/8/layout/vList5"/>
    <dgm:cxn modelId="{63734C3C-943F-4F56-9D02-1D9216C74244}" type="presOf" srcId="{35A699B4-7C6D-4894-9322-1BB374D19DD8}" destId="{AE3D8355-0D71-44C8-AC61-332E427D81F0}" srcOrd="0" destOrd="0" presId="urn:microsoft.com/office/officeart/2005/8/layout/vList5"/>
    <dgm:cxn modelId="{7FCB2B40-8B6F-4A04-9CFB-3DAD1AAF2B11}" srcId="{F00D78AD-6CFA-4034-A664-B2C0198D0025}" destId="{DEF9AFFC-FD87-4218-8883-73F055DBD22A}" srcOrd="0" destOrd="0" parTransId="{5E18D1DB-5626-4106-AB9D-35B41393194E}" sibTransId="{524968BA-4933-4428-9BFC-EAE61D29A00B}"/>
    <dgm:cxn modelId="{25ACA65D-8BCA-4F1A-B775-4DB11BE84984}" srcId="{BBE7E5A7-CEFE-4441-A7BA-773524A13241}" destId="{00BB64CB-D47B-40CC-B7F0-EFC0C21C424C}" srcOrd="0" destOrd="0" parTransId="{6DCA3497-7C51-40C7-A73B-1DE55CFDD406}" sibTransId="{6344263F-B62E-49B8-B685-F5EE84417177}"/>
    <dgm:cxn modelId="{A929635E-B8FE-4145-A58A-8C0914FC293C}" type="presOf" srcId="{49A675C6-FA75-40BF-96D1-799D9D5B2489}" destId="{9261BDB9-6AD1-4EE7-BCB9-66D2270D1D4E}" srcOrd="0" destOrd="0" presId="urn:microsoft.com/office/officeart/2005/8/layout/vList5"/>
    <dgm:cxn modelId="{6C3C2649-AA99-4F39-A99C-57AC9610E32C}" srcId="{8CC1228D-3656-41C0-ABF5-6AFCE933AB4C}" destId="{FAF61D48-6511-428E-9111-C3A5857CEF15}" srcOrd="0" destOrd="0" parTransId="{DDF87257-B7D1-4122-B5BB-B80076F2B4B7}" sibTransId="{7ED526F5-4E64-4AAC-912B-0FCFD2E8192E}"/>
    <dgm:cxn modelId="{CE878D49-77E4-4590-AA85-7CDD4322227A}" srcId="{C749A046-7B42-44EE-B67F-575C15273EDD}" destId="{35A699B4-7C6D-4894-9322-1BB374D19DD8}" srcOrd="0" destOrd="0" parTransId="{9E78DAF4-0826-4FFC-A3D3-BF0B2C4D3824}" sibTransId="{EB7ED74D-60D6-4FC4-B89C-BC27DE273208}"/>
    <dgm:cxn modelId="{5C8F066B-F5E7-4C98-BB26-9B58A2FDC010}" srcId="{682418F1-6D92-481D-BFF5-0896ACA8675F}" destId="{49A675C6-FA75-40BF-96D1-799D9D5B2489}" srcOrd="5" destOrd="0" parTransId="{CDA15C16-0630-49CC-B483-9EB0DF26DAFE}" sibTransId="{89AEB6F6-6913-42D2-90E4-4531B78DA9A8}"/>
    <dgm:cxn modelId="{ABF02B4E-5F7A-40CE-B8CB-FBC5A87FC93F}" srcId="{682418F1-6D92-481D-BFF5-0896ACA8675F}" destId="{EC9A5896-5C68-4532-8F6E-20363A41DE67}" srcOrd="2" destOrd="0" parTransId="{BD94EBC7-81AF-46E5-959E-A63B61BE1CC1}" sibTransId="{967D24B0-A4E9-41FC-8559-D0A4C6D14DD5}"/>
    <dgm:cxn modelId="{D6F36081-96E6-4A6B-B2DE-D649668FEE0C}" srcId="{682418F1-6D92-481D-BFF5-0896ACA8675F}" destId="{176ED64A-C4C9-4C2B-9B61-1FB2F2F763F3}" srcOrd="1" destOrd="0" parTransId="{A2B2535C-0BDF-4339-A47C-3D96B733A858}" sibTransId="{67F1205F-F657-430A-893D-A4BCE426F3F0}"/>
    <dgm:cxn modelId="{6E652888-8781-4E03-8A6B-D11D13F5AFAE}" srcId="{682418F1-6D92-481D-BFF5-0896ACA8675F}" destId="{C749A046-7B42-44EE-B67F-575C15273EDD}" srcOrd="4" destOrd="0" parTransId="{DAFEF1E5-B778-4010-80A2-CBDFD9AAF1A2}" sibTransId="{179DA926-1889-48B5-A739-CCDFC80B51E7}"/>
    <dgm:cxn modelId="{D6713890-AAAB-49F6-9AC6-1DBE966088D8}" type="presOf" srcId="{C749A046-7B42-44EE-B67F-575C15273EDD}" destId="{AD51611F-142D-493E-9EBE-92009ED13F91}" srcOrd="0" destOrd="0" presId="urn:microsoft.com/office/officeart/2005/8/layout/vList5"/>
    <dgm:cxn modelId="{B196A997-9F75-4543-87A5-82450B134AB7}" srcId="{682418F1-6D92-481D-BFF5-0896ACA8675F}" destId="{8CC1228D-3656-41C0-ABF5-6AFCE933AB4C}" srcOrd="0" destOrd="0" parTransId="{0A9426E0-69C0-4B0D-88CB-041F2BF51A9A}" sibTransId="{45BA21C3-A3DF-4C9B-AC12-AA73619B3170}"/>
    <dgm:cxn modelId="{903BF2B9-6E13-4ABF-86C0-4B772A0FDE5E}" srcId="{176ED64A-C4C9-4C2B-9B61-1FB2F2F763F3}" destId="{35FD2E1E-AF0D-4B6D-B8FC-23B0156D1D87}" srcOrd="0" destOrd="0" parTransId="{3D160894-C4B9-4B81-8CFC-2A39B21C993F}" sibTransId="{C7D2D9F8-977A-4E91-9B17-8D8C2E9C46C1}"/>
    <dgm:cxn modelId="{CBC34BBA-3996-4500-888B-B61E8BB0B6F9}" type="presOf" srcId="{F510F3DE-4DA3-4ADF-AB1D-B9D0A8343239}" destId="{CC026852-29B5-46C6-B606-A8BA63D320A4}" srcOrd="0" destOrd="0" presId="urn:microsoft.com/office/officeart/2005/8/layout/vList5"/>
    <dgm:cxn modelId="{27AE55BB-4A43-4C2A-813C-6904620A6A8F}" type="presOf" srcId="{422CE7AA-A5CB-4AC4-8214-A25207FF7B42}" destId="{3E92DB33-9CE7-450E-9C12-9747D29A6B2D}" srcOrd="0" destOrd="0" presId="urn:microsoft.com/office/officeart/2005/8/layout/vList5"/>
    <dgm:cxn modelId="{189324BF-2E10-4A96-8877-8B70532AD25C}" srcId="{EC9A5896-5C68-4532-8F6E-20363A41DE67}" destId="{F510F3DE-4DA3-4ADF-AB1D-B9D0A8343239}" srcOrd="0" destOrd="0" parTransId="{65E8F425-E874-4D09-8C14-B1F99397164A}" sibTransId="{82A08CED-C659-47E3-9AE1-A13F62E4E4C2}"/>
    <dgm:cxn modelId="{6696E0C3-C92B-4F7A-84A4-97713883C50D}" type="presOf" srcId="{8CC1228D-3656-41C0-ABF5-6AFCE933AB4C}" destId="{61B135B5-387F-4C75-9839-0D37104204DC}" srcOrd="0" destOrd="0" presId="urn:microsoft.com/office/officeart/2005/8/layout/vList5"/>
    <dgm:cxn modelId="{032A96CE-9988-4EF8-A524-292C8AFD5193}" type="presOf" srcId="{BBE7E5A7-CEFE-4441-A7BA-773524A13241}" destId="{7CF7BF99-5FF4-4F82-8931-BA77667FEF49}" srcOrd="0" destOrd="0" presId="urn:microsoft.com/office/officeart/2005/8/layout/vList5"/>
    <dgm:cxn modelId="{2A733ED7-1CE9-4488-9A90-E7FD55E5D5EF}" type="presOf" srcId="{EC9A5896-5C68-4532-8F6E-20363A41DE67}" destId="{2D41A68E-A3A8-41EF-8A53-28246CD4A811}" srcOrd="0" destOrd="0" presId="urn:microsoft.com/office/officeart/2005/8/layout/vList5"/>
    <dgm:cxn modelId="{B44457DC-7003-4098-8F4A-3775EC12FC1B}" type="presOf" srcId="{00BB64CB-D47B-40CC-B7F0-EFC0C21C424C}" destId="{CAE58F08-0371-4C85-8034-CA4395405493}" srcOrd="0" destOrd="0" presId="urn:microsoft.com/office/officeart/2005/8/layout/vList5"/>
    <dgm:cxn modelId="{F6B032F1-3810-4E13-9A4A-F22EACE3FA81}" srcId="{682418F1-6D92-481D-BFF5-0896ACA8675F}" destId="{BBE7E5A7-CEFE-4441-A7BA-773524A13241}" srcOrd="3" destOrd="0" parTransId="{641A750B-5987-4461-941B-6E5CC69EAAD0}" sibTransId="{C5EB7E83-7BFC-4F6A-BB80-68EA39883554}"/>
    <dgm:cxn modelId="{CA5B7865-830E-45A8-9DDB-8D7AF3CE5972}" type="presParOf" srcId="{030F60F2-B1CE-4215-9B7D-BADE070B4388}" destId="{AE5D7EBC-425C-49BC-89D5-52B8D9FB8B7E}" srcOrd="0" destOrd="0" presId="urn:microsoft.com/office/officeart/2005/8/layout/vList5"/>
    <dgm:cxn modelId="{2EF55416-DDBC-4D3C-AFEF-9C123AF93BBC}" type="presParOf" srcId="{AE5D7EBC-425C-49BC-89D5-52B8D9FB8B7E}" destId="{61B135B5-387F-4C75-9839-0D37104204DC}" srcOrd="0" destOrd="0" presId="urn:microsoft.com/office/officeart/2005/8/layout/vList5"/>
    <dgm:cxn modelId="{563075D0-581C-4CDA-A28C-BD48250D712F}" type="presParOf" srcId="{AE5D7EBC-425C-49BC-89D5-52B8D9FB8B7E}" destId="{CB3CE0A6-7C6C-424D-B584-3F7492B7A33D}" srcOrd="1" destOrd="0" presId="urn:microsoft.com/office/officeart/2005/8/layout/vList5"/>
    <dgm:cxn modelId="{2FA3EECC-2841-41F6-9FFA-2A8E25316A56}" type="presParOf" srcId="{030F60F2-B1CE-4215-9B7D-BADE070B4388}" destId="{70838493-7009-4B2A-AEFB-EE441B39F602}" srcOrd="1" destOrd="0" presId="urn:microsoft.com/office/officeart/2005/8/layout/vList5"/>
    <dgm:cxn modelId="{1E90F11D-BABB-408D-B32D-E18DE8FEAF2F}" type="presParOf" srcId="{030F60F2-B1CE-4215-9B7D-BADE070B4388}" destId="{EC48488B-03BC-4B01-AF5D-E4604F734916}" srcOrd="2" destOrd="0" presId="urn:microsoft.com/office/officeart/2005/8/layout/vList5"/>
    <dgm:cxn modelId="{E9CE5542-2C8F-4563-A777-B338F26080BB}" type="presParOf" srcId="{EC48488B-03BC-4B01-AF5D-E4604F734916}" destId="{D93F301E-B800-47DE-BAD8-37F2930A7F55}" srcOrd="0" destOrd="0" presId="urn:microsoft.com/office/officeart/2005/8/layout/vList5"/>
    <dgm:cxn modelId="{8ED29233-D93F-4CCF-A035-88C67B1B2EC9}" type="presParOf" srcId="{EC48488B-03BC-4B01-AF5D-E4604F734916}" destId="{EE9470F3-9FEC-45E2-B346-12A6C3C07EE0}" srcOrd="1" destOrd="0" presId="urn:microsoft.com/office/officeart/2005/8/layout/vList5"/>
    <dgm:cxn modelId="{5233A682-2E92-4E4C-91A2-A122F3782EBC}" type="presParOf" srcId="{030F60F2-B1CE-4215-9B7D-BADE070B4388}" destId="{F3917A4A-1F07-4E1A-828D-3C41014096DA}" srcOrd="3" destOrd="0" presId="urn:microsoft.com/office/officeart/2005/8/layout/vList5"/>
    <dgm:cxn modelId="{55109A73-27A1-44E3-BF32-43E34E57CE1F}" type="presParOf" srcId="{030F60F2-B1CE-4215-9B7D-BADE070B4388}" destId="{F23CF30B-1820-4182-ABCB-395DC28C2BE9}" srcOrd="4" destOrd="0" presId="urn:microsoft.com/office/officeart/2005/8/layout/vList5"/>
    <dgm:cxn modelId="{C7718ADD-90D4-4042-B17A-3B9BA569632C}" type="presParOf" srcId="{F23CF30B-1820-4182-ABCB-395DC28C2BE9}" destId="{2D41A68E-A3A8-41EF-8A53-28246CD4A811}" srcOrd="0" destOrd="0" presId="urn:microsoft.com/office/officeart/2005/8/layout/vList5"/>
    <dgm:cxn modelId="{3E283A2C-6A6A-4671-8F21-D7E0EFD9AA9A}" type="presParOf" srcId="{F23CF30B-1820-4182-ABCB-395DC28C2BE9}" destId="{CC026852-29B5-46C6-B606-A8BA63D320A4}" srcOrd="1" destOrd="0" presId="urn:microsoft.com/office/officeart/2005/8/layout/vList5"/>
    <dgm:cxn modelId="{67800E56-6B58-4863-BC60-EEB20DC0D502}" type="presParOf" srcId="{030F60F2-B1CE-4215-9B7D-BADE070B4388}" destId="{3CC20268-55B6-465B-8536-994865A685DF}" srcOrd="5" destOrd="0" presId="urn:microsoft.com/office/officeart/2005/8/layout/vList5"/>
    <dgm:cxn modelId="{6AAEFC22-E203-424B-8093-656401A37DB5}" type="presParOf" srcId="{030F60F2-B1CE-4215-9B7D-BADE070B4388}" destId="{603BF785-634B-48C2-A1FC-DCDEC00AB241}" srcOrd="6" destOrd="0" presId="urn:microsoft.com/office/officeart/2005/8/layout/vList5"/>
    <dgm:cxn modelId="{7D148E88-2134-40C6-AA9A-AEFE6B8C0CA1}" type="presParOf" srcId="{603BF785-634B-48C2-A1FC-DCDEC00AB241}" destId="{7CF7BF99-5FF4-4F82-8931-BA77667FEF49}" srcOrd="0" destOrd="0" presId="urn:microsoft.com/office/officeart/2005/8/layout/vList5"/>
    <dgm:cxn modelId="{31C97F03-5A56-4D72-8BBE-56E17C1191B8}" type="presParOf" srcId="{603BF785-634B-48C2-A1FC-DCDEC00AB241}" destId="{CAE58F08-0371-4C85-8034-CA4395405493}" srcOrd="1" destOrd="0" presId="urn:microsoft.com/office/officeart/2005/8/layout/vList5"/>
    <dgm:cxn modelId="{35EC60D1-5E0A-4E46-B35B-6BD48A287195}" type="presParOf" srcId="{030F60F2-B1CE-4215-9B7D-BADE070B4388}" destId="{E54E3812-01B8-4773-9DEA-CE9B284E259F}" srcOrd="7" destOrd="0" presId="urn:microsoft.com/office/officeart/2005/8/layout/vList5"/>
    <dgm:cxn modelId="{C40FC577-48DC-45C8-93D2-C9091E95A5BD}" type="presParOf" srcId="{030F60F2-B1CE-4215-9B7D-BADE070B4388}" destId="{D0739340-5FAE-42D9-90B4-645AEA095A67}" srcOrd="8" destOrd="0" presId="urn:microsoft.com/office/officeart/2005/8/layout/vList5"/>
    <dgm:cxn modelId="{6236BE83-8DF0-4FF8-B008-439BC3C9863E}" type="presParOf" srcId="{D0739340-5FAE-42D9-90B4-645AEA095A67}" destId="{AD51611F-142D-493E-9EBE-92009ED13F91}" srcOrd="0" destOrd="0" presId="urn:microsoft.com/office/officeart/2005/8/layout/vList5"/>
    <dgm:cxn modelId="{916A48CE-AE4E-42B5-A7CA-7EEE075B70CC}" type="presParOf" srcId="{D0739340-5FAE-42D9-90B4-645AEA095A67}" destId="{AE3D8355-0D71-44C8-AC61-332E427D81F0}" srcOrd="1" destOrd="0" presId="urn:microsoft.com/office/officeart/2005/8/layout/vList5"/>
    <dgm:cxn modelId="{5021712D-AAA6-4577-A535-09B9A4551712}" type="presParOf" srcId="{030F60F2-B1CE-4215-9B7D-BADE070B4388}" destId="{7E37BE63-D84C-48E7-9D27-40DA0BF181B6}" srcOrd="9" destOrd="0" presId="urn:microsoft.com/office/officeart/2005/8/layout/vList5"/>
    <dgm:cxn modelId="{C3531682-5EFA-483C-AAA1-045BDB208873}" type="presParOf" srcId="{030F60F2-B1CE-4215-9B7D-BADE070B4388}" destId="{01611995-264F-4622-A772-1A45800F8215}" srcOrd="10" destOrd="0" presId="urn:microsoft.com/office/officeart/2005/8/layout/vList5"/>
    <dgm:cxn modelId="{3F40761A-4B7C-4C05-9DD2-65C6AF45F79A}" type="presParOf" srcId="{01611995-264F-4622-A772-1A45800F8215}" destId="{9261BDB9-6AD1-4EE7-BCB9-66D2270D1D4E}" srcOrd="0" destOrd="0" presId="urn:microsoft.com/office/officeart/2005/8/layout/vList5"/>
    <dgm:cxn modelId="{12DD1784-A6BB-4916-91F1-DD5153A5683D}" type="presParOf" srcId="{01611995-264F-4622-A772-1A45800F8215}" destId="{3E92DB33-9CE7-450E-9C12-9747D29A6B2D}" srcOrd="1" destOrd="0" presId="urn:microsoft.com/office/officeart/2005/8/layout/vList5"/>
    <dgm:cxn modelId="{6EEA0510-877E-415C-A7DB-F0795433179C}" type="presParOf" srcId="{030F60F2-B1CE-4215-9B7D-BADE070B4388}" destId="{3B0372F9-40E6-4711-BD86-259C3A5505FE}" srcOrd="11" destOrd="0" presId="urn:microsoft.com/office/officeart/2005/8/layout/vList5"/>
    <dgm:cxn modelId="{BFC47471-BD1A-4B3F-9048-3CCEC96193E2}" type="presParOf" srcId="{030F60F2-B1CE-4215-9B7D-BADE070B4388}" destId="{1A07E383-2B0E-46F1-9762-0FD0E86CE61F}" srcOrd="12" destOrd="0" presId="urn:microsoft.com/office/officeart/2005/8/layout/vList5"/>
    <dgm:cxn modelId="{AF26B280-72A1-46F5-8869-7C0F0AD48564}" type="presParOf" srcId="{1A07E383-2B0E-46F1-9762-0FD0E86CE61F}" destId="{D8FA19AC-105A-4108-B9C8-70EC68ED2B49}" srcOrd="0" destOrd="0" presId="urn:microsoft.com/office/officeart/2005/8/layout/vList5"/>
    <dgm:cxn modelId="{D3CD97BC-0445-420D-B855-1630D89B55C7}" type="presParOf" srcId="{1A07E383-2B0E-46F1-9762-0FD0E86CE61F}" destId="{FC42DDDC-44B2-42AC-AFE5-B2F3B8CCB934}" srcOrd="1"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AE151C86-A336-40CF-A0C3-5E26674DC325}" type="doc">
      <dgm:prSet loTypeId="urn:microsoft.com/office/officeart/2009/3/layout/StepUpProcess" loCatId="process" qsTypeId="urn:microsoft.com/office/officeart/2005/8/quickstyle/simple2" qsCatId="simple" csTypeId="urn:microsoft.com/office/officeart/2005/8/colors/colorful1" csCatId="colorful" phldr="1"/>
      <dgm:spPr/>
      <dgm:t>
        <a:bodyPr/>
        <a:lstStyle/>
        <a:p>
          <a:endParaRPr lang="en-US"/>
        </a:p>
      </dgm:t>
    </dgm:pt>
    <dgm:pt modelId="{E9CC77C3-2A1A-45AD-8465-B8EDF9267B0B}">
      <dgm:prSet phldrT="[Text]" phldr="0" custT="1"/>
      <dgm:spPr/>
      <dgm:t>
        <a:bodyPr/>
        <a:lstStyle/>
        <a:p>
          <a:r>
            <a:rPr lang="en-US" sz="1800">
              <a:solidFill>
                <a:schemeClr val="tx1"/>
              </a:solidFill>
            </a:rPr>
            <a:t>Prevent</a:t>
          </a:r>
        </a:p>
      </dgm:t>
    </dgm:pt>
    <dgm:pt modelId="{8B17C9D0-A103-49F3-B2B2-4E7D01E3A247}" type="parTrans" cxnId="{3E4A4DD6-EC84-4791-B231-DC41DDF576C5}">
      <dgm:prSet/>
      <dgm:spPr/>
      <dgm:t>
        <a:bodyPr/>
        <a:lstStyle/>
        <a:p>
          <a:endParaRPr lang="en-US">
            <a:solidFill>
              <a:schemeClr val="tx1"/>
            </a:solidFill>
          </a:endParaRPr>
        </a:p>
      </dgm:t>
    </dgm:pt>
    <dgm:pt modelId="{90401A60-7BE4-408F-BED3-09601DDC57A5}" type="sibTrans" cxnId="{3E4A4DD6-EC84-4791-B231-DC41DDF576C5}">
      <dgm:prSet/>
      <dgm:spPr/>
      <dgm:t>
        <a:bodyPr/>
        <a:lstStyle/>
        <a:p>
          <a:endParaRPr lang="en-US">
            <a:solidFill>
              <a:schemeClr val="tx1"/>
            </a:solidFill>
          </a:endParaRPr>
        </a:p>
      </dgm:t>
    </dgm:pt>
    <dgm:pt modelId="{DCBF1C42-F57C-4A85-95A0-EABD65315961}">
      <dgm:prSet phldrT="[Text]" phldr="0" custT="1"/>
      <dgm:spPr/>
      <dgm:t>
        <a:bodyPr/>
        <a:lstStyle/>
        <a:p>
          <a:r>
            <a:rPr lang="en-US" sz="1800">
              <a:solidFill>
                <a:schemeClr val="tx1"/>
              </a:solidFill>
            </a:rPr>
            <a:t>Detect</a:t>
          </a:r>
        </a:p>
      </dgm:t>
    </dgm:pt>
    <dgm:pt modelId="{718E843B-0F7F-4075-9131-0328EE6390AB}" type="parTrans" cxnId="{16096262-0F3C-4526-B1B5-C184AE470ABA}">
      <dgm:prSet/>
      <dgm:spPr/>
      <dgm:t>
        <a:bodyPr/>
        <a:lstStyle/>
        <a:p>
          <a:endParaRPr lang="en-US">
            <a:solidFill>
              <a:schemeClr val="tx1"/>
            </a:solidFill>
          </a:endParaRPr>
        </a:p>
      </dgm:t>
    </dgm:pt>
    <dgm:pt modelId="{42604C10-60DD-4D13-910A-E422B2A75D76}" type="sibTrans" cxnId="{16096262-0F3C-4526-B1B5-C184AE470ABA}">
      <dgm:prSet/>
      <dgm:spPr/>
      <dgm:t>
        <a:bodyPr/>
        <a:lstStyle/>
        <a:p>
          <a:endParaRPr lang="en-US">
            <a:solidFill>
              <a:schemeClr val="tx1"/>
            </a:solidFill>
          </a:endParaRPr>
        </a:p>
      </dgm:t>
    </dgm:pt>
    <dgm:pt modelId="{F71B8AFE-3711-4709-8471-696E4F989915}">
      <dgm:prSet phldrT="[Text]" phldr="0" custT="1"/>
      <dgm:spPr/>
      <dgm:t>
        <a:bodyPr/>
        <a:lstStyle/>
        <a:p>
          <a:r>
            <a:rPr lang="en-US" sz="1800">
              <a:solidFill>
                <a:schemeClr val="tx1"/>
              </a:solidFill>
            </a:rPr>
            <a:t>Respond</a:t>
          </a:r>
        </a:p>
      </dgm:t>
    </dgm:pt>
    <dgm:pt modelId="{D599ED98-3461-4A41-96B7-863B4738D48D}" type="parTrans" cxnId="{81C4B7C2-6C35-43FF-B42C-C52DD8C3E0C7}">
      <dgm:prSet/>
      <dgm:spPr/>
      <dgm:t>
        <a:bodyPr/>
        <a:lstStyle/>
        <a:p>
          <a:endParaRPr lang="en-US">
            <a:solidFill>
              <a:schemeClr val="tx1"/>
            </a:solidFill>
          </a:endParaRPr>
        </a:p>
      </dgm:t>
    </dgm:pt>
    <dgm:pt modelId="{2A9FE934-97FC-439D-8AB4-DC8A545550D0}" type="sibTrans" cxnId="{81C4B7C2-6C35-43FF-B42C-C52DD8C3E0C7}">
      <dgm:prSet/>
      <dgm:spPr/>
      <dgm:t>
        <a:bodyPr/>
        <a:lstStyle/>
        <a:p>
          <a:endParaRPr lang="en-US">
            <a:solidFill>
              <a:schemeClr val="tx1"/>
            </a:solidFill>
          </a:endParaRPr>
        </a:p>
      </dgm:t>
    </dgm:pt>
    <dgm:pt modelId="{98D824C8-FCA3-4DB6-9E8E-946AEE83C59A}" type="pres">
      <dgm:prSet presAssocID="{AE151C86-A336-40CF-A0C3-5E26674DC325}" presName="rootnode" presStyleCnt="0">
        <dgm:presLayoutVars>
          <dgm:chMax/>
          <dgm:chPref/>
          <dgm:dir/>
          <dgm:animLvl val="lvl"/>
        </dgm:presLayoutVars>
      </dgm:prSet>
      <dgm:spPr/>
    </dgm:pt>
    <dgm:pt modelId="{034C186A-F009-42A4-922C-DA2E8501A285}" type="pres">
      <dgm:prSet presAssocID="{E9CC77C3-2A1A-45AD-8465-B8EDF9267B0B}" presName="composite" presStyleCnt="0"/>
      <dgm:spPr/>
    </dgm:pt>
    <dgm:pt modelId="{DA98CEFC-F0B2-4B2D-A552-EFAD971C940B}" type="pres">
      <dgm:prSet presAssocID="{E9CC77C3-2A1A-45AD-8465-B8EDF9267B0B}" presName="LShape" presStyleLbl="alignNode1" presStyleIdx="0" presStyleCnt="5"/>
      <dgm:spPr/>
    </dgm:pt>
    <dgm:pt modelId="{05459DDB-219C-4149-8BEA-3CEA6BC34AE4}" type="pres">
      <dgm:prSet presAssocID="{E9CC77C3-2A1A-45AD-8465-B8EDF9267B0B}" presName="ParentText" presStyleLbl="revTx" presStyleIdx="0" presStyleCnt="3">
        <dgm:presLayoutVars>
          <dgm:chMax val="0"/>
          <dgm:chPref val="0"/>
          <dgm:bulletEnabled val="1"/>
        </dgm:presLayoutVars>
      </dgm:prSet>
      <dgm:spPr/>
    </dgm:pt>
    <dgm:pt modelId="{CEFEF978-49C9-4E95-80F8-800054ED8D82}" type="pres">
      <dgm:prSet presAssocID="{E9CC77C3-2A1A-45AD-8465-B8EDF9267B0B}" presName="Triangle" presStyleLbl="alignNode1" presStyleIdx="1" presStyleCnt="5"/>
      <dgm:spPr/>
    </dgm:pt>
    <dgm:pt modelId="{A9A79D04-7234-4718-97A0-24D8C36A2BB8}" type="pres">
      <dgm:prSet presAssocID="{90401A60-7BE4-408F-BED3-09601DDC57A5}" presName="sibTrans" presStyleCnt="0"/>
      <dgm:spPr/>
    </dgm:pt>
    <dgm:pt modelId="{5E8EF5C3-4BA7-4FAB-B675-9FB06DBE5ED9}" type="pres">
      <dgm:prSet presAssocID="{90401A60-7BE4-408F-BED3-09601DDC57A5}" presName="space" presStyleCnt="0"/>
      <dgm:spPr/>
    </dgm:pt>
    <dgm:pt modelId="{A474EA8E-257F-49C0-A332-F9F69E8A5399}" type="pres">
      <dgm:prSet presAssocID="{DCBF1C42-F57C-4A85-95A0-EABD65315961}" presName="composite" presStyleCnt="0"/>
      <dgm:spPr/>
    </dgm:pt>
    <dgm:pt modelId="{37EDC9D6-3A82-4577-9E08-0CB6A1A5073B}" type="pres">
      <dgm:prSet presAssocID="{DCBF1C42-F57C-4A85-95A0-EABD65315961}" presName="LShape" presStyleLbl="alignNode1" presStyleIdx="2" presStyleCnt="5"/>
      <dgm:spPr/>
    </dgm:pt>
    <dgm:pt modelId="{AB6F42CA-C58C-491C-9FF6-77D1A676A9FF}" type="pres">
      <dgm:prSet presAssocID="{DCBF1C42-F57C-4A85-95A0-EABD65315961}" presName="ParentText" presStyleLbl="revTx" presStyleIdx="1" presStyleCnt="3">
        <dgm:presLayoutVars>
          <dgm:chMax val="0"/>
          <dgm:chPref val="0"/>
          <dgm:bulletEnabled val="1"/>
        </dgm:presLayoutVars>
      </dgm:prSet>
      <dgm:spPr/>
    </dgm:pt>
    <dgm:pt modelId="{A1608D06-B50F-4BE3-A33A-BCCEAF05D1B8}" type="pres">
      <dgm:prSet presAssocID="{DCBF1C42-F57C-4A85-95A0-EABD65315961}" presName="Triangle" presStyleLbl="alignNode1" presStyleIdx="3" presStyleCnt="5"/>
      <dgm:spPr/>
    </dgm:pt>
    <dgm:pt modelId="{EB0559AC-D408-4CDB-BDB8-456221457C51}" type="pres">
      <dgm:prSet presAssocID="{42604C10-60DD-4D13-910A-E422B2A75D76}" presName="sibTrans" presStyleCnt="0"/>
      <dgm:spPr/>
    </dgm:pt>
    <dgm:pt modelId="{5D610F76-3D55-475D-9BF6-130A00760BD2}" type="pres">
      <dgm:prSet presAssocID="{42604C10-60DD-4D13-910A-E422B2A75D76}" presName="space" presStyleCnt="0"/>
      <dgm:spPr/>
    </dgm:pt>
    <dgm:pt modelId="{B28D7EED-04BB-4F59-A91E-5C2CFEECC9C0}" type="pres">
      <dgm:prSet presAssocID="{F71B8AFE-3711-4709-8471-696E4F989915}" presName="composite" presStyleCnt="0"/>
      <dgm:spPr/>
    </dgm:pt>
    <dgm:pt modelId="{B3111319-1EAA-46C7-B208-49BD93346263}" type="pres">
      <dgm:prSet presAssocID="{F71B8AFE-3711-4709-8471-696E4F989915}" presName="LShape" presStyleLbl="alignNode1" presStyleIdx="4" presStyleCnt="5"/>
      <dgm:spPr/>
    </dgm:pt>
    <dgm:pt modelId="{C0232072-C5BF-4433-8A32-D549AD7C11BC}" type="pres">
      <dgm:prSet presAssocID="{F71B8AFE-3711-4709-8471-696E4F989915}" presName="ParentText" presStyleLbl="revTx" presStyleIdx="2" presStyleCnt="3">
        <dgm:presLayoutVars>
          <dgm:chMax val="0"/>
          <dgm:chPref val="0"/>
          <dgm:bulletEnabled val="1"/>
        </dgm:presLayoutVars>
      </dgm:prSet>
      <dgm:spPr/>
    </dgm:pt>
  </dgm:ptLst>
  <dgm:cxnLst>
    <dgm:cxn modelId="{EC119C1F-FC27-4FD7-AEED-C80EBC9190B1}" type="presOf" srcId="{DCBF1C42-F57C-4A85-95A0-EABD65315961}" destId="{AB6F42CA-C58C-491C-9FF6-77D1A676A9FF}" srcOrd="0" destOrd="0" presId="urn:microsoft.com/office/officeart/2009/3/layout/StepUpProcess"/>
    <dgm:cxn modelId="{16096262-0F3C-4526-B1B5-C184AE470ABA}" srcId="{AE151C86-A336-40CF-A0C3-5E26674DC325}" destId="{DCBF1C42-F57C-4A85-95A0-EABD65315961}" srcOrd="1" destOrd="0" parTransId="{718E843B-0F7F-4075-9131-0328EE6390AB}" sibTransId="{42604C10-60DD-4D13-910A-E422B2A75D76}"/>
    <dgm:cxn modelId="{AF072F74-3BFF-4DFE-882C-C77C3BFE98C4}" type="presOf" srcId="{F71B8AFE-3711-4709-8471-696E4F989915}" destId="{C0232072-C5BF-4433-8A32-D549AD7C11BC}" srcOrd="0" destOrd="0" presId="urn:microsoft.com/office/officeart/2009/3/layout/StepUpProcess"/>
    <dgm:cxn modelId="{4780C674-0C93-4DF8-BFB9-3D67785F09EF}" type="presOf" srcId="{AE151C86-A336-40CF-A0C3-5E26674DC325}" destId="{98D824C8-FCA3-4DB6-9E8E-946AEE83C59A}" srcOrd="0" destOrd="0" presId="urn:microsoft.com/office/officeart/2009/3/layout/StepUpProcess"/>
    <dgm:cxn modelId="{117FCD77-C751-43F1-B427-8597DB4CA081}" type="presOf" srcId="{E9CC77C3-2A1A-45AD-8465-B8EDF9267B0B}" destId="{05459DDB-219C-4149-8BEA-3CEA6BC34AE4}" srcOrd="0" destOrd="0" presId="urn:microsoft.com/office/officeart/2009/3/layout/StepUpProcess"/>
    <dgm:cxn modelId="{81C4B7C2-6C35-43FF-B42C-C52DD8C3E0C7}" srcId="{AE151C86-A336-40CF-A0C3-5E26674DC325}" destId="{F71B8AFE-3711-4709-8471-696E4F989915}" srcOrd="2" destOrd="0" parTransId="{D599ED98-3461-4A41-96B7-863B4738D48D}" sibTransId="{2A9FE934-97FC-439D-8AB4-DC8A545550D0}"/>
    <dgm:cxn modelId="{3E4A4DD6-EC84-4791-B231-DC41DDF576C5}" srcId="{AE151C86-A336-40CF-A0C3-5E26674DC325}" destId="{E9CC77C3-2A1A-45AD-8465-B8EDF9267B0B}" srcOrd="0" destOrd="0" parTransId="{8B17C9D0-A103-49F3-B2B2-4E7D01E3A247}" sibTransId="{90401A60-7BE4-408F-BED3-09601DDC57A5}"/>
    <dgm:cxn modelId="{C07D946E-120B-4ED5-B916-7AEFCA47886C}" type="presParOf" srcId="{98D824C8-FCA3-4DB6-9E8E-946AEE83C59A}" destId="{034C186A-F009-42A4-922C-DA2E8501A285}" srcOrd="0" destOrd="0" presId="urn:microsoft.com/office/officeart/2009/3/layout/StepUpProcess"/>
    <dgm:cxn modelId="{A1D72E10-A12C-4BD3-89E9-D8E91C3C0F1B}" type="presParOf" srcId="{034C186A-F009-42A4-922C-DA2E8501A285}" destId="{DA98CEFC-F0B2-4B2D-A552-EFAD971C940B}" srcOrd="0" destOrd="0" presId="urn:microsoft.com/office/officeart/2009/3/layout/StepUpProcess"/>
    <dgm:cxn modelId="{6F030CA7-BA27-43D9-B82E-47049CB740B0}" type="presParOf" srcId="{034C186A-F009-42A4-922C-DA2E8501A285}" destId="{05459DDB-219C-4149-8BEA-3CEA6BC34AE4}" srcOrd="1" destOrd="0" presId="urn:microsoft.com/office/officeart/2009/3/layout/StepUpProcess"/>
    <dgm:cxn modelId="{E196FA18-6075-4A3C-8A56-898FD390E65A}" type="presParOf" srcId="{034C186A-F009-42A4-922C-DA2E8501A285}" destId="{CEFEF978-49C9-4E95-80F8-800054ED8D82}" srcOrd="2" destOrd="0" presId="urn:microsoft.com/office/officeart/2009/3/layout/StepUpProcess"/>
    <dgm:cxn modelId="{317AD421-BEFC-41D2-BD6F-DD081163D771}" type="presParOf" srcId="{98D824C8-FCA3-4DB6-9E8E-946AEE83C59A}" destId="{A9A79D04-7234-4718-97A0-24D8C36A2BB8}" srcOrd="1" destOrd="0" presId="urn:microsoft.com/office/officeart/2009/3/layout/StepUpProcess"/>
    <dgm:cxn modelId="{20C40F08-8F4C-4642-9DD2-963155C4A027}" type="presParOf" srcId="{A9A79D04-7234-4718-97A0-24D8C36A2BB8}" destId="{5E8EF5C3-4BA7-4FAB-B675-9FB06DBE5ED9}" srcOrd="0" destOrd="0" presId="urn:microsoft.com/office/officeart/2009/3/layout/StepUpProcess"/>
    <dgm:cxn modelId="{5C02A3F3-F393-489F-ACC9-9999032F8327}" type="presParOf" srcId="{98D824C8-FCA3-4DB6-9E8E-946AEE83C59A}" destId="{A474EA8E-257F-49C0-A332-F9F69E8A5399}" srcOrd="2" destOrd="0" presId="urn:microsoft.com/office/officeart/2009/3/layout/StepUpProcess"/>
    <dgm:cxn modelId="{69E26B74-D6A0-428E-BD79-972994B38BD4}" type="presParOf" srcId="{A474EA8E-257F-49C0-A332-F9F69E8A5399}" destId="{37EDC9D6-3A82-4577-9E08-0CB6A1A5073B}" srcOrd="0" destOrd="0" presId="urn:microsoft.com/office/officeart/2009/3/layout/StepUpProcess"/>
    <dgm:cxn modelId="{F6B1F961-5419-4BC0-9ADA-86E345887740}" type="presParOf" srcId="{A474EA8E-257F-49C0-A332-F9F69E8A5399}" destId="{AB6F42CA-C58C-491C-9FF6-77D1A676A9FF}" srcOrd="1" destOrd="0" presId="urn:microsoft.com/office/officeart/2009/3/layout/StepUpProcess"/>
    <dgm:cxn modelId="{D7E95683-3A4A-4E08-B599-60524124C37C}" type="presParOf" srcId="{A474EA8E-257F-49C0-A332-F9F69E8A5399}" destId="{A1608D06-B50F-4BE3-A33A-BCCEAF05D1B8}" srcOrd="2" destOrd="0" presId="urn:microsoft.com/office/officeart/2009/3/layout/StepUpProcess"/>
    <dgm:cxn modelId="{96F8836D-3253-49A0-9232-942672C8A050}" type="presParOf" srcId="{98D824C8-FCA3-4DB6-9E8E-946AEE83C59A}" destId="{EB0559AC-D408-4CDB-BDB8-456221457C51}" srcOrd="3" destOrd="0" presId="urn:microsoft.com/office/officeart/2009/3/layout/StepUpProcess"/>
    <dgm:cxn modelId="{A39DDAF8-183A-4E2D-8381-B285D9C2A58D}" type="presParOf" srcId="{EB0559AC-D408-4CDB-BDB8-456221457C51}" destId="{5D610F76-3D55-475D-9BF6-130A00760BD2}" srcOrd="0" destOrd="0" presId="urn:microsoft.com/office/officeart/2009/3/layout/StepUpProcess"/>
    <dgm:cxn modelId="{5E5EC63F-C0FE-4494-932F-6F0D8A43342E}" type="presParOf" srcId="{98D824C8-FCA3-4DB6-9E8E-946AEE83C59A}" destId="{B28D7EED-04BB-4F59-A91E-5C2CFEECC9C0}" srcOrd="4" destOrd="0" presId="urn:microsoft.com/office/officeart/2009/3/layout/StepUpProcess"/>
    <dgm:cxn modelId="{B5E4436E-3F8B-4660-943B-FC286A2FA6FE}" type="presParOf" srcId="{B28D7EED-04BB-4F59-A91E-5C2CFEECC9C0}" destId="{B3111319-1EAA-46C7-B208-49BD93346263}" srcOrd="0" destOrd="0" presId="urn:microsoft.com/office/officeart/2009/3/layout/StepUpProcess"/>
    <dgm:cxn modelId="{B3DE9207-D3C0-4ABA-8E99-237748AC58A3}" type="presParOf" srcId="{B28D7EED-04BB-4F59-A91E-5C2CFEECC9C0}" destId="{C0232072-C5BF-4433-8A32-D549AD7C11BC}" srcOrd="1" destOrd="0" presId="urn:microsoft.com/office/officeart/2009/3/layout/StepUpProcess"/>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3A110B12-A1B7-4145-BBFF-01361FC76884}" type="doc">
      <dgm:prSet loTypeId="urn:microsoft.com/office/officeart/2005/8/layout/bProcess3" loCatId="process" qsTypeId="urn:microsoft.com/office/officeart/2005/8/quickstyle/simple1" qsCatId="simple" csTypeId="urn:microsoft.com/office/officeart/2005/8/colors/accent2_1" csCatId="accent2" phldr="1"/>
      <dgm:spPr/>
      <dgm:t>
        <a:bodyPr/>
        <a:lstStyle/>
        <a:p>
          <a:endParaRPr lang="en-US"/>
        </a:p>
      </dgm:t>
    </dgm:pt>
    <dgm:pt modelId="{03E0B66A-EC6A-4090-9073-9989A7F29C20}">
      <dgm:prSet phldrT="[Text]" custT="1"/>
      <dgm:spPr>
        <a:ln>
          <a:solidFill>
            <a:schemeClr val="accent1"/>
          </a:solidFill>
        </a:ln>
      </dgm:spPr>
      <dgm:t>
        <a:bodyPr/>
        <a:lstStyle/>
        <a:p>
          <a:pPr>
            <a:buNone/>
          </a:pPr>
          <a:r>
            <a:rPr lang="en-US" sz="1400" b="1"/>
            <a:t>01 </a:t>
          </a:r>
        </a:p>
        <a:p>
          <a:pPr>
            <a:buNone/>
          </a:pPr>
          <a:r>
            <a:rPr lang="en-US" sz="1400" b="1"/>
            <a:t>Governance &amp; Culture </a:t>
          </a:r>
        </a:p>
      </dgm:t>
    </dgm:pt>
    <dgm:pt modelId="{73BEA67E-744A-49BC-B2EF-0AD077417E1C}" type="parTrans" cxnId="{1B5544EE-70FF-4EEC-AAF6-516C8C9556CB}">
      <dgm:prSet/>
      <dgm:spPr/>
      <dgm:t>
        <a:bodyPr/>
        <a:lstStyle/>
        <a:p>
          <a:endParaRPr lang="en-US" sz="1400" b="1"/>
        </a:p>
      </dgm:t>
    </dgm:pt>
    <dgm:pt modelId="{CC567564-2FA8-436D-B987-E84B2AF42DA7}" type="sibTrans" cxnId="{1B5544EE-70FF-4EEC-AAF6-516C8C9556CB}">
      <dgm:prSet custT="1">
        <dgm:style>
          <a:lnRef idx="1">
            <a:schemeClr val="accent1"/>
          </a:lnRef>
          <a:fillRef idx="0">
            <a:schemeClr val="accent1"/>
          </a:fillRef>
          <a:effectRef idx="0">
            <a:schemeClr val="accent1"/>
          </a:effectRef>
          <a:fontRef idx="minor">
            <a:schemeClr val="tx1"/>
          </a:fontRef>
        </dgm:style>
      </dgm:prSet>
      <dgm:spPr/>
      <dgm:t>
        <a:bodyPr/>
        <a:lstStyle/>
        <a:p>
          <a:endParaRPr lang="en-US" sz="1400" b="1"/>
        </a:p>
      </dgm:t>
    </dgm:pt>
    <dgm:pt modelId="{3A955508-8DD6-4171-8990-0AE941A9C03E}">
      <dgm:prSet phldrT="[Text]" custT="1"/>
      <dgm:spPr>
        <a:ln>
          <a:solidFill>
            <a:schemeClr val="accent1"/>
          </a:solidFill>
        </a:ln>
      </dgm:spPr>
      <dgm:t>
        <a:bodyPr/>
        <a:lstStyle/>
        <a:p>
          <a:pPr>
            <a:buNone/>
          </a:pPr>
          <a:r>
            <a:rPr lang="en-US" sz="1400" b="1"/>
            <a:t>02</a:t>
          </a:r>
        </a:p>
        <a:p>
          <a:pPr>
            <a:buNone/>
          </a:pPr>
          <a:r>
            <a:rPr lang="en-US" sz="1400" b="1"/>
            <a:t>Strategy &amp; Risk Appetite</a:t>
          </a:r>
        </a:p>
      </dgm:t>
    </dgm:pt>
    <dgm:pt modelId="{03B79C21-7C3A-4506-8751-B506C4802C6F}" type="parTrans" cxnId="{CC59422B-311C-4022-B481-AFD503091988}">
      <dgm:prSet/>
      <dgm:spPr/>
      <dgm:t>
        <a:bodyPr/>
        <a:lstStyle/>
        <a:p>
          <a:endParaRPr lang="en-US" sz="1400" b="1"/>
        </a:p>
      </dgm:t>
    </dgm:pt>
    <dgm:pt modelId="{D58EEDEE-AB7A-4BBF-BEEF-199E7EF44B03}" type="sibTrans" cxnId="{CC59422B-311C-4022-B481-AFD503091988}">
      <dgm:prSet custT="1">
        <dgm:style>
          <a:lnRef idx="1">
            <a:schemeClr val="accent1"/>
          </a:lnRef>
          <a:fillRef idx="0">
            <a:schemeClr val="accent1"/>
          </a:fillRef>
          <a:effectRef idx="0">
            <a:schemeClr val="accent1"/>
          </a:effectRef>
          <a:fontRef idx="minor">
            <a:schemeClr val="tx1"/>
          </a:fontRef>
        </dgm:style>
      </dgm:prSet>
      <dgm:spPr/>
      <dgm:t>
        <a:bodyPr/>
        <a:lstStyle/>
        <a:p>
          <a:endParaRPr lang="en-US" sz="1400" b="1"/>
        </a:p>
      </dgm:t>
    </dgm:pt>
    <dgm:pt modelId="{C84C9C84-F8CF-448F-86C4-EC2596E3B398}">
      <dgm:prSet phldrT="[Text]" custT="1"/>
      <dgm:spPr>
        <a:ln>
          <a:solidFill>
            <a:schemeClr val="accent1"/>
          </a:solidFill>
        </a:ln>
      </dgm:spPr>
      <dgm:t>
        <a:bodyPr/>
        <a:lstStyle/>
        <a:p>
          <a:pPr>
            <a:buNone/>
          </a:pPr>
          <a:r>
            <a:rPr lang="en-US" sz="1400" b="1"/>
            <a:t>03</a:t>
          </a:r>
        </a:p>
        <a:p>
          <a:pPr>
            <a:buNone/>
          </a:pPr>
          <a:r>
            <a:rPr lang="en-US" sz="1400" b="1"/>
            <a:t>Risk Identification</a:t>
          </a:r>
        </a:p>
      </dgm:t>
    </dgm:pt>
    <dgm:pt modelId="{E99881AE-55B1-45A8-88E7-D592CE8C4EA1}" type="parTrans" cxnId="{4AECE485-F9A7-42C0-970E-A5703642DB3D}">
      <dgm:prSet/>
      <dgm:spPr/>
      <dgm:t>
        <a:bodyPr/>
        <a:lstStyle/>
        <a:p>
          <a:endParaRPr lang="en-US" sz="1400" b="1"/>
        </a:p>
      </dgm:t>
    </dgm:pt>
    <dgm:pt modelId="{D35A7FA7-FC10-410E-B39D-5951A9DBFA6D}" type="sibTrans" cxnId="{4AECE485-F9A7-42C0-970E-A5703642DB3D}">
      <dgm:prSet custT="1">
        <dgm:style>
          <a:lnRef idx="1">
            <a:schemeClr val="accent1"/>
          </a:lnRef>
          <a:fillRef idx="0">
            <a:schemeClr val="accent1"/>
          </a:fillRef>
          <a:effectRef idx="0">
            <a:schemeClr val="accent1"/>
          </a:effectRef>
          <a:fontRef idx="minor">
            <a:schemeClr val="tx1"/>
          </a:fontRef>
        </dgm:style>
      </dgm:prSet>
      <dgm:spPr/>
      <dgm:t>
        <a:bodyPr/>
        <a:lstStyle/>
        <a:p>
          <a:endParaRPr lang="en-US" sz="1400" b="1"/>
        </a:p>
      </dgm:t>
    </dgm:pt>
    <dgm:pt modelId="{78C2C2B2-2857-40A7-90D2-E0A8D03077EC}">
      <dgm:prSet phldrT="[Text]" custT="1"/>
      <dgm:spPr>
        <a:ln>
          <a:solidFill>
            <a:schemeClr val="accent1"/>
          </a:solidFill>
        </a:ln>
      </dgm:spPr>
      <dgm:t>
        <a:bodyPr/>
        <a:lstStyle/>
        <a:p>
          <a:pPr>
            <a:buNone/>
          </a:pPr>
          <a:r>
            <a:rPr lang="en-US" sz="1400" b="1"/>
            <a:t>04</a:t>
          </a:r>
        </a:p>
        <a:p>
          <a:pPr>
            <a:buNone/>
          </a:pPr>
          <a:r>
            <a:rPr lang="en-US" sz="1400" b="1"/>
            <a:t>Risk Assessment</a:t>
          </a:r>
        </a:p>
      </dgm:t>
    </dgm:pt>
    <dgm:pt modelId="{39AB8865-69BC-42C1-A68C-B4E9D6BCB585}" type="parTrans" cxnId="{02E9DCEB-380F-4FA6-B773-6B8B2A9DD122}">
      <dgm:prSet/>
      <dgm:spPr/>
      <dgm:t>
        <a:bodyPr/>
        <a:lstStyle/>
        <a:p>
          <a:endParaRPr lang="en-US" sz="1400" b="1"/>
        </a:p>
      </dgm:t>
    </dgm:pt>
    <dgm:pt modelId="{03123106-958A-45A2-90B4-EAB0696C6B60}" type="sibTrans" cxnId="{02E9DCEB-380F-4FA6-B773-6B8B2A9DD122}">
      <dgm:prSet custT="1">
        <dgm:style>
          <a:lnRef idx="1">
            <a:schemeClr val="accent1"/>
          </a:lnRef>
          <a:fillRef idx="0">
            <a:schemeClr val="accent1"/>
          </a:fillRef>
          <a:effectRef idx="0">
            <a:schemeClr val="accent1"/>
          </a:effectRef>
          <a:fontRef idx="minor">
            <a:schemeClr val="tx1"/>
          </a:fontRef>
        </dgm:style>
      </dgm:prSet>
      <dgm:spPr/>
      <dgm:t>
        <a:bodyPr/>
        <a:lstStyle/>
        <a:p>
          <a:endParaRPr lang="en-US" sz="1400" b="1"/>
        </a:p>
      </dgm:t>
    </dgm:pt>
    <dgm:pt modelId="{762E98EB-77B4-4B84-8F67-80C1BE7C5FAF}">
      <dgm:prSet phldrT="[Text]" custT="1"/>
      <dgm:spPr>
        <a:ln>
          <a:solidFill>
            <a:schemeClr val="accent1"/>
          </a:solidFill>
        </a:ln>
      </dgm:spPr>
      <dgm:t>
        <a:bodyPr/>
        <a:lstStyle/>
        <a:p>
          <a:pPr>
            <a:buNone/>
          </a:pPr>
          <a:r>
            <a:rPr lang="en-US" sz="1400" b="1"/>
            <a:t>05</a:t>
          </a:r>
        </a:p>
        <a:p>
          <a:pPr>
            <a:buNone/>
          </a:pPr>
          <a:r>
            <a:rPr lang="en-US" sz="1400" b="1"/>
            <a:t>Risk Response</a:t>
          </a:r>
        </a:p>
      </dgm:t>
    </dgm:pt>
    <dgm:pt modelId="{86106E16-3CC9-46AA-A090-DA1CB2BB42FF}" type="parTrans" cxnId="{EBB05229-13C2-48A6-AB3D-52F1CC4C462C}">
      <dgm:prSet/>
      <dgm:spPr/>
      <dgm:t>
        <a:bodyPr/>
        <a:lstStyle/>
        <a:p>
          <a:endParaRPr lang="en-US" sz="1400" b="1"/>
        </a:p>
      </dgm:t>
    </dgm:pt>
    <dgm:pt modelId="{5B6DFD94-4810-4F81-9B4D-6211F9F5DACA}" type="sibTrans" cxnId="{EBB05229-13C2-48A6-AB3D-52F1CC4C462C}">
      <dgm:prSet custT="1">
        <dgm:style>
          <a:lnRef idx="1">
            <a:schemeClr val="accent1"/>
          </a:lnRef>
          <a:fillRef idx="0">
            <a:schemeClr val="accent1"/>
          </a:fillRef>
          <a:effectRef idx="0">
            <a:schemeClr val="accent1"/>
          </a:effectRef>
          <a:fontRef idx="minor">
            <a:schemeClr val="tx1"/>
          </a:fontRef>
        </dgm:style>
      </dgm:prSet>
      <dgm:spPr/>
      <dgm:t>
        <a:bodyPr/>
        <a:lstStyle/>
        <a:p>
          <a:endParaRPr lang="en-US" sz="1400" b="1"/>
        </a:p>
      </dgm:t>
    </dgm:pt>
    <dgm:pt modelId="{3F55896B-46FC-4EEF-8E6A-88E57EADAF64}">
      <dgm:prSet phldrT="[Text]" custT="1"/>
      <dgm:spPr>
        <a:ln>
          <a:solidFill>
            <a:schemeClr val="accent1"/>
          </a:solidFill>
        </a:ln>
      </dgm:spPr>
      <dgm:t>
        <a:bodyPr/>
        <a:lstStyle/>
        <a:p>
          <a:pPr>
            <a:buNone/>
          </a:pPr>
          <a:r>
            <a:rPr lang="en-US" sz="1400" b="1"/>
            <a:t>06</a:t>
          </a:r>
        </a:p>
        <a:p>
          <a:pPr>
            <a:buNone/>
          </a:pPr>
          <a:r>
            <a:rPr lang="en-US" sz="1400" b="1"/>
            <a:t>Control Activities</a:t>
          </a:r>
        </a:p>
      </dgm:t>
    </dgm:pt>
    <dgm:pt modelId="{91BC154D-1306-4379-ADC3-55429FB5C94B}" type="parTrans" cxnId="{A96234C5-1D5D-4E91-8DF0-CB0B22D358BF}">
      <dgm:prSet/>
      <dgm:spPr/>
      <dgm:t>
        <a:bodyPr/>
        <a:lstStyle/>
        <a:p>
          <a:endParaRPr lang="en-US" sz="1400" b="1"/>
        </a:p>
      </dgm:t>
    </dgm:pt>
    <dgm:pt modelId="{574A42C1-98E4-4F41-A777-D9DACFA60FD7}" type="sibTrans" cxnId="{A96234C5-1D5D-4E91-8DF0-CB0B22D358BF}">
      <dgm:prSet custT="1">
        <dgm:style>
          <a:lnRef idx="1">
            <a:schemeClr val="accent1"/>
          </a:lnRef>
          <a:fillRef idx="0">
            <a:schemeClr val="accent1"/>
          </a:fillRef>
          <a:effectRef idx="0">
            <a:schemeClr val="accent1"/>
          </a:effectRef>
          <a:fontRef idx="minor">
            <a:schemeClr val="tx1"/>
          </a:fontRef>
        </dgm:style>
      </dgm:prSet>
      <dgm:spPr/>
      <dgm:t>
        <a:bodyPr/>
        <a:lstStyle/>
        <a:p>
          <a:endParaRPr lang="en-US" sz="1400" b="1"/>
        </a:p>
      </dgm:t>
    </dgm:pt>
    <dgm:pt modelId="{C434F221-C401-4D5C-9F7E-22E8F52DC9B9}">
      <dgm:prSet phldrT="[Text]" custT="1"/>
      <dgm:spPr>
        <a:ln>
          <a:solidFill>
            <a:schemeClr val="accent1"/>
          </a:solidFill>
        </a:ln>
      </dgm:spPr>
      <dgm:t>
        <a:bodyPr/>
        <a:lstStyle/>
        <a:p>
          <a:pPr>
            <a:buNone/>
          </a:pPr>
          <a:r>
            <a:rPr lang="en-US" sz="1400" b="1"/>
            <a:t>07</a:t>
          </a:r>
        </a:p>
        <a:p>
          <a:pPr>
            <a:buNone/>
          </a:pPr>
          <a:r>
            <a:rPr lang="en-US" sz="1400" b="1"/>
            <a:t>Information &amp; Communication</a:t>
          </a:r>
        </a:p>
      </dgm:t>
    </dgm:pt>
    <dgm:pt modelId="{7BED50D6-517C-4879-849E-59C8738EC96F}" type="parTrans" cxnId="{26B29CB2-D82C-46D7-8569-67E743379838}">
      <dgm:prSet/>
      <dgm:spPr/>
      <dgm:t>
        <a:bodyPr/>
        <a:lstStyle/>
        <a:p>
          <a:endParaRPr lang="en-US" sz="1400" b="1"/>
        </a:p>
      </dgm:t>
    </dgm:pt>
    <dgm:pt modelId="{0E491872-DEAF-428B-BC31-DA25569C15A6}" type="sibTrans" cxnId="{26B29CB2-D82C-46D7-8569-67E743379838}">
      <dgm:prSet custT="1">
        <dgm:style>
          <a:lnRef idx="1">
            <a:schemeClr val="accent1"/>
          </a:lnRef>
          <a:fillRef idx="0">
            <a:schemeClr val="accent1"/>
          </a:fillRef>
          <a:effectRef idx="0">
            <a:schemeClr val="accent1"/>
          </a:effectRef>
          <a:fontRef idx="minor">
            <a:schemeClr val="tx1"/>
          </a:fontRef>
        </dgm:style>
      </dgm:prSet>
      <dgm:spPr/>
      <dgm:t>
        <a:bodyPr/>
        <a:lstStyle/>
        <a:p>
          <a:endParaRPr lang="en-US" sz="1400" b="1"/>
        </a:p>
      </dgm:t>
    </dgm:pt>
    <dgm:pt modelId="{320C5DD2-6222-415C-9801-9935B8950455}">
      <dgm:prSet phldrT="[Text]" custT="1"/>
      <dgm:spPr>
        <a:ln>
          <a:solidFill>
            <a:schemeClr val="accent1"/>
          </a:solidFill>
        </a:ln>
      </dgm:spPr>
      <dgm:t>
        <a:bodyPr/>
        <a:lstStyle/>
        <a:p>
          <a:pPr>
            <a:buNone/>
          </a:pPr>
          <a:r>
            <a:rPr lang="en-US" sz="1400" b="1"/>
            <a:t>08</a:t>
          </a:r>
        </a:p>
        <a:p>
          <a:pPr>
            <a:buNone/>
          </a:pPr>
          <a:r>
            <a:rPr lang="en-US" sz="1400" b="1"/>
            <a:t>Monitoring &amp; Review</a:t>
          </a:r>
        </a:p>
      </dgm:t>
    </dgm:pt>
    <dgm:pt modelId="{8B4EBCF7-C7AD-4C25-8704-08A416A22EDC}" type="parTrans" cxnId="{25AE398E-33AC-4F67-B4EA-C2E8D0747935}">
      <dgm:prSet/>
      <dgm:spPr/>
      <dgm:t>
        <a:bodyPr/>
        <a:lstStyle/>
        <a:p>
          <a:endParaRPr lang="en-US" sz="1400" b="1"/>
        </a:p>
      </dgm:t>
    </dgm:pt>
    <dgm:pt modelId="{1F8350F4-8C31-4D3F-A3B1-917E7C2FB8DC}" type="sibTrans" cxnId="{25AE398E-33AC-4F67-B4EA-C2E8D0747935}">
      <dgm:prSet custT="1">
        <dgm:style>
          <a:lnRef idx="1">
            <a:schemeClr val="accent1"/>
          </a:lnRef>
          <a:fillRef idx="0">
            <a:schemeClr val="accent1"/>
          </a:fillRef>
          <a:effectRef idx="0">
            <a:schemeClr val="accent1"/>
          </a:effectRef>
          <a:fontRef idx="minor">
            <a:schemeClr val="tx1"/>
          </a:fontRef>
        </dgm:style>
      </dgm:prSet>
      <dgm:spPr/>
      <dgm:t>
        <a:bodyPr/>
        <a:lstStyle/>
        <a:p>
          <a:endParaRPr lang="en-US" sz="1400" b="1"/>
        </a:p>
      </dgm:t>
    </dgm:pt>
    <dgm:pt modelId="{9D2D9F58-F4AB-4B35-8287-8C8A3DBF5A2F}">
      <dgm:prSet phldrT="[Text]" custT="1"/>
      <dgm:spPr>
        <a:ln>
          <a:solidFill>
            <a:schemeClr val="accent1"/>
          </a:solidFill>
        </a:ln>
      </dgm:spPr>
      <dgm:t>
        <a:bodyPr spcFirstLastPara="0" vert="horz" wrap="square" lIns="113792" tIns="113792" rIns="113792" bIns="113792" numCol="1" spcCol="1270" anchor="ctr" anchorCtr="0"/>
        <a:lstStyle/>
        <a:p>
          <a:pPr marL="0" lvl="0" indent="0" algn="ctr" defTabSz="711200">
            <a:lnSpc>
              <a:spcPct val="90000"/>
            </a:lnSpc>
            <a:spcBef>
              <a:spcPct val="0"/>
            </a:spcBef>
            <a:spcAft>
              <a:spcPct val="35000"/>
            </a:spcAft>
            <a:buNone/>
          </a:pPr>
          <a:r>
            <a:rPr lang="en-US" sz="1400" b="1" kern="1200">
              <a:latin typeface="Arial"/>
              <a:ea typeface="+mn-ea"/>
              <a:cs typeface="+mn-cs"/>
            </a:rPr>
            <a:t>09</a:t>
          </a:r>
        </a:p>
        <a:p>
          <a:pPr marL="0" lvl="0" indent="0" algn="ctr" defTabSz="711200">
            <a:lnSpc>
              <a:spcPct val="90000"/>
            </a:lnSpc>
            <a:spcBef>
              <a:spcPct val="0"/>
            </a:spcBef>
            <a:spcAft>
              <a:spcPct val="35000"/>
            </a:spcAft>
            <a:buNone/>
          </a:pPr>
          <a:r>
            <a:rPr lang="en-US" sz="1400" b="1" kern="1200">
              <a:latin typeface="Arial"/>
              <a:ea typeface="+mn-ea"/>
              <a:cs typeface="+mn-cs"/>
            </a:rPr>
            <a:t>Reporting</a:t>
          </a:r>
        </a:p>
      </dgm:t>
    </dgm:pt>
    <dgm:pt modelId="{8ED23FF1-B985-4250-BA83-F6C5641F7AB3}" type="parTrans" cxnId="{5CF60833-DD28-4F3B-8EA4-D4B2B9BD2DE0}">
      <dgm:prSet/>
      <dgm:spPr/>
      <dgm:t>
        <a:bodyPr/>
        <a:lstStyle/>
        <a:p>
          <a:endParaRPr lang="en-US" sz="1400" b="1"/>
        </a:p>
      </dgm:t>
    </dgm:pt>
    <dgm:pt modelId="{B46C8044-FC8C-4EFF-A5B2-40CD09B360E2}" type="sibTrans" cxnId="{5CF60833-DD28-4F3B-8EA4-D4B2B9BD2DE0}">
      <dgm:prSet/>
      <dgm:spPr/>
      <dgm:t>
        <a:bodyPr/>
        <a:lstStyle/>
        <a:p>
          <a:endParaRPr lang="en-US" sz="1400" b="1"/>
        </a:p>
      </dgm:t>
    </dgm:pt>
    <dgm:pt modelId="{ECFA5199-5C20-4D72-A29F-AA43284E0380}" type="pres">
      <dgm:prSet presAssocID="{3A110B12-A1B7-4145-BBFF-01361FC76884}" presName="Name0" presStyleCnt="0">
        <dgm:presLayoutVars>
          <dgm:dir/>
          <dgm:resizeHandles val="exact"/>
        </dgm:presLayoutVars>
      </dgm:prSet>
      <dgm:spPr/>
    </dgm:pt>
    <dgm:pt modelId="{86183FBC-CD37-47A5-BDCD-1B97169D0826}" type="pres">
      <dgm:prSet presAssocID="{03E0B66A-EC6A-4090-9073-9989A7F29C20}" presName="node" presStyleLbl="node1" presStyleIdx="0" presStyleCnt="9">
        <dgm:presLayoutVars>
          <dgm:bulletEnabled val="1"/>
        </dgm:presLayoutVars>
      </dgm:prSet>
      <dgm:spPr/>
    </dgm:pt>
    <dgm:pt modelId="{7FC59FB9-3C7E-4312-A507-52328E29FB39}" type="pres">
      <dgm:prSet presAssocID="{CC567564-2FA8-436D-B987-E84B2AF42DA7}" presName="sibTrans" presStyleLbl="sibTrans1D1" presStyleIdx="0" presStyleCnt="8"/>
      <dgm:spPr/>
    </dgm:pt>
    <dgm:pt modelId="{3181A618-9157-429D-8721-0D821FCDAA50}" type="pres">
      <dgm:prSet presAssocID="{CC567564-2FA8-436D-B987-E84B2AF42DA7}" presName="connectorText" presStyleLbl="sibTrans1D1" presStyleIdx="0" presStyleCnt="8"/>
      <dgm:spPr/>
    </dgm:pt>
    <dgm:pt modelId="{451739D3-05B3-41D9-B855-CFE92A7CDD73}" type="pres">
      <dgm:prSet presAssocID="{3A955508-8DD6-4171-8990-0AE941A9C03E}" presName="node" presStyleLbl="node1" presStyleIdx="1" presStyleCnt="9">
        <dgm:presLayoutVars>
          <dgm:bulletEnabled val="1"/>
        </dgm:presLayoutVars>
      </dgm:prSet>
      <dgm:spPr/>
    </dgm:pt>
    <dgm:pt modelId="{620EB931-7CC8-4C0B-9EC3-C08C99641DE4}" type="pres">
      <dgm:prSet presAssocID="{D58EEDEE-AB7A-4BBF-BEEF-199E7EF44B03}" presName="sibTrans" presStyleLbl="sibTrans1D1" presStyleIdx="1" presStyleCnt="8"/>
      <dgm:spPr/>
    </dgm:pt>
    <dgm:pt modelId="{8B0315F5-190F-4E74-BA30-066981738004}" type="pres">
      <dgm:prSet presAssocID="{D58EEDEE-AB7A-4BBF-BEEF-199E7EF44B03}" presName="connectorText" presStyleLbl="sibTrans1D1" presStyleIdx="1" presStyleCnt="8"/>
      <dgm:spPr/>
    </dgm:pt>
    <dgm:pt modelId="{AC53F71D-8210-4BD5-AA30-9B4D79DF0BD5}" type="pres">
      <dgm:prSet presAssocID="{C84C9C84-F8CF-448F-86C4-EC2596E3B398}" presName="node" presStyleLbl="node1" presStyleIdx="2" presStyleCnt="9">
        <dgm:presLayoutVars>
          <dgm:bulletEnabled val="1"/>
        </dgm:presLayoutVars>
      </dgm:prSet>
      <dgm:spPr/>
    </dgm:pt>
    <dgm:pt modelId="{CC90AD1A-5F59-45C6-B4C1-1DD464456D20}" type="pres">
      <dgm:prSet presAssocID="{D35A7FA7-FC10-410E-B39D-5951A9DBFA6D}" presName="sibTrans" presStyleLbl="sibTrans1D1" presStyleIdx="2" presStyleCnt="8"/>
      <dgm:spPr/>
    </dgm:pt>
    <dgm:pt modelId="{52E4E6DA-5AF4-4A7E-AA22-D9CC4804467D}" type="pres">
      <dgm:prSet presAssocID="{D35A7FA7-FC10-410E-B39D-5951A9DBFA6D}" presName="connectorText" presStyleLbl="sibTrans1D1" presStyleIdx="2" presStyleCnt="8"/>
      <dgm:spPr/>
    </dgm:pt>
    <dgm:pt modelId="{CB973DBB-FE3E-410C-9FF6-1B63C68F98F4}" type="pres">
      <dgm:prSet presAssocID="{78C2C2B2-2857-40A7-90D2-E0A8D03077EC}" presName="node" presStyleLbl="node1" presStyleIdx="3" presStyleCnt="9">
        <dgm:presLayoutVars>
          <dgm:bulletEnabled val="1"/>
        </dgm:presLayoutVars>
      </dgm:prSet>
      <dgm:spPr/>
    </dgm:pt>
    <dgm:pt modelId="{0952EB77-5BFB-4405-94EE-35D60B68B3BE}" type="pres">
      <dgm:prSet presAssocID="{03123106-958A-45A2-90B4-EAB0696C6B60}" presName="sibTrans" presStyleLbl="sibTrans1D1" presStyleIdx="3" presStyleCnt="8"/>
      <dgm:spPr/>
    </dgm:pt>
    <dgm:pt modelId="{BFEAEAC7-211D-445E-A716-44B89B7136FF}" type="pres">
      <dgm:prSet presAssocID="{03123106-958A-45A2-90B4-EAB0696C6B60}" presName="connectorText" presStyleLbl="sibTrans1D1" presStyleIdx="3" presStyleCnt="8"/>
      <dgm:spPr/>
    </dgm:pt>
    <dgm:pt modelId="{CD305BC1-2F44-4A65-943C-08264D3DBC74}" type="pres">
      <dgm:prSet presAssocID="{762E98EB-77B4-4B84-8F67-80C1BE7C5FAF}" presName="node" presStyleLbl="node1" presStyleIdx="4" presStyleCnt="9">
        <dgm:presLayoutVars>
          <dgm:bulletEnabled val="1"/>
        </dgm:presLayoutVars>
      </dgm:prSet>
      <dgm:spPr/>
    </dgm:pt>
    <dgm:pt modelId="{E277F218-53E0-4849-8806-0EAEB6CA2BEA}" type="pres">
      <dgm:prSet presAssocID="{5B6DFD94-4810-4F81-9B4D-6211F9F5DACA}" presName="sibTrans" presStyleLbl="sibTrans1D1" presStyleIdx="4" presStyleCnt="8"/>
      <dgm:spPr/>
    </dgm:pt>
    <dgm:pt modelId="{794F7970-4035-4500-B7EB-E5617B853814}" type="pres">
      <dgm:prSet presAssocID="{5B6DFD94-4810-4F81-9B4D-6211F9F5DACA}" presName="connectorText" presStyleLbl="sibTrans1D1" presStyleIdx="4" presStyleCnt="8"/>
      <dgm:spPr/>
    </dgm:pt>
    <dgm:pt modelId="{437C5E44-66E4-4892-8B57-0BCED24047F2}" type="pres">
      <dgm:prSet presAssocID="{3F55896B-46FC-4EEF-8E6A-88E57EADAF64}" presName="node" presStyleLbl="node1" presStyleIdx="5" presStyleCnt="9">
        <dgm:presLayoutVars>
          <dgm:bulletEnabled val="1"/>
        </dgm:presLayoutVars>
      </dgm:prSet>
      <dgm:spPr/>
    </dgm:pt>
    <dgm:pt modelId="{6E332BD3-F407-448E-8085-2793C372EED9}" type="pres">
      <dgm:prSet presAssocID="{574A42C1-98E4-4F41-A777-D9DACFA60FD7}" presName="sibTrans" presStyleLbl="sibTrans1D1" presStyleIdx="5" presStyleCnt="8"/>
      <dgm:spPr/>
    </dgm:pt>
    <dgm:pt modelId="{91E5CCE8-745C-4CF5-97A0-3E1890EB75E9}" type="pres">
      <dgm:prSet presAssocID="{574A42C1-98E4-4F41-A777-D9DACFA60FD7}" presName="connectorText" presStyleLbl="sibTrans1D1" presStyleIdx="5" presStyleCnt="8"/>
      <dgm:spPr/>
    </dgm:pt>
    <dgm:pt modelId="{55003854-AA74-47D6-8837-53344BB49319}" type="pres">
      <dgm:prSet presAssocID="{C434F221-C401-4D5C-9F7E-22E8F52DC9B9}" presName="node" presStyleLbl="node1" presStyleIdx="6" presStyleCnt="9">
        <dgm:presLayoutVars>
          <dgm:bulletEnabled val="1"/>
        </dgm:presLayoutVars>
      </dgm:prSet>
      <dgm:spPr/>
    </dgm:pt>
    <dgm:pt modelId="{F387A488-38B9-4AFB-B77D-4502D6138557}" type="pres">
      <dgm:prSet presAssocID="{0E491872-DEAF-428B-BC31-DA25569C15A6}" presName="sibTrans" presStyleLbl="sibTrans1D1" presStyleIdx="6" presStyleCnt="8"/>
      <dgm:spPr/>
    </dgm:pt>
    <dgm:pt modelId="{73338C10-D2AA-465E-B7F2-1A9886FED659}" type="pres">
      <dgm:prSet presAssocID="{0E491872-DEAF-428B-BC31-DA25569C15A6}" presName="connectorText" presStyleLbl="sibTrans1D1" presStyleIdx="6" presStyleCnt="8"/>
      <dgm:spPr/>
    </dgm:pt>
    <dgm:pt modelId="{9F59F090-8474-4AFF-9FC8-3CDADE1CF154}" type="pres">
      <dgm:prSet presAssocID="{320C5DD2-6222-415C-9801-9935B8950455}" presName="node" presStyleLbl="node1" presStyleIdx="7" presStyleCnt="9">
        <dgm:presLayoutVars>
          <dgm:bulletEnabled val="1"/>
        </dgm:presLayoutVars>
      </dgm:prSet>
      <dgm:spPr/>
    </dgm:pt>
    <dgm:pt modelId="{9F710058-6493-48B1-9E39-BEBBC3D56013}" type="pres">
      <dgm:prSet presAssocID="{1F8350F4-8C31-4D3F-A3B1-917E7C2FB8DC}" presName="sibTrans" presStyleLbl="sibTrans1D1" presStyleIdx="7" presStyleCnt="8"/>
      <dgm:spPr/>
    </dgm:pt>
    <dgm:pt modelId="{9FC99A3D-B2DD-46CF-8D25-6339F9A11E44}" type="pres">
      <dgm:prSet presAssocID="{1F8350F4-8C31-4D3F-A3B1-917E7C2FB8DC}" presName="connectorText" presStyleLbl="sibTrans1D1" presStyleIdx="7" presStyleCnt="8"/>
      <dgm:spPr/>
    </dgm:pt>
    <dgm:pt modelId="{A9B978EF-6DBD-4803-B11C-E64BB1DF1CEE}" type="pres">
      <dgm:prSet presAssocID="{9D2D9F58-F4AB-4B35-8287-8C8A3DBF5A2F}" presName="node" presStyleLbl="node1" presStyleIdx="8" presStyleCnt="9">
        <dgm:presLayoutVars>
          <dgm:bulletEnabled val="1"/>
        </dgm:presLayoutVars>
      </dgm:prSet>
      <dgm:spPr>
        <a:xfrm>
          <a:off x="5939373" y="3225962"/>
          <a:ext cx="1942703" cy="1165621"/>
        </a:xfrm>
        <a:prstGeom prst="rect">
          <a:avLst/>
        </a:prstGeom>
      </dgm:spPr>
    </dgm:pt>
  </dgm:ptLst>
  <dgm:cxnLst>
    <dgm:cxn modelId="{47A85F05-6B3E-438A-BDBD-BBD3C2310143}" type="presOf" srcId="{D35A7FA7-FC10-410E-B39D-5951A9DBFA6D}" destId="{CC90AD1A-5F59-45C6-B4C1-1DD464456D20}" srcOrd="0" destOrd="0" presId="urn:microsoft.com/office/officeart/2005/8/layout/bProcess3"/>
    <dgm:cxn modelId="{CD16AD09-DBA9-4EA2-974B-6BDF1A3A9DAD}" type="presOf" srcId="{5B6DFD94-4810-4F81-9B4D-6211F9F5DACA}" destId="{E277F218-53E0-4849-8806-0EAEB6CA2BEA}" srcOrd="0" destOrd="0" presId="urn:microsoft.com/office/officeart/2005/8/layout/bProcess3"/>
    <dgm:cxn modelId="{3240250F-D82C-4FF8-AC03-73DEBB8F9D0B}" type="presOf" srcId="{D35A7FA7-FC10-410E-B39D-5951A9DBFA6D}" destId="{52E4E6DA-5AF4-4A7E-AA22-D9CC4804467D}" srcOrd="1" destOrd="0" presId="urn:microsoft.com/office/officeart/2005/8/layout/bProcess3"/>
    <dgm:cxn modelId="{D3198F14-DD86-402F-943F-20B030F0A0D8}" type="presOf" srcId="{0E491872-DEAF-428B-BC31-DA25569C15A6}" destId="{73338C10-D2AA-465E-B7F2-1A9886FED659}" srcOrd="1" destOrd="0" presId="urn:microsoft.com/office/officeart/2005/8/layout/bProcess3"/>
    <dgm:cxn modelId="{E61D331A-4DA0-4038-B71B-08041299DB5D}" type="presOf" srcId="{0E491872-DEAF-428B-BC31-DA25569C15A6}" destId="{F387A488-38B9-4AFB-B77D-4502D6138557}" srcOrd="0" destOrd="0" presId="urn:microsoft.com/office/officeart/2005/8/layout/bProcess3"/>
    <dgm:cxn modelId="{56AAA023-F178-4AC9-91EE-ED1B626F7810}" type="presOf" srcId="{3A955508-8DD6-4171-8990-0AE941A9C03E}" destId="{451739D3-05B3-41D9-B855-CFE92A7CDD73}" srcOrd="0" destOrd="0" presId="urn:microsoft.com/office/officeart/2005/8/layout/bProcess3"/>
    <dgm:cxn modelId="{5EFCAE23-8258-475F-A2B5-0C24C56E42F7}" type="presOf" srcId="{D58EEDEE-AB7A-4BBF-BEEF-199E7EF44B03}" destId="{620EB931-7CC8-4C0B-9EC3-C08C99641DE4}" srcOrd="0" destOrd="0" presId="urn:microsoft.com/office/officeart/2005/8/layout/bProcess3"/>
    <dgm:cxn modelId="{EBB05229-13C2-48A6-AB3D-52F1CC4C462C}" srcId="{3A110B12-A1B7-4145-BBFF-01361FC76884}" destId="{762E98EB-77B4-4B84-8F67-80C1BE7C5FAF}" srcOrd="4" destOrd="0" parTransId="{86106E16-3CC9-46AA-A090-DA1CB2BB42FF}" sibTransId="{5B6DFD94-4810-4F81-9B4D-6211F9F5DACA}"/>
    <dgm:cxn modelId="{57014D2A-B7E2-4609-89B5-CD731DF04B3F}" type="presOf" srcId="{CC567564-2FA8-436D-B987-E84B2AF42DA7}" destId="{3181A618-9157-429D-8721-0D821FCDAA50}" srcOrd="1" destOrd="0" presId="urn:microsoft.com/office/officeart/2005/8/layout/bProcess3"/>
    <dgm:cxn modelId="{CC59422B-311C-4022-B481-AFD503091988}" srcId="{3A110B12-A1B7-4145-BBFF-01361FC76884}" destId="{3A955508-8DD6-4171-8990-0AE941A9C03E}" srcOrd="1" destOrd="0" parTransId="{03B79C21-7C3A-4506-8751-B506C4802C6F}" sibTransId="{D58EEDEE-AB7A-4BBF-BEEF-199E7EF44B03}"/>
    <dgm:cxn modelId="{5CF60833-DD28-4F3B-8EA4-D4B2B9BD2DE0}" srcId="{3A110B12-A1B7-4145-BBFF-01361FC76884}" destId="{9D2D9F58-F4AB-4B35-8287-8C8A3DBF5A2F}" srcOrd="8" destOrd="0" parTransId="{8ED23FF1-B985-4250-BA83-F6C5641F7AB3}" sibTransId="{B46C8044-FC8C-4EFF-A5B2-40CD09B360E2}"/>
    <dgm:cxn modelId="{69C4583B-7196-47F5-AD1D-A27E7A9F2218}" type="presOf" srcId="{320C5DD2-6222-415C-9801-9935B8950455}" destId="{9F59F090-8474-4AFF-9FC8-3CDADE1CF154}" srcOrd="0" destOrd="0" presId="urn:microsoft.com/office/officeart/2005/8/layout/bProcess3"/>
    <dgm:cxn modelId="{4070A33E-B4E2-4C20-AB81-8BD75E0D671A}" type="presOf" srcId="{3A110B12-A1B7-4145-BBFF-01361FC76884}" destId="{ECFA5199-5C20-4D72-A29F-AA43284E0380}" srcOrd="0" destOrd="0" presId="urn:microsoft.com/office/officeart/2005/8/layout/bProcess3"/>
    <dgm:cxn modelId="{F8FA8D5E-7E2A-41AF-B698-F699839DD48C}" type="presOf" srcId="{78C2C2B2-2857-40A7-90D2-E0A8D03077EC}" destId="{CB973DBB-FE3E-410C-9FF6-1B63C68F98F4}" srcOrd="0" destOrd="0" presId="urn:microsoft.com/office/officeart/2005/8/layout/bProcess3"/>
    <dgm:cxn modelId="{A4E73951-CE98-4C8B-A8E8-C0D3760E4D5C}" type="presOf" srcId="{1F8350F4-8C31-4D3F-A3B1-917E7C2FB8DC}" destId="{9FC99A3D-B2DD-46CF-8D25-6339F9A11E44}" srcOrd="1" destOrd="0" presId="urn:microsoft.com/office/officeart/2005/8/layout/bProcess3"/>
    <dgm:cxn modelId="{04FBA055-002D-4E39-A0A6-B98E4A0F6BC4}" type="presOf" srcId="{1F8350F4-8C31-4D3F-A3B1-917E7C2FB8DC}" destId="{9F710058-6493-48B1-9E39-BEBBC3D56013}" srcOrd="0" destOrd="0" presId="urn:microsoft.com/office/officeart/2005/8/layout/bProcess3"/>
    <dgm:cxn modelId="{4794807D-12FD-4FCA-AC57-CCF1A97ED103}" type="presOf" srcId="{3F55896B-46FC-4EEF-8E6A-88E57EADAF64}" destId="{437C5E44-66E4-4892-8B57-0BCED24047F2}" srcOrd="0" destOrd="0" presId="urn:microsoft.com/office/officeart/2005/8/layout/bProcess3"/>
    <dgm:cxn modelId="{03CE6F85-C21D-4AE0-8C77-6BC2225BA306}" type="presOf" srcId="{762E98EB-77B4-4B84-8F67-80C1BE7C5FAF}" destId="{CD305BC1-2F44-4A65-943C-08264D3DBC74}" srcOrd="0" destOrd="0" presId="urn:microsoft.com/office/officeart/2005/8/layout/bProcess3"/>
    <dgm:cxn modelId="{4AECE485-F9A7-42C0-970E-A5703642DB3D}" srcId="{3A110B12-A1B7-4145-BBFF-01361FC76884}" destId="{C84C9C84-F8CF-448F-86C4-EC2596E3B398}" srcOrd="2" destOrd="0" parTransId="{E99881AE-55B1-45A8-88E7-D592CE8C4EA1}" sibTransId="{D35A7FA7-FC10-410E-B39D-5951A9DBFA6D}"/>
    <dgm:cxn modelId="{25AE398E-33AC-4F67-B4EA-C2E8D0747935}" srcId="{3A110B12-A1B7-4145-BBFF-01361FC76884}" destId="{320C5DD2-6222-415C-9801-9935B8950455}" srcOrd="7" destOrd="0" parTransId="{8B4EBCF7-C7AD-4C25-8704-08A416A22EDC}" sibTransId="{1F8350F4-8C31-4D3F-A3B1-917E7C2FB8DC}"/>
    <dgm:cxn modelId="{B779D29D-DF8A-42D8-9748-6B2FD1163D42}" type="presOf" srcId="{5B6DFD94-4810-4F81-9B4D-6211F9F5DACA}" destId="{794F7970-4035-4500-B7EB-E5617B853814}" srcOrd="1" destOrd="0" presId="urn:microsoft.com/office/officeart/2005/8/layout/bProcess3"/>
    <dgm:cxn modelId="{26B29CB2-D82C-46D7-8569-67E743379838}" srcId="{3A110B12-A1B7-4145-BBFF-01361FC76884}" destId="{C434F221-C401-4D5C-9F7E-22E8F52DC9B9}" srcOrd="6" destOrd="0" parTransId="{7BED50D6-517C-4879-849E-59C8738EC96F}" sibTransId="{0E491872-DEAF-428B-BC31-DA25569C15A6}"/>
    <dgm:cxn modelId="{81E05AC2-9B04-47D1-A214-868FE3051875}" type="presOf" srcId="{C434F221-C401-4D5C-9F7E-22E8F52DC9B9}" destId="{55003854-AA74-47D6-8837-53344BB49319}" srcOrd="0" destOrd="0" presId="urn:microsoft.com/office/officeart/2005/8/layout/bProcess3"/>
    <dgm:cxn modelId="{A15997C2-5573-48BE-86F5-402AA641C552}" type="presOf" srcId="{03E0B66A-EC6A-4090-9073-9989A7F29C20}" destId="{86183FBC-CD37-47A5-BDCD-1B97169D0826}" srcOrd="0" destOrd="0" presId="urn:microsoft.com/office/officeart/2005/8/layout/bProcess3"/>
    <dgm:cxn modelId="{A96234C5-1D5D-4E91-8DF0-CB0B22D358BF}" srcId="{3A110B12-A1B7-4145-BBFF-01361FC76884}" destId="{3F55896B-46FC-4EEF-8E6A-88E57EADAF64}" srcOrd="5" destOrd="0" parTransId="{91BC154D-1306-4379-ADC3-55429FB5C94B}" sibTransId="{574A42C1-98E4-4F41-A777-D9DACFA60FD7}"/>
    <dgm:cxn modelId="{3420F1C9-4734-4E7B-AF56-12785E9DA785}" type="presOf" srcId="{C84C9C84-F8CF-448F-86C4-EC2596E3B398}" destId="{AC53F71D-8210-4BD5-AA30-9B4D79DF0BD5}" srcOrd="0" destOrd="0" presId="urn:microsoft.com/office/officeart/2005/8/layout/bProcess3"/>
    <dgm:cxn modelId="{90B4F6D4-C334-4778-AA46-71766F760271}" type="presOf" srcId="{03123106-958A-45A2-90B4-EAB0696C6B60}" destId="{BFEAEAC7-211D-445E-A716-44B89B7136FF}" srcOrd="1" destOrd="0" presId="urn:microsoft.com/office/officeart/2005/8/layout/bProcess3"/>
    <dgm:cxn modelId="{913A95E1-BEC9-4658-A32F-86C21C9C5929}" type="presOf" srcId="{03123106-958A-45A2-90B4-EAB0696C6B60}" destId="{0952EB77-5BFB-4405-94EE-35D60B68B3BE}" srcOrd="0" destOrd="0" presId="urn:microsoft.com/office/officeart/2005/8/layout/bProcess3"/>
    <dgm:cxn modelId="{02E9DCEB-380F-4FA6-B773-6B8B2A9DD122}" srcId="{3A110B12-A1B7-4145-BBFF-01361FC76884}" destId="{78C2C2B2-2857-40A7-90D2-E0A8D03077EC}" srcOrd="3" destOrd="0" parTransId="{39AB8865-69BC-42C1-A68C-B4E9D6BCB585}" sibTransId="{03123106-958A-45A2-90B4-EAB0696C6B60}"/>
    <dgm:cxn modelId="{1B5544EE-70FF-4EEC-AAF6-516C8C9556CB}" srcId="{3A110B12-A1B7-4145-BBFF-01361FC76884}" destId="{03E0B66A-EC6A-4090-9073-9989A7F29C20}" srcOrd="0" destOrd="0" parTransId="{73BEA67E-744A-49BC-B2EF-0AD077417E1C}" sibTransId="{CC567564-2FA8-436D-B987-E84B2AF42DA7}"/>
    <dgm:cxn modelId="{AF3583F2-CF66-41C4-87F6-898BEDFC7625}" type="presOf" srcId="{D58EEDEE-AB7A-4BBF-BEEF-199E7EF44B03}" destId="{8B0315F5-190F-4E74-BA30-066981738004}" srcOrd="1" destOrd="0" presId="urn:microsoft.com/office/officeart/2005/8/layout/bProcess3"/>
    <dgm:cxn modelId="{CE2323F9-C756-4B19-B814-2BCCBBBBA7B6}" type="presOf" srcId="{574A42C1-98E4-4F41-A777-D9DACFA60FD7}" destId="{91E5CCE8-745C-4CF5-97A0-3E1890EB75E9}" srcOrd="1" destOrd="0" presId="urn:microsoft.com/office/officeart/2005/8/layout/bProcess3"/>
    <dgm:cxn modelId="{63AD7BF9-2F1E-477E-A03F-ADFA5C8F8C92}" type="presOf" srcId="{9D2D9F58-F4AB-4B35-8287-8C8A3DBF5A2F}" destId="{A9B978EF-6DBD-4803-B11C-E64BB1DF1CEE}" srcOrd="0" destOrd="0" presId="urn:microsoft.com/office/officeart/2005/8/layout/bProcess3"/>
    <dgm:cxn modelId="{1913F1F9-6467-41E2-B1EB-8FA78FFD24E4}" type="presOf" srcId="{CC567564-2FA8-436D-B987-E84B2AF42DA7}" destId="{7FC59FB9-3C7E-4312-A507-52328E29FB39}" srcOrd="0" destOrd="0" presId="urn:microsoft.com/office/officeart/2005/8/layout/bProcess3"/>
    <dgm:cxn modelId="{E04E18FF-43C6-4C56-A9F4-A9D22E25066A}" type="presOf" srcId="{574A42C1-98E4-4F41-A777-D9DACFA60FD7}" destId="{6E332BD3-F407-448E-8085-2793C372EED9}" srcOrd="0" destOrd="0" presId="urn:microsoft.com/office/officeart/2005/8/layout/bProcess3"/>
    <dgm:cxn modelId="{0B8FA2CE-55B1-469F-9165-C0F1C45925C7}" type="presParOf" srcId="{ECFA5199-5C20-4D72-A29F-AA43284E0380}" destId="{86183FBC-CD37-47A5-BDCD-1B97169D0826}" srcOrd="0" destOrd="0" presId="urn:microsoft.com/office/officeart/2005/8/layout/bProcess3"/>
    <dgm:cxn modelId="{785DE633-87AB-4BA1-99A3-313363CDE68F}" type="presParOf" srcId="{ECFA5199-5C20-4D72-A29F-AA43284E0380}" destId="{7FC59FB9-3C7E-4312-A507-52328E29FB39}" srcOrd="1" destOrd="0" presId="urn:microsoft.com/office/officeart/2005/8/layout/bProcess3"/>
    <dgm:cxn modelId="{5F1259C4-8D32-4473-B882-D4C20ACFCD2C}" type="presParOf" srcId="{7FC59FB9-3C7E-4312-A507-52328E29FB39}" destId="{3181A618-9157-429D-8721-0D821FCDAA50}" srcOrd="0" destOrd="0" presId="urn:microsoft.com/office/officeart/2005/8/layout/bProcess3"/>
    <dgm:cxn modelId="{8EAC1B90-123C-4769-8879-C5FFB63E419F}" type="presParOf" srcId="{ECFA5199-5C20-4D72-A29F-AA43284E0380}" destId="{451739D3-05B3-41D9-B855-CFE92A7CDD73}" srcOrd="2" destOrd="0" presId="urn:microsoft.com/office/officeart/2005/8/layout/bProcess3"/>
    <dgm:cxn modelId="{04CED166-BF0A-4A51-9F25-E591EF3BE30F}" type="presParOf" srcId="{ECFA5199-5C20-4D72-A29F-AA43284E0380}" destId="{620EB931-7CC8-4C0B-9EC3-C08C99641DE4}" srcOrd="3" destOrd="0" presId="urn:microsoft.com/office/officeart/2005/8/layout/bProcess3"/>
    <dgm:cxn modelId="{F82DBA9A-0DE8-43F9-85C1-3C91F7397CDF}" type="presParOf" srcId="{620EB931-7CC8-4C0B-9EC3-C08C99641DE4}" destId="{8B0315F5-190F-4E74-BA30-066981738004}" srcOrd="0" destOrd="0" presId="urn:microsoft.com/office/officeart/2005/8/layout/bProcess3"/>
    <dgm:cxn modelId="{D7609B33-BD37-4DCE-B736-7299212DD698}" type="presParOf" srcId="{ECFA5199-5C20-4D72-A29F-AA43284E0380}" destId="{AC53F71D-8210-4BD5-AA30-9B4D79DF0BD5}" srcOrd="4" destOrd="0" presId="urn:microsoft.com/office/officeart/2005/8/layout/bProcess3"/>
    <dgm:cxn modelId="{920863E6-EF34-40CC-9E8D-04244EF9C2E1}" type="presParOf" srcId="{ECFA5199-5C20-4D72-A29F-AA43284E0380}" destId="{CC90AD1A-5F59-45C6-B4C1-1DD464456D20}" srcOrd="5" destOrd="0" presId="urn:microsoft.com/office/officeart/2005/8/layout/bProcess3"/>
    <dgm:cxn modelId="{0CFB84C1-E1D9-4FB9-B9B1-0D34890FB19F}" type="presParOf" srcId="{CC90AD1A-5F59-45C6-B4C1-1DD464456D20}" destId="{52E4E6DA-5AF4-4A7E-AA22-D9CC4804467D}" srcOrd="0" destOrd="0" presId="urn:microsoft.com/office/officeart/2005/8/layout/bProcess3"/>
    <dgm:cxn modelId="{7F553409-A70E-444C-BD33-A822DEA12DCC}" type="presParOf" srcId="{ECFA5199-5C20-4D72-A29F-AA43284E0380}" destId="{CB973DBB-FE3E-410C-9FF6-1B63C68F98F4}" srcOrd="6" destOrd="0" presId="urn:microsoft.com/office/officeart/2005/8/layout/bProcess3"/>
    <dgm:cxn modelId="{43A991E1-4235-4663-8032-60828B87F88D}" type="presParOf" srcId="{ECFA5199-5C20-4D72-A29F-AA43284E0380}" destId="{0952EB77-5BFB-4405-94EE-35D60B68B3BE}" srcOrd="7" destOrd="0" presId="urn:microsoft.com/office/officeart/2005/8/layout/bProcess3"/>
    <dgm:cxn modelId="{10FCDA81-82A9-44CF-9DF0-339F1B4F28E3}" type="presParOf" srcId="{0952EB77-5BFB-4405-94EE-35D60B68B3BE}" destId="{BFEAEAC7-211D-445E-A716-44B89B7136FF}" srcOrd="0" destOrd="0" presId="urn:microsoft.com/office/officeart/2005/8/layout/bProcess3"/>
    <dgm:cxn modelId="{99D93C4C-AD56-45D6-AF87-FCCDEFB72602}" type="presParOf" srcId="{ECFA5199-5C20-4D72-A29F-AA43284E0380}" destId="{CD305BC1-2F44-4A65-943C-08264D3DBC74}" srcOrd="8" destOrd="0" presId="urn:microsoft.com/office/officeart/2005/8/layout/bProcess3"/>
    <dgm:cxn modelId="{C10BD0A1-D829-424F-9C1F-0CC69A31DFE2}" type="presParOf" srcId="{ECFA5199-5C20-4D72-A29F-AA43284E0380}" destId="{E277F218-53E0-4849-8806-0EAEB6CA2BEA}" srcOrd="9" destOrd="0" presId="urn:microsoft.com/office/officeart/2005/8/layout/bProcess3"/>
    <dgm:cxn modelId="{135DEB86-77E8-4522-8C44-41CA65461721}" type="presParOf" srcId="{E277F218-53E0-4849-8806-0EAEB6CA2BEA}" destId="{794F7970-4035-4500-B7EB-E5617B853814}" srcOrd="0" destOrd="0" presId="urn:microsoft.com/office/officeart/2005/8/layout/bProcess3"/>
    <dgm:cxn modelId="{24BA08C0-6E5C-4D68-805E-7647109067DC}" type="presParOf" srcId="{ECFA5199-5C20-4D72-A29F-AA43284E0380}" destId="{437C5E44-66E4-4892-8B57-0BCED24047F2}" srcOrd="10" destOrd="0" presId="urn:microsoft.com/office/officeart/2005/8/layout/bProcess3"/>
    <dgm:cxn modelId="{8F34CF56-1B6D-47F5-A531-B8D5BD3BD055}" type="presParOf" srcId="{ECFA5199-5C20-4D72-A29F-AA43284E0380}" destId="{6E332BD3-F407-448E-8085-2793C372EED9}" srcOrd="11" destOrd="0" presId="urn:microsoft.com/office/officeart/2005/8/layout/bProcess3"/>
    <dgm:cxn modelId="{C51F1402-31B8-4F5A-A09B-74D2A05CD478}" type="presParOf" srcId="{6E332BD3-F407-448E-8085-2793C372EED9}" destId="{91E5CCE8-745C-4CF5-97A0-3E1890EB75E9}" srcOrd="0" destOrd="0" presId="urn:microsoft.com/office/officeart/2005/8/layout/bProcess3"/>
    <dgm:cxn modelId="{1E784A27-0461-4257-B10F-56953D896A97}" type="presParOf" srcId="{ECFA5199-5C20-4D72-A29F-AA43284E0380}" destId="{55003854-AA74-47D6-8837-53344BB49319}" srcOrd="12" destOrd="0" presId="urn:microsoft.com/office/officeart/2005/8/layout/bProcess3"/>
    <dgm:cxn modelId="{4E529B04-78DE-4F97-AB71-2C5165DA8F1D}" type="presParOf" srcId="{ECFA5199-5C20-4D72-A29F-AA43284E0380}" destId="{F387A488-38B9-4AFB-B77D-4502D6138557}" srcOrd="13" destOrd="0" presId="urn:microsoft.com/office/officeart/2005/8/layout/bProcess3"/>
    <dgm:cxn modelId="{6CFDC2C0-5DAC-4BA1-BC37-058F1682A2B0}" type="presParOf" srcId="{F387A488-38B9-4AFB-B77D-4502D6138557}" destId="{73338C10-D2AA-465E-B7F2-1A9886FED659}" srcOrd="0" destOrd="0" presId="urn:microsoft.com/office/officeart/2005/8/layout/bProcess3"/>
    <dgm:cxn modelId="{04C6B123-1C98-49C3-B9E5-8489974314F4}" type="presParOf" srcId="{ECFA5199-5C20-4D72-A29F-AA43284E0380}" destId="{9F59F090-8474-4AFF-9FC8-3CDADE1CF154}" srcOrd="14" destOrd="0" presId="urn:microsoft.com/office/officeart/2005/8/layout/bProcess3"/>
    <dgm:cxn modelId="{C9EFEE95-E01B-4187-8C79-671093EE93D5}" type="presParOf" srcId="{ECFA5199-5C20-4D72-A29F-AA43284E0380}" destId="{9F710058-6493-48B1-9E39-BEBBC3D56013}" srcOrd="15" destOrd="0" presId="urn:microsoft.com/office/officeart/2005/8/layout/bProcess3"/>
    <dgm:cxn modelId="{6E010E2D-D68F-4451-909D-BC8B74A495C3}" type="presParOf" srcId="{9F710058-6493-48B1-9E39-BEBBC3D56013}" destId="{9FC99A3D-B2DD-46CF-8D25-6339F9A11E44}" srcOrd="0" destOrd="0" presId="urn:microsoft.com/office/officeart/2005/8/layout/bProcess3"/>
    <dgm:cxn modelId="{988D7E86-2E04-4AF6-B6EC-85C724D672AC}" type="presParOf" srcId="{ECFA5199-5C20-4D72-A29F-AA43284E0380}" destId="{A9B978EF-6DBD-4803-B11C-E64BB1DF1CEE}" srcOrd="16" destOrd="0" presId="urn:microsoft.com/office/officeart/2005/8/layout/bProcess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CCA9AF05-7350-49B1-BAE8-FD20929E638F}" type="doc">
      <dgm:prSet loTypeId="urn:microsoft.com/office/officeart/2005/8/layout/hList1" loCatId="list" qsTypeId="urn:microsoft.com/office/officeart/2005/8/quickstyle/simple2" qsCatId="simple" csTypeId="urn:microsoft.com/office/officeart/2005/8/colors/accent2_3" csCatId="accent2" phldr="1"/>
      <dgm:spPr/>
      <dgm:t>
        <a:bodyPr/>
        <a:lstStyle/>
        <a:p>
          <a:endParaRPr lang="en-US"/>
        </a:p>
      </dgm:t>
    </dgm:pt>
    <dgm:pt modelId="{5757C2E6-E853-46EF-A903-3C7DD67531C8}">
      <dgm:prSet custT="1"/>
      <dgm:spPr>
        <a:solidFill>
          <a:schemeClr val="accent1"/>
        </a:solidFill>
      </dgm:spPr>
      <dgm:t>
        <a:bodyPr/>
        <a:lstStyle/>
        <a:p>
          <a:r>
            <a:rPr lang="en-US" sz="1200" b="0"/>
            <a:t>ISO 31000 is valuable for any organization seeking to implement a comprehensive approach to risk management such as:</a:t>
          </a:r>
          <a:endParaRPr lang="en-US" sz="1200"/>
        </a:p>
      </dgm:t>
    </dgm:pt>
    <dgm:pt modelId="{8450B437-9FF2-4B4A-ADDE-C5DF3B16786D}" type="parTrans" cxnId="{3605FA0B-AFFE-48BD-855F-68EE3B4FA5AC}">
      <dgm:prSet/>
      <dgm:spPr/>
      <dgm:t>
        <a:bodyPr/>
        <a:lstStyle/>
        <a:p>
          <a:endParaRPr lang="en-US" sz="1200">
            <a:solidFill>
              <a:schemeClr val="bg1"/>
            </a:solidFill>
          </a:endParaRPr>
        </a:p>
      </dgm:t>
    </dgm:pt>
    <dgm:pt modelId="{14135EEA-CD58-4CDB-BC14-EA68CBADB474}" type="sibTrans" cxnId="{3605FA0B-AFFE-48BD-855F-68EE3B4FA5AC}">
      <dgm:prSet/>
      <dgm:spPr/>
      <dgm:t>
        <a:bodyPr/>
        <a:lstStyle/>
        <a:p>
          <a:endParaRPr lang="en-US" sz="1200">
            <a:solidFill>
              <a:schemeClr val="bg1"/>
            </a:solidFill>
          </a:endParaRPr>
        </a:p>
      </dgm:t>
    </dgm:pt>
    <dgm:pt modelId="{C576352C-7F7E-4235-94AC-A6F1FCE5F5D0}">
      <dgm:prSet custT="1"/>
      <dgm:spPr>
        <a:solidFill>
          <a:schemeClr val="bg1">
            <a:alpha val="90000"/>
          </a:schemeClr>
        </a:solidFill>
      </dgm:spPr>
      <dgm:t>
        <a:bodyPr/>
        <a:lstStyle/>
        <a:p>
          <a:pPr>
            <a:lnSpc>
              <a:spcPct val="100000"/>
            </a:lnSpc>
            <a:spcAft>
              <a:spcPts val="0"/>
            </a:spcAft>
            <a:buFont typeface="Wingdings" panose="05000000000000000000" pitchFamily="2" charset="2"/>
            <a:buChar char="§"/>
          </a:pPr>
          <a:r>
            <a:rPr lang="en-US" sz="1200" b="0"/>
            <a:t>Companies in heavily regulated industries like financial services, healthcare, energy</a:t>
          </a:r>
          <a:endParaRPr lang="en-US" sz="1200"/>
        </a:p>
      </dgm:t>
    </dgm:pt>
    <dgm:pt modelId="{0DB9825E-FE6E-479D-AF95-5364EBD5FEAC}" type="parTrans" cxnId="{4478DBB5-F778-4676-9D11-0443178DBB43}">
      <dgm:prSet/>
      <dgm:spPr/>
      <dgm:t>
        <a:bodyPr/>
        <a:lstStyle/>
        <a:p>
          <a:endParaRPr lang="en-US" sz="1200">
            <a:solidFill>
              <a:schemeClr val="bg1"/>
            </a:solidFill>
          </a:endParaRPr>
        </a:p>
      </dgm:t>
    </dgm:pt>
    <dgm:pt modelId="{46A2FC66-8046-467B-B261-7FCAC4A14F73}" type="sibTrans" cxnId="{4478DBB5-F778-4676-9D11-0443178DBB43}">
      <dgm:prSet/>
      <dgm:spPr/>
      <dgm:t>
        <a:bodyPr/>
        <a:lstStyle/>
        <a:p>
          <a:endParaRPr lang="en-US" sz="1200">
            <a:solidFill>
              <a:schemeClr val="bg1"/>
            </a:solidFill>
          </a:endParaRPr>
        </a:p>
      </dgm:t>
    </dgm:pt>
    <dgm:pt modelId="{6A407BCD-303A-4BBA-AC14-888B895E68AF}">
      <dgm:prSet custT="1"/>
      <dgm:spPr>
        <a:solidFill>
          <a:schemeClr val="bg1">
            <a:alpha val="90000"/>
          </a:schemeClr>
        </a:solidFill>
      </dgm:spPr>
      <dgm:t>
        <a:bodyPr/>
        <a:lstStyle/>
        <a:p>
          <a:pPr>
            <a:lnSpc>
              <a:spcPct val="100000"/>
            </a:lnSpc>
            <a:spcAft>
              <a:spcPts val="0"/>
            </a:spcAft>
            <a:buFont typeface="Wingdings" panose="05000000000000000000" pitchFamily="2" charset="2"/>
            <a:buChar char="§"/>
          </a:pPr>
          <a:r>
            <a:rPr lang="en-US" sz="1200" b="0"/>
            <a:t>Public and governmental organizations </a:t>
          </a:r>
          <a:endParaRPr lang="en-US" sz="1200"/>
        </a:p>
      </dgm:t>
    </dgm:pt>
    <dgm:pt modelId="{E50E1231-A671-42BE-8329-C69216709504}" type="parTrans" cxnId="{3CFB17F1-612A-4A82-8B9B-7B4BD2C3FB19}">
      <dgm:prSet/>
      <dgm:spPr/>
      <dgm:t>
        <a:bodyPr/>
        <a:lstStyle/>
        <a:p>
          <a:endParaRPr lang="en-US" sz="1200">
            <a:solidFill>
              <a:schemeClr val="bg1"/>
            </a:solidFill>
          </a:endParaRPr>
        </a:p>
      </dgm:t>
    </dgm:pt>
    <dgm:pt modelId="{76F383D6-3B48-4030-B137-14D6075A6C5B}" type="sibTrans" cxnId="{3CFB17F1-612A-4A82-8B9B-7B4BD2C3FB19}">
      <dgm:prSet/>
      <dgm:spPr/>
      <dgm:t>
        <a:bodyPr/>
        <a:lstStyle/>
        <a:p>
          <a:endParaRPr lang="en-US" sz="1200">
            <a:solidFill>
              <a:schemeClr val="bg1"/>
            </a:solidFill>
          </a:endParaRPr>
        </a:p>
      </dgm:t>
    </dgm:pt>
    <dgm:pt modelId="{3411E671-44CA-440B-997C-D82D2C8D059F}">
      <dgm:prSet custT="1"/>
      <dgm:spPr>
        <a:solidFill>
          <a:schemeClr val="bg1">
            <a:alpha val="90000"/>
          </a:schemeClr>
        </a:solidFill>
      </dgm:spPr>
      <dgm:t>
        <a:bodyPr/>
        <a:lstStyle/>
        <a:p>
          <a:pPr>
            <a:lnSpc>
              <a:spcPct val="100000"/>
            </a:lnSpc>
            <a:spcAft>
              <a:spcPts val="0"/>
            </a:spcAft>
            <a:buFont typeface="Wingdings" panose="05000000000000000000" pitchFamily="2" charset="2"/>
            <a:buChar char="§"/>
          </a:pPr>
          <a:r>
            <a:rPr lang="en-US" sz="1200" b="0"/>
            <a:t>Consultancies who advise clients on risk management.</a:t>
          </a:r>
          <a:endParaRPr lang="en-US" sz="1200"/>
        </a:p>
      </dgm:t>
    </dgm:pt>
    <dgm:pt modelId="{E7233B7B-2C54-4B5F-A071-3CB1C6F395B7}" type="parTrans" cxnId="{C916CD1C-1B8B-45DE-BECD-872304500DA5}">
      <dgm:prSet/>
      <dgm:spPr/>
      <dgm:t>
        <a:bodyPr/>
        <a:lstStyle/>
        <a:p>
          <a:endParaRPr lang="en-US" sz="1200">
            <a:solidFill>
              <a:schemeClr val="bg1"/>
            </a:solidFill>
          </a:endParaRPr>
        </a:p>
      </dgm:t>
    </dgm:pt>
    <dgm:pt modelId="{131634C0-1975-4FA1-9859-5AB976D70605}" type="sibTrans" cxnId="{C916CD1C-1B8B-45DE-BECD-872304500DA5}">
      <dgm:prSet/>
      <dgm:spPr/>
      <dgm:t>
        <a:bodyPr/>
        <a:lstStyle/>
        <a:p>
          <a:endParaRPr lang="en-US" sz="1200">
            <a:solidFill>
              <a:schemeClr val="bg1"/>
            </a:solidFill>
          </a:endParaRPr>
        </a:p>
      </dgm:t>
    </dgm:pt>
    <dgm:pt modelId="{AFDF6772-6A3C-42BC-81F9-4E7969BFF0CC}">
      <dgm:prSet custT="1"/>
      <dgm:spPr>
        <a:solidFill>
          <a:schemeClr val="bg1">
            <a:alpha val="90000"/>
          </a:schemeClr>
        </a:solidFill>
      </dgm:spPr>
      <dgm:t>
        <a:bodyPr/>
        <a:lstStyle/>
        <a:p>
          <a:pPr>
            <a:lnSpc>
              <a:spcPct val="100000"/>
            </a:lnSpc>
            <a:spcAft>
              <a:spcPts val="0"/>
            </a:spcAft>
            <a:buFont typeface="Wingdings" panose="05000000000000000000" pitchFamily="2" charset="2"/>
            <a:buChar char="§"/>
          </a:pPr>
          <a:endParaRPr lang="en-US" sz="1200">
            <a:solidFill>
              <a:schemeClr val="bg1"/>
            </a:solidFill>
          </a:endParaRPr>
        </a:p>
      </dgm:t>
    </dgm:pt>
    <dgm:pt modelId="{10169B54-ABB5-4842-A4E5-63F297267710}" type="parTrans" cxnId="{A2828339-42EB-4CDC-8631-5B14E947F928}">
      <dgm:prSet/>
      <dgm:spPr/>
      <dgm:t>
        <a:bodyPr/>
        <a:lstStyle/>
        <a:p>
          <a:endParaRPr lang="en-US">
            <a:solidFill>
              <a:schemeClr val="bg1"/>
            </a:solidFill>
          </a:endParaRPr>
        </a:p>
      </dgm:t>
    </dgm:pt>
    <dgm:pt modelId="{F5595669-028D-4942-8BF8-03DA6CB0D61E}" type="sibTrans" cxnId="{A2828339-42EB-4CDC-8631-5B14E947F928}">
      <dgm:prSet/>
      <dgm:spPr/>
      <dgm:t>
        <a:bodyPr/>
        <a:lstStyle/>
        <a:p>
          <a:endParaRPr lang="en-US">
            <a:solidFill>
              <a:schemeClr val="bg1"/>
            </a:solidFill>
          </a:endParaRPr>
        </a:p>
      </dgm:t>
    </dgm:pt>
    <dgm:pt modelId="{8F336BB4-1FDB-41FA-BE27-FC209FDC5ED1}">
      <dgm:prSet custT="1"/>
      <dgm:spPr>
        <a:solidFill>
          <a:schemeClr val="bg1">
            <a:alpha val="90000"/>
          </a:schemeClr>
        </a:solidFill>
      </dgm:spPr>
      <dgm:t>
        <a:bodyPr/>
        <a:lstStyle/>
        <a:p>
          <a:pPr>
            <a:lnSpc>
              <a:spcPct val="100000"/>
            </a:lnSpc>
            <a:spcAft>
              <a:spcPts val="0"/>
            </a:spcAft>
            <a:buFont typeface="Wingdings" panose="05000000000000000000" pitchFamily="2" charset="2"/>
            <a:buChar char="§"/>
          </a:pPr>
          <a:endParaRPr lang="en-US" sz="1200">
            <a:solidFill>
              <a:schemeClr val="bg1"/>
            </a:solidFill>
          </a:endParaRPr>
        </a:p>
      </dgm:t>
    </dgm:pt>
    <dgm:pt modelId="{3BB60995-8B65-40CC-93CC-D5FD002A4067}" type="parTrans" cxnId="{CD65D91C-4893-4D2D-88F9-A2C2FDDDD6A3}">
      <dgm:prSet/>
      <dgm:spPr/>
      <dgm:t>
        <a:bodyPr/>
        <a:lstStyle/>
        <a:p>
          <a:endParaRPr lang="en-US">
            <a:solidFill>
              <a:schemeClr val="bg1"/>
            </a:solidFill>
          </a:endParaRPr>
        </a:p>
      </dgm:t>
    </dgm:pt>
    <dgm:pt modelId="{5F3A97EC-AD51-4D4B-89AB-92EA9A6F20EF}" type="sibTrans" cxnId="{CD65D91C-4893-4D2D-88F9-A2C2FDDDD6A3}">
      <dgm:prSet/>
      <dgm:spPr/>
      <dgm:t>
        <a:bodyPr/>
        <a:lstStyle/>
        <a:p>
          <a:endParaRPr lang="en-US">
            <a:solidFill>
              <a:schemeClr val="bg1"/>
            </a:solidFill>
          </a:endParaRPr>
        </a:p>
      </dgm:t>
    </dgm:pt>
    <dgm:pt modelId="{64E5550C-2662-45CB-8BFE-41C4BB7B1970}" type="pres">
      <dgm:prSet presAssocID="{CCA9AF05-7350-49B1-BAE8-FD20929E638F}" presName="Name0" presStyleCnt="0">
        <dgm:presLayoutVars>
          <dgm:dir/>
          <dgm:animLvl val="lvl"/>
          <dgm:resizeHandles val="exact"/>
        </dgm:presLayoutVars>
      </dgm:prSet>
      <dgm:spPr/>
    </dgm:pt>
    <dgm:pt modelId="{5BD94E58-C68F-4629-8A71-9CD25AA00C7C}" type="pres">
      <dgm:prSet presAssocID="{5757C2E6-E853-46EF-A903-3C7DD67531C8}" presName="composite" presStyleCnt="0"/>
      <dgm:spPr/>
    </dgm:pt>
    <dgm:pt modelId="{A47CFAD5-0BE6-489A-B17B-F6309C63966B}" type="pres">
      <dgm:prSet presAssocID="{5757C2E6-E853-46EF-A903-3C7DD67531C8}" presName="parTx" presStyleLbl="alignNode1" presStyleIdx="0" presStyleCnt="1" custLinFactNeighborX="232" custLinFactNeighborY="3699">
        <dgm:presLayoutVars>
          <dgm:chMax val="0"/>
          <dgm:chPref val="0"/>
          <dgm:bulletEnabled val="1"/>
        </dgm:presLayoutVars>
      </dgm:prSet>
      <dgm:spPr/>
    </dgm:pt>
    <dgm:pt modelId="{7DEBAB1D-135D-471A-9180-4A9F4E645BCC}" type="pres">
      <dgm:prSet presAssocID="{5757C2E6-E853-46EF-A903-3C7DD67531C8}" presName="desTx" presStyleLbl="alignAccFollowNode1" presStyleIdx="0" presStyleCnt="1">
        <dgm:presLayoutVars>
          <dgm:bulletEnabled val="1"/>
        </dgm:presLayoutVars>
      </dgm:prSet>
      <dgm:spPr/>
    </dgm:pt>
  </dgm:ptLst>
  <dgm:cxnLst>
    <dgm:cxn modelId="{3605FA0B-AFFE-48BD-855F-68EE3B4FA5AC}" srcId="{CCA9AF05-7350-49B1-BAE8-FD20929E638F}" destId="{5757C2E6-E853-46EF-A903-3C7DD67531C8}" srcOrd="0" destOrd="0" parTransId="{8450B437-9FF2-4B4A-ADDE-C5DF3B16786D}" sibTransId="{14135EEA-CD58-4CDB-BC14-EA68CBADB474}"/>
    <dgm:cxn modelId="{C916CD1C-1B8B-45DE-BECD-872304500DA5}" srcId="{5757C2E6-E853-46EF-A903-3C7DD67531C8}" destId="{3411E671-44CA-440B-997C-D82D2C8D059F}" srcOrd="4" destOrd="0" parTransId="{E7233B7B-2C54-4B5F-A071-3CB1C6F395B7}" sibTransId="{131634C0-1975-4FA1-9859-5AB976D70605}"/>
    <dgm:cxn modelId="{CD65D91C-4893-4D2D-88F9-A2C2FDDDD6A3}" srcId="{5757C2E6-E853-46EF-A903-3C7DD67531C8}" destId="{8F336BB4-1FDB-41FA-BE27-FC209FDC5ED1}" srcOrd="3" destOrd="0" parTransId="{3BB60995-8B65-40CC-93CC-D5FD002A4067}" sibTransId="{5F3A97EC-AD51-4D4B-89AB-92EA9A6F20EF}"/>
    <dgm:cxn modelId="{ECCEBF29-C484-45F9-B9F3-6A5F399ACAF4}" type="presOf" srcId="{CCA9AF05-7350-49B1-BAE8-FD20929E638F}" destId="{64E5550C-2662-45CB-8BFE-41C4BB7B1970}" srcOrd="0" destOrd="0" presId="urn:microsoft.com/office/officeart/2005/8/layout/hList1"/>
    <dgm:cxn modelId="{A2828339-42EB-4CDC-8631-5B14E947F928}" srcId="{5757C2E6-E853-46EF-A903-3C7DD67531C8}" destId="{AFDF6772-6A3C-42BC-81F9-4E7969BFF0CC}" srcOrd="1" destOrd="0" parTransId="{10169B54-ABB5-4842-A4E5-63F297267710}" sibTransId="{F5595669-028D-4942-8BF8-03DA6CB0D61E}"/>
    <dgm:cxn modelId="{92D0CE41-527F-4522-B1A6-4C018F50AC08}" type="presOf" srcId="{5757C2E6-E853-46EF-A903-3C7DD67531C8}" destId="{A47CFAD5-0BE6-489A-B17B-F6309C63966B}" srcOrd="0" destOrd="0" presId="urn:microsoft.com/office/officeart/2005/8/layout/hList1"/>
    <dgm:cxn modelId="{C2CDD846-356C-4AE7-82B4-DA4B3DF940E0}" type="presOf" srcId="{AFDF6772-6A3C-42BC-81F9-4E7969BFF0CC}" destId="{7DEBAB1D-135D-471A-9180-4A9F4E645BCC}" srcOrd="0" destOrd="1" presId="urn:microsoft.com/office/officeart/2005/8/layout/hList1"/>
    <dgm:cxn modelId="{357F4549-DA46-48FC-927B-8AFBADB23A96}" type="presOf" srcId="{8F336BB4-1FDB-41FA-BE27-FC209FDC5ED1}" destId="{7DEBAB1D-135D-471A-9180-4A9F4E645BCC}" srcOrd="0" destOrd="3" presId="urn:microsoft.com/office/officeart/2005/8/layout/hList1"/>
    <dgm:cxn modelId="{3F5AB96D-853E-467E-9282-FB68B93B8A9F}" type="presOf" srcId="{6A407BCD-303A-4BBA-AC14-888B895E68AF}" destId="{7DEBAB1D-135D-471A-9180-4A9F4E645BCC}" srcOrd="0" destOrd="2" presId="urn:microsoft.com/office/officeart/2005/8/layout/hList1"/>
    <dgm:cxn modelId="{5DAAD76F-643A-48FC-9094-3889503D9BA8}" type="presOf" srcId="{C576352C-7F7E-4235-94AC-A6F1FCE5F5D0}" destId="{7DEBAB1D-135D-471A-9180-4A9F4E645BCC}" srcOrd="0" destOrd="0" presId="urn:microsoft.com/office/officeart/2005/8/layout/hList1"/>
    <dgm:cxn modelId="{2DF8149E-CBC5-4985-9D98-336B603B0779}" type="presOf" srcId="{3411E671-44CA-440B-997C-D82D2C8D059F}" destId="{7DEBAB1D-135D-471A-9180-4A9F4E645BCC}" srcOrd="0" destOrd="4" presId="urn:microsoft.com/office/officeart/2005/8/layout/hList1"/>
    <dgm:cxn modelId="{4478DBB5-F778-4676-9D11-0443178DBB43}" srcId="{5757C2E6-E853-46EF-A903-3C7DD67531C8}" destId="{C576352C-7F7E-4235-94AC-A6F1FCE5F5D0}" srcOrd="0" destOrd="0" parTransId="{0DB9825E-FE6E-479D-AF95-5364EBD5FEAC}" sibTransId="{46A2FC66-8046-467B-B261-7FCAC4A14F73}"/>
    <dgm:cxn modelId="{3CFB17F1-612A-4A82-8B9B-7B4BD2C3FB19}" srcId="{5757C2E6-E853-46EF-A903-3C7DD67531C8}" destId="{6A407BCD-303A-4BBA-AC14-888B895E68AF}" srcOrd="2" destOrd="0" parTransId="{E50E1231-A671-42BE-8329-C69216709504}" sibTransId="{76F383D6-3B48-4030-B137-14D6075A6C5B}"/>
    <dgm:cxn modelId="{48C8E83E-6FB1-41EC-97DE-59A901818663}" type="presParOf" srcId="{64E5550C-2662-45CB-8BFE-41C4BB7B1970}" destId="{5BD94E58-C68F-4629-8A71-9CD25AA00C7C}" srcOrd="0" destOrd="0" presId="urn:microsoft.com/office/officeart/2005/8/layout/hList1"/>
    <dgm:cxn modelId="{04D497AC-99A7-4745-BB69-813F37F2C0EE}" type="presParOf" srcId="{5BD94E58-C68F-4629-8A71-9CD25AA00C7C}" destId="{A47CFAD5-0BE6-489A-B17B-F6309C63966B}" srcOrd="0" destOrd="0" presId="urn:microsoft.com/office/officeart/2005/8/layout/hList1"/>
    <dgm:cxn modelId="{53ABEBFA-F434-41CF-A937-1B722F85A539}" type="presParOf" srcId="{5BD94E58-C68F-4629-8A71-9CD25AA00C7C}" destId="{7DEBAB1D-135D-471A-9180-4A9F4E645BCC}" srcOrd="1" destOrd="0" presId="urn:microsoft.com/office/officeart/2005/8/layout/hList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EB500557-C9EB-4037-B4AC-FC77E80CD56C}" type="doc">
      <dgm:prSet loTypeId="urn:microsoft.com/office/officeart/2005/8/layout/default" loCatId="list" qsTypeId="urn:microsoft.com/office/officeart/2005/8/quickstyle/simple1" qsCatId="simple" csTypeId="urn:microsoft.com/office/officeart/2005/8/colors/accent2_3" csCatId="accent2" phldr="1"/>
      <dgm:spPr/>
      <dgm:t>
        <a:bodyPr/>
        <a:lstStyle/>
        <a:p>
          <a:endParaRPr lang="en-US"/>
        </a:p>
      </dgm:t>
    </dgm:pt>
    <dgm:pt modelId="{073ED0B1-58FE-439E-908A-1B78D7FAB539}">
      <dgm:prSet custT="1"/>
      <dgm:spPr>
        <a:solidFill>
          <a:schemeClr val="accent1"/>
        </a:solidFill>
      </dgm:spPr>
      <dgm:t>
        <a:bodyPr/>
        <a:lstStyle/>
        <a:p>
          <a:r>
            <a:rPr lang="en-US" sz="1200" b="0"/>
            <a:t>Comprehensive Understanding</a:t>
          </a:r>
        </a:p>
      </dgm:t>
    </dgm:pt>
    <dgm:pt modelId="{68E2AE08-575B-4A72-B06D-6D0E78547DAC}" type="parTrans" cxnId="{AA275BB8-DB4B-45B1-BBF9-5D0678073BB8}">
      <dgm:prSet/>
      <dgm:spPr/>
      <dgm:t>
        <a:bodyPr/>
        <a:lstStyle/>
        <a:p>
          <a:endParaRPr lang="en-US" sz="1200" b="0"/>
        </a:p>
      </dgm:t>
    </dgm:pt>
    <dgm:pt modelId="{47430A37-2948-46A4-8BD8-E961E05855FB}" type="sibTrans" cxnId="{AA275BB8-DB4B-45B1-BBF9-5D0678073BB8}">
      <dgm:prSet/>
      <dgm:spPr/>
      <dgm:t>
        <a:bodyPr/>
        <a:lstStyle/>
        <a:p>
          <a:endParaRPr lang="en-US" sz="1200" b="0"/>
        </a:p>
      </dgm:t>
    </dgm:pt>
    <dgm:pt modelId="{30D80DEA-2335-4050-BCF4-1341CA9C1AD8}">
      <dgm:prSet custT="1"/>
      <dgm:spPr>
        <a:solidFill>
          <a:schemeClr val="accent1">
            <a:lumMod val="60000"/>
            <a:lumOff val="40000"/>
          </a:schemeClr>
        </a:solidFill>
      </dgm:spPr>
      <dgm:t>
        <a:bodyPr/>
        <a:lstStyle/>
        <a:p>
          <a:r>
            <a:rPr lang="en-US" sz="1200" b="0"/>
            <a:t>Strategic Decision-Making</a:t>
          </a:r>
        </a:p>
      </dgm:t>
    </dgm:pt>
    <dgm:pt modelId="{9FE522B6-735C-4E1B-8388-7ABC256F59EB}" type="parTrans" cxnId="{B19D52EC-F302-4AFB-805F-AD586747FE46}">
      <dgm:prSet/>
      <dgm:spPr/>
      <dgm:t>
        <a:bodyPr/>
        <a:lstStyle/>
        <a:p>
          <a:endParaRPr lang="en-US" sz="1200" b="0"/>
        </a:p>
      </dgm:t>
    </dgm:pt>
    <dgm:pt modelId="{2A0970F4-48F4-4D33-A153-E817E8C84670}" type="sibTrans" cxnId="{B19D52EC-F302-4AFB-805F-AD586747FE46}">
      <dgm:prSet/>
      <dgm:spPr/>
      <dgm:t>
        <a:bodyPr/>
        <a:lstStyle/>
        <a:p>
          <a:endParaRPr lang="en-US" sz="1200" b="0"/>
        </a:p>
      </dgm:t>
    </dgm:pt>
    <dgm:pt modelId="{20F658BA-DAF7-4AB0-A61C-089037E00645}">
      <dgm:prSet custT="1"/>
      <dgm:spPr>
        <a:solidFill>
          <a:schemeClr val="accent1">
            <a:lumMod val="40000"/>
            <a:lumOff val="60000"/>
          </a:schemeClr>
        </a:solidFill>
      </dgm:spPr>
      <dgm:t>
        <a:bodyPr/>
        <a:lstStyle/>
        <a:p>
          <a:r>
            <a:rPr lang="en-US" sz="1200" b="0">
              <a:solidFill>
                <a:schemeClr val="tx1"/>
              </a:solidFill>
            </a:rPr>
            <a:t>Operational Excellence</a:t>
          </a:r>
        </a:p>
      </dgm:t>
    </dgm:pt>
    <dgm:pt modelId="{3A46339F-34A8-42E7-AA88-FEE255738A82}" type="parTrans" cxnId="{223637CA-3E59-410F-84A8-737CF10B83A8}">
      <dgm:prSet/>
      <dgm:spPr/>
      <dgm:t>
        <a:bodyPr/>
        <a:lstStyle/>
        <a:p>
          <a:endParaRPr lang="en-US" sz="1200" b="0"/>
        </a:p>
      </dgm:t>
    </dgm:pt>
    <dgm:pt modelId="{88605FFC-0168-45BD-97C0-B8B88B3CBD85}" type="sibTrans" cxnId="{223637CA-3E59-410F-84A8-737CF10B83A8}">
      <dgm:prSet/>
      <dgm:spPr/>
      <dgm:t>
        <a:bodyPr/>
        <a:lstStyle/>
        <a:p>
          <a:endParaRPr lang="en-US" sz="1200" b="0"/>
        </a:p>
      </dgm:t>
    </dgm:pt>
    <dgm:pt modelId="{EF76470B-6815-43C8-9F9B-035C5FD26366}">
      <dgm:prSet custT="1"/>
      <dgm:spPr>
        <a:solidFill>
          <a:schemeClr val="bg1">
            <a:lumMod val="65000"/>
          </a:schemeClr>
        </a:solidFill>
      </dgm:spPr>
      <dgm:t>
        <a:bodyPr/>
        <a:lstStyle/>
        <a:p>
          <a:r>
            <a:rPr lang="en-US" sz="1200" b="0">
              <a:solidFill>
                <a:schemeClr val="tx1"/>
              </a:solidFill>
            </a:rPr>
            <a:t>Proactive Approach</a:t>
          </a:r>
        </a:p>
      </dgm:t>
    </dgm:pt>
    <dgm:pt modelId="{828ADCB8-4347-42C1-8AF3-E7A8B7951A6D}" type="parTrans" cxnId="{7E55CED2-6408-4763-B7A0-4577C1D7BCC2}">
      <dgm:prSet/>
      <dgm:spPr/>
      <dgm:t>
        <a:bodyPr/>
        <a:lstStyle/>
        <a:p>
          <a:endParaRPr lang="en-US" sz="1200" b="0"/>
        </a:p>
      </dgm:t>
    </dgm:pt>
    <dgm:pt modelId="{901DC990-4FFD-4873-8441-229B21D0A14A}" type="sibTrans" cxnId="{7E55CED2-6408-4763-B7A0-4577C1D7BCC2}">
      <dgm:prSet/>
      <dgm:spPr/>
      <dgm:t>
        <a:bodyPr/>
        <a:lstStyle/>
        <a:p>
          <a:endParaRPr lang="en-US" sz="1200" b="0"/>
        </a:p>
      </dgm:t>
    </dgm:pt>
    <dgm:pt modelId="{C371F9F9-56E3-4977-8394-AD4756D5ECE2}">
      <dgm:prSet custT="1"/>
      <dgm:spPr>
        <a:solidFill>
          <a:schemeClr val="bg1">
            <a:lumMod val="85000"/>
          </a:schemeClr>
        </a:solidFill>
      </dgm:spPr>
      <dgm:t>
        <a:bodyPr/>
        <a:lstStyle/>
        <a:p>
          <a:r>
            <a:rPr lang="en-US" sz="1200" b="0">
              <a:solidFill>
                <a:schemeClr val="tx1"/>
              </a:solidFill>
            </a:rPr>
            <a:t>Stakeholder Confidence</a:t>
          </a:r>
        </a:p>
      </dgm:t>
    </dgm:pt>
    <dgm:pt modelId="{5226D7A7-0A6C-4128-8509-C6A825797E12}" type="parTrans" cxnId="{1DF0B605-D50A-46D8-9DE2-49974E3FB72F}">
      <dgm:prSet/>
      <dgm:spPr/>
      <dgm:t>
        <a:bodyPr/>
        <a:lstStyle/>
        <a:p>
          <a:endParaRPr lang="en-US" sz="1200" b="0"/>
        </a:p>
      </dgm:t>
    </dgm:pt>
    <dgm:pt modelId="{C6858C63-891F-4FCE-9A47-3DCE0FD9EA3C}" type="sibTrans" cxnId="{1DF0B605-D50A-46D8-9DE2-49974E3FB72F}">
      <dgm:prSet/>
      <dgm:spPr/>
      <dgm:t>
        <a:bodyPr/>
        <a:lstStyle/>
        <a:p>
          <a:endParaRPr lang="en-US" sz="1200" b="0"/>
        </a:p>
      </dgm:t>
    </dgm:pt>
    <dgm:pt modelId="{9C9327AC-24ED-4209-A5CD-DDC5B34EDB44}" type="pres">
      <dgm:prSet presAssocID="{EB500557-C9EB-4037-B4AC-FC77E80CD56C}" presName="diagram" presStyleCnt="0">
        <dgm:presLayoutVars>
          <dgm:dir/>
          <dgm:resizeHandles val="exact"/>
        </dgm:presLayoutVars>
      </dgm:prSet>
      <dgm:spPr/>
    </dgm:pt>
    <dgm:pt modelId="{3035ADAC-64E4-4132-AB00-67C52EA9CAAD}" type="pres">
      <dgm:prSet presAssocID="{073ED0B1-58FE-439E-908A-1B78D7FAB539}" presName="node" presStyleLbl="node1" presStyleIdx="0" presStyleCnt="5">
        <dgm:presLayoutVars>
          <dgm:bulletEnabled val="1"/>
        </dgm:presLayoutVars>
      </dgm:prSet>
      <dgm:spPr/>
    </dgm:pt>
    <dgm:pt modelId="{972EA8EE-24EA-4BBE-B0B1-2E3E70F3B5EE}" type="pres">
      <dgm:prSet presAssocID="{47430A37-2948-46A4-8BD8-E961E05855FB}" presName="sibTrans" presStyleCnt="0"/>
      <dgm:spPr/>
    </dgm:pt>
    <dgm:pt modelId="{B3276004-6CBA-4E5E-8E86-0657C880F87F}" type="pres">
      <dgm:prSet presAssocID="{30D80DEA-2335-4050-BCF4-1341CA9C1AD8}" presName="node" presStyleLbl="node1" presStyleIdx="1" presStyleCnt="5">
        <dgm:presLayoutVars>
          <dgm:bulletEnabled val="1"/>
        </dgm:presLayoutVars>
      </dgm:prSet>
      <dgm:spPr/>
    </dgm:pt>
    <dgm:pt modelId="{E6E089A7-079F-4136-9035-7FA8028A732D}" type="pres">
      <dgm:prSet presAssocID="{2A0970F4-48F4-4D33-A153-E817E8C84670}" presName="sibTrans" presStyleCnt="0"/>
      <dgm:spPr/>
    </dgm:pt>
    <dgm:pt modelId="{81A2AA73-23EE-40A1-A46B-7DA812A34BB6}" type="pres">
      <dgm:prSet presAssocID="{20F658BA-DAF7-4AB0-A61C-089037E00645}" presName="node" presStyleLbl="node1" presStyleIdx="2" presStyleCnt="5">
        <dgm:presLayoutVars>
          <dgm:bulletEnabled val="1"/>
        </dgm:presLayoutVars>
      </dgm:prSet>
      <dgm:spPr/>
    </dgm:pt>
    <dgm:pt modelId="{86540D3F-8004-4B58-9C5A-998AE4C3B022}" type="pres">
      <dgm:prSet presAssocID="{88605FFC-0168-45BD-97C0-B8B88B3CBD85}" presName="sibTrans" presStyleCnt="0"/>
      <dgm:spPr/>
    </dgm:pt>
    <dgm:pt modelId="{BAEC9F6C-4A5A-4E51-98D7-DE810B39E945}" type="pres">
      <dgm:prSet presAssocID="{EF76470B-6815-43C8-9F9B-035C5FD26366}" presName="node" presStyleLbl="node1" presStyleIdx="3" presStyleCnt="5">
        <dgm:presLayoutVars>
          <dgm:bulletEnabled val="1"/>
        </dgm:presLayoutVars>
      </dgm:prSet>
      <dgm:spPr/>
    </dgm:pt>
    <dgm:pt modelId="{6E1CB098-67E0-470D-81DD-275B9400537F}" type="pres">
      <dgm:prSet presAssocID="{901DC990-4FFD-4873-8441-229B21D0A14A}" presName="sibTrans" presStyleCnt="0"/>
      <dgm:spPr/>
    </dgm:pt>
    <dgm:pt modelId="{596CF9EA-AE59-476D-8DC4-58434B370831}" type="pres">
      <dgm:prSet presAssocID="{C371F9F9-56E3-4977-8394-AD4756D5ECE2}" presName="node" presStyleLbl="node1" presStyleIdx="4" presStyleCnt="5">
        <dgm:presLayoutVars>
          <dgm:bulletEnabled val="1"/>
        </dgm:presLayoutVars>
      </dgm:prSet>
      <dgm:spPr/>
    </dgm:pt>
  </dgm:ptLst>
  <dgm:cxnLst>
    <dgm:cxn modelId="{1DF0B605-D50A-46D8-9DE2-49974E3FB72F}" srcId="{EB500557-C9EB-4037-B4AC-FC77E80CD56C}" destId="{C371F9F9-56E3-4977-8394-AD4756D5ECE2}" srcOrd="4" destOrd="0" parTransId="{5226D7A7-0A6C-4128-8509-C6A825797E12}" sibTransId="{C6858C63-891F-4FCE-9A47-3DCE0FD9EA3C}"/>
    <dgm:cxn modelId="{E2DDC316-B997-4640-9131-19AC3783039B}" type="presOf" srcId="{EF76470B-6815-43C8-9F9B-035C5FD26366}" destId="{BAEC9F6C-4A5A-4E51-98D7-DE810B39E945}" srcOrd="0" destOrd="0" presId="urn:microsoft.com/office/officeart/2005/8/layout/default"/>
    <dgm:cxn modelId="{A6669F89-6034-4810-BB93-6FEF7839AF8A}" type="presOf" srcId="{C371F9F9-56E3-4977-8394-AD4756D5ECE2}" destId="{596CF9EA-AE59-476D-8DC4-58434B370831}" srcOrd="0" destOrd="0" presId="urn:microsoft.com/office/officeart/2005/8/layout/default"/>
    <dgm:cxn modelId="{3686589F-25CF-4D23-BD4F-D93102E7531F}" type="presOf" srcId="{EB500557-C9EB-4037-B4AC-FC77E80CD56C}" destId="{9C9327AC-24ED-4209-A5CD-DDC5B34EDB44}" srcOrd="0" destOrd="0" presId="urn:microsoft.com/office/officeart/2005/8/layout/default"/>
    <dgm:cxn modelId="{AA275BB8-DB4B-45B1-BBF9-5D0678073BB8}" srcId="{EB500557-C9EB-4037-B4AC-FC77E80CD56C}" destId="{073ED0B1-58FE-439E-908A-1B78D7FAB539}" srcOrd="0" destOrd="0" parTransId="{68E2AE08-575B-4A72-B06D-6D0E78547DAC}" sibTransId="{47430A37-2948-46A4-8BD8-E961E05855FB}"/>
    <dgm:cxn modelId="{223637CA-3E59-410F-84A8-737CF10B83A8}" srcId="{EB500557-C9EB-4037-B4AC-FC77E80CD56C}" destId="{20F658BA-DAF7-4AB0-A61C-089037E00645}" srcOrd="2" destOrd="0" parTransId="{3A46339F-34A8-42E7-AA88-FEE255738A82}" sibTransId="{88605FFC-0168-45BD-97C0-B8B88B3CBD85}"/>
    <dgm:cxn modelId="{7E55CED2-6408-4763-B7A0-4577C1D7BCC2}" srcId="{EB500557-C9EB-4037-B4AC-FC77E80CD56C}" destId="{EF76470B-6815-43C8-9F9B-035C5FD26366}" srcOrd="3" destOrd="0" parTransId="{828ADCB8-4347-42C1-8AF3-E7A8B7951A6D}" sibTransId="{901DC990-4FFD-4873-8441-229B21D0A14A}"/>
    <dgm:cxn modelId="{1B688DE0-A811-40FB-9CAB-4D3389D2A48C}" type="presOf" srcId="{30D80DEA-2335-4050-BCF4-1341CA9C1AD8}" destId="{B3276004-6CBA-4E5E-8E86-0657C880F87F}" srcOrd="0" destOrd="0" presId="urn:microsoft.com/office/officeart/2005/8/layout/default"/>
    <dgm:cxn modelId="{FF06CFE4-EA79-4F89-A598-82D15E7671C4}" type="presOf" srcId="{073ED0B1-58FE-439E-908A-1B78D7FAB539}" destId="{3035ADAC-64E4-4132-AB00-67C52EA9CAAD}" srcOrd="0" destOrd="0" presId="urn:microsoft.com/office/officeart/2005/8/layout/default"/>
    <dgm:cxn modelId="{B19D52EC-F302-4AFB-805F-AD586747FE46}" srcId="{EB500557-C9EB-4037-B4AC-FC77E80CD56C}" destId="{30D80DEA-2335-4050-BCF4-1341CA9C1AD8}" srcOrd="1" destOrd="0" parTransId="{9FE522B6-735C-4E1B-8388-7ABC256F59EB}" sibTransId="{2A0970F4-48F4-4D33-A153-E817E8C84670}"/>
    <dgm:cxn modelId="{363A87FC-36AA-4B62-9136-0F9F4CDB367D}" type="presOf" srcId="{20F658BA-DAF7-4AB0-A61C-089037E00645}" destId="{81A2AA73-23EE-40A1-A46B-7DA812A34BB6}" srcOrd="0" destOrd="0" presId="urn:microsoft.com/office/officeart/2005/8/layout/default"/>
    <dgm:cxn modelId="{B66AC3B0-30B4-4535-B07B-6E6BADAF48F1}" type="presParOf" srcId="{9C9327AC-24ED-4209-A5CD-DDC5B34EDB44}" destId="{3035ADAC-64E4-4132-AB00-67C52EA9CAAD}" srcOrd="0" destOrd="0" presId="urn:microsoft.com/office/officeart/2005/8/layout/default"/>
    <dgm:cxn modelId="{B95B6CFF-DBB8-4A9A-9188-021986AD2FE0}" type="presParOf" srcId="{9C9327AC-24ED-4209-A5CD-DDC5B34EDB44}" destId="{972EA8EE-24EA-4BBE-B0B1-2E3E70F3B5EE}" srcOrd="1" destOrd="0" presId="urn:microsoft.com/office/officeart/2005/8/layout/default"/>
    <dgm:cxn modelId="{615E1B4E-DD8E-42DC-9F63-D49917E7A05B}" type="presParOf" srcId="{9C9327AC-24ED-4209-A5CD-DDC5B34EDB44}" destId="{B3276004-6CBA-4E5E-8E86-0657C880F87F}" srcOrd="2" destOrd="0" presId="urn:microsoft.com/office/officeart/2005/8/layout/default"/>
    <dgm:cxn modelId="{696F6BC4-C57A-4D47-9193-7F6A5A75F6A5}" type="presParOf" srcId="{9C9327AC-24ED-4209-A5CD-DDC5B34EDB44}" destId="{E6E089A7-079F-4136-9035-7FA8028A732D}" srcOrd="3" destOrd="0" presId="urn:microsoft.com/office/officeart/2005/8/layout/default"/>
    <dgm:cxn modelId="{F67F4721-A29C-463B-AB15-EF0493EDB2F4}" type="presParOf" srcId="{9C9327AC-24ED-4209-A5CD-DDC5B34EDB44}" destId="{81A2AA73-23EE-40A1-A46B-7DA812A34BB6}" srcOrd="4" destOrd="0" presId="urn:microsoft.com/office/officeart/2005/8/layout/default"/>
    <dgm:cxn modelId="{93B037EB-6300-4094-96C8-93E3AFE1F0E4}" type="presParOf" srcId="{9C9327AC-24ED-4209-A5CD-DDC5B34EDB44}" destId="{86540D3F-8004-4B58-9C5A-998AE4C3B022}" srcOrd="5" destOrd="0" presId="urn:microsoft.com/office/officeart/2005/8/layout/default"/>
    <dgm:cxn modelId="{B705E8BF-B496-433C-8B13-5D5651FF80D4}" type="presParOf" srcId="{9C9327AC-24ED-4209-A5CD-DDC5B34EDB44}" destId="{BAEC9F6C-4A5A-4E51-98D7-DE810B39E945}" srcOrd="6" destOrd="0" presId="urn:microsoft.com/office/officeart/2005/8/layout/default"/>
    <dgm:cxn modelId="{50D0CFCF-BC1E-4287-A804-144456F3EA7B}" type="presParOf" srcId="{9C9327AC-24ED-4209-A5CD-DDC5B34EDB44}" destId="{6E1CB098-67E0-470D-81DD-275B9400537F}" srcOrd="7" destOrd="0" presId="urn:microsoft.com/office/officeart/2005/8/layout/default"/>
    <dgm:cxn modelId="{FE5BF7A8-1225-4986-8F65-60872B516A6A}" type="presParOf" srcId="{9C9327AC-24ED-4209-A5CD-DDC5B34EDB44}" destId="{596CF9EA-AE59-476D-8DC4-58434B370831}" srcOrd="8" destOrd="0" presId="urn:microsoft.com/office/officeart/2005/8/layout/default"/>
  </dgm:cxnLst>
  <dgm:bg/>
  <dgm:whole/>
  <dgm:extLst>
    <a:ext uri="http://schemas.microsoft.com/office/drawing/2008/diagram">
      <dsp:dataModelExt xmlns:dsp="http://schemas.microsoft.com/office/drawing/2008/diagram" relId="rId13"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049F81F4-A148-4853-92E0-5014C5E40B31}" type="doc">
      <dgm:prSet loTypeId="urn:microsoft.com/office/officeart/2005/8/layout/list1" loCatId="list" qsTypeId="urn:microsoft.com/office/officeart/2005/8/quickstyle/simple2" qsCatId="simple" csTypeId="urn:microsoft.com/office/officeart/2005/8/colors/accent4_2" csCatId="accent4" phldr="1"/>
      <dgm:spPr/>
      <dgm:t>
        <a:bodyPr/>
        <a:lstStyle/>
        <a:p>
          <a:endParaRPr lang="en-GB"/>
        </a:p>
      </dgm:t>
    </dgm:pt>
    <dgm:pt modelId="{34903448-E926-410D-8D1E-21672594B1D8}">
      <dgm:prSet phldrT="[Text]" custT="1"/>
      <dgm:spPr>
        <a:solidFill>
          <a:schemeClr val="accent1"/>
        </a:solidFill>
      </dgm:spPr>
      <dgm:t>
        <a:bodyPr/>
        <a:lstStyle/>
        <a:p>
          <a:pPr>
            <a:buNone/>
          </a:pPr>
          <a:r>
            <a:rPr lang="en-US" sz="1800" b="1" i="0"/>
            <a:t>Real Estate Investment Management Company</a:t>
          </a:r>
          <a:endParaRPr lang="en-US" sz="1800" b="1" u="none"/>
        </a:p>
      </dgm:t>
    </dgm:pt>
    <dgm:pt modelId="{FB862630-CED2-4084-A865-F7E46A116E27}" type="parTrans" cxnId="{FAB066A0-904D-480C-BB3A-73C8D9E7D631}">
      <dgm:prSet/>
      <dgm:spPr/>
      <dgm:t>
        <a:bodyPr/>
        <a:lstStyle/>
        <a:p>
          <a:endParaRPr lang="en-US" sz="1400"/>
        </a:p>
      </dgm:t>
    </dgm:pt>
    <dgm:pt modelId="{F49D505F-9131-4416-94FC-6D58A1B50AB8}" type="sibTrans" cxnId="{FAB066A0-904D-480C-BB3A-73C8D9E7D631}">
      <dgm:prSet/>
      <dgm:spPr/>
      <dgm:t>
        <a:bodyPr/>
        <a:lstStyle/>
        <a:p>
          <a:endParaRPr lang="en-US" sz="1400"/>
        </a:p>
      </dgm:t>
    </dgm:pt>
    <dgm:pt modelId="{B07D9789-1C78-4A78-ABF1-3E729F01462C}">
      <dgm:prSet custT="1"/>
      <dgm:spPr>
        <a:solidFill>
          <a:schemeClr val="accent1">
            <a:lumMod val="60000"/>
            <a:lumOff val="40000"/>
          </a:schemeClr>
        </a:solidFill>
      </dgm:spPr>
      <dgm:t>
        <a:bodyPr/>
        <a:lstStyle/>
        <a:p>
          <a:r>
            <a:rPr lang="en-IN" sz="1800" b="1" i="0" kern="1200">
              <a:solidFill>
                <a:srgbClr val="FFFFFF"/>
              </a:solidFill>
              <a:latin typeface="Arial"/>
              <a:ea typeface="+mn-ea"/>
              <a:cs typeface="+mn-cs"/>
            </a:rPr>
            <a:t>Infrastructure Company </a:t>
          </a:r>
          <a:endParaRPr lang="en-US" sz="1800" b="1" i="0" kern="1200">
            <a:solidFill>
              <a:srgbClr val="FFFFFF"/>
            </a:solidFill>
            <a:latin typeface="Arial"/>
            <a:ea typeface="+mn-ea"/>
            <a:cs typeface="+mn-cs"/>
          </a:endParaRPr>
        </a:p>
      </dgm:t>
    </dgm:pt>
    <dgm:pt modelId="{FC075268-F1E7-4B18-8D3F-6224F31BD788}" type="parTrans" cxnId="{9C73F8FE-E9C7-4A9C-A75E-09107AD09621}">
      <dgm:prSet/>
      <dgm:spPr/>
      <dgm:t>
        <a:bodyPr/>
        <a:lstStyle/>
        <a:p>
          <a:endParaRPr lang="en-US" sz="1400"/>
        </a:p>
      </dgm:t>
    </dgm:pt>
    <dgm:pt modelId="{A66924B1-EF93-4CD2-AFBA-412AE127FEF6}" type="sibTrans" cxnId="{9C73F8FE-E9C7-4A9C-A75E-09107AD09621}">
      <dgm:prSet/>
      <dgm:spPr/>
      <dgm:t>
        <a:bodyPr/>
        <a:lstStyle/>
        <a:p>
          <a:endParaRPr lang="en-US" sz="1400"/>
        </a:p>
      </dgm:t>
    </dgm:pt>
    <dgm:pt modelId="{FD9EB67F-39EE-4507-B8B5-2830C3A3BB14}">
      <dgm:prSet custT="1"/>
      <dgm:spPr/>
      <dgm:t>
        <a:bodyPr/>
        <a:lstStyle/>
        <a:p>
          <a:pPr>
            <a:buFont typeface="Wingdings" panose="05000000000000000000" pitchFamily="2" charset="2"/>
            <a:buChar char="§"/>
          </a:pPr>
          <a:r>
            <a:rPr lang="en-US" sz="1400"/>
            <a:t>Secured </a:t>
          </a:r>
          <a:r>
            <a:rPr lang="en-US" sz="1400" b="1"/>
            <a:t>five awards</a:t>
          </a:r>
          <a:r>
            <a:rPr lang="en-US" sz="1400"/>
            <a:t> at the </a:t>
          </a:r>
          <a:r>
            <a:rPr lang="en-US" sz="1400" b="1"/>
            <a:t>Singapore Corporate Awards 2023</a:t>
          </a:r>
        </a:p>
      </dgm:t>
    </dgm:pt>
    <dgm:pt modelId="{4CC0A756-6EA5-4BCA-B719-50273910D85E}" type="parTrans" cxnId="{D54905A6-E1A3-4800-BF87-A58580BDC89E}">
      <dgm:prSet/>
      <dgm:spPr/>
      <dgm:t>
        <a:bodyPr/>
        <a:lstStyle/>
        <a:p>
          <a:endParaRPr lang="en-US" sz="1400"/>
        </a:p>
      </dgm:t>
    </dgm:pt>
    <dgm:pt modelId="{B6E11A14-9C24-47F2-8193-3702035B7FB4}" type="sibTrans" cxnId="{D54905A6-E1A3-4800-BF87-A58580BDC89E}">
      <dgm:prSet/>
      <dgm:spPr/>
      <dgm:t>
        <a:bodyPr/>
        <a:lstStyle/>
        <a:p>
          <a:endParaRPr lang="en-US" sz="1400"/>
        </a:p>
      </dgm:t>
    </dgm:pt>
    <dgm:pt modelId="{26FE0472-9EBC-43CC-91C9-878D948F2FC0}">
      <dgm:prSet custT="1"/>
      <dgm:spPr/>
      <dgm:t>
        <a:bodyPr/>
        <a:lstStyle/>
        <a:p>
          <a:pPr>
            <a:buFont typeface="Wingdings" panose="05000000000000000000" pitchFamily="2" charset="2"/>
            <a:buChar char="§"/>
          </a:pPr>
          <a:r>
            <a:rPr lang="en-US" sz="1400"/>
            <a:t>Winner of the </a:t>
          </a:r>
          <a:r>
            <a:rPr lang="en-US" sz="1400" b="1"/>
            <a:t>Golden Peacock Award for Excellence in Corporate Governance 2025</a:t>
          </a:r>
          <a:r>
            <a:rPr lang="en-US" sz="1400"/>
            <a:t>.</a:t>
          </a:r>
          <a:endParaRPr lang="en-US" sz="2000"/>
        </a:p>
      </dgm:t>
    </dgm:pt>
    <dgm:pt modelId="{88A896FD-2DED-489B-B1D5-B95C47846DB5}" type="parTrans" cxnId="{A7A51348-4072-47A9-A479-EB09D3D6F6AF}">
      <dgm:prSet/>
      <dgm:spPr/>
      <dgm:t>
        <a:bodyPr/>
        <a:lstStyle/>
        <a:p>
          <a:endParaRPr lang="en-US" sz="1400"/>
        </a:p>
      </dgm:t>
    </dgm:pt>
    <dgm:pt modelId="{51670584-E56F-47EB-B815-7B9682740120}" type="sibTrans" cxnId="{A7A51348-4072-47A9-A479-EB09D3D6F6AF}">
      <dgm:prSet/>
      <dgm:spPr/>
      <dgm:t>
        <a:bodyPr/>
        <a:lstStyle/>
        <a:p>
          <a:endParaRPr lang="en-US" sz="1400"/>
        </a:p>
      </dgm:t>
    </dgm:pt>
    <dgm:pt modelId="{1E7319BA-05D1-4C3D-8F0A-C7397255AAB5}">
      <dgm:prSet custT="1"/>
      <dgm:spPr/>
      <dgm:t>
        <a:bodyPr/>
        <a:lstStyle/>
        <a:p>
          <a:pPr>
            <a:buFont typeface="Wingdings" panose="05000000000000000000" pitchFamily="2" charset="2"/>
            <a:buChar char="§"/>
          </a:pPr>
          <a:r>
            <a:rPr lang="en-US" sz="1400"/>
            <a:t>Won the </a:t>
          </a:r>
          <a:r>
            <a:rPr lang="en-US" sz="1400" b="1"/>
            <a:t>Gold Award for Best Annual Report (REIT/Business Trusts category)</a:t>
          </a:r>
          <a:r>
            <a:rPr lang="en-US" sz="1400"/>
            <a:t> for transparent, high-quality disclosures</a:t>
          </a:r>
        </a:p>
      </dgm:t>
    </dgm:pt>
    <dgm:pt modelId="{C5D79BF9-AF69-4E8A-B4EF-C318BDC62902}" type="parTrans" cxnId="{E08FC03D-2853-4739-A48C-FE28305DC84A}">
      <dgm:prSet/>
      <dgm:spPr/>
      <dgm:t>
        <a:bodyPr/>
        <a:lstStyle/>
        <a:p>
          <a:endParaRPr lang="en-GB"/>
        </a:p>
      </dgm:t>
    </dgm:pt>
    <dgm:pt modelId="{EA1AA245-4488-46EE-8E5A-26B98D80823F}" type="sibTrans" cxnId="{E08FC03D-2853-4739-A48C-FE28305DC84A}">
      <dgm:prSet/>
      <dgm:spPr/>
      <dgm:t>
        <a:bodyPr/>
        <a:lstStyle/>
        <a:p>
          <a:endParaRPr lang="en-GB"/>
        </a:p>
      </dgm:t>
    </dgm:pt>
    <dgm:pt modelId="{11D6A1C3-6198-4624-90B2-085EB6791B17}">
      <dgm:prSet custT="1"/>
      <dgm:spPr/>
      <dgm:t>
        <a:bodyPr/>
        <a:lstStyle/>
        <a:p>
          <a:pPr>
            <a:buFont typeface="Wingdings" panose="05000000000000000000" pitchFamily="2" charset="2"/>
            <a:buChar char="§"/>
          </a:pPr>
          <a:r>
            <a:rPr lang="en-US" sz="1400"/>
            <a:t>Recognized for strong </a:t>
          </a:r>
          <a:r>
            <a:rPr lang="en-US" sz="1400" b="1"/>
            <a:t>board oversight</a:t>
          </a:r>
          <a:r>
            <a:rPr lang="en-US" sz="1400"/>
            <a:t>, </a:t>
          </a:r>
          <a:r>
            <a:rPr lang="en-US" sz="1400" b="1"/>
            <a:t>risk-management practices </a:t>
          </a:r>
          <a:r>
            <a:rPr lang="en-US" sz="1400"/>
            <a:t>and robust </a:t>
          </a:r>
          <a:r>
            <a:rPr lang="en-US" sz="1400" b="1"/>
            <a:t>enterprise-risk frameworks</a:t>
          </a:r>
          <a:endParaRPr lang="en-US" sz="1400"/>
        </a:p>
      </dgm:t>
    </dgm:pt>
    <dgm:pt modelId="{D6CB552C-B5E9-44B7-B875-971631A2FE60}" type="parTrans" cxnId="{29C60868-55A7-4595-A695-7CA6E52F13F9}">
      <dgm:prSet/>
      <dgm:spPr/>
      <dgm:t>
        <a:bodyPr/>
        <a:lstStyle/>
        <a:p>
          <a:endParaRPr lang="en-GB"/>
        </a:p>
      </dgm:t>
    </dgm:pt>
    <dgm:pt modelId="{96E44DED-C502-486D-9E28-668CA9A60390}" type="sibTrans" cxnId="{29C60868-55A7-4595-A695-7CA6E52F13F9}">
      <dgm:prSet/>
      <dgm:spPr/>
      <dgm:t>
        <a:bodyPr/>
        <a:lstStyle/>
        <a:p>
          <a:endParaRPr lang="en-GB"/>
        </a:p>
      </dgm:t>
    </dgm:pt>
    <dgm:pt modelId="{C6AE0C8A-D8E8-45A9-B175-E8F94B9C6460}">
      <dgm:prSet custT="1"/>
      <dgm:spPr/>
      <dgm:t>
        <a:bodyPr/>
        <a:lstStyle/>
        <a:p>
          <a:pPr>
            <a:buFont typeface="Wingdings" panose="05000000000000000000" pitchFamily="2" charset="2"/>
            <a:buChar char="§"/>
          </a:pPr>
          <a:r>
            <a:rPr lang="en-US" sz="1400"/>
            <a:t>Demonstrates strong governance through a clear </a:t>
          </a:r>
          <a:r>
            <a:rPr lang="en-US" sz="1400" b="1"/>
            <a:t>ERM framework</a:t>
          </a:r>
          <a:r>
            <a:rPr lang="en-US" sz="1400"/>
            <a:t> and </a:t>
          </a:r>
          <a:r>
            <a:rPr lang="en-US" sz="1400" b="1"/>
            <a:t>Audit Committee review</a:t>
          </a:r>
          <a:r>
            <a:rPr lang="en-US" sz="1400"/>
            <a:t> of Related Party Transactions.</a:t>
          </a:r>
        </a:p>
      </dgm:t>
    </dgm:pt>
    <dgm:pt modelId="{69DCD5EA-0A0A-45E4-A04D-DD61055AE628}" type="parTrans" cxnId="{4641CFB9-AE10-42F4-8F33-1BB41FD14458}">
      <dgm:prSet/>
      <dgm:spPr/>
      <dgm:t>
        <a:bodyPr/>
        <a:lstStyle/>
        <a:p>
          <a:endParaRPr lang="en-GB"/>
        </a:p>
      </dgm:t>
    </dgm:pt>
    <dgm:pt modelId="{E71D9AC6-D6CD-448A-AEF4-62A4029466D3}" type="sibTrans" cxnId="{4641CFB9-AE10-42F4-8F33-1BB41FD14458}">
      <dgm:prSet/>
      <dgm:spPr/>
      <dgm:t>
        <a:bodyPr/>
        <a:lstStyle/>
        <a:p>
          <a:endParaRPr lang="en-GB"/>
        </a:p>
      </dgm:t>
    </dgm:pt>
    <dgm:pt modelId="{065C5E41-BD54-4E86-9EC7-28C36C077D71}">
      <dgm:prSet custT="1"/>
      <dgm:spPr/>
      <dgm:t>
        <a:bodyPr/>
        <a:lstStyle/>
        <a:p>
          <a:pPr>
            <a:buFont typeface="Wingdings" panose="05000000000000000000" pitchFamily="2" charset="2"/>
            <a:buChar char="§"/>
          </a:pPr>
          <a:r>
            <a:rPr lang="en-US" sz="1400"/>
            <a:t>Ensures timely disclosure of </a:t>
          </a:r>
          <a:r>
            <a:rPr lang="en-US" sz="1400" b="1"/>
            <a:t>financial and strategic information</a:t>
          </a:r>
          <a:r>
            <a:rPr lang="en-US" sz="1400"/>
            <a:t>.</a:t>
          </a:r>
        </a:p>
      </dgm:t>
    </dgm:pt>
    <dgm:pt modelId="{55934EB5-63C4-43EC-8D5E-DED3285B93D6}" type="parTrans" cxnId="{9316CD2D-8AF2-4377-87B1-C5C2BE29B4FA}">
      <dgm:prSet/>
      <dgm:spPr/>
      <dgm:t>
        <a:bodyPr/>
        <a:lstStyle/>
        <a:p>
          <a:endParaRPr lang="en-GB"/>
        </a:p>
      </dgm:t>
    </dgm:pt>
    <dgm:pt modelId="{357B3FF0-5661-423B-963B-4C89FADD6D01}" type="sibTrans" cxnId="{9316CD2D-8AF2-4377-87B1-C5C2BE29B4FA}">
      <dgm:prSet/>
      <dgm:spPr/>
      <dgm:t>
        <a:bodyPr/>
        <a:lstStyle/>
        <a:p>
          <a:endParaRPr lang="en-GB"/>
        </a:p>
      </dgm:t>
    </dgm:pt>
    <dgm:pt modelId="{5CAF0146-E463-494A-9160-F30159338BB9}">
      <dgm:prSet custT="1"/>
      <dgm:spPr/>
      <dgm:t>
        <a:bodyPr/>
        <a:lstStyle/>
        <a:p>
          <a:pPr>
            <a:buFont typeface="Wingdings" panose="05000000000000000000" pitchFamily="2" charset="2"/>
            <a:buChar char="§"/>
          </a:pPr>
          <a:r>
            <a:rPr lang="en-US" sz="1400"/>
            <a:t>Information Security Steering Committee regularly reports on </a:t>
          </a:r>
          <a:r>
            <a:rPr lang="en-US" sz="1400" b="1"/>
            <a:t>cybersecurity risks</a:t>
          </a:r>
          <a:r>
            <a:rPr lang="en-US" sz="1400"/>
            <a:t>, </a:t>
          </a:r>
          <a:r>
            <a:rPr lang="en-US" sz="1400" b="1"/>
            <a:t>supporting informed board decisions</a:t>
          </a:r>
          <a:r>
            <a:rPr lang="en-US" sz="1400"/>
            <a:t>.</a:t>
          </a:r>
        </a:p>
      </dgm:t>
    </dgm:pt>
    <dgm:pt modelId="{532AD75F-B9E0-4EE8-9D1C-6C4C006C295C}" type="parTrans" cxnId="{48423522-17FA-43B4-A823-676222EA1CEA}">
      <dgm:prSet/>
      <dgm:spPr/>
      <dgm:t>
        <a:bodyPr/>
        <a:lstStyle/>
        <a:p>
          <a:endParaRPr lang="en-GB"/>
        </a:p>
      </dgm:t>
    </dgm:pt>
    <dgm:pt modelId="{BCD4F525-F028-4C76-80EB-08ECD931CE06}" type="sibTrans" cxnId="{48423522-17FA-43B4-A823-676222EA1CEA}">
      <dgm:prSet/>
      <dgm:spPr/>
      <dgm:t>
        <a:bodyPr/>
        <a:lstStyle/>
        <a:p>
          <a:endParaRPr lang="en-GB"/>
        </a:p>
      </dgm:t>
    </dgm:pt>
    <dgm:pt modelId="{799DB003-4536-4009-9938-177CD4AD8FBC}" type="pres">
      <dgm:prSet presAssocID="{049F81F4-A148-4853-92E0-5014C5E40B31}" presName="linear" presStyleCnt="0">
        <dgm:presLayoutVars>
          <dgm:dir/>
          <dgm:animLvl val="lvl"/>
          <dgm:resizeHandles val="exact"/>
        </dgm:presLayoutVars>
      </dgm:prSet>
      <dgm:spPr/>
    </dgm:pt>
    <dgm:pt modelId="{2E76EB9C-A31B-4C81-A0D0-ED06143DC713}" type="pres">
      <dgm:prSet presAssocID="{34903448-E926-410D-8D1E-21672594B1D8}" presName="parentLin" presStyleCnt="0"/>
      <dgm:spPr/>
    </dgm:pt>
    <dgm:pt modelId="{9B95BB00-50A0-483F-9E30-E30EDE9BD6D5}" type="pres">
      <dgm:prSet presAssocID="{34903448-E926-410D-8D1E-21672594B1D8}" presName="parentLeftMargin" presStyleLbl="node1" presStyleIdx="0" presStyleCnt="2"/>
      <dgm:spPr/>
    </dgm:pt>
    <dgm:pt modelId="{7B3D126C-209A-4A42-9561-8333F6DB2B0A}" type="pres">
      <dgm:prSet presAssocID="{34903448-E926-410D-8D1E-21672594B1D8}" presName="parentText" presStyleLbl="node1" presStyleIdx="0" presStyleCnt="2" custLinFactNeighborY="-3546">
        <dgm:presLayoutVars>
          <dgm:chMax val="0"/>
          <dgm:bulletEnabled val="1"/>
        </dgm:presLayoutVars>
      </dgm:prSet>
      <dgm:spPr/>
    </dgm:pt>
    <dgm:pt modelId="{E2048118-8922-4E88-9B5F-9FC136EC8EE6}" type="pres">
      <dgm:prSet presAssocID="{34903448-E926-410D-8D1E-21672594B1D8}" presName="negativeSpace" presStyleCnt="0"/>
      <dgm:spPr/>
    </dgm:pt>
    <dgm:pt modelId="{EFCF2522-110B-429C-A8B8-26A00A511A33}" type="pres">
      <dgm:prSet presAssocID="{34903448-E926-410D-8D1E-21672594B1D8}" presName="childText" presStyleLbl="conFgAcc1" presStyleIdx="0" presStyleCnt="2" custLinFactNeighborY="-19384">
        <dgm:presLayoutVars>
          <dgm:bulletEnabled val="1"/>
        </dgm:presLayoutVars>
      </dgm:prSet>
      <dgm:spPr/>
    </dgm:pt>
    <dgm:pt modelId="{002793E8-3547-43AB-AF20-F76D7FA64EFF}" type="pres">
      <dgm:prSet presAssocID="{F49D505F-9131-4416-94FC-6D58A1B50AB8}" presName="spaceBetweenRectangles" presStyleCnt="0"/>
      <dgm:spPr/>
    </dgm:pt>
    <dgm:pt modelId="{5D592EE5-9D21-4FFD-8463-1FDA3ED0801D}" type="pres">
      <dgm:prSet presAssocID="{B07D9789-1C78-4A78-ABF1-3E729F01462C}" presName="parentLin" presStyleCnt="0"/>
      <dgm:spPr/>
    </dgm:pt>
    <dgm:pt modelId="{93776301-9D9C-476A-A1BF-2D4DB167471F}" type="pres">
      <dgm:prSet presAssocID="{B07D9789-1C78-4A78-ABF1-3E729F01462C}" presName="parentLeftMargin" presStyleLbl="node1" presStyleIdx="0" presStyleCnt="2"/>
      <dgm:spPr/>
    </dgm:pt>
    <dgm:pt modelId="{7859B51E-A61A-452E-A704-F8BB228A3FD3}" type="pres">
      <dgm:prSet presAssocID="{B07D9789-1C78-4A78-ABF1-3E729F01462C}" presName="parentText" presStyleLbl="node1" presStyleIdx="1" presStyleCnt="2">
        <dgm:presLayoutVars>
          <dgm:chMax val="0"/>
          <dgm:bulletEnabled val="1"/>
        </dgm:presLayoutVars>
      </dgm:prSet>
      <dgm:spPr/>
    </dgm:pt>
    <dgm:pt modelId="{E1D9B941-5078-4233-947F-82C4A3EADB38}" type="pres">
      <dgm:prSet presAssocID="{B07D9789-1C78-4A78-ABF1-3E729F01462C}" presName="negativeSpace" presStyleCnt="0"/>
      <dgm:spPr/>
    </dgm:pt>
    <dgm:pt modelId="{C3B5A538-EEBA-40E7-9A06-8DE3B281808D}" type="pres">
      <dgm:prSet presAssocID="{B07D9789-1C78-4A78-ABF1-3E729F01462C}" presName="childText" presStyleLbl="conFgAcc1" presStyleIdx="1" presStyleCnt="2" custLinFactNeighborX="-283">
        <dgm:presLayoutVars>
          <dgm:bulletEnabled val="1"/>
        </dgm:presLayoutVars>
      </dgm:prSet>
      <dgm:spPr/>
    </dgm:pt>
  </dgm:ptLst>
  <dgm:cxnLst>
    <dgm:cxn modelId="{B1E37C03-A4E5-4A55-B38D-6D1A8B894B26}" type="presOf" srcId="{C6AE0C8A-D8E8-45A9-B175-E8F94B9C6460}" destId="{C3B5A538-EEBA-40E7-9A06-8DE3B281808D}" srcOrd="0" destOrd="1" presId="urn:microsoft.com/office/officeart/2005/8/layout/list1"/>
    <dgm:cxn modelId="{48423522-17FA-43B4-A823-676222EA1CEA}" srcId="{B07D9789-1C78-4A78-ABF1-3E729F01462C}" destId="{5CAF0146-E463-494A-9160-F30159338BB9}" srcOrd="3" destOrd="0" parTransId="{532AD75F-B9E0-4EE8-9D1C-6C4C006C295C}" sibTransId="{BCD4F525-F028-4C76-80EB-08ECD931CE06}"/>
    <dgm:cxn modelId="{FD1C9D23-A791-428D-8378-FB297108E004}" type="presOf" srcId="{1E7319BA-05D1-4C3D-8F0A-C7397255AAB5}" destId="{EFCF2522-110B-429C-A8B8-26A00A511A33}" srcOrd="0" destOrd="1" presId="urn:microsoft.com/office/officeart/2005/8/layout/list1"/>
    <dgm:cxn modelId="{9316CD2D-8AF2-4377-87B1-C5C2BE29B4FA}" srcId="{B07D9789-1C78-4A78-ABF1-3E729F01462C}" destId="{065C5E41-BD54-4E86-9EC7-28C36C077D71}" srcOrd="2" destOrd="0" parTransId="{55934EB5-63C4-43EC-8D5E-DED3285B93D6}" sibTransId="{357B3FF0-5661-423B-963B-4C89FADD6D01}"/>
    <dgm:cxn modelId="{EDD1B83D-7AF4-40AD-8100-924303443150}" type="presOf" srcId="{B07D9789-1C78-4A78-ABF1-3E729F01462C}" destId="{7859B51E-A61A-452E-A704-F8BB228A3FD3}" srcOrd="1" destOrd="0" presId="urn:microsoft.com/office/officeart/2005/8/layout/list1"/>
    <dgm:cxn modelId="{E08FC03D-2853-4739-A48C-FE28305DC84A}" srcId="{34903448-E926-410D-8D1E-21672594B1D8}" destId="{1E7319BA-05D1-4C3D-8F0A-C7397255AAB5}" srcOrd="1" destOrd="0" parTransId="{C5D79BF9-AF69-4E8A-B4EF-C318BDC62902}" sibTransId="{EA1AA245-4488-46EE-8E5A-26B98D80823F}"/>
    <dgm:cxn modelId="{FF70413F-25BF-4405-868D-0D0F79B71454}" type="presOf" srcId="{34903448-E926-410D-8D1E-21672594B1D8}" destId="{7B3D126C-209A-4A42-9561-8333F6DB2B0A}" srcOrd="1" destOrd="0" presId="urn:microsoft.com/office/officeart/2005/8/layout/list1"/>
    <dgm:cxn modelId="{C1B7E646-B9B2-4992-8440-043EB1C2794E}" type="presOf" srcId="{34903448-E926-410D-8D1E-21672594B1D8}" destId="{9B95BB00-50A0-483F-9E30-E30EDE9BD6D5}" srcOrd="0" destOrd="0" presId="urn:microsoft.com/office/officeart/2005/8/layout/list1"/>
    <dgm:cxn modelId="{29C60868-55A7-4595-A695-7CA6E52F13F9}" srcId="{34903448-E926-410D-8D1E-21672594B1D8}" destId="{11D6A1C3-6198-4624-90B2-085EB6791B17}" srcOrd="2" destOrd="0" parTransId="{D6CB552C-B5E9-44B7-B875-971631A2FE60}" sibTransId="{96E44DED-C502-486D-9E28-668CA9A60390}"/>
    <dgm:cxn modelId="{A7A51348-4072-47A9-A479-EB09D3D6F6AF}" srcId="{B07D9789-1C78-4A78-ABF1-3E729F01462C}" destId="{26FE0472-9EBC-43CC-91C9-878D948F2FC0}" srcOrd="0" destOrd="0" parTransId="{88A896FD-2DED-489B-B1D5-B95C47846DB5}" sibTransId="{51670584-E56F-47EB-B815-7B9682740120}"/>
    <dgm:cxn modelId="{CE572849-E4F0-4111-BDDE-C4AB5C872572}" type="presOf" srcId="{065C5E41-BD54-4E86-9EC7-28C36C077D71}" destId="{C3B5A538-EEBA-40E7-9A06-8DE3B281808D}" srcOrd="0" destOrd="2" presId="urn:microsoft.com/office/officeart/2005/8/layout/list1"/>
    <dgm:cxn modelId="{B411E651-FF4B-4489-A6AA-2ECE3D31C93B}" type="presOf" srcId="{FD9EB67F-39EE-4507-B8B5-2830C3A3BB14}" destId="{EFCF2522-110B-429C-A8B8-26A00A511A33}" srcOrd="0" destOrd="0" presId="urn:microsoft.com/office/officeart/2005/8/layout/list1"/>
    <dgm:cxn modelId="{FB0C9075-085D-4BED-9508-96B40426205E}" type="presOf" srcId="{049F81F4-A148-4853-92E0-5014C5E40B31}" destId="{799DB003-4536-4009-9938-177CD4AD8FBC}" srcOrd="0" destOrd="0" presId="urn:microsoft.com/office/officeart/2005/8/layout/list1"/>
    <dgm:cxn modelId="{CE2FB459-6D90-4895-98C3-91E3C7622418}" type="presOf" srcId="{5CAF0146-E463-494A-9160-F30159338BB9}" destId="{C3B5A538-EEBA-40E7-9A06-8DE3B281808D}" srcOrd="0" destOrd="3" presId="urn:microsoft.com/office/officeart/2005/8/layout/list1"/>
    <dgm:cxn modelId="{FAB066A0-904D-480C-BB3A-73C8D9E7D631}" srcId="{049F81F4-A148-4853-92E0-5014C5E40B31}" destId="{34903448-E926-410D-8D1E-21672594B1D8}" srcOrd="0" destOrd="0" parTransId="{FB862630-CED2-4084-A865-F7E46A116E27}" sibTransId="{F49D505F-9131-4416-94FC-6D58A1B50AB8}"/>
    <dgm:cxn modelId="{D54905A6-E1A3-4800-BF87-A58580BDC89E}" srcId="{34903448-E926-410D-8D1E-21672594B1D8}" destId="{FD9EB67F-39EE-4507-B8B5-2830C3A3BB14}" srcOrd="0" destOrd="0" parTransId="{4CC0A756-6EA5-4BCA-B719-50273910D85E}" sibTransId="{B6E11A14-9C24-47F2-8193-3702035B7FB4}"/>
    <dgm:cxn modelId="{38BAD2B2-22CF-45DD-A6D6-A4F99E70B588}" type="presOf" srcId="{11D6A1C3-6198-4624-90B2-085EB6791B17}" destId="{EFCF2522-110B-429C-A8B8-26A00A511A33}" srcOrd="0" destOrd="2" presId="urn:microsoft.com/office/officeart/2005/8/layout/list1"/>
    <dgm:cxn modelId="{4641CFB9-AE10-42F4-8F33-1BB41FD14458}" srcId="{B07D9789-1C78-4A78-ABF1-3E729F01462C}" destId="{C6AE0C8A-D8E8-45A9-B175-E8F94B9C6460}" srcOrd="1" destOrd="0" parTransId="{69DCD5EA-0A0A-45E4-A04D-DD61055AE628}" sibTransId="{E71D9AC6-D6CD-448A-AEF4-62A4029466D3}"/>
    <dgm:cxn modelId="{0D8C02C1-16F9-4248-A8B7-00DDEEE7ADC1}" type="presOf" srcId="{26FE0472-9EBC-43CC-91C9-878D948F2FC0}" destId="{C3B5A538-EEBA-40E7-9A06-8DE3B281808D}" srcOrd="0" destOrd="0" presId="urn:microsoft.com/office/officeart/2005/8/layout/list1"/>
    <dgm:cxn modelId="{6D6443D4-6DED-454F-A628-87423C4D4BB9}" type="presOf" srcId="{B07D9789-1C78-4A78-ABF1-3E729F01462C}" destId="{93776301-9D9C-476A-A1BF-2D4DB167471F}" srcOrd="0" destOrd="0" presId="urn:microsoft.com/office/officeart/2005/8/layout/list1"/>
    <dgm:cxn modelId="{9C73F8FE-E9C7-4A9C-A75E-09107AD09621}" srcId="{049F81F4-A148-4853-92E0-5014C5E40B31}" destId="{B07D9789-1C78-4A78-ABF1-3E729F01462C}" srcOrd="1" destOrd="0" parTransId="{FC075268-F1E7-4B18-8D3F-6224F31BD788}" sibTransId="{A66924B1-EF93-4CD2-AFBA-412AE127FEF6}"/>
    <dgm:cxn modelId="{43937A8A-150B-414F-B876-E6F293247C50}" type="presParOf" srcId="{799DB003-4536-4009-9938-177CD4AD8FBC}" destId="{2E76EB9C-A31B-4C81-A0D0-ED06143DC713}" srcOrd="0" destOrd="0" presId="urn:microsoft.com/office/officeart/2005/8/layout/list1"/>
    <dgm:cxn modelId="{9A7804BD-4366-4EDD-8E31-3D19CF7BECF7}" type="presParOf" srcId="{2E76EB9C-A31B-4C81-A0D0-ED06143DC713}" destId="{9B95BB00-50A0-483F-9E30-E30EDE9BD6D5}" srcOrd="0" destOrd="0" presId="urn:microsoft.com/office/officeart/2005/8/layout/list1"/>
    <dgm:cxn modelId="{BA03AF34-47A1-4C62-BB66-824B6B0130D3}" type="presParOf" srcId="{2E76EB9C-A31B-4C81-A0D0-ED06143DC713}" destId="{7B3D126C-209A-4A42-9561-8333F6DB2B0A}" srcOrd="1" destOrd="0" presId="urn:microsoft.com/office/officeart/2005/8/layout/list1"/>
    <dgm:cxn modelId="{7C2A4FE0-3A0F-4141-B29C-6B31A29B4D2A}" type="presParOf" srcId="{799DB003-4536-4009-9938-177CD4AD8FBC}" destId="{E2048118-8922-4E88-9B5F-9FC136EC8EE6}" srcOrd="1" destOrd="0" presId="urn:microsoft.com/office/officeart/2005/8/layout/list1"/>
    <dgm:cxn modelId="{68CFB2BA-AC4F-4CCB-9DBB-7AD9AF5F46F2}" type="presParOf" srcId="{799DB003-4536-4009-9938-177CD4AD8FBC}" destId="{EFCF2522-110B-429C-A8B8-26A00A511A33}" srcOrd="2" destOrd="0" presId="urn:microsoft.com/office/officeart/2005/8/layout/list1"/>
    <dgm:cxn modelId="{C59DC683-712B-4921-B44B-E2F8E32CE76C}" type="presParOf" srcId="{799DB003-4536-4009-9938-177CD4AD8FBC}" destId="{002793E8-3547-43AB-AF20-F76D7FA64EFF}" srcOrd="3" destOrd="0" presId="urn:microsoft.com/office/officeart/2005/8/layout/list1"/>
    <dgm:cxn modelId="{1F2F524F-10B9-422D-90F4-0E57C7B9D424}" type="presParOf" srcId="{799DB003-4536-4009-9938-177CD4AD8FBC}" destId="{5D592EE5-9D21-4FFD-8463-1FDA3ED0801D}" srcOrd="4" destOrd="0" presId="urn:microsoft.com/office/officeart/2005/8/layout/list1"/>
    <dgm:cxn modelId="{11E51F42-E235-4207-BD7D-EFE765341833}" type="presParOf" srcId="{5D592EE5-9D21-4FFD-8463-1FDA3ED0801D}" destId="{93776301-9D9C-476A-A1BF-2D4DB167471F}" srcOrd="0" destOrd="0" presId="urn:microsoft.com/office/officeart/2005/8/layout/list1"/>
    <dgm:cxn modelId="{4E3DEF2D-7E44-4F3D-9CCD-6D1053BF1D1A}" type="presParOf" srcId="{5D592EE5-9D21-4FFD-8463-1FDA3ED0801D}" destId="{7859B51E-A61A-452E-A704-F8BB228A3FD3}" srcOrd="1" destOrd="0" presId="urn:microsoft.com/office/officeart/2005/8/layout/list1"/>
    <dgm:cxn modelId="{7F1D0EE2-0D8E-447D-80EF-D33571AF5EAE}" type="presParOf" srcId="{799DB003-4536-4009-9938-177CD4AD8FBC}" destId="{E1D9B941-5078-4233-947F-82C4A3EADB38}" srcOrd="5" destOrd="0" presId="urn:microsoft.com/office/officeart/2005/8/layout/list1"/>
    <dgm:cxn modelId="{61C5E74F-88B4-42D6-B69C-D806463C11EB}" type="presParOf" srcId="{799DB003-4536-4009-9938-177CD4AD8FBC}" destId="{C3B5A538-EEBA-40E7-9A06-8DE3B281808D}" srcOrd="6" destOrd="0" presId="urn:microsoft.com/office/officeart/2005/8/layout/list1"/>
  </dgm:cxnLst>
  <dgm:bg>
    <a:effectLst>
      <a:innerShdw blurRad="63500" dist="50800" dir="13500000">
        <a:prstClr val="black">
          <a:alpha val="50000"/>
        </a:prstClr>
      </a:innerShdw>
    </a:effectLst>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EDE6287-7F25-4406-8BFA-EE837F25C99A}">
      <dsp:nvSpPr>
        <dsp:cNvPr id="0" name=""/>
        <dsp:cNvSpPr/>
      </dsp:nvSpPr>
      <dsp:spPr>
        <a:xfrm>
          <a:off x="3816828" y="2833"/>
          <a:ext cx="6803535" cy="483146"/>
        </a:xfrm>
        <a:prstGeom prst="flowChartProcess">
          <a:avLst/>
        </a:prstGeom>
        <a:solidFill>
          <a:schemeClr val="lt1">
            <a:alpha val="90000"/>
            <a:tint val="40000"/>
            <a:hueOff val="0"/>
            <a:satOff val="0"/>
            <a:lumOff val="0"/>
            <a:alphaOff val="0"/>
          </a:schemeClr>
        </a:solidFill>
        <a:ln w="19050" cap="flat" cmpd="sng" algn="ctr">
          <a:solidFill>
            <a:schemeClr val="accent1">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20" tIns="7620" rIns="7620" bIns="7620" numCol="1" spcCol="1270" anchor="ctr" anchorCtr="0">
          <a:noAutofit/>
        </a:bodyPr>
        <a:lstStyle/>
        <a:p>
          <a:pPr marL="274320" lvl="1" indent="-114300" algn="l" defTabSz="533400">
            <a:lnSpc>
              <a:spcPct val="90000"/>
            </a:lnSpc>
            <a:spcBef>
              <a:spcPct val="0"/>
            </a:spcBef>
            <a:spcAft>
              <a:spcPts val="600"/>
            </a:spcAft>
            <a:buNone/>
          </a:pPr>
          <a:r>
            <a:rPr lang="en-US" sz="1200" b="1" kern="1200"/>
            <a:t>Provide</a:t>
          </a:r>
          <a:r>
            <a:rPr lang="en-US" sz="1200" kern="1200"/>
            <a:t> a comprehensive overview of the company’s financial position, performance and</a:t>
          </a:r>
          <a:endParaRPr lang="en-GB" sz="1200" kern="1200"/>
        </a:p>
        <a:p>
          <a:pPr marL="274320" lvl="1" indent="-114300" algn="l" defTabSz="533400">
            <a:lnSpc>
              <a:spcPct val="90000"/>
            </a:lnSpc>
            <a:spcBef>
              <a:spcPct val="0"/>
            </a:spcBef>
            <a:spcAft>
              <a:spcPts val="600"/>
            </a:spcAft>
            <a:buNone/>
          </a:pPr>
          <a:r>
            <a:rPr lang="en-US" sz="1200" kern="1200"/>
            <a:t>cash flows in line with global accounting standards (IFRS/US GAAP).</a:t>
          </a:r>
          <a:endParaRPr lang="en-GB" sz="1200" kern="1200"/>
        </a:p>
      </dsp:txBody>
      <dsp:txXfrm>
        <a:off x="3816828" y="2833"/>
        <a:ext cx="6803535" cy="483146"/>
      </dsp:txXfrm>
    </dsp:sp>
    <dsp:sp modelId="{7C1166B1-D45B-4941-9907-2867948BC234}">
      <dsp:nvSpPr>
        <dsp:cNvPr id="0" name=""/>
        <dsp:cNvSpPr/>
      </dsp:nvSpPr>
      <dsp:spPr>
        <a:xfrm>
          <a:off x="718861" y="2833"/>
          <a:ext cx="3097967" cy="483146"/>
        </a:xfrm>
        <a:prstGeom prst="round2SameRect">
          <a:avLst/>
        </a:prstGeom>
        <a:solidFill>
          <a:schemeClr val="accent1"/>
        </a:solidFill>
        <a:ln w="19050" cap="flat" cmpd="sng" algn="ctr">
          <a:solidFill>
            <a:schemeClr val="bg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22860" rIns="45720" bIns="22860" numCol="1" spcCol="1270" anchor="ctr" anchorCtr="0">
          <a:noAutofit/>
        </a:bodyPr>
        <a:lstStyle/>
        <a:p>
          <a:pPr marL="0" lvl="0" indent="0" algn="ctr" defTabSz="533400">
            <a:lnSpc>
              <a:spcPct val="90000"/>
            </a:lnSpc>
            <a:spcBef>
              <a:spcPct val="0"/>
            </a:spcBef>
            <a:spcAft>
              <a:spcPct val="35000"/>
            </a:spcAft>
            <a:buNone/>
          </a:pPr>
          <a:r>
            <a:rPr lang="en-US" sz="1200" b="0" i="1" kern="1200">
              <a:solidFill>
                <a:schemeClr val="bg1"/>
              </a:solidFill>
              <a:latin typeface="+mn-lt"/>
            </a:rPr>
            <a:t>Annual Financial Statements</a:t>
          </a:r>
          <a:endParaRPr lang="en-GB" sz="1200" b="0" i="1" kern="1200">
            <a:solidFill>
              <a:schemeClr val="bg1"/>
            </a:solidFill>
            <a:latin typeface="+mn-lt"/>
          </a:endParaRPr>
        </a:p>
      </dsp:txBody>
      <dsp:txXfrm>
        <a:off x="742446" y="26418"/>
        <a:ext cx="3050797" cy="459561"/>
      </dsp:txXfrm>
    </dsp:sp>
    <dsp:sp modelId="{8AF5C267-8975-4E1E-99B0-C1DAB434296E}">
      <dsp:nvSpPr>
        <dsp:cNvPr id="0" name=""/>
        <dsp:cNvSpPr/>
      </dsp:nvSpPr>
      <dsp:spPr>
        <a:xfrm>
          <a:off x="3816828" y="534295"/>
          <a:ext cx="6803535" cy="483146"/>
        </a:xfrm>
        <a:prstGeom prst="flowChartProcess">
          <a:avLst/>
        </a:prstGeom>
        <a:solidFill>
          <a:schemeClr val="lt1">
            <a:alpha val="90000"/>
            <a:tint val="40000"/>
            <a:hueOff val="0"/>
            <a:satOff val="0"/>
            <a:lumOff val="0"/>
            <a:alphaOff val="0"/>
          </a:schemeClr>
        </a:solidFill>
        <a:ln w="19050" cap="flat" cmpd="sng" algn="ctr">
          <a:solidFill>
            <a:schemeClr val="accent1">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20" tIns="7620" rIns="7620" bIns="7620" numCol="1" spcCol="1270" anchor="ctr" anchorCtr="0">
          <a:noAutofit/>
        </a:bodyPr>
        <a:lstStyle/>
        <a:p>
          <a:pPr marL="274320" lvl="1" indent="-114300" algn="l" defTabSz="533400">
            <a:lnSpc>
              <a:spcPct val="90000"/>
            </a:lnSpc>
            <a:spcBef>
              <a:spcPct val="0"/>
            </a:spcBef>
            <a:spcAft>
              <a:spcPts val="600"/>
            </a:spcAft>
            <a:buNone/>
          </a:pPr>
          <a:r>
            <a:rPr lang="en-US" sz="1200" b="1" kern="1200"/>
            <a:t>Offer</a:t>
          </a:r>
          <a:r>
            <a:rPr lang="en-US" sz="1200" kern="1200"/>
            <a:t> quarterly or periodic updates on revenues, profits and key performance metrics to</a:t>
          </a:r>
          <a:endParaRPr lang="en-GB" sz="1200" kern="1200"/>
        </a:p>
        <a:p>
          <a:pPr marL="274320" lvl="1" indent="-114300" algn="l" defTabSz="533400">
            <a:lnSpc>
              <a:spcPct val="90000"/>
            </a:lnSpc>
            <a:spcBef>
              <a:spcPct val="0"/>
            </a:spcBef>
            <a:spcAft>
              <a:spcPts val="600"/>
            </a:spcAft>
            <a:buNone/>
          </a:pPr>
          <a:r>
            <a:rPr lang="en-US" sz="1200" kern="1200"/>
            <a:t>inform regulators, investors and public at large</a:t>
          </a:r>
          <a:endParaRPr lang="en-GB" sz="1200" kern="1200"/>
        </a:p>
      </dsp:txBody>
      <dsp:txXfrm>
        <a:off x="3816828" y="534295"/>
        <a:ext cx="6803535" cy="483146"/>
      </dsp:txXfrm>
    </dsp:sp>
    <dsp:sp modelId="{0777824E-BFEA-4DC0-BF91-191072C7349A}">
      <dsp:nvSpPr>
        <dsp:cNvPr id="0" name=""/>
        <dsp:cNvSpPr/>
      </dsp:nvSpPr>
      <dsp:spPr>
        <a:xfrm>
          <a:off x="718861" y="534295"/>
          <a:ext cx="3097967" cy="483146"/>
        </a:xfrm>
        <a:prstGeom prst="round2SameRect">
          <a:avLst/>
        </a:prstGeom>
        <a:solidFill>
          <a:schemeClr val="bg1">
            <a:lumMod val="95000"/>
          </a:schemeClr>
        </a:solid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22860" rIns="45720" bIns="22860" numCol="1" spcCol="1270" anchor="ctr" anchorCtr="0">
          <a:noAutofit/>
        </a:bodyPr>
        <a:lstStyle/>
        <a:p>
          <a:pPr marL="0" lvl="0" indent="0" algn="ctr" defTabSz="533400">
            <a:lnSpc>
              <a:spcPct val="90000"/>
            </a:lnSpc>
            <a:spcBef>
              <a:spcPct val="0"/>
            </a:spcBef>
            <a:spcAft>
              <a:spcPct val="35000"/>
            </a:spcAft>
            <a:buNone/>
          </a:pPr>
          <a:r>
            <a:rPr lang="en-US" sz="1200" b="0" i="1" kern="1200">
              <a:latin typeface="+mn-lt"/>
            </a:rPr>
            <a:t>Financial Results</a:t>
          </a:r>
          <a:endParaRPr lang="en-GB" sz="1200" b="0" i="1" kern="1200">
            <a:latin typeface="+mn-lt"/>
          </a:endParaRPr>
        </a:p>
      </dsp:txBody>
      <dsp:txXfrm>
        <a:off x="742446" y="557880"/>
        <a:ext cx="3050797" cy="459561"/>
      </dsp:txXfrm>
    </dsp:sp>
    <dsp:sp modelId="{A23C5FCD-1E9C-4F9A-95D4-33FA7DEA5ED8}">
      <dsp:nvSpPr>
        <dsp:cNvPr id="0" name=""/>
        <dsp:cNvSpPr/>
      </dsp:nvSpPr>
      <dsp:spPr>
        <a:xfrm>
          <a:off x="3816828" y="1065756"/>
          <a:ext cx="6803535" cy="483146"/>
        </a:xfrm>
        <a:prstGeom prst="flowChartProcess">
          <a:avLst/>
        </a:prstGeom>
        <a:solidFill>
          <a:schemeClr val="lt1">
            <a:alpha val="90000"/>
            <a:tint val="40000"/>
            <a:hueOff val="0"/>
            <a:satOff val="0"/>
            <a:lumOff val="0"/>
            <a:alphaOff val="0"/>
          </a:schemeClr>
        </a:solidFill>
        <a:ln w="19050" cap="flat" cmpd="sng" algn="ctr">
          <a:solidFill>
            <a:schemeClr val="accent1">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20" tIns="7620" rIns="7620" bIns="7620" numCol="1" spcCol="1270" anchor="ctr" anchorCtr="0">
          <a:noAutofit/>
        </a:bodyPr>
        <a:lstStyle/>
        <a:p>
          <a:pPr marL="274320" lvl="1" indent="-114300" algn="l" defTabSz="533400">
            <a:lnSpc>
              <a:spcPct val="90000"/>
            </a:lnSpc>
            <a:spcBef>
              <a:spcPct val="0"/>
            </a:spcBef>
            <a:spcAft>
              <a:spcPts val="600"/>
            </a:spcAft>
            <a:buNone/>
          </a:pPr>
          <a:r>
            <a:rPr lang="en-US" sz="1200" b="1" kern="1200"/>
            <a:t>Present</a:t>
          </a:r>
          <a:r>
            <a:rPr lang="en-US" sz="1200" kern="1200"/>
            <a:t> the independent auditor’s opinion on the fairness and accuracy of financial</a:t>
          </a:r>
          <a:endParaRPr lang="en-GB" sz="1200" kern="1200"/>
        </a:p>
        <a:p>
          <a:pPr marL="274320" lvl="1" indent="-114300" algn="l" defTabSz="533400">
            <a:lnSpc>
              <a:spcPct val="90000"/>
            </a:lnSpc>
            <a:spcBef>
              <a:spcPct val="0"/>
            </a:spcBef>
            <a:spcAft>
              <a:spcPts val="600"/>
            </a:spcAft>
            <a:buNone/>
          </a:pPr>
          <a:r>
            <a:rPr lang="en-US" sz="1200" kern="1200"/>
            <a:t>statements, ensuring credibility and transparency.</a:t>
          </a:r>
          <a:endParaRPr lang="en-GB" sz="1200" kern="1200"/>
        </a:p>
      </dsp:txBody>
      <dsp:txXfrm>
        <a:off x="3816828" y="1065756"/>
        <a:ext cx="6803535" cy="483146"/>
      </dsp:txXfrm>
    </dsp:sp>
    <dsp:sp modelId="{167AF3FD-54BD-4A95-A1E9-CC4E4892825A}">
      <dsp:nvSpPr>
        <dsp:cNvPr id="0" name=""/>
        <dsp:cNvSpPr/>
      </dsp:nvSpPr>
      <dsp:spPr>
        <a:xfrm>
          <a:off x="718861" y="1065756"/>
          <a:ext cx="3097967" cy="483146"/>
        </a:xfrm>
        <a:prstGeom prst="round2SameRect">
          <a:avLst/>
        </a:prstGeom>
        <a:solidFill>
          <a:schemeClr val="accent1"/>
        </a:solidFill>
        <a:ln w="19050" cap="flat" cmpd="sng" algn="ctr">
          <a:solidFill>
            <a:schemeClr val="bg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22860" rIns="45720" bIns="22860" numCol="1" spcCol="1270" anchor="ctr" anchorCtr="0">
          <a:noAutofit/>
        </a:bodyPr>
        <a:lstStyle/>
        <a:p>
          <a:pPr marL="0" lvl="0" indent="0" algn="ctr" defTabSz="533400">
            <a:lnSpc>
              <a:spcPct val="90000"/>
            </a:lnSpc>
            <a:spcBef>
              <a:spcPct val="0"/>
            </a:spcBef>
            <a:spcAft>
              <a:spcPct val="35000"/>
            </a:spcAft>
            <a:buNone/>
          </a:pPr>
          <a:r>
            <a:rPr lang="en-US" sz="1200" b="0" i="1" kern="1200">
              <a:solidFill>
                <a:schemeClr val="bg1"/>
              </a:solidFill>
              <a:latin typeface="+mn-lt"/>
            </a:rPr>
            <a:t>Auditor’s Report</a:t>
          </a:r>
          <a:endParaRPr lang="en-GB" sz="1200" b="0" i="1" kern="1200">
            <a:solidFill>
              <a:schemeClr val="bg1"/>
            </a:solidFill>
            <a:latin typeface="+mn-lt"/>
          </a:endParaRPr>
        </a:p>
      </dsp:txBody>
      <dsp:txXfrm>
        <a:off x="742446" y="1089341"/>
        <a:ext cx="3050797" cy="459561"/>
      </dsp:txXfrm>
    </dsp:sp>
    <dsp:sp modelId="{890E4190-3DDA-4DFF-B949-9AF22E6AAB20}">
      <dsp:nvSpPr>
        <dsp:cNvPr id="0" name=""/>
        <dsp:cNvSpPr/>
      </dsp:nvSpPr>
      <dsp:spPr>
        <a:xfrm>
          <a:off x="3816828" y="1597218"/>
          <a:ext cx="6803535" cy="483146"/>
        </a:xfrm>
        <a:prstGeom prst="flowChartProcess">
          <a:avLst/>
        </a:prstGeom>
        <a:solidFill>
          <a:schemeClr val="lt1">
            <a:alpha val="90000"/>
            <a:tint val="40000"/>
            <a:hueOff val="0"/>
            <a:satOff val="0"/>
            <a:lumOff val="0"/>
            <a:alphaOff val="0"/>
          </a:schemeClr>
        </a:solidFill>
        <a:ln w="19050" cap="flat" cmpd="sng" algn="ctr">
          <a:solidFill>
            <a:schemeClr val="accent1">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20" tIns="7620" rIns="7620" bIns="7620" numCol="1" spcCol="1270" anchor="ctr" anchorCtr="0">
          <a:noAutofit/>
        </a:bodyPr>
        <a:lstStyle/>
        <a:p>
          <a:pPr marL="274320" lvl="1" indent="-114300" algn="l" defTabSz="533400">
            <a:lnSpc>
              <a:spcPct val="90000"/>
            </a:lnSpc>
            <a:spcBef>
              <a:spcPct val="0"/>
            </a:spcBef>
            <a:spcAft>
              <a:spcPts val="600"/>
            </a:spcAft>
            <a:buNone/>
          </a:pPr>
          <a:r>
            <a:rPr lang="en-US" sz="1200" b="1" kern="1200"/>
            <a:t>Explain</a:t>
          </a:r>
          <a:r>
            <a:rPr lang="en-US" sz="1200" kern="1200"/>
            <a:t> management’s perspective on financial performance, strategic priorities and</a:t>
          </a:r>
          <a:endParaRPr lang="en-GB" sz="1200" kern="1200"/>
        </a:p>
        <a:p>
          <a:pPr marL="274320" lvl="1" indent="-114300" algn="l" defTabSz="533400">
            <a:lnSpc>
              <a:spcPct val="90000"/>
            </a:lnSpc>
            <a:spcBef>
              <a:spcPct val="0"/>
            </a:spcBef>
            <a:spcAft>
              <a:spcPts val="600"/>
            </a:spcAft>
            <a:buNone/>
          </a:pPr>
          <a:r>
            <a:rPr lang="en-US" sz="1200" kern="1200"/>
            <a:t>future outlook.</a:t>
          </a:r>
          <a:endParaRPr lang="en-GB" sz="1200" kern="1200"/>
        </a:p>
      </dsp:txBody>
      <dsp:txXfrm>
        <a:off x="3816828" y="1597218"/>
        <a:ext cx="6803535" cy="483146"/>
      </dsp:txXfrm>
    </dsp:sp>
    <dsp:sp modelId="{AA16D711-04C2-4042-9283-AE1E13E4CB3F}">
      <dsp:nvSpPr>
        <dsp:cNvPr id="0" name=""/>
        <dsp:cNvSpPr/>
      </dsp:nvSpPr>
      <dsp:spPr>
        <a:xfrm>
          <a:off x="718861" y="1597218"/>
          <a:ext cx="3097967" cy="483146"/>
        </a:xfrm>
        <a:prstGeom prst="round2SameRect">
          <a:avLst/>
        </a:prstGeom>
        <a:solidFill>
          <a:schemeClr val="bg1">
            <a:lumMod val="95000"/>
          </a:schemeClr>
        </a:solid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22860" rIns="45720" bIns="22860" numCol="1" spcCol="1270" anchor="ctr" anchorCtr="0">
          <a:noAutofit/>
        </a:bodyPr>
        <a:lstStyle/>
        <a:p>
          <a:pPr marL="0" lvl="0" indent="0" algn="ctr" defTabSz="533400">
            <a:lnSpc>
              <a:spcPct val="90000"/>
            </a:lnSpc>
            <a:spcBef>
              <a:spcPct val="0"/>
            </a:spcBef>
            <a:spcAft>
              <a:spcPct val="35000"/>
            </a:spcAft>
            <a:buNone/>
          </a:pPr>
          <a:r>
            <a:rPr lang="en-US" sz="1200" b="0" i="1" kern="1200">
              <a:latin typeface="+mn-lt"/>
            </a:rPr>
            <a:t>Management Discussion and Analysis Report</a:t>
          </a:r>
        </a:p>
      </dsp:txBody>
      <dsp:txXfrm>
        <a:off x="742446" y="1620803"/>
        <a:ext cx="3050797" cy="459561"/>
      </dsp:txXfrm>
    </dsp:sp>
    <dsp:sp modelId="{494805D8-26D3-4F7C-A8EB-A38EAD33499E}">
      <dsp:nvSpPr>
        <dsp:cNvPr id="0" name=""/>
        <dsp:cNvSpPr/>
      </dsp:nvSpPr>
      <dsp:spPr>
        <a:xfrm>
          <a:off x="3816828" y="2128679"/>
          <a:ext cx="6803535" cy="483146"/>
        </a:xfrm>
        <a:prstGeom prst="flowChartProcess">
          <a:avLst/>
        </a:prstGeom>
        <a:solidFill>
          <a:schemeClr val="lt1">
            <a:alpha val="90000"/>
            <a:tint val="40000"/>
            <a:hueOff val="0"/>
            <a:satOff val="0"/>
            <a:lumOff val="0"/>
            <a:alphaOff val="0"/>
          </a:schemeClr>
        </a:solidFill>
        <a:ln w="19050" cap="flat" cmpd="sng" algn="ctr">
          <a:solidFill>
            <a:schemeClr val="accent1">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20" tIns="7620" rIns="7620" bIns="7620" numCol="1" spcCol="1270" anchor="ctr" anchorCtr="0">
          <a:noAutofit/>
        </a:bodyPr>
        <a:lstStyle/>
        <a:p>
          <a:pPr marL="274320" lvl="1" indent="-114300" algn="l" defTabSz="533400">
            <a:lnSpc>
              <a:spcPct val="90000"/>
            </a:lnSpc>
            <a:spcBef>
              <a:spcPct val="0"/>
            </a:spcBef>
            <a:spcAft>
              <a:spcPts val="600"/>
            </a:spcAft>
            <a:buNone/>
          </a:pPr>
          <a:r>
            <a:rPr lang="en-US" sz="1200" b="1" kern="1200"/>
            <a:t>Disclose</a:t>
          </a:r>
          <a:r>
            <a:rPr lang="en-US" sz="1200" kern="1200"/>
            <a:t> governance framework, board composition and compliance with global</a:t>
          </a:r>
          <a:endParaRPr lang="en-GB" sz="1200" kern="1200"/>
        </a:p>
        <a:p>
          <a:pPr marL="274320" lvl="1" indent="-114300" algn="l" defTabSz="533400">
            <a:lnSpc>
              <a:spcPct val="90000"/>
            </a:lnSpc>
            <a:spcBef>
              <a:spcPct val="0"/>
            </a:spcBef>
            <a:spcAft>
              <a:spcPts val="600"/>
            </a:spcAft>
            <a:buNone/>
          </a:pPr>
          <a:r>
            <a:rPr lang="en-US" sz="1200" kern="1200"/>
            <a:t>governance principles (OECD/UK Code).</a:t>
          </a:r>
          <a:endParaRPr lang="en-GB" sz="1200" kern="1200"/>
        </a:p>
      </dsp:txBody>
      <dsp:txXfrm>
        <a:off x="3816828" y="2128679"/>
        <a:ext cx="6803535" cy="483146"/>
      </dsp:txXfrm>
    </dsp:sp>
    <dsp:sp modelId="{B39EEB6B-6ED4-41E4-A4F0-BBCDD704E85A}">
      <dsp:nvSpPr>
        <dsp:cNvPr id="0" name=""/>
        <dsp:cNvSpPr/>
      </dsp:nvSpPr>
      <dsp:spPr>
        <a:xfrm>
          <a:off x="718861" y="2128679"/>
          <a:ext cx="3097967" cy="483146"/>
        </a:xfrm>
        <a:prstGeom prst="round2SameRect">
          <a:avLst/>
        </a:prstGeom>
        <a:solidFill>
          <a:schemeClr val="accent1"/>
        </a:solidFill>
        <a:ln w="19050" cap="flat" cmpd="sng" algn="ctr">
          <a:solidFill>
            <a:schemeClr val="bg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22860" rIns="45720" bIns="22860" numCol="1" spcCol="1270" anchor="ctr" anchorCtr="0">
          <a:noAutofit/>
        </a:bodyPr>
        <a:lstStyle/>
        <a:p>
          <a:pPr marL="0" lvl="0" indent="0" algn="ctr" defTabSz="533400">
            <a:lnSpc>
              <a:spcPct val="90000"/>
            </a:lnSpc>
            <a:spcBef>
              <a:spcPct val="0"/>
            </a:spcBef>
            <a:spcAft>
              <a:spcPct val="35000"/>
            </a:spcAft>
            <a:buNone/>
          </a:pPr>
          <a:r>
            <a:rPr lang="en-US" sz="1200" b="0" i="1" kern="1200">
              <a:solidFill>
                <a:schemeClr val="bg1"/>
              </a:solidFill>
              <a:latin typeface="+mn-lt"/>
            </a:rPr>
            <a:t>Corporate Governance Report / statement</a:t>
          </a:r>
          <a:endParaRPr lang="en-GB" sz="1200" b="0" i="1" kern="1200">
            <a:solidFill>
              <a:schemeClr val="bg1"/>
            </a:solidFill>
            <a:latin typeface="+mn-lt"/>
          </a:endParaRPr>
        </a:p>
      </dsp:txBody>
      <dsp:txXfrm>
        <a:off x="742446" y="2152264"/>
        <a:ext cx="3050797" cy="459561"/>
      </dsp:txXfrm>
    </dsp:sp>
    <dsp:sp modelId="{A5CB88AF-8E0C-428E-BC9E-D64C1DF9B8AA}">
      <dsp:nvSpPr>
        <dsp:cNvPr id="0" name=""/>
        <dsp:cNvSpPr/>
      </dsp:nvSpPr>
      <dsp:spPr>
        <a:xfrm>
          <a:off x="3816828" y="2660141"/>
          <a:ext cx="6803535" cy="483146"/>
        </a:xfrm>
        <a:prstGeom prst="flowChartProcess">
          <a:avLst/>
        </a:prstGeom>
        <a:solidFill>
          <a:schemeClr val="lt1">
            <a:alpha val="90000"/>
            <a:tint val="40000"/>
            <a:hueOff val="0"/>
            <a:satOff val="0"/>
            <a:lumOff val="0"/>
            <a:alphaOff val="0"/>
          </a:schemeClr>
        </a:solidFill>
        <a:ln w="19050" cap="flat" cmpd="sng" algn="ctr">
          <a:solidFill>
            <a:schemeClr val="accent1">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20" tIns="7620" rIns="7620" bIns="7620" numCol="1" spcCol="1270" anchor="ctr" anchorCtr="0">
          <a:noAutofit/>
        </a:bodyPr>
        <a:lstStyle/>
        <a:p>
          <a:pPr marL="274320" lvl="1" indent="-114300" algn="l" defTabSz="533400">
            <a:lnSpc>
              <a:spcPct val="90000"/>
            </a:lnSpc>
            <a:spcBef>
              <a:spcPct val="0"/>
            </a:spcBef>
            <a:spcAft>
              <a:spcPts val="600"/>
            </a:spcAft>
            <a:buNone/>
          </a:pPr>
          <a:r>
            <a:rPr lang="en-US" sz="1200" b="1" kern="1200"/>
            <a:t>Highlight</a:t>
          </a:r>
          <a:r>
            <a:rPr lang="en-US" sz="1200" kern="1200"/>
            <a:t> transactions with promoters, subsidiaries or affiliates to ensure transparency and</a:t>
          </a:r>
          <a:endParaRPr lang="en-GB" sz="1200" kern="1200"/>
        </a:p>
        <a:p>
          <a:pPr marL="274320" lvl="1" indent="-114300" algn="l" defTabSz="533400">
            <a:lnSpc>
              <a:spcPct val="90000"/>
            </a:lnSpc>
            <a:spcBef>
              <a:spcPct val="0"/>
            </a:spcBef>
            <a:spcAft>
              <a:spcPts val="600"/>
            </a:spcAft>
            <a:buNone/>
          </a:pPr>
          <a:r>
            <a:rPr lang="en-US" sz="1200" kern="1200"/>
            <a:t>prevent conflicts of interest.</a:t>
          </a:r>
          <a:endParaRPr lang="en-GB" sz="1200" kern="1200"/>
        </a:p>
      </dsp:txBody>
      <dsp:txXfrm>
        <a:off x="3816828" y="2660141"/>
        <a:ext cx="6803535" cy="483146"/>
      </dsp:txXfrm>
    </dsp:sp>
    <dsp:sp modelId="{B8FD0CE4-994A-40CB-998C-F75A48BBFBCA}">
      <dsp:nvSpPr>
        <dsp:cNvPr id="0" name=""/>
        <dsp:cNvSpPr/>
      </dsp:nvSpPr>
      <dsp:spPr>
        <a:xfrm>
          <a:off x="718861" y="2660141"/>
          <a:ext cx="3097967" cy="483146"/>
        </a:xfrm>
        <a:prstGeom prst="round2SameRect">
          <a:avLst/>
        </a:prstGeom>
        <a:solidFill>
          <a:schemeClr val="bg1">
            <a:lumMod val="95000"/>
          </a:schemeClr>
        </a:solid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22860" rIns="45720" bIns="22860" numCol="1" spcCol="1270" anchor="ctr" anchorCtr="0">
          <a:noAutofit/>
        </a:bodyPr>
        <a:lstStyle/>
        <a:p>
          <a:pPr marL="0" lvl="0" indent="0" algn="ctr" defTabSz="533400">
            <a:lnSpc>
              <a:spcPct val="90000"/>
            </a:lnSpc>
            <a:spcBef>
              <a:spcPct val="0"/>
            </a:spcBef>
            <a:spcAft>
              <a:spcPct val="35000"/>
            </a:spcAft>
            <a:buNone/>
          </a:pPr>
          <a:r>
            <a:rPr lang="en-US" sz="1200" b="0" i="1" kern="1200">
              <a:latin typeface="+mn-lt"/>
            </a:rPr>
            <a:t>Related Party Disclosures</a:t>
          </a:r>
          <a:endParaRPr lang="en-GB" sz="1200" b="0" i="1" kern="1200">
            <a:latin typeface="+mn-lt"/>
          </a:endParaRPr>
        </a:p>
      </dsp:txBody>
      <dsp:txXfrm>
        <a:off x="742446" y="2683726"/>
        <a:ext cx="3050797" cy="459561"/>
      </dsp:txXfrm>
    </dsp:sp>
    <dsp:sp modelId="{BC09FACC-64A8-4FA2-A3EC-4C06F9C6AAB1}">
      <dsp:nvSpPr>
        <dsp:cNvPr id="0" name=""/>
        <dsp:cNvSpPr/>
      </dsp:nvSpPr>
      <dsp:spPr>
        <a:xfrm>
          <a:off x="3816828" y="3191603"/>
          <a:ext cx="6803535" cy="483146"/>
        </a:xfrm>
        <a:prstGeom prst="flowChartProcess">
          <a:avLst/>
        </a:prstGeom>
        <a:solidFill>
          <a:schemeClr val="lt1">
            <a:alpha val="90000"/>
            <a:tint val="40000"/>
            <a:hueOff val="0"/>
            <a:satOff val="0"/>
            <a:lumOff val="0"/>
            <a:alphaOff val="0"/>
          </a:schemeClr>
        </a:solidFill>
        <a:ln w="19050" cap="flat" cmpd="sng" algn="ctr">
          <a:solidFill>
            <a:schemeClr val="accent1">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20" tIns="7620" rIns="7620" bIns="7620" numCol="1" spcCol="1270" anchor="ctr" anchorCtr="0">
          <a:noAutofit/>
        </a:bodyPr>
        <a:lstStyle/>
        <a:p>
          <a:pPr marL="274320" lvl="1" indent="-114300" algn="l" defTabSz="533400">
            <a:lnSpc>
              <a:spcPct val="90000"/>
            </a:lnSpc>
            <a:spcBef>
              <a:spcPct val="0"/>
            </a:spcBef>
            <a:spcAft>
              <a:spcPts val="600"/>
            </a:spcAft>
            <a:buNone/>
          </a:pPr>
          <a:r>
            <a:rPr lang="en-US" sz="1200" b="1" kern="1200"/>
            <a:t>Outline</a:t>
          </a:r>
          <a:r>
            <a:rPr lang="en-US" sz="1200" kern="1200"/>
            <a:t> systems and processes ensuring accuracy of financial reporting and prevention of</a:t>
          </a:r>
          <a:endParaRPr lang="en-GB" sz="1200" kern="1200"/>
        </a:p>
        <a:p>
          <a:pPr marL="274320" lvl="1" indent="-114300" algn="l" defTabSz="533400">
            <a:lnSpc>
              <a:spcPct val="90000"/>
            </a:lnSpc>
            <a:spcBef>
              <a:spcPct val="0"/>
            </a:spcBef>
            <a:spcAft>
              <a:spcPts val="600"/>
            </a:spcAft>
            <a:buNone/>
          </a:pPr>
          <a:r>
            <a:rPr lang="en-US" sz="1200" kern="1200"/>
            <a:t>fraud or misstatement.</a:t>
          </a:r>
          <a:endParaRPr lang="en-GB" sz="1200" kern="1200"/>
        </a:p>
      </dsp:txBody>
      <dsp:txXfrm>
        <a:off x="3816828" y="3191603"/>
        <a:ext cx="6803535" cy="483146"/>
      </dsp:txXfrm>
    </dsp:sp>
    <dsp:sp modelId="{B7EC33A8-4DA4-4294-B3DA-0A0E4EE17EBD}">
      <dsp:nvSpPr>
        <dsp:cNvPr id="0" name=""/>
        <dsp:cNvSpPr/>
      </dsp:nvSpPr>
      <dsp:spPr>
        <a:xfrm>
          <a:off x="718861" y="3191603"/>
          <a:ext cx="3097967" cy="483146"/>
        </a:xfrm>
        <a:prstGeom prst="round2SameRect">
          <a:avLst/>
        </a:prstGeom>
        <a:solidFill>
          <a:schemeClr val="accent1"/>
        </a:solidFill>
        <a:ln w="19050" cap="flat" cmpd="sng" algn="ctr">
          <a:solidFill>
            <a:schemeClr val="bg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22860" rIns="45720" bIns="22860" numCol="1" spcCol="1270" anchor="ctr" anchorCtr="0">
          <a:noAutofit/>
        </a:bodyPr>
        <a:lstStyle/>
        <a:p>
          <a:pPr marL="0" lvl="0" indent="0" algn="ctr" defTabSz="533400">
            <a:lnSpc>
              <a:spcPct val="90000"/>
            </a:lnSpc>
            <a:spcBef>
              <a:spcPct val="0"/>
            </a:spcBef>
            <a:spcAft>
              <a:spcPct val="35000"/>
            </a:spcAft>
            <a:buNone/>
          </a:pPr>
          <a:r>
            <a:rPr lang="en-US" sz="1200" b="0" i="1" kern="1200">
              <a:solidFill>
                <a:schemeClr val="bg1"/>
              </a:solidFill>
              <a:latin typeface="+mn-lt"/>
            </a:rPr>
            <a:t>Internal Controls Disclosure</a:t>
          </a:r>
          <a:endParaRPr lang="en-GB" sz="1200" b="0" i="1" kern="1200">
            <a:solidFill>
              <a:schemeClr val="bg1"/>
            </a:solidFill>
            <a:latin typeface="+mn-lt"/>
          </a:endParaRPr>
        </a:p>
      </dsp:txBody>
      <dsp:txXfrm>
        <a:off x="742446" y="3215188"/>
        <a:ext cx="3050797" cy="459561"/>
      </dsp:txXfrm>
    </dsp:sp>
    <dsp:sp modelId="{D9BC776D-0252-4833-BB59-ACD96E76D5BC}">
      <dsp:nvSpPr>
        <dsp:cNvPr id="0" name=""/>
        <dsp:cNvSpPr/>
      </dsp:nvSpPr>
      <dsp:spPr>
        <a:xfrm>
          <a:off x="3816828" y="3723064"/>
          <a:ext cx="6803535" cy="483146"/>
        </a:xfrm>
        <a:prstGeom prst="flowChartProcess">
          <a:avLst/>
        </a:prstGeom>
        <a:solidFill>
          <a:schemeClr val="lt1">
            <a:alpha val="90000"/>
            <a:tint val="40000"/>
            <a:hueOff val="0"/>
            <a:satOff val="0"/>
            <a:lumOff val="0"/>
            <a:alphaOff val="0"/>
          </a:schemeClr>
        </a:solidFill>
        <a:ln w="19050" cap="flat" cmpd="sng" algn="ctr">
          <a:solidFill>
            <a:schemeClr val="accent1">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20" tIns="7620" rIns="7620" bIns="7620" numCol="1" spcCol="1270" anchor="ctr" anchorCtr="0">
          <a:noAutofit/>
        </a:bodyPr>
        <a:lstStyle/>
        <a:p>
          <a:pPr marL="274320" lvl="1" indent="-114300" algn="l" defTabSz="533400">
            <a:lnSpc>
              <a:spcPct val="90000"/>
            </a:lnSpc>
            <a:spcBef>
              <a:spcPct val="0"/>
            </a:spcBef>
            <a:spcAft>
              <a:spcPts val="600"/>
            </a:spcAft>
            <a:buNone/>
          </a:pPr>
          <a:r>
            <a:rPr lang="en-US" sz="1200" b="1" kern="1200"/>
            <a:t>Disclose</a:t>
          </a:r>
          <a:r>
            <a:rPr lang="en-US" sz="1200" kern="1200"/>
            <a:t> ownership structure, including promoter and public shareholdings to enhance</a:t>
          </a:r>
          <a:endParaRPr lang="en-GB" sz="1200" kern="1200"/>
        </a:p>
        <a:p>
          <a:pPr marL="274320" lvl="1" indent="-114300" algn="l" defTabSz="533400">
            <a:lnSpc>
              <a:spcPct val="90000"/>
            </a:lnSpc>
            <a:spcBef>
              <a:spcPct val="0"/>
            </a:spcBef>
            <a:spcAft>
              <a:spcPts val="600"/>
            </a:spcAft>
            <a:buNone/>
          </a:pPr>
          <a:r>
            <a:rPr lang="en-US" sz="1200" kern="1200"/>
            <a:t>investor confidence and accountability.</a:t>
          </a:r>
          <a:endParaRPr lang="en-GB" sz="1200" kern="1200"/>
        </a:p>
      </dsp:txBody>
      <dsp:txXfrm>
        <a:off x="3816828" y="3723064"/>
        <a:ext cx="6803535" cy="483146"/>
      </dsp:txXfrm>
    </dsp:sp>
    <dsp:sp modelId="{31D0B3F9-1AA6-49EB-AA06-57670384D878}">
      <dsp:nvSpPr>
        <dsp:cNvPr id="0" name=""/>
        <dsp:cNvSpPr/>
      </dsp:nvSpPr>
      <dsp:spPr>
        <a:xfrm>
          <a:off x="718861" y="3723064"/>
          <a:ext cx="3097967" cy="483146"/>
        </a:xfrm>
        <a:prstGeom prst="round2SameRect">
          <a:avLst/>
        </a:prstGeom>
        <a:solidFill>
          <a:schemeClr val="bg1">
            <a:lumMod val="95000"/>
          </a:schemeClr>
        </a:solid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22860" rIns="45720" bIns="22860" numCol="1" spcCol="1270" anchor="ctr" anchorCtr="0">
          <a:noAutofit/>
        </a:bodyPr>
        <a:lstStyle/>
        <a:p>
          <a:pPr marL="0" lvl="0" indent="0" algn="ctr" defTabSz="533400">
            <a:lnSpc>
              <a:spcPct val="90000"/>
            </a:lnSpc>
            <a:spcBef>
              <a:spcPct val="0"/>
            </a:spcBef>
            <a:spcAft>
              <a:spcPct val="35000"/>
            </a:spcAft>
            <a:buNone/>
          </a:pPr>
          <a:r>
            <a:rPr lang="en-US" sz="1200" b="0" i="1" kern="1200">
              <a:latin typeface="+mn-lt"/>
            </a:rPr>
            <a:t>Shareholding Pattern</a:t>
          </a:r>
          <a:endParaRPr lang="en-GB" sz="1200" b="0" i="1" kern="1200">
            <a:latin typeface="+mn-lt"/>
          </a:endParaRPr>
        </a:p>
      </dsp:txBody>
      <dsp:txXfrm>
        <a:off x="742446" y="3746649"/>
        <a:ext cx="3050797" cy="459561"/>
      </dsp:txXfrm>
    </dsp:sp>
    <dsp:sp modelId="{F5B04D87-36C9-49A5-937C-00474880897E}">
      <dsp:nvSpPr>
        <dsp:cNvPr id="0" name=""/>
        <dsp:cNvSpPr/>
      </dsp:nvSpPr>
      <dsp:spPr>
        <a:xfrm>
          <a:off x="3816828" y="4254526"/>
          <a:ext cx="6803535" cy="483146"/>
        </a:xfrm>
        <a:prstGeom prst="flowChartProcess">
          <a:avLst/>
        </a:prstGeom>
        <a:solidFill>
          <a:schemeClr val="lt1">
            <a:alpha val="90000"/>
            <a:tint val="40000"/>
            <a:hueOff val="0"/>
            <a:satOff val="0"/>
            <a:lumOff val="0"/>
            <a:alphaOff val="0"/>
          </a:schemeClr>
        </a:solidFill>
        <a:ln w="19050" cap="flat" cmpd="sng" algn="ctr">
          <a:solidFill>
            <a:schemeClr val="accent1">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20" tIns="7620" rIns="7620" bIns="7620" numCol="1" spcCol="1270" anchor="ctr" anchorCtr="0">
          <a:noAutofit/>
        </a:bodyPr>
        <a:lstStyle/>
        <a:p>
          <a:pPr marL="274320" lvl="1" indent="-114300" algn="l" defTabSz="533400">
            <a:lnSpc>
              <a:spcPct val="90000"/>
            </a:lnSpc>
            <a:spcBef>
              <a:spcPct val="0"/>
            </a:spcBef>
            <a:spcAft>
              <a:spcPts val="600"/>
            </a:spcAft>
            <a:buNone/>
          </a:pPr>
          <a:r>
            <a:rPr lang="en-US" sz="1200" b="1" kern="1200"/>
            <a:t>Report</a:t>
          </a:r>
          <a:r>
            <a:rPr lang="en-US" sz="1200" kern="1200"/>
            <a:t> significant corporate developments or risks that could impact stakeholders’</a:t>
          </a:r>
          <a:endParaRPr lang="en-GB" sz="1200" kern="1200"/>
        </a:p>
        <a:p>
          <a:pPr marL="274320" lvl="1" indent="-114300" algn="l" defTabSz="533400">
            <a:lnSpc>
              <a:spcPct val="90000"/>
            </a:lnSpc>
            <a:spcBef>
              <a:spcPct val="0"/>
            </a:spcBef>
            <a:spcAft>
              <a:spcPts val="600"/>
            </a:spcAft>
            <a:buNone/>
          </a:pPr>
          <a:r>
            <a:rPr lang="en-US" sz="1200" kern="1200"/>
            <a:t>decisions as per global listing norms.</a:t>
          </a:r>
          <a:endParaRPr lang="en-GB" sz="1200" kern="1200"/>
        </a:p>
      </dsp:txBody>
      <dsp:txXfrm>
        <a:off x="3816828" y="4254526"/>
        <a:ext cx="6803535" cy="483146"/>
      </dsp:txXfrm>
    </dsp:sp>
    <dsp:sp modelId="{B28E6AB7-CAF3-48D4-8B70-0D9B44A64877}">
      <dsp:nvSpPr>
        <dsp:cNvPr id="0" name=""/>
        <dsp:cNvSpPr/>
      </dsp:nvSpPr>
      <dsp:spPr>
        <a:xfrm>
          <a:off x="718861" y="4254526"/>
          <a:ext cx="3097967" cy="483146"/>
        </a:xfrm>
        <a:prstGeom prst="round2SameRect">
          <a:avLst/>
        </a:prstGeom>
        <a:solidFill>
          <a:schemeClr val="accent1"/>
        </a:solidFill>
        <a:ln w="19050" cap="flat" cmpd="sng" algn="ctr">
          <a:solidFill>
            <a:schemeClr val="bg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22860" rIns="45720" bIns="22860" numCol="1" spcCol="1270" anchor="ctr" anchorCtr="0">
          <a:noAutofit/>
        </a:bodyPr>
        <a:lstStyle/>
        <a:p>
          <a:pPr marL="0" lvl="0" indent="0" algn="ctr" defTabSz="533400">
            <a:lnSpc>
              <a:spcPct val="90000"/>
            </a:lnSpc>
            <a:spcBef>
              <a:spcPct val="0"/>
            </a:spcBef>
            <a:spcAft>
              <a:spcPct val="35000"/>
            </a:spcAft>
            <a:buNone/>
          </a:pPr>
          <a:r>
            <a:rPr lang="en-US" sz="1200" b="0" i="1" kern="1200">
              <a:solidFill>
                <a:schemeClr val="bg1"/>
              </a:solidFill>
              <a:latin typeface="+mn-lt"/>
            </a:rPr>
            <a:t>Material Event Disclosures</a:t>
          </a:r>
          <a:endParaRPr lang="en-GB" sz="1200" b="0" i="1" kern="1200">
            <a:solidFill>
              <a:schemeClr val="bg1"/>
            </a:solidFill>
            <a:latin typeface="+mn-lt"/>
          </a:endParaRPr>
        </a:p>
      </dsp:txBody>
      <dsp:txXfrm>
        <a:off x="742446" y="4278111"/>
        <a:ext cx="3050797" cy="459561"/>
      </dsp:txXfrm>
    </dsp:sp>
    <dsp:sp modelId="{6C6A1DDE-F51A-4FEB-BCA3-EEA6A773F54C}">
      <dsp:nvSpPr>
        <dsp:cNvPr id="0" name=""/>
        <dsp:cNvSpPr/>
      </dsp:nvSpPr>
      <dsp:spPr>
        <a:xfrm>
          <a:off x="3816828" y="4785987"/>
          <a:ext cx="6803535" cy="483146"/>
        </a:xfrm>
        <a:prstGeom prst="flowChartProcess">
          <a:avLst/>
        </a:prstGeom>
        <a:solidFill>
          <a:schemeClr val="lt1">
            <a:alpha val="90000"/>
            <a:tint val="40000"/>
            <a:hueOff val="0"/>
            <a:satOff val="0"/>
            <a:lumOff val="0"/>
            <a:alphaOff val="0"/>
          </a:schemeClr>
        </a:solidFill>
        <a:ln w="19050" cap="flat" cmpd="sng" algn="ctr">
          <a:solidFill>
            <a:schemeClr val="accent1">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20" tIns="7620" rIns="7620" bIns="7620" numCol="1" spcCol="1270" anchor="ctr" anchorCtr="0">
          <a:noAutofit/>
        </a:bodyPr>
        <a:lstStyle/>
        <a:p>
          <a:pPr marL="274320" lvl="1" indent="-114300" algn="l" defTabSz="533400">
            <a:lnSpc>
              <a:spcPct val="90000"/>
            </a:lnSpc>
            <a:spcBef>
              <a:spcPct val="0"/>
            </a:spcBef>
            <a:spcAft>
              <a:spcPts val="600"/>
            </a:spcAft>
            <a:buNone/>
          </a:pPr>
          <a:r>
            <a:rPr lang="en-US" sz="1200" b="1" kern="1200"/>
            <a:t>Provide</a:t>
          </a:r>
          <a:r>
            <a:rPr lang="en-US" sz="1200" kern="1200"/>
            <a:t> environmental, social and governance performance aligned with frameworks like</a:t>
          </a:r>
          <a:endParaRPr lang="en-GB" sz="1200" kern="1200"/>
        </a:p>
        <a:p>
          <a:pPr marL="274320" lvl="1" indent="-114300" algn="l" defTabSz="533400">
            <a:lnSpc>
              <a:spcPct val="90000"/>
            </a:lnSpc>
            <a:spcBef>
              <a:spcPct val="0"/>
            </a:spcBef>
            <a:spcAft>
              <a:spcPts val="600"/>
            </a:spcAft>
            <a:buNone/>
          </a:pPr>
          <a:r>
            <a:rPr lang="en-US" sz="1200" kern="1200"/>
            <a:t>GRI, SASB or TCFD.</a:t>
          </a:r>
          <a:endParaRPr lang="en-GB" sz="1200" kern="1200"/>
        </a:p>
      </dsp:txBody>
      <dsp:txXfrm>
        <a:off x="3816828" y="4785987"/>
        <a:ext cx="6803535" cy="483146"/>
      </dsp:txXfrm>
    </dsp:sp>
    <dsp:sp modelId="{11F3D6B7-A3A7-47AF-A860-7FEE1B31E1F4}">
      <dsp:nvSpPr>
        <dsp:cNvPr id="0" name=""/>
        <dsp:cNvSpPr/>
      </dsp:nvSpPr>
      <dsp:spPr>
        <a:xfrm>
          <a:off x="718861" y="4785987"/>
          <a:ext cx="3097967" cy="483146"/>
        </a:xfrm>
        <a:prstGeom prst="round2SameRect">
          <a:avLst/>
        </a:prstGeom>
        <a:solidFill>
          <a:schemeClr val="bg1">
            <a:lumMod val="95000"/>
          </a:schemeClr>
        </a:solid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22860" rIns="45720" bIns="22860" numCol="1" spcCol="1270" anchor="ctr" anchorCtr="0">
          <a:noAutofit/>
        </a:bodyPr>
        <a:lstStyle/>
        <a:p>
          <a:pPr marL="0" lvl="0" indent="0" algn="ctr" defTabSz="533400">
            <a:lnSpc>
              <a:spcPct val="90000"/>
            </a:lnSpc>
            <a:spcBef>
              <a:spcPct val="0"/>
            </a:spcBef>
            <a:spcAft>
              <a:spcPct val="35000"/>
            </a:spcAft>
            <a:buNone/>
          </a:pPr>
          <a:r>
            <a:rPr lang="en-US" sz="1200" b="0" i="1" kern="1200">
              <a:latin typeface="+mn-lt"/>
            </a:rPr>
            <a:t>Sustainability Reporting</a:t>
          </a:r>
          <a:endParaRPr lang="en-GB" sz="1200" b="0" i="1" kern="1200">
            <a:latin typeface="+mn-lt"/>
          </a:endParaRPr>
        </a:p>
      </dsp:txBody>
      <dsp:txXfrm>
        <a:off x="742446" y="4809572"/>
        <a:ext cx="3050797" cy="459561"/>
      </dsp:txXfrm>
    </dsp:sp>
    <dsp:sp modelId="{BBCCD302-0CF8-461C-A490-C7FBB9A67DBA}">
      <dsp:nvSpPr>
        <dsp:cNvPr id="0" name=""/>
        <dsp:cNvSpPr/>
      </dsp:nvSpPr>
      <dsp:spPr>
        <a:xfrm>
          <a:off x="3816828" y="5317449"/>
          <a:ext cx="6803535" cy="483146"/>
        </a:xfrm>
        <a:prstGeom prst="flowChartProcess">
          <a:avLst/>
        </a:prstGeom>
        <a:solidFill>
          <a:schemeClr val="lt1">
            <a:alpha val="90000"/>
            <a:tint val="40000"/>
            <a:hueOff val="0"/>
            <a:satOff val="0"/>
            <a:lumOff val="0"/>
            <a:alphaOff val="0"/>
          </a:schemeClr>
        </a:solidFill>
        <a:ln w="19050" cap="flat" cmpd="sng" algn="ctr">
          <a:solidFill>
            <a:schemeClr val="accent1">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20" tIns="7620" rIns="7620" bIns="7620" numCol="1" spcCol="1270" anchor="ctr" anchorCtr="0">
          <a:noAutofit/>
        </a:bodyPr>
        <a:lstStyle/>
        <a:p>
          <a:pPr marL="274320" lvl="1" indent="-114300" algn="l" defTabSz="533400">
            <a:lnSpc>
              <a:spcPct val="90000"/>
            </a:lnSpc>
            <a:spcBef>
              <a:spcPct val="0"/>
            </a:spcBef>
            <a:spcAft>
              <a:spcPts val="600"/>
            </a:spcAft>
            <a:buNone/>
          </a:pPr>
          <a:r>
            <a:rPr lang="en-US" sz="1200" b="1" kern="1200"/>
            <a:t>Identify</a:t>
          </a:r>
          <a:r>
            <a:rPr lang="en-US" sz="1200" kern="1200"/>
            <a:t> key operational, financial and market risks with mitigation strategies to help</a:t>
          </a:r>
          <a:endParaRPr lang="en-GB" sz="1200" kern="1200"/>
        </a:p>
        <a:p>
          <a:pPr marL="274320" lvl="1" indent="-114300" algn="l" defTabSz="533400">
            <a:lnSpc>
              <a:spcPct val="90000"/>
            </a:lnSpc>
            <a:spcBef>
              <a:spcPct val="0"/>
            </a:spcBef>
            <a:spcAft>
              <a:spcPts val="600"/>
            </a:spcAft>
            <a:buNone/>
          </a:pPr>
          <a:r>
            <a:rPr lang="en-US" sz="1200" kern="1200"/>
            <a:t>investors assess exposure.</a:t>
          </a:r>
          <a:endParaRPr lang="en-GB" sz="1200" kern="1200"/>
        </a:p>
      </dsp:txBody>
      <dsp:txXfrm>
        <a:off x="3816828" y="5317449"/>
        <a:ext cx="6803535" cy="483146"/>
      </dsp:txXfrm>
    </dsp:sp>
    <dsp:sp modelId="{1D858B47-8FAE-46DA-AE92-D0FDB176A4E3}">
      <dsp:nvSpPr>
        <dsp:cNvPr id="0" name=""/>
        <dsp:cNvSpPr/>
      </dsp:nvSpPr>
      <dsp:spPr>
        <a:xfrm>
          <a:off x="718861" y="5317449"/>
          <a:ext cx="3097967" cy="483146"/>
        </a:xfrm>
        <a:prstGeom prst="round2SameRect">
          <a:avLst/>
        </a:prstGeom>
        <a:solidFill>
          <a:schemeClr val="accent1"/>
        </a:solidFill>
        <a:ln w="19050" cap="flat" cmpd="sng" algn="ctr">
          <a:solidFill>
            <a:schemeClr val="bg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22860" rIns="45720" bIns="22860" numCol="1" spcCol="1270" anchor="ctr" anchorCtr="0">
          <a:noAutofit/>
        </a:bodyPr>
        <a:lstStyle/>
        <a:p>
          <a:pPr marL="0" lvl="0" indent="0" algn="ctr" defTabSz="622300">
            <a:lnSpc>
              <a:spcPct val="90000"/>
            </a:lnSpc>
            <a:spcBef>
              <a:spcPct val="0"/>
            </a:spcBef>
            <a:spcAft>
              <a:spcPct val="35000"/>
            </a:spcAft>
            <a:buNone/>
          </a:pPr>
          <a:r>
            <a:rPr lang="en-US" sz="1200" b="0" i="1" kern="1200">
              <a:solidFill>
                <a:srgbClr val="FFFFFF"/>
              </a:solidFill>
              <a:latin typeface="+mn-lt"/>
              <a:ea typeface="+mn-ea"/>
              <a:cs typeface="+mn-cs"/>
            </a:rPr>
            <a:t>Risk &amp; Concerns </a:t>
          </a:r>
          <a:endParaRPr lang="en-GB" sz="1200" b="0" i="1" kern="1200">
            <a:solidFill>
              <a:srgbClr val="FFFFFF"/>
            </a:solidFill>
            <a:latin typeface="+mn-lt"/>
            <a:ea typeface="+mn-ea"/>
            <a:cs typeface="+mn-cs"/>
          </a:endParaRPr>
        </a:p>
      </dsp:txBody>
      <dsp:txXfrm>
        <a:off x="742446" y="5341034"/>
        <a:ext cx="3050797" cy="45956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B3CE0A6-7C6C-424D-B584-3F7492B7A33D}">
      <dsp:nvSpPr>
        <dsp:cNvPr id="0" name=""/>
        <dsp:cNvSpPr/>
      </dsp:nvSpPr>
      <dsp:spPr>
        <a:xfrm rot="5400000">
          <a:off x="7592871" y="-3387231"/>
          <a:ext cx="476033" cy="7370247"/>
        </a:xfrm>
        <a:prstGeom prst="round2SameRect">
          <a:avLst/>
        </a:prstGeom>
        <a:solidFill>
          <a:srgbClr val="FFFFFF">
            <a:alpha val="90000"/>
          </a:srgbClr>
        </a:solidFill>
        <a:ln w="19050" cap="flat" cmpd="sng" algn="ctr">
          <a:solidFill>
            <a:schemeClr val="accent1">
              <a:alpha val="90000"/>
            </a:schemeClr>
          </a:solidFill>
          <a:prstDash val="solid"/>
          <a:miter lim="800000"/>
        </a:ln>
        <a:effectLst>
          <a:outerShdw blurRad="63500" sx="102000" sy="102000" algn="ctr" rotWithShape="0">
            <a:prstClr val="black">
              <a:alpha val="40000"/>
            </a:prstClr>
          </a:outerShdw>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14300" lvl="1" indent="-114300" algn="just" defTabSz="533400">
            <a:lnSpc>
              <a:spcPct val="90000"/>
            </a:lnSpc>
            <a:spcBef>
              <a:spcPct val="0"/>
            </a:spcBef>
            <a:spcAft>
              <a:spcPct val="15000"/>
            </a:spcAft>
            <a:buFontTx/>
            <a:buNone/>
          </a:pPr>
          <a:r>
            <a:rPr lang="en-US" sz="1200" kern="1200"/>
            <a:t>  To </a:t>
          </a:r>
          <a:r>
            <a:rPr lang="en-US" sz="1200" b="1" kern="1200"/>
            <a:t>ensure</a:t>
          </a:r>
          <a:r>
            <a:rPr lang="en-US" sz="1200" kern="1200"/>
            <a:t> that all financial statements and records reflect true and fair financial performance and position of the company.</a:t>
          </a:r>
        </a:p>
      </dsp:txBody>
      <dsp:txXfrm rot="-5400000">
        <a:off x="4145764" y="83114"/>
        <a:ext cx="7347009" cy="429557"/>
      </dsp:txXfrm>
    </dsp:sp>
    <dsp:sp modelId="{61B135B5-387F-4C75-9839-0D37104204DC}">
      <dsp:nvSpPr>
        <dsp:cNvPr id="0" name=""/>
        <dsp:cNvSpPr/>
      </dsp:nvSpPr>
      <dsp:spPr>
        <a:xfrm>
          <a:off x="0" y="371"/>
          <a:ext cx="4145764" cy="595042"/>
        </a:xfrm>
        <a:prstGeom prst="roundRect">
          <a:avLst/>
        </a:prstGeom>
        <a:solidFill>
          <a:schemeClr val="accent1">
            <a:alpha val="9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22860" rIns="45720" bIns="22860" numCol="1" spcCol="1270" anchor="ctr" anchorCtr="0">
          <a:noAutofit/>
        </a:bodyPr>
        <a:lstStyle/>
        <a:p>
          <a:pPr marL="0" lvl="0" indent="0" algn="ctr" defTabSz="533400">
            <a:lnSpc>
              <a:spcPct val="90000"/>
            </a:lnSpc>
            <a:spcBef>
              <a:spcPct val="0"/>
            </a:spcBef>
            <a:spcAft>
              <a:spcPct val="35000"/>
            </a:spcAft>
            <a:buNone/>
          </a:pPr>
          <a:r>
            <a:rPr lang="en-US" sz="1200" b="1" kern="1200"/>
            <a:t>Reliability of Financial Reporting</a:t>
          </a:r>
        </a:p>
      </dsp:txBody>
      <dsp:txXfrm>
        <a:off x="29048" y="29419"/>
        <a:ext cx="4087668" cy="536946"/>
      </dsp:txXfrm>
    </dsp:sp>
    <dsp:sp modelId="{EE9470F3-9FEC-45E2-B346-12A6C3C07EE0}">
      <dsp:nvSpPr>
        <dsp:cNvPr id="0" name=""/>
        <dsp:cNvSpPr/>
      </dsp:nvSpPr>
      <dsp:spPr>
        <a:xfrm rot="5400000">
          <a:off x="7592871" y="-2762437"/>
          <a:ext cx="476033" cy="7370247"/>
        </a:xfrm>
        <a:prstGeom prst="round2SameRect">
          <a:avLst/>
        </a:prstGeom>
        <a:solidFill>
          <a:srgbClr val="FFFFFF">
            <a:alpha val="90000"/>
          </a:srgbClr>
        </a:solidFill>
        <a:ln w="19050" cap="flat" cmpd="sng" algn="ctr">
          <a:solidFill>
            <a:schemeClr val="accent1">
              <a:alpha val="90000"/>
            </a:schemeClr>
          </a:solidFill>
          <a:prstDash val="solid"/>
          <a:miter lim="800000"/>
        </a:ln>
        <a:effectLst>
          <a:outerShdw blurRad="63500" sx="102000" sy="102000" algn="ctr" rotWithShape="0">
            <a:prstClr val="black">
              <a:alpha val="40000"/>
            </a:prstClr>
          </a:outerShdw>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14300" lvl="1" indent="-114300" algn="just" defTabSz="533400">
            <a:lnSpc>
              <a:spcPct val="90000"/>
            </a:lnSpc>
            <a:spcBef>
              <a:spcPct val="0"/>
            </a:spcBef>
            <a:spcAft>
              <a:spcPct val="15000"/>
            </a:spcAft>
            <a:buNone/>
          </a:pPr>
          <a:r>
            <a:rPr lang="en-US" sz="1200" kern="1200"/>
            <a:t>  To </a:t>
          </a:r>
          <a:r>
            <a:rPr lang="en-US" sz="1200" b="1" kern="1200"/>
            <a:t>ensure</a:t>
          </a:r>
          <a:r>
            <a:rPr lang="en-US" sz="1200" kern="1200"/>
            <a:t> that all financial transactions and operations comply with applicable legal, regulatory and internal policy requirements.</a:t>
          </a:r>
        </a:p>
      </dsp:txBody>
      <dsp:txXfrm rot="-5400000">
        <a:off x="4145764" y="707908"/>
        <a:ext cx="7347009" cy="429557"/>
      </dsp:txXfrm>
    </dsp:sp>
    <dsp:sp modelId="{D93F301E-B800-47DE-BAD8-37F2930A7F55}">
      <dsp:nvSpPr>
        <dsp:cNvPr id="0" name=""/>
        <dsp:cNvSpPr/>
      </dsp:nvSpPr>
      <dsp:spPr>
        <a:xfrm>
          <a:off x="0" y="625165"/>
          <a:ext cx="4145764" cy="595042"/>
        </a:xfrm>
        <a:prstGeom prst="roundRect">
          <a:avLst/>
        </a:prstGeom>
        <a:solidFill>
          <a:schemeClr val="accent1">
            <a:alpha val="90000"/>
            <a:hueOff val="0"/>
            <a:satOff val="0"/>
            <a:lumOff val="0"/>
            <a:alphaOff val="-6667"/>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22860" rIns="45720" bIns="22860" numCol="1" spcCol="1270" anchor="ctr" anchorCtr="0">
          <a:noAutofit/>
        </a:bodyPr>
        <a:lstStyle/>
        <a:p>
          <a:pPr marL="0" lvl="0" indent="0" algn="ctr" defTabSz="533400">
            <a:lnSpc>
              <a:spcPct val="90000"/>
            </a:lnSpc>
            <a:spcBef>
              <a:spcPct val="0"/>
            </a:spcBef>
            <a:spcAft>
              <a:spcPct val="35000"/>
            </a:spcAft>
            <a:buNone/>
          </a:pPr>
          <a:r>
            <a:rPr lang="en-US" sz="1200" b="1" kern="1200"/>
            <a:t>Compliance with Laws and Regulations</a:t>
          </a:r>
        </a:p>
      </dsp:txBody>
      <dsp:txXfrm>
        <a:off x="29048" y="654213"/>
        <a:ext cx="4087668" cy="536946"/>
      </dsp:txXfrm>
    </dsp:sp>
    <dsp:sp modelId="{CC026852-29B5-46C6-B606-A8BA63D320A4}">
      <dsp:nvSpPr>
        <dsp:cNvPr id="0" name=""/>
        <dsp:cNvSpPr/>
      </dsp:nvSpPr>
      <dsp:spPr>
        <a:xfrm rot="5400000">
          <a:off x="7592871" y="-2137643"/>
          <a:ext cx="476033" cy="7370247"/>
        </a:xfrm>
        <a:prstGeom prst="round2SameRect">
          <a:avLst/>
        </a:prstGeom>
        <a:solidFill>
          <a:srgbClr val="FFFFFF">
            <a:alpha val="90000"/>
          </a:srgbClr>
        </a:solidFill>
        <a:ln w="19050" cap="flat" cmpd="sng" algn="ctr">
          <a:solidFill>
            <a:schemeClr val="accent1">
              <a:alpha val="90000"/>
            </a:schemeClr>
          </a:solidFill>
          <a:prstDash val="solid"/>
          <a:miter lim="800000"/>
        </a:ln>
        <a:effectLst>
          <a:outerShdw blurRad="63500" sx="102000" sy="102000" algn="ctr" rotWithShape="0">
            <a:prstClr val="black">
              <a:alpha val="40000"/>
            </a:prstClr>
          </a:outerShdw>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14300" lvl="1" indent="-114300" algn="just" defTabSz="533400">
            <a:lnSpc>
              <a:spcPct val="90000"/>
            </a:lnSpc>
            <a:spcBef>
              <a:spcPct val="0"/>
            </a:spcBef>
            <a:spcAft>
              <a:spcPct val="15000"/>
            </a:spcAft>
            <a:buClrTx/>
            <a:buSzTx/>
            <a:buFontTx/>
            <a:buNone/>
          </a:pPr>
          <a:r>
            <a:rPr kumimoji="0" lang="en-US" altLang="en-US" sz="1200" b="0" i="0" u="none" strike="noStrike" kern="1200" cap="none" normalizeH="0" baseline="0">
              <a:ln/>
              <a:effectLst/>
              <a:latin typeface="Arial" panose="020B0604020202020204" pitchFamily="34" charset="0"/>
            </a:rPr>
            <a:t>  To </a:t>
          </a:r>
          <a:r>
            <a:rPr kumimoji="0" lang="en-US" altLang="en-US" sz="1200" b="1" i="0" u="none" strike="noStrike" kern="1200" cap="none" normalizeH="0" baseline="0">
              <a:ln/>
              <a:effectLst/>
              <a:latin typeface="Arial" panose="020B0604020202020204" pitchFamily="34" charset="0"/>
            </a:rPr>
            <a:t>prevent</a:t>
          </a:r>
          <a:r>
            <a:rPr kumimoji="0" lang="en-US" altLang="en-US" sz="1200" b="0" i="0" u="none" strike="noStrike" kern="1200" cap="none" normalizeH="0" baseline="0">
              <a:ln/>
              <a:effectLst/>
              <a:latin typeface="Arial" panose="020B0604020202020204" pitchFamily="34" charset="0"/>
            </a:rPr>
            <a:t> misuse, theft or unauthorized disposal of the company’s assets.</a:t>
          </a:r>
          <a:endParaRPr lang="en-US" sz="1200" kern="1200"/>
        </a:p>
      </dsp:txBody>
      <dsp:txXfrm rot="-5400000">
        <a:off x="4145764" y="1332702"/>
        <a:ext cx="7347009" cy="429557"/>
      </dsp:txXfrm>
    </dsp:sp>
    <dsp:sp modelId="{2D41A68E-A3A8-41EF-8A53-28246CD4A811}">
      <dsp:nvSpPr>
        <dsp:cNvPr id="0" name=""/>
        <dsp:cNvSpPr/>
      </dsp:nvSpPr>
      <dsp:spPr>
        <a:xfrm>
          <a:off x="0" y="1249959"/>
          <a:ext cx="4145764" cy="595042"/>
        </a:xfrm>
        <a:prstGeom prst="roundRect">
          <a:avLst/>
        </a:prstGeom>
        <a:solidFill>
          <a:schemeClr val="accent1">
            <a:alpha val="90000"/>
            <a:hueOff val="0"/>
            <a:satOff val="0"/>
            <a:lumOff val="0"/>
            <a:alphaOff val="-13333"/>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22860" rIns="45720" bIns="22860" numCol="1" spcCol="1270" anchor="ctr" anchorCtr="0">
          <a:noAutofit/>
        </a:bodyPr>
        <a:lstStyle/>
        <a:p>
          <a:pPr marL="0" lvl="0" indent="0" algn="ctr" defTabSz="533400">
            <a:lnSpc>
              <a:spcPct val="90000"/>
            </a:lnSpc>
            <a:spcBef>
              <a:spcPct val="0"/>
            </a:spcBef>
            <a:spcAft>
              <a:spcPct val="35000"/>
            </a:spcAft>
            <a:buNone/>
          </a:pPr>
          <a:r>
            <a:rPr lang="en-US" sz="1200" b="1" kern="1200"/>
            <a:t>Safeguarding of Assets</a:t>
          </a:r>
        </a:p>
      </dsp:txBody>
      <dsp:txXfrm>
        <a:off x="29048" y="1279007"/>
        <a:ext cx="4087668" cy="536946"/>
      </dsp:txXfrm>
    </dsp:sp>
    <dsp:sp modelId="{CAE58F08-0371-4C85-8034-CA4395405493}">
      <dsp:nvSpPr>
        <dsp:cNvPr id="0" name=""/>
        <dsp:cNvSpPr/>
      </dsp:nvSpPr>
      <dsp:spPr>
        <a:xfrm rot="5400000">
          <a:off x="7592871" y="-1512848"/>
          <a:ext cx="476033" cy="7370247"/>
        </a:xfrm>
        <a:prstGeom prst="round2SameRect">
          <a:avLst/>
        </a:prstGeom>
        <a:solidFill>
          <a:srgbClr val="FFFFFF">
            <a:alpha val="90000"/>
          </a:srgbClr>
        </a:solidFill>
        <a:ln w="19050" cap="flat" cmpd="sng" algn="ctr">
          <a:solidFill>
            <a:schemeClr val="accent1">
              <a:alpha val="90000"/>
            </a:schemeClr>
          </a:solidFill>
          <a:prstDash val="solid"/>
          <a:miter lim="800000"/>
        </a:ln>
        <a:effectLst>
          <a:outerShdw blurRad="63500" sx="102000" sy="102000" algn="ctr" rotWithShape="0">
            <a:prstClr val="black">
              <a:alpha val="40000"/>
            </a:prstClr>
          </a:outerShdw>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14300" lvl="1" indent="-114300" algn="just" defTabSz="533400">
            <a:lnSpc>
              <a:spcPct val="90000"/>
            </a:lnSpc>
            <a:spcBef>
              <a:spcPct val="0"/>
            </a:spcBef>
            <a:spcAft>
              <a:spcPct val="15000"/>
            </a:spcAft>
            <a:buFontTx/>
            <a:buNone/>
          </a:pPr>
          <a:r>
            <a:rPr lang="en-US" sz="1200" kern="1200"/>
            <a:t>  To </a:t>
          </a:r>
          <a:r>
            <a:rPr lang="en-US" sz="1200" b="1" kern="1200"/>
            <a:t>enable </a:t>
          </a:r>
          <a:r>
            <a:rPr lang="en-US" sz="1200" kern="1200"/>
            <a:t>management to make informed decisions based on timely, reliable and relevant financial data.</a:t>
          </a:r>
        </a:p>
      </dsp:txBody>
      <dsp:txXfrm rot="-5400000">
        <a:off x="4145764" y="1957497"/>
        <a:ext cx="7347009" cy="429557"/>
      </dsp:txXfrm>
    </dsp:sp>
    <dsp:sp modelId="{7CF7BF99-5FF4-4F82-8931-BA77667FEF49}">
      <dsp:nvSpPr>
        <dsp:cNvPr id="0" name=""/>
        <dsp:cNvSpPr/>
      </dsp:nvSpPr>
      <dsp:spPr>
        <a:xfrm>
          <a:off x="0" y="1874753"/>
          <a:ext cx="4145764" cy="595042"/>
        </a:xfrm>
        <a:prstGeom prst="roundRect">
          <a:avLst/>
        </a:prstGeom>
        <a:solidFill>
          <a:schemeClr val="accent1">
            <a:alpha val="90000"/>
            <a:hueOff val="0"/>
            <a:satOff val="0"/>
            <a:lumOff val="0"/>
            <a:alphaOff val="-20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22860" rIns="45720" bIns="22860" numCol="1" spcCol="1270" anchor="ctr" anchorCtr="0">
          <a:noAutofit/>
        </a:bodyPr>
        <a:lstStyle/>
        <a:p>
          <a:pPr marL="0" lvl="0" indent="0" algn="ctr" defTabSz="533400">
            <a:lnSpc>
              <a:spcPct val="90000"/>
            </a:lnSpc>
            <a:spcBef>
              <a:spcPct val="0"/>
            </a:spcBef>
            <a:spcAft>
              <a:spcPct val="35000"/>
            </a:spcAft>
            <a:buNone/>
          </a:pPr>
          <a:r>
            <a:rPr lang="en-US" sz="1200" b="1" kern="1200"/>
            <a:t>Timely and Reliable Information</a:t>
          </a:r>
        </a:p>
      </dsp:txBody>
      <dsp:txXfrm>
        <a:off x="29048" y="1903801"/>
        <a:ext cx="4087668" cy="536946"/>
      </dsp:txXfrm>
    </dsp:sp>
    <dsp:sp modelId="{AE3D8355-0D71-44C8-AC61-332E427D81F0}">
      <dsp:nvSpPr>
        <dsp:cNvPr id="0" name=""/>
        <dsp:cNvSpPr/>
      </dsp:nvSpPr>
      <dsp:spPr>
        <a:xfrm rot="5400000">
          <a:off x="7592871" y="-888054"/>
          <a:ext cx="476033" cy="7370247"/>
        </a:xfrm>
        <a:prstGeom prst="round2SameRect">
          <a:avLst/>
        </a:prstGeom>
        <a:solidFill>
          <a:srgbClr val="FFFFFF">
            <a:alpha val="90000"/>
          </a:srgbClr>
        </a:solidFill>
        <a:ln w="19050" cap="flat" cmpd="sng" algn="ctr">
          <a:solidFill>
            <a:schemeClr val="accent1">
              <a:alpha val="90000"/>
            </a:schemeClr>
          </a:solidFill>
          <a:prstDash val="solid"/>
          <a:miter lim="800000"/>
        </a:ln>
        <a:effectLst>
          <a:outerShdw blurRad="63500" sx="102000" sy="102000" algn="ctr" rotWithShape="0">
            <a:prstClr val="black">
              <a:alpha val="40000"/>
            </a:prstClr>
          </a:outerShdw>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14300" lvl="1" indent="-114300" algn="just" defTabSz="533400">
            <a:lnSpc>
              <a:spcPct val="90000"/>
            </a:lnSpc>
            <a:spcBef>
              <a:spcPct val="0"/>
            </a:spcBef>
            <a:spcAft>
              <a:spcPct val="15000"/>
            </a:spcAft>
            <a:buFontTx/>
            <a:buNone/>
          </a:pPr>
          <a:r>
            <a:rPr lang="en-US" sz="1200" kern="1200"/>
            <a:t>  To </a:t>
          </a:r>
          <a:r>
            <a:rPr lang="en-US" sz="1200" b="1" kern="1200"/>
            <a:t>ensure</a:t>
          </a:r>
          <a:r>
            <a:rPr lang="en-US" sz="1200" kern="1200"/>
            <a:t> that accounting records are complete, accurate, and maintained in accordance with prescribed standards.</a:t>
          </a:r>
        </a:p>
      </dsp:txBody>
      <dsp:txXfrm rot="-5400000">
        <a:off x="4145764" y="2582291"/>
        <a:ext cx="7347009" cy="429557"/>
      </dsp:txXfrm>
    </dsp:sp>
    <dsp:sp modelId="{AD51611F-142D-493E-9EBE-92009ED13F91}">
      <dsp:nvSpPr>
        <dsp:cNvPr id="0" name=""/>
        <dsp:cNvSpPr/>
      </dsp:nvSpPr>
      <dsp:spPr>
        <a:xfrm>
          <a:off x="0" y="2499548"/>
          <a:ext cx="4145764" cy="595042"/>
        </a:xfrm>
        <a:prstGeom prst="roundRect">
          <a:avLst/>
        </a:prstGeom>
        <a:solidFill>
          <a:schemeClr val="accent1">
            <a:alpha val="90000"/>
            <a:hueOff val="0"/>
            <a:satOff val="0"/>
            <a:lumOff val="0"/>
            <a:alphaOff val="-26667"/>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22860" rIns="45720" bIns="22860" numCol="1" spcCol="1270" anchor="ctr" anchorCtr="0">
          <a:noAutofit/>
        </a:bodyPr>
        <a:lstStyle/>
        <a:p>
          <a:pPr marL="0" lvl="0" indent="0" algn="ctr" defTabSz="533400">
            <a:lnSpc>
              <a:spcPct val="90000"/>
            </a:lnSpc>
            <a:spcBef>
              <a:spcPct val="0"/>
            </a:spcBef>
            <a:spcAft>
              <a:spcPct val="35000"/>
            </a:spcAft>
            <a:buNone/>
          </a:pPr>
          <a:r>
            <a:rPr lang="en-US" sz="1200" b="1" kern="1200"/>
            <a:t>Accuracy of Accounting Records</a:t>
          </a:r>
        </a:p>
      </dsp:txBody>
      <dsp:txXfrm>
        <a:off x="29048" y="2528596"/>
        <a:ext cx="4087668" cy="536946"/>
      </dsp:txXfrm>
    </dsp:sp>
    <dsp:sp modelId="{3E92DB33-9CE7-450E-9C12-9747D29A6B2D}">
      <dsp:nvSpPr>
        <dsp:cNvPr id="0" name=""/>
        <dsp:cNvSpPr/>
      </dsp:nvSpPr>
      <dsp:spPr>
        <a:xfrm rot="5400000">
          <a:off x="7592871" y="-263260"/>
          <a:ext cx="476033" cy="7370247"/>
        </a:xfrm>
        <a:prstGeom prst="round2SameRect">
          <a:avLst/>
        </a:prstGeom>
        <a:solidFill>
          <a:srgbClr val="FFFFFF">
            <a:alpha val="90000"/>
          </a:srgbClr>
        </a:solidFill>
        <a:ln w="19050" cap="flat" cmpd="sng" algn="ctr">
          <a:solidFill>
            <a:schemeClr val="accent1">
              <a:alpha val="90000"/>
            </a:schemeClr>
          </a:solidFill>
          <a:prstDash val="solid"/>
          <a:miter lim="800000"/>
        </a:ln>
        <a:effectLst>
          <a:outerShdw blurRad="63500" sx="102000" sy="102000" algn="ctr" rotWithShape="0">
            <a:prstClr val="black">
              <a:alpha val="40000"/>
            </a:prstClr>
          </a:outerShdw>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14300" lvl="1" indent="-114300" algn="just" defTabSz="533400">
            <a:lnSpc>
              <a:spcPct val="90000"/>
            </a:lnSpc>
            <a:spcBef>
              <a:spcPct val="0"/>
            </a:spcBef>
            <a:spcAft>
              <a:spcPct val="15000"/>
            </a:spcAft>
            <a:buFontTx/>
            <a:buNone/>
          </a:pPr>
          <a:r>
            <a:rPr lang="en-US" sz="1200" kern="1200"/>
            <a:t>  To </a:t>
          </a:r>
          <a:r>
            <a:rPr lang="en-US" sz="1200" b="1" kern="1200"/>
            <a:t>identify</a:t>
          </a:r>
          <a:r>
            <a:rPr lang="en-US" sz="1200" kern="1200"/>
            <a:t>, </a:t>
          </a:r>
          <a:r>
            <a:rPr lang="en-US" sz="1200" b="1" kern="1200"/>
            <a:t>prevent</a:t>
          </a:r>
          <a:r>
            <a:rPr lang="en-US" sz="1200" kern="1200"/>
            <a:t> and </a:t>
          </a:r>
          <a:r>
            <a:rPr lang="en-US" sz="1200" b="1" kern="1200"/>
            <a:t>detect</a:t>
          </a:r>
          <a:r>
            <a:rPr lang="en-US" sz="1200" kern="1200"/>
            <a:t> frauds, errors and irregularities in financial and operational activities.</a:t>
          </a:r>
        </a:p>
      </dsp:txBody>
      <dsp:txXfrm rot="-5400000">
        <a:off x="4145764" y="3207085"/>
        <a:ext cx="7347009" cy="429557"/>
      </dsp:txXfrm>
    </dsp:sp>
    <dsp:sp modelId="{9261BDB9-6AD1-4EE7-BCB9-66D2270D1D4E}">
      <dsp:nvSpPr>
        <dsp:cNvPr id="0" name=""/>
        <dsp:cNvSpPr/>
      </dsp:nvSpPr>
      <dsp:spPr>
        <a:xfrm>
          <a:off x="0" y="3124342"/>
          <a:ext cx="4145764" cy="595042"/>
        </a:xfrm>
        <a:prstGeom prst="roundRect">
          <a:avLst/>
        </a:prstGeom>
        <a:solidFill>
          <a:schemeClr val="accent1">
            <a:alpha val="90000"/>
            <a:hueOff val="0"/>
            <a:satOff val="0"/>
            <a:lumOff val="0"/>
            <a:alphaOff val="-33333"/>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22860" rIns="45720" bIns="22860" numCol="1" spcCol="1270" anchor="ctr" anchorCtr="0">
          <a:noAutofit/>
        </a:bodyPr>
        <a:lstStyle/>
        <a:p>
          <a:pPr marL="0" lvl="0" indent="0" algn="ctr" defTabSz="533400">
            <a:lnSpc>
              <a:spcPct val="90000"/>
            </a:lnSpc>
            <a:spcBef>
              <a:spcPct val="0"/>
            </a:spcBef>
            <a:spcAft>
              <a:spcPct val="35000"/>
            </a:spcAft>
            <a:buNone/>
          </a:pPr>
          <a:r>
            <a:rPr lang="en-US" sz="1200" b="1" kern="1200"/>
            <a:t>Fraud Prevention and Detection</a:t>
          </a:r>
        </a:p>
      </dsp:txBody>
      <dsp:txXfrm>
        <a:off x="29048" y="3153390"/>
        <a:ext cx="4087668" cy="536946"/>
      </dsp:txXfrm>
    </dsp:sp>
    <dsp:sp modelId="{FC42DDDC-44B2-42AC-AFE5-B2F3B8CCB934}">
      <dsp:nvSpPr>
        <dsp:cNvPr id="0" name=""/>
        <dsp:cNvSpPr/>
      </dsp:nvSpPr>
      <dsp:spPr>
        <a:xfrm rot="5400000">
          <a:off x="7592871" y="361533"/>
          <a:ext cx="476033" cy="7370247"/>
        </a:xfrm>
        <a:prstGeom prst="round2SameRect">
          <a:avLst/>
        </a:prstGeom>
        <a:solidFill>
          <a:srgbClr val="FFFFFF">
            <a:alpha val="90000"/>
          </a:srgbClr>
        </a:solidFill>
        <a:ln w="19050" cap="flat" cmpd="sng" algn="ctr">
          <a:solidFill>
            <a:schemeClr val="accent1">
              <a:alpha val="90000"/>
            </a:schemeClr>
          </a:solidFill>
          <a:prstDash val="solid"/>
          <a:miter lim="800000"/>
        </a:ln>
        <a:effectLst>
          <a:outerShdw blurRad="63500" sx="102000" sy="102000" algn="ctr" rotWithShape="0">
            <a:prstClr val="black">
              <a:alpha val="40000"/>
            </a:prstClr>
          </a:outerShdw>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14300" lvl="1" indent="-114300" algn="just" defTabSz="533400">
            <a:lnSpc>
              <a:spcPct val="90000"/>
            </a:lnSpc>
            <a:spcBef>
              <a:spcPct val="0"/>
            </a:spcBef>
            <a:spcAft>
              <a:spcPct val="15000"/>
            </a:spcAft>
            <a:buFontTx/>
            <a:buNone/>
          </a:pPr>
          <a:r>
            <a:rPr lang="en-US" sz="1200" kern="1200"/>
            <a:t>  To </a:t>
          </a:r>
          <a:r>
            <a:rPr lang="en-US" sz="1200" b="1" kern="1200"/>
            <a:t>promote</a:t>
          </a:r>
          <a:r>
            <a:rPr lang="en-US" sz="1200" kern="1200"/>
            <a:t> efficiency, effectiveness and accountability in operations by establishing clear financial processes and authority levels.</a:t>
          </a:r>
        </a:p>
      </dsp:txBody>
      <dsp:txXfrm rot="-5400000">
        <a:off x="4145764" y="3831878"/>
        <a:ext cx="7347009" cy="429557"/>
      </dsp:txXfrm>
    </dsp:sp>
    <dsp:sp modelId="{D8FA19AC-105A-4108-B9C8-70EC68ED2B49}">
      <dsp:nvSpPr>
        <dsp:cNvPr id="0" name=""/>
        <dsp:cNvSpPr/>
      </dsp:nvSpPr>
      <dsp:spPr>
        <a:xfrm>
          <a:off x="0" y="3749136"/>
          <a:ext cx="4145764" cy="595042"/>
        </a:xfrm>
        <a:prstGeom prst="roundRect">
          <a:avLst/>
        </a:prstGeom>
        <a:solidFill>
          <a:schemeClr val="accent1">
            <a:alpha val="90000"/>
            <a:hueOff val="0"/>
            <a:satOff val="0"/>
            <a:lumOff val="0"/>
            <a:alphaOff val="-40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22860" rIns="45720" bIns="22860" numCol="1" spcCol="1270" anchor="ctr" anchorCtr="0">
          <a:noAutofit/>
        </a:bodyPr>
        <a:lstStyle/>
        <a:p>
          <a:pPr marL="0" lvl="0" indent="0" algn="ctr" defTabSz="533400">
            <a:lnSpc>
              <a:spcPct val="90000"/>
            </a:lnSpc>
            <a:spcBef>
              <a:spcPct val="0"/>
            </a:spcBef>
            <a:spcAft>
              <a:spcPct val="35000"/>
            </a:spcAft>
            <a:buNone/>
          </a:pPr>
          <a:r>
            <a:rPr lang="en-US" sz="1200" b="1" kern="1200"/>
            <a:t>Operational Efficiency</a:t>
          </a:r>
        </a:p>
      </dsp:txBody>
      <dsp:txXfrm>
        <a:off x="29048" y="3778184"/>
        <a:ext cx="4087668" cy="53694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A98CEFC-F0B2-4B2D-A552-EFAD971C940B}">
      <dsp:nvSpPr>
        <dsp:cNvPr id="0" name=""/>
        <dsp:cNvSpPr/>
      </dsp:nvSpPr>
      <dsp:spPr>
        <a:xfrm rot="5400000">
          <a:off x="320819" y="1277347"/>
          <a:ext cx="964572" cy="1605027"/>
        </a:xfrm>
        <a:prstGeom prst="corner">
          <a:avLst>
            <a:gd name="adj1" fmla="val 16120"/>
            <a:gd name="adj2" fmla="val 16110"/>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sp>
    <dsp:sp modelId="{05459DDB-219C-4149-8BEA-3CEA6BC34AE4}">
      <dsp:nvSpPr>
        <dsp:cNvPr id="0" name=""/>
        <dsp:cNvSpPr/>
      </dsp:nvSpPr>
      <dsp:spPr>
        <a:xfrm>
          <a:off x="159808" y="1756905"/>
          <a:ext cx="1449027" cy="12701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kern="1200">
              <a:solidFill>
                <a:schemeClr val="tx1"/>
              </a:solidFill>
            </a:rPr>
            <a:t>Prevent</a:t>
          </a:r>
        </a:p>
      </dsp:txBody>
      <dsp:txXfrm>
        <a:off x="159808" y="1756905"/>
        <a:ext cx="1449027" cy="1270157"/>
      </dsp:txXfrm>
    </dsp:sp>
    <dsp:sp modelId="{CEFEF978-49C9-4E95-80F8-800054ED8D82}">
      <dsp:nvSpPr>
        <dsp:cNvPr id="0" name=""/>
        <dsp:cNvSpPr/>
      </dsp:nvSpPr>
      <dsp:spPr>
        <a:xfrm>
          <a:off x="1335434" y="1159183"/>
          <a:ext cx="273401" cy="273401"/>
        </a:xfrm>
        <a:prstGeom prst="triangle">
          <a:avLst>
            <a:gd name="adj" fmla="val 100000"/>
          </a:avLst>
        </a:prstGeom>
        <a:solidFill>
          <a:schemeClr val="accent3">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sp>
    <dsp:sp modelId="{37EDC9D6-3A82-4577-9E08-0CB6A1A5073B}">
      <dsp:nvSpPr>
        <dsp:cNvPr id="0" name=""/>
        <dsp:cNvSpPr/>
      </dsp:nvSpPr>
      <dsp:spPr>
        <a:xfrm rot="5400000">
          <a:off x="2094712" y="838396"/>
          <a:ext cx="964572" cy="1605027"/>
        </a:xfrm>
        <a:prstGeom prst="corner">
          <a:avLst>
            <a:gd name="adj1" fmla="val 16120"/>
            <a:gd name="adj2" fmla="val 16110"/>
          </a:avLst>
        </a:prstGeom>
        <a:solidFill>
          <a:schemeClr val="accent4">
            <a:hueOff val="0"/>
            <a:satOff val="0"/>
            <a:lumOff val="0"/>
            <a:alphaOff val="0"/>
          </a:schemeClr>
        </a:solidFill>
        <a:ln w="1905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sp>
    <dsp:sp modelId="{AB6F42CA-C58C-491C-9FF6-77D1A676A9FF}">
      <dsp:nvSpPr>
        <dsp:cNvPr id="0" name=""/>
        <dsp:cNvSpPr/>
      </dsp:nvSpPr>
      <dsp:spPr>
        <a:xfrm>
          <a:off x="1933701" y="1317953"/>
          <a:ext cx="1449027" cy="12701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kern="1200">
              <a:solidFill>
                <a:schemeClr val="tx1"/>
              </a:solidFill>
            </a:rPr>
            <a:t>Detect</a:t>
          </a:r>
        </a:p>
      </dsp:txBody>
      <dsp:txXfrm>
        <a:off x="1933701" y="1317953"/>
        <a:ext cx="1449027" cy="1270157"/>
      </dsp:txXfrm>
    </dsp:sp>
    <dsp:sp modelId="{A1608D06-B50F-4BE3-A33A-BCCEAF05D1B8}">
      <dsp:nvSpPr>
        <dsp:cNvPr id="0" name=""/>
        <dsp:cNvSpPr/>
      </dsp:nvSpPr>
      <dsp:spPr>
        <a:xfrm>
          <a:off x="3109327" y="720232"/>
          <a:ext cx="273401" cy="273401"/>
        </a:xfrm>
        <a:prstGeom prst="triangle">
          <a:avLst>
            <a:gd name="adj" fmla="val 100000"/>
          </a:avLst>
        </a:prstGeom>
        <a:solidFill>
          <a:schemeClr val="accent5">
            <a:hueOff val="0"/>
            <a:satOff val="0"/>
            <a:lumOff val="0"/>
            <a:alphaOff val="0"/>
          </a:schemeClr>
        </a:solidFill>
        <a:ln w="1905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sp>
    <dsp:sp modelId="{B3111319-1EAA-46C7-B208-49BD93346263}">
      <dsp:nvSpPr>
        <dsp:cNvPr id="0" name=""/>
        <dsp:cNvSpPr/>
      </dsp:nvSpPr>
      <dsp:spPr>
        <a:xfrm rot="5400000">
          <a:off x="3868605" y="399444"/>
          <a:ext cx="964572" cy="1605027"/>
        </a:xfrm>
        <a:prstGeom prst="corner">
          <a:avLst>
            <a:gd name="adj1" fmla="val 16120"/>
            <a:gd name="adj2" fmla="val 16110"/>
          </a:avLst>
        </a:prstGeom>
        <a:solidFill>
          <a:schemeClr val="accent6">
            <a:hueOff val="0"/>
            <a:satOff val="0"/>
            <a:lumOff val="0"/>
            <a:alphaOff val="0"/>
          </a:schemeClr>
        </a:solidFill>
        <a:ln w="1905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sp>
    <dsp:sp modelId="{C0232072-C5BF-4433-8A32-D549AD7C11BC}">
      <dsp:nvSpPr>
        <dsp:cNvPr id="0" name=""/>
        <dsp:cNvSpPr/>
      </dsp:nvSpPr>
      <dsp:spPr>
        <a:xfrm>
          <a:off x="3707594" y="879002"/>
          <a:ext cx="1449027" cy="12701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kern="1200">
              <a:solidFill>
                <a:schemeClr val="tx1"/>
              </a:solidFill>
            </a:rPr>
            <a:t>Respond</a:t>
          </a:r>
        </a:p>
      </dsp:txBody>
      <dsp:txXfrm>
        <a:off x="3707594" y="879002"/>
        <a:ext cx="1449027" cy="1270157"/>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FC59FB9-3C7E-4312-A507-52328E29FB39}">
      <dsp:nvSpPr>
        <dsp:cNvPr id="0" name=""/>
        <dsp:cNvSpPr/>
      </dsp:nvSpPr>
      <dsp:spPr>
        <a:xfrm>
          <a:off x="2139833" y="508358"/>
          <a:ext cx="391741" cy="91440"/>
        </a:xfrm>
        <a:custGeom>
          <a:avLst/>
          <a:gdLst/>
          <a:ahLst/>
          <a:cxnLst/>
          <a:rect l="0" t="0" r="0" b="0"/>
          <a:pathLst>
            <a:path>
              <a:moveTo>
                <a:pt x="0" y="45720"/>
              </a:moveTo>
              <a:lnTo>
                <a:pt x="391741" y="45720"/>
              </a:lnTo>
            </a:path>
          </a:pathLst>
        </a:custGeom>
        <a:noFill/>
        <a:ln w="12700" cap="flat" cmpd="sng" algn="ctr">
          <a:solidFill>
            <a:schemeClr val="accent1"/>
          </a:solidFill>
          <a:prstDash val="solid"/>
          <a:miter lim="800000"/>
          <a:tailEnd type="arrow"/>
        </a:ln>
        <a:effectLst/>
      </dsp:spPr>
      <dsp:style>
        <a:lnRef idx="1">
          <a:schemeClr val="accent1"/>
        </a:lnRef>
        <a:fillRef idx="0">
          <a:schemeClr val="accent1"/>
        </a:fillRef>
        <a:effectRef idx="0">
          <a:schemeClr val="accent1"/>
        </a:effectRef>
        <a:fontRef idx="minor">
          <a:schemeClr val="tx1"/>
        </a:fontRef>
      </dsp:style>
      <dsp:txBody>
        <a:bodyPr spcFirstLastPara="0" vert="horz" wrap="square" lIns="12700" tIns="0" rIns="12700" bIns="0" numCol="1" spcCol="1270" anchor="ctr" anchorCtr="0">
          <a:noAutofit/>
        </a:bodyPr>
        <a:lstStyle/>
        <a:p>
          <a:pPr marL="0" lvl="0" indent="0" algn="ctr" defTabSz="622300">
            <a:lnSpc>
              <a:spcPct val="90000"/>
            </a:lnSpc>
            <a:spcBef>
              <a:spcPct val="0"/>
            </a:spcBef>
            <a:spcAft>
              <a:spcPct val="35000"/>
            </a:spcAft>
            <a:buNone/>
          </a:pPr>
          <a:endParaRPr lang="en-US" sz="1400" b="1" kern="1200"/>
        </a:p>
      </dsp:txBody>
      <dsp:txXfrm>
        <a:off x="2325145" y="551966"/>
        <a:ext cx="21117" cy="4223"/>
      </dsp:txXfrm>
    </dsp:sp>
    <dsp:sp modelId="{86183FBC-CD37-47A5-BDCD-1B97169D0826}">
      <dsp:nvSpPr>
        <dsp:cNvPr id="0" name=""/>
        <dsp:cNvSpPr/>
      </dsp:nvSpPr>
      <dsp:spPr>
        <a:xfrm>
          <a:off x="305364" y="3197"/>
          <a:ext cx="1836268" cy="1101761"/>
        </a:xfrm>
        <a:prstGeom prst="rect">
          <a:avLst/>
        </a:prstGeom>
        <a:solidFill>
          <a:schemeClr val="lt1">
            <a:hueOff val="0"/>
            <a:satOff val="0"/>
            <a:lumOff val="0"/>
            <a:alphaOff val="0"/>
          </a:schemeClr>
        </a:solidFill>
        <a:ln w="19050" cap="flat" cmpd="sng" algn="ctr">
          <a:solidFill>
            <a:schemeClr val="accent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99568" rIns="99568" bIns="99568" numCol="1" spcCol="1270" anchor="ctr" anchorCtr="0">
          <a:noAutofit/>
        </a:bodyPr>
        <a:lstStyle/>
        <a:p>
          <a:pPr marL="0" lvl="0" indent="0" algn="ctr" defTabSz="622300">
            <a:lnSpc>
              <a:spcPct val="90000"/>
            </a:lnSpc>
            <a:spcBef>
              <a:spcPct val="0"/>
            </a:spcBef>
            <a:spcAft>
              <a:spcPct val="35000"/>
            </a:spcAft>
            <a:buNone/>
          </a:pPr>
          <a:r>
            <a:rPr lang="en-US" sz="1400" b="1" kern="1200"/>
            <a:t>01 </a:t>
          </a:r>
        </a:p>
        <a:p>
          <a:pPr marL="0" lvl="0" indent="0" algn="ctr" defTabSz="622300">
            <a:lnSpc>
              <a:spcPct val="90000"/>
            </a:lnSpc>
            <a:spcBef>
              <a:spcPct val="0"/>
            </a:spcBef>
            <a:spcAft>
              <a:spcPct val="35000"/>
            </a:spcAft>
            <a:buNone/>
          </a:pPr>
          <a:r>
            <a:rPr lang="en-US" sz="1400" b="1" kern="1200"/>
            <a:t>Governance &amp; Culture </a:t>
          </a:r>
        </a:p>
      </dsp:txBody>
      <dsp:txXfrm>
        <a:off x="305364" y="3197"/>
        <a:ext cx="1836268" cy="1101761"/>
      </dsp:txXfrm>
    </dsp:sp>
    <dsp:sp modelId="{620EB931-7CC8-4C0B-9EC3-C08C99641DE4}">
      <dsp:nvSpPr>
        <dsp:cNvPr id="0" name=""/>
        <dsp:cNvSpPr/>
      </dsp:nvSpPr>
      <dsp:spPr>
        <a:xfrm>
          <a:off x="4398443" y="508358"/>
          <a:ext cx="391741" cy="91440"/>
        </a:xfrm>
        <a:custGeom>
          <a:avLst/>
          <a:gdLst/>
          <a:ahLst/>
          <a:cxnLst/>
          <a:rect l="0" t="0" r="0" b="0"/>
          <a:pathLst>
            <a:path>
              <a:moveTo>
                <a:pt x="0" y="45720"/>
              </a:moveTo>
              <a:lnTo>
                <a:pt x="391741" y="45720"/>
              </a:lnTo>
            </a:path>
          </a:pathLst>
        </a:custGeom>
        <a:noFill/>
        <a:ln w="12700" cap="flat" cmpd="sng" algn="ctr">
          <a:solidFill>
            <a:schemeClr val="accent1"/>
          </a:solidFill>
          <a:prstDash val="solid"/>
          <a:miter lim="800000"/>
          <a:tailEnd type="arrow"/>
        </a:ln>
        <a:effectLst/>
      </dsp:spPr>
      <dsp:style>
        <a:lnRef idx="1">
          <a:schemeClr val="accent1"/>
        </a:lnRef>
        <a:fillRef idx="0">
          <a:schemeClr val="accent1"/>
        </a:fillRef>
        <a:effectRef idx="0">
          <a:schemeClr val="accent1"/>
        </a:effectRef>
        <a:fontRef idx="minor">
          <a:schemeClr val="tx1"/>
        </a:fontRef>
      </dsp:style>
      <dsp:txBody>
        <a:bodyPr spcFirstLastPara="0" vert="horz" wrap="square" lIns="12700" tIns="0" rIns="12700" bIns="0" numCol="1" spcCol="1270" anchor="ctr" anchorCtr="0">
          <a:noAutofit/>
        </a:bodyPr>
        <a:lstStyle/>
        <a:p>
          <a:pPr marL="0" lvl="0" indent="0" algn="ctr" defTabSz="622300">
            <a:lnSpc>
              <a:spcPct val="90000"/>
            </a:lnSpc>
            <a:spcBef>
              <a:spcPct val="0"/>
            </a:spcBef>
            <a:spcAft>
              <a:spcPct val="35000"/>
            </a:spcAft>
            <a:buNone/>
          </a:pPr>
          <a:endParaRPr lang="en-US" sz="1400" b="1" kern="1200"/>
        </a:p>
      </dsp:txBody>
      <dsp:txXfrm>
        <a:off x="4583756" y="551966"/>
        <a:ext cx="21117" cy="4223"/>
      </dsp:txXfrm>
    </dsp:sp>
    <dsp:sp modelId="{451739D3-05B3-41D9-B855-CFE92A7CDD73}">
      <dsp:nvSpPr>
        <dsp:cNvPr id="0" name=""/>
        <dsp:cNvSpPr/>
      </dsp:nvSpPr>
      <dsp:spPr>
        <a:xfrm>
          <a:off x="2563975" y="3197"/>
          <a:ext cx="1836268" cy="1101761"/>
        </a:xfrm>
        <a:prstGeom prst="rect">
          <a:avLst/>
        </a:prstGeom>
        <a:solidFill>
          <a:schemeClr val="lt1">
            <a:hueOff val="0"/>
            <a:satOff val="0"/>
            <a:lumOff val="0"/>
            <a:alphaOff val="0"/>
          </a:schemeClr>
        </a:solidFill>
        <a:ln w="19050" cap="flat" cmpd="sng" algn="ctr">
          <a:solidFill>
            <a:schemeClr val="accent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99568" rIns="99568" bIns="99568" numCol="1" spcCol="1270" anchor="ctr" anchorCtr="0">
          <a:noAutofit/>
        </a:bodyPr>
        <a:lstStyle/>
        <a:p>
          <a:pPr marL="0" lvl="0" indent="0" algn="ctr" defTabSz="622300">
            <a:lnSpc>
              <a:spcPct val="90000"/>
            </a:lnSpc>
            <a:spcBef>
              <a:spcPct val="0"/>
            </a:spcBef>
            <a:spcAft>
              <a:spcPct val="35000"/>
            </a:spcAft>
            <a:buNone/>
          </a:pPr>
          <a:r>
            <a:rPr lang="en-US" sz="1400" b="1" kern="1200"/>
            <a:t>02</a:t>
          </a:r>
        </a:p>
        <a:p>
          <a:pPr marL="0" lvl="0" indent="0" algn="ctr" defTabSz="622300">
            <a:lnSpc>
              <a:spcPct val="90000"/>
            </a:lnSpc>
            <a:spcBef>
              <a:spcPct val="0"/>
            </a:spcBef>
            <a:spcAft>
              <a:spcPct val="35000"/>
            </a:spcAft>
            <a:buNone/>
          </a:pPr>
          <a:r>
            <a:rPr lang="en-US" sz="1400" b="1" kern="1200"/>
            <a:t>Strategy &amp; Risk Appetite</a:t>
          </a:r>
        </a:p>
      </dsp:txBody>
      <dsp:txXfrm>
        <a:off x="2563975" y="3197"/>
        <a:ext cx="1836268" cy="1101761"/>
      </dsp:txXfrm>
    </dsp:sp>
    <dsp:sp modelId="{CC90AD1A-5F59-45C6-B4C1-1DD464456D20}">
      <dsp:nvSpPr>
        <dsp:cNvPr id="0" name=""/>
        <dsp:cNvSpPr/>
      </dsp:nvSpPr>
      <dsp:spPr>
        <a:xfrm>
          <a:off x="1223499" y="1103159"/>
          <a:ext cx="4517220" cy="391741"/>
        </a:xfrm>
        <a:custGeom>
          <a:avLst/>
          <a:gdLst/>
          <a:ahLst/>
          <a:cxnLst/>
          <a:rect l="0" t="0" r="0" b="0"/>
          <a:pathLst>
            <a:path>
              <a:moveTo>
                <a:pt x="4517220" y="0"/>
              </a:moveTo>
              <a:lnTo>
                <a:pt x="4517220" y="212970"/>
              </a:lnTo>
              <a:lnTo>
                <a:pt x="0" y="212970"/>
              </a:lnTo>
              <a:lnTo>
                <a:pt x="0" y="391741"/>
              </a:lnTo>
            </a:path>
          </a:pathLst>
        </a:custGeom>
        <a:noFill/>
        <a:ln w="12700" cap="flat" cmpd="sng" algn="ctr">
          <a:solidFill>
            <a:schemeClr val="accent1"/>
          </a:solidFill>
          <a:prstDash val="solid"/>
          <a:miter lim="800000"/>
          <a:tailEnd type="arrow"/>
        </a:ln>
        <a:effectLst/>
      </dsp:spPr>
      <dsp:style>
        <a:lnRef idx="1">
          <a:schemeClr val="accent1"/>
        </a:lnRef>
        <a:fillRef idx="0">
          <a:schemeClr val="accent1"/>
        </a:fillRef>
        <a:effectRef idx="0">
          <a:schemeClr val="accent1"/>
        </a:effectRef>
        <a:fontRef idx="minor">
          <a:schemeClr val="tx1"/>
        </a:fontRef>
      </dsp:style>
      <dsp:txBody>
        <a:bodyPr spcFirstLastPara="0" vert="horz" wrap="square" lIns="12700" tIns="0" rIns="12700" bIns="0" numCol="1" spcCol="1270" anchor="ctr" anchorCtr="0">
          <a:noAutofit/>
        </a:bodyPr>
        <a:lstStyle/>
        <a:p>
          <a:pPr marL="0" lvl="0" indent="0" algn="ctr" defTabSz="622300">
            <a:lnSpc>
              <a:spcPct val="90000"/>
            </a:lnSpc>
            <a:spcBef>
              <a:spcPct val="0"/>
            </a:spcBef>
            <a:spcAft>
              <a:spcPct val="35000"/>
            </a:spcAft>
            <a:buNone/>
          </a:pPr>
          <a:endParaRPr lang="en-US" sz="1400" b="1" kern="1200"/>
        </a:p>
      </dsp:txBody>
      <dsp:txXfrm>
        <a:off x="3368686" y="1296918"/>
        <a:ext cx="226846" cy="4223"/>
      </dsp:txXfrm>
    </dsp:sp>
    <dsp:sp modelId="{AC53F71D-8210-4BD5-AA30-9B4D79DF0BD5}">
      <dsp:nvSpPr>
        <dsp:cNvPr id="0" name=""/>
        <dsp:cNvSpPr/>
      </dsp:nvSpPr>
      <dsp:spPr>
        <a:xfrm>
          <a:off x="4822585" y="3197"/>
          <a:ext cx="1836268" cy="1101761"/>
        </a:xfrm>
        <a:prstGeom prst="rect">
          <a:avLst/>
        </a:prstGeom>
        <a:solidFill>
          <a:schemeClr val="lt1">
            <a:hueOff val="0"/>
            <a:satOff val="0"/>
            <a:lumOff val="0"/>
            <a:alphaOff val="0"/>
          </a:schemeClr>
        </a:solidFill>
        <a:ln w="19050" cap="flat" cmpd="sng" algn="ctr">
          <a:solidFill>
            <a:schemeClr val="accent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99568" rIns="99568" bIns="99568" numCol="1" spcCol="1270" anchor="ctr" anchorCtr="0">
          <a:noAutofit/>
        </a:bodyPr>
        <a:lstStyle/>
        <a:p>
          <a:pPr marL="0" lvl="0" indent="0" algn="ctr" defTabSz="622300">
            <a:lnSpc>
              <a:spcPct val="90000"/>
            </a:lnSpc>
            <a:spcBef>
              <a:spcPct val="0"/>
            </a:spcBef>
            <a:spcAft>
              <a:spcPct val="35000"/>
            </a:spcAft>
            <a:buNone/>
          </a:pPr>
          <a:r>
            <a:rPr lang="en-US" sz="1400" b="1" kern="1200"/>
            <a:t>03</a:t>
          </a:r>
        </a:p>
        <a:p>
          <a:pPr marL="0" lvl="0" indent="0" algn="ctr" defTabSz="622300">
            <a:lnSpc>
              <a:spcPct val="90000"/>
            </a:lnSpc>
            <a:spcBef>
              <a:spcPct val="0"/>
            </a:spcBef>
            <a:spcAft>
              <a:spcPct val="35000"/>
            </a:spcAft>
            <a:buNone/>
          </a:pPr>
          <a:r>
            <a:rPr lang="en-US" sz="1400" b="1" kern="1200"/>
            <a:t>Risk Identification</a:t>
          </a:r>
        </a:p>
      </dsp:txBody>
      <dsp:txXfrm>
        <a:off x="4822585" y="3197"/>
        <a:ext cx="1836268" cy="1101761"/>
      </dsp:txXfrm>
    </dsp:sp>
    <dsp:sp modelId="{0952EB77-5BFB-4405-94EE-35D60B68B3BE}">
      <dsp:nvSpPr>
        <dsp:cNvPr id="0" name=""/>
        <dsp:cNvSpPr/>
      </dsp:nvSpPr>
      <dsp:spPr>
        <a:xfrm>
          <a:off x="2139833" y="2032461"/>
          <a:ext cx="391741" cy="91440"/>
        </a:xfrm>
        <a:custGeom>
          <a:avLst/>
          <a:gdLst/>
          <a:ahLst/>
          <a:cxnLst/>
          <a:rect l="0" t="0" r="0" b="0"/>
          <a:pathLst>
            <a:path>
              <a:moveTo>
                <a:pt x="0" y="45720"/>
              </a:moveTo>
              <a:lnTo>
                <a:pt x="391741" y="45720"/>
              </a:lnTo>
            </a:path>
          </a:pathLst>
        </a:custGeom>
        <a:noFill/>
        <a:ln w="12700" cap="flat" cmpd="sng" algn="ctr">
          <a:solidFill>
            <a:schemeClr val="accent1"/>
          </a:solidFill>
          <a:prstDash val="solid"/>
          <a:miter lim="800000"/>
          <a:tailEnd type="arrow"/>
        </a:ln>
        <a:effectLst/>
      </dsp:spPr>
      <dsp:style>
        <a:lnRef idx="1">
          <a:schemeClr val="accent1"/>
        </a:lnRef>
        <a:fillRef idx="0">
          <a:schemeClr val="accent1"/>
        </a:fillRef>
        <a:effectRef idx="0">
          <a:schemeClr val="accent1"/>
        </a:effectRef>
        <a:fontRef idx="minor">
          <a:schemeClr val="tx1"/>
        </a:fontRef>
      </dsp:style>
      <dsp:txBody>
        <a:bodyPr spcFirstLastPara="0" vert="horz" wrap="square" lIns="12700" tIns="0" rIns="12700" bIns="0" numCol="1" spcCol="1270" anchor="ctr" anchorCtr="0">
          <a:noAutofit/>
        </a:bodyPr>
        <a:lstStyle/>
        <a:p>
          <a:pPr marL="0" lvl="0" indent="0" algn="ctr" defTabSz="622300">
            <a:lnSpc>
              <a:spcPct val="90000"/>
            </a:lnSpc>
            <a:spcBef>
              <a:spcPct val="0"/>
            </a:spcBef>
            <a:spcAft>
              <a:spcPct val="35000"/>
            </a:spcAft>
            <a:buNone/>
          </a:pPr>
          <a:endParaRPr lang="en-US" sz="1400" b="1" kern="1200"/>
        </a:p>
      </dsp:txBody>
      <dsp:txXfrm>
        <a:off x="2325145" y="2076069"/>
        <a:ext cx="21117" cy="4223"/>
      </dsp:txXfrm>
    </dsp:sp>
    <dsp:sp modelId="{CB973DBB-FE3E-410C-9FF6-1B63C68F98F4}">
      <dsp:nvSpPr>
        <dsp:cNvPr id="0" name=""/>
        <dsp:cNvSpPr/>
      </dsp:nvSpPr>
      <dsp:spPr>
        <a:xfrm>
          <a:off x="305364" y="1527300"/>
          <a:ext cx="1836268" cy="1101761"/>
        </a:xfrm>
        <a:prstGeom prst="rect">
          <a:avLst/>
        </a:prstGeom>
        <a:solidFill>
          <a:schemeClr val="lt1">
            <a:hueOff val="0"/>
            <a:satOff val="0"/>
            <a:lumOff val="0"/>
            <a:alphaOff val="0"/>
          </a:schemeClr>
        </a:solidFill>
        <a:ln w="19050" cap="flat" cmpd="sng" algn="ctr">
          <a:solidFill>
            <a:schemeClr val="accent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99568" rIns="99568" bIns="99568" numCol="1" spcCol="1270" anchor="ctr" anchorCtr="0">
          <a:noAutofit/>
        </a:bodyPr>
        <a:lstStyle/>
        <a:p>
          <a:pPr marL="0" lvl="0" indent="0" algn="ctr" defTabSz="622300">
            <a:lnSpc>
              <a:spcPct val="90000"/>
            </a:lnSpc>
            <a:spcBef>
              <a:spcPct val="0"/>
            </a:spcBef>
            <a:spcAft>
              <a:spcPct val="35000"/>
            </a:spcAft>
            <a:buNone/>
          </a:pPr>
          <a:r>
            <a:rPr lang="en-US" sz="1400" b="1" kern="1200"/>
            <a:t>04</a:t>
          </a:r>
        </a:p>
        <a:p>
          <a:pPr marL="0" lvl="0" indent="0" algn="ctr" defTabSz="622300">
            <a:lnSpc>
              <a:spcPct val="90000"/>
            </a:lnSpc>
            <a:spcBef>
              <a:spcPct val="0"/>
            </a:spcBef>
            <a:spcAft>
              <a:spcPct val="35000"/>
            </a:spcAft>
            <a:buNone/>
          </a:pPr>
          <a:r>
            <a:rPr lang="en-US" sz="1400" b="1" kern="1200"/>
            <a:t>Risk Assessment</a:t>
          </a:r>
        </a:p>
      </dsp:txBody>
      <dsp:txXfrm>
        <a:off x="305364" y="1527300"/>
        <a:ext cx="1836268" cy="1101761"/>
      </dsp:txXfrm>
    </dsp:sp>
    <dsp:sp modelId="{E277F218-53E0-4849-8806-0EAEB6CA2BEA}">
      <dsp:nvSpPr>
        <dsp:cNvPr id="0" name=""/>
        <dsp:cNvSpPr/>
      </dsp:nvSpPr>
      <dsp:spPr>
        <a:xfrm>
          <a:off x="4398443" y="2032461"/>
          <a:ext cx="391741" cy="91440"/>
        </a:xfrm>
        <a:custGeom>
          <a:avLst/>
          <a:gdLst/>
          <a:ahLst/>
          <a:cxnLst/>
          <a:rect l="0" t="0" r="0" b="0"/>
          <a:pathLst>
            <a:path>
              <a:moveTo>
                <a:pt x="0" y="45720"/>
              </a:moveTo>
              <a:lnTo>
                <a:pt x="391741" y="45720"/>
              </a:lnTo>
            </a:path>
          </a:pathLst>
        </a:custGeom>
        <a:noFill/>
        <a:ln w="12700" cap="flat" cmpd="sng" algn="ctr">
          <a:solidFill>
            <a:schemeClr val="accent1"/>
          </a:solidFill>
          <a:prstDash val="solid"/>
          <a:miter lim="800000"/>
          <a:tailEnd type="arrow"/>
        </a:ln>
        <a:effectLst/>
      </dsp:spPr>
      <dsp:style>
        <a:lnRef idx="1">
          <a:schemeClr val="accent1"/>
        </a:lnRef>
        <a:fillRef idx="0">
          <a:schemeClr val="accent1"/>
        </a:fillRef>
        <a:effectRef idx="0">
          <a:schemeClr val="accent1"/>
        </a:effectRef>
        <a:fontRef idx="minor">
          <a:schemeClr val="tx1"/>
        </a:fontRef>
      </dsp:style>
      <dsp:txBody>
        <a:bodyPr spcFirstLastPara="0" vert="horz" wrap="square" lIns="12700" tIns="0" rIns="12700" bIns="0" numCol="1" spcCol="1270" anchor="ctr" anchorCtr="0">
          <a:noAutofit/>
        </a:bodyPr>
        <a:lstStyle/>
        <a:p>
          <a:pPr marL="0" lvl="0" indent="0" algn="ctr" defTabSz="622300">
            <a:lnSpc>
              <a:spcPct val="90000"/>
            </a:lnSpc>
            <a:spcBef>
              <a:spcPct val="0"/>
            </a:spcBef>
            <a:spcAft>
              <a:spcPct val="35000"/>
            </a:spcAft>
            <a:buNone/>
          </a:pPr>
          <a:endParaRPr lang="en-US" sz="1400" b="1" kern="1200"/>
        </a:p>
      </dsp:txBody>
      <dsp:txXfrm>
        <a:off x="4583756" y="2076069"/>
        <a:ext cx="21117" cy="4223"/>
      </dsp:txXfrm>
    </dsp:sp>
    <dsp:sp modelId="{CD305BC1-2F44-4A65-943C-08264D3DBC74}">
      <dsp:nvSpPr>
        <dsp:cNvPr id="0" name=""/>
        <dsp:cNvSpPr/>
      </dsp:nvSpPr>
      <dsp:spPr>
        <a:xfrm>
          <a:off x="2563975" y="1527300"/>
          <a:ext cx="1836268" cy="1101761"/>
        </a:xfrm>
        <a:prstGeom prst="rect">
          <a:avLst/>
        </a:prstGeom>
        <a:solidFill>
          <a:schemeClr val="lt1">
            <a:hueOff val="0"/>
            <a:satOff val="0"/>
            <a:lumOff val="0"/>
            <a:alphaOff val="0"/>
          </a:schemeClr>
        </a:solidFill>
        <a:ln w="19050" cap="flat" cmpd="sng" algn="ctr">
          <a:solidFill>
            <a:schemeClr val="accent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99568" rIns="99568" bIns="99568" numCol="1" spcCol="1270" anchor="ctr" anchorCtr="0">
          <a:noAutofit/>
        </a:bodyPr>
        <a:lstStyle/>
        <a:p>
          <a:pPr marL="0" lvl="0" indent="0" algn="ctr" defTabSz="622300">
            <a:lnSpc>
              <a:spcPct val="90000"/>
            </a:lnSpc>
            <a:spcBef>
              <a:spcPct val="0"/>
            </a:spcBef>
            <a:spcAft>
              <a:spcPct val="35000"/>
            </a:spcAft>
            <a:buNone/>
          </a:pPr>
          <a:r>
            <a:rPr lang="en-US" sz="1400" b="1" kern="1200"/>
            <a:t>05</a:t>
          </a:r>
        </a:p>
        <a:p>
          <a:pPr marL="0" lvl="0" indent="0" algn="ctr" defTabSz="622300">
            <a:lnSpc>
              <a:spcPct val="90000"/>
            </a:lnSpc>
            <a:spcBef>
              <a:spcPct val="0"/>
            </a:spcBef>
            <a:spcAft>
              <a:spcPct val="35000"/>
            </a:spcAft>
            <a:buNone/>
          </a:pPr>
          <a:r>
            <a:rPr lang="en-US" sz="1400" b="1" kern="1200"/>
            <a:t>Risk Response</a:t>
          </a:r>
        </a:p>
      </dsp:txBody>
      <dsp:txXfrm>
        <a:off x="2563975" y="1527300"/>
        <a:ext cx="1836268" cy="1101761"/>
      </dsp:txXfrm>
    </dsp:sp>
    <dsp:sp modelId="{6E332BD3-F407-448E-8085-2793C372EED9}">
      <dsp:nvSpPr>
        <dsp:cNvPr id="0" name=""/>
        <dsp:cNvSpPr/>
      </dsp:nvSpPr>
      <dsp:spPr>
        <a:xfrm>
          <a:off x="1223499" y="2627262"/>
          <a:ext cx="4517220" cy="391741"/>
        </a:xfrm>
        <a:custGeom>
          <a:avLst/>
          <a:gdLst/>
          <a:ahLst/>
          <a:cxnLst/>
          <a:rect l="0" t="0" r="0" b="0"/>
          <a:pathLst>
            <a:path>
              <a:moveTo>
                <a:pt x="4517220" y="0"/>
              </a:moveTo>
              <a:lnTo>
                <a:pt x="4517220" y="212970"/>
              </a:lnTo>
              <a:lnTo>
                <a:pt x="0" y="212970"/>
              </a:lnTo>
              <a:lnTo>
                <a:pt x="0" y="391741"/>
              </a:lnTo>
            </a:path>
          </a:pathLst>
        </a:custGeom>
        <a:noFill/>
        <a:ln w="12700" cap="flat" cmpd="sng" algn="ctr">
          <a:solidFill>
            <a:schemeClr val="accent1"/>
          </a:solidFill>
          <a:prstDash val="solid"/>
          <a:miter lim="800000"/>
          <a:tailEnd type="arrow"/>
        </a:ln>
        <a:effectLst/>
      </dsp:spPr>
      <dsp:style>
        <a:lnRef idx="1">
          <a:schemeClr val="accent1"/>
        </a:lnRef>
        <a:fillRef idx="0">
          <a:schemeClr val="accent1"/>
        </a:fillRef>
        <a:effectRef idx="0">
          <a:schemeClr val="accent1"/>
        </a:effectRef>
        <a:fontRef idx="minor">
          <a:schemeClr val="tx1"/>
        </a:fontRef>
      </dsp:style>
      <dsp:txBody>
        <a:bodyPr spcFirstLastPara="0" vert="horz" wrap="square" lIns="12700" tIns="0" rIns="12700" bIns="0" numCol="1" spcCol="1270" anchor="ctr" anchorCtr="0">
          <a:noAutofit/>
        </a:bodyPr>
        <a:lstStyle/>
        <a:p>
          <a:pPr marL="0" lvl="0" indent="0" algn="ctr" defTabSz="622300">
            <a:lnSpc>
              <a:spcPct val="90000"/>
            </a:lnSpc>
            <a:spcBef>
              <a:spcPct val="0"/>
            </a:spcBef>
            <a:spcAft>
              <a:spcPct val="35000"/>
            </a:spcAft>
            <a:buNone/>
          </a:pPr>
          <a:endParaRPr lang="en-US" sz="1400" b="1" kern="1200"/>
        </a:p>
      </dsp:txBody>
      <dsp:txXfrm>
        <a:off x="3368686" y="2821021"/>
        <a:ext cx="226846" cy="4223"/>
      </dsp:txXfrm>
    </dsp:sp>
    <dsp:sp modelId="{437C5E44-66E4-4892-8B57-0BCED24047F2}">
      <dsp:nvSpPr>
        <dsp:cNvPr id="0" name=""/>
        <dsp:cNvSpPr/>
      </dsp:nvSpPr>
      <dsp:spPr>
        <a:xfrm>
          <a:off x="4822585" y="1527300"/>
          <a:ext cx="1836268" cy="1101761"/>
        </a:xfrm>
        <a:prstGeom prst="rect">
          <a:avLst/>
        </a:prstGeom>
        <a:solidFill>
          <a:schemeClr val="lt1">
            <a:hueOff val="0"/>
            <a:satOff val="0"/>
            <a:lumOff val="0"/>
            <a:alphaOff val="0"/>
          </a:schemeClr>
        </a:solidFill>
        <a:ln w="19050" cap="flat" cmpd="sng" algn="ctr">
          <a:solidFill>
            <a:schemeClr val="accent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99568" rIns="99568" bIns="99568" numCol="1" spcCol="1270" anchor="ctr" anchorCtr="0">
          <a:noAutofit/>
        </a:bodyPr>
        <a:lstStyle/>
        <a:p>
          <a:pPr marL="0" lvl="0" indent="0" algn="ctr" defTabSz="622300">
            <a:lnSpc>
              <a:spcPct val="90000"/>
            </a:lnSpc>
            <a:spcBef>
              <a:spcPct val="0"/>
            </a:spcBef>
            <a:spcAft>
              <a:spcPct val="35000"/>
            </a:spcAft>
            <a:buNone/>
          </a:pPr>
          <a:r>
            <a:rPr lang="en-US" sz="1400" b="1" kern="1200"/>
            <a:t>06</a:t>
          </a:r>
        </a:p>
        <a:p>
          <a:pPr marL="0" lvl="0" indent="0" algn="ctr" defTabSz="622300">
            <a:lnSpc>
              <a:spcPct val="90000"/>
            </a:lnSpc>
            <a:spcBef>
              <a:spcPct val="0"/>
            </a:spcBef>
            <a:spcAft>
              <a:spcPct val="35000"/>
            </a:spcAft>
            <a:buNone/>
          </a:pPr>
          <a:r>
            <a:rPr lang="en-US" sz="1400" b="1" kern="1200"/>
            <a:t>Control Activities</a:t>
          </a:r>
        </a:p>
      </dsp:txBody>
      <dsp:txXfrm>
        <a:off x="4822585" y="1527300"/>
        <a:ext cx="1836268" cy="1101761"/>
      </dsp:txXfrm>
    </dsp:sp>
    <dsp:sp modelId="{F387A488-38B9-4AFB-B77D-4502D6138557}">
      <dsp:nvSpPr>
        <dsp:cNvPr id="0" name=""/>
        <dsp:cNvSpPr/>
      </dsp:nvSpPr>
      <dsp:spPr>
        <a:xfrm>
          <a:off x="2139833" y="3556564"/>
          <a:ext cx="391741" cy="91440"/>
        </a:xfrm>
        <a:custGeom>
          <a:avLst/>
          <a:gdLst/>
          <a:ahLst/>
          <a:cxnLst/>
          <a:rect l="0" t="0" r="0" b="0"/>
          <a:pathLst>
            <a:path>
              <a:moveTo>
                <a:pt x="0" y="45720"/>
              </a:moveTo>
              <a:lnTo>
                <a:pt x="391741" y="45720"/>
              </a:lnTo>
            </a:path>
          </a:pathLst>
        </a:custGeom>
        <a:noFill/>
        <a:ln w="12700" cap="flat" cmpd="sng" algn="ctr">
          <a:solidFill>
            <a:schemeClr val="accent1"/>
          </a:solidFill>
          <a:prstDash val="solid"/>
          <a:miter lim="800000"/>
          <a:tailEnd type="arrow"/>
        </a:ln>
        <a:effectLst/>
      </dsp:spPr>
      <dsp:style>
        <a:lnRef idx="1">
          <a:schemeClr val="accent1"/>
        </a:lnRef>
        <a:fillRef idx="0">
          <a:schemeClr val="accent1"/>
        </a:fillRef>
        <a:effectRef idx="0">
          <a:schemeClr val="accent1"/>
        </a:effectRef>
        <a:fontRef idx="minor">
          <a:schemeClr val="tx1"/>
        </a:fontRef>
      </dsp:style>
      <dsp:txBody>
        <a:bodyPr spcFirstLastPara="0" vert="horz" wrap="square" lIns="12700" tIns="0" rIns="12700" bIns="0" numCol="1" spcCol="1270" anchor="ctr" anchorCtr="0">
          <a:noAutofit/>
        </a:bodyPr>
        <a:lstStyle/>
        <a:p>
          <a:pPr marL="0" lvl="0" indent="0" algn="ctr" defTabSz="622300">
            <a:lnSpc>
              <a:spcPct val="90000"/>
            </a:lnSpc>
            <a:spcBef>
              <a:spcPct val="0"/>
            </a:spcBef>
            <a:spcAft>
              <a:spcPct val="35000"/>
            </a:spcAft>
            <a:buNone/>
          </a:pPr>
          <a:endParaRPr lang="en-US" sz="1400" b="1" kern="1200"/>
        </a:p>
      </dsp:txBody>
      <dsp:txXfrm>
        <a:off x="2325145" y="3600172"/>
        <a:ext cx="21117" cy="4223"/>
      </dsp:txXfrm>
    </dsp:sp>
    <dsp:sp modelId="{55003854-AA74-47D6-8837-53344BB49319}">
      <dsp:nvSpPr>
        <dsp:cNvPr id="0" name=""/>
        <dsp:cNvSpPr/>
      </dsp:nvSpPr>
      <dsp:spPr>
        <a:xfrm>
          <a:off x="305364" y="3051403"/>
          <a:ext cx="1836268" cy="1101761"/>
        </a:xfrm>
        <a:prstGeom prst="rect">
          <a:avLst/>
        </a:prstGeom>
        <a:solidFill>
          <a:schemeClr val="lt1">
            <a:hueOff val="0"/>
            <a:satOff val="0"/>
            <a:lumOff val="0"/>
            <a:alphaOff val="0"/>
          </a:schemeClr>
        </a:solidFill>
        <a:ln w="19050" cap="flat" cmpd="sng" algn="ctr">
          <a:solidFill>
            <a:schemeClr val="accent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99568" rIns="99568" bIns="99568" numCol="1" spcCol="1270" anchor="ctr" anchorCtr="0">
          <a:noAutofit/>
        </a:bodyPr>
        <a:lstStyle/>
        <a:p>
          <a:pPr marL="0" lvl="0" indent="0" algn="ctr" defTabSz="622300">
            <a:lnSpc>
              <a:spcPct val="90000"/>
            </a:lnSpc>
            <a:spcBef>
              <a:spcPct val="0"/>
            </a:spcBef>
            <a:spcAft>
              <a:spcPct val="35000"/>
            </a:spcAft>
            <a:buNone/>
          </a:pPr>
          <a:r>
            <a:rPr lang="en-US" sz="1400" b="1" kern="1200"/>
            <a:t>07</a:t>
          </a:r>
        </a:p>
        <a:p>
          <a:pPr marL="0" lvl="0" indent="0" algn="ctr" defTabSz="622300">
            <a:lnSpc>
              <a:spcPct val="90000"/>
            </a:lnSpc>
            <a:spcBef>
              <a:spcPct val="0"/>
            </a:spcBef>
            <a:spcAft>
              <a:spcPct val="35000"/>
            </a:spcAft>
            <a:buNone/>
          </a:pPr>
          <a:r>
            <a:rPr lang="en-US" sz="1400" b="1" kern="1200"/>
            <a:t>Information &amp; Communication</a:t>
          </a:r>
        </a:p>
      </dsp:txBody>
      <dsp:txXfrm>
        <a:off x="305364" y="3051403"/>
        <a:ext cx="1836268" cy="1101761"/>
      </dsp:txXfrm>
    </dsp:sp>
    <dsp:sp modelId="{9F710058-6493-48B1-9E39-BEBBC3D56013}">
      <dsp:nvSpPr>
        <dsp:cNvPr id="0" name=""/>
        <dsp:cNvSpPr/>
      </dsp:nvSpPr>
      <dsp:spPr>
        <a:xfrm>
          <a:off x="4398443" y="3556564"/>
          <a:ext cx="391741" cy="91440"/>
        </a:xfrm>
        <a:custGeom>
          <a:avLst/>
          <a:gdLst/>
          <a:ahLst/>
          <a:cxnLst/>
          <a:rect l="0" t="0" r="0" b="0"/>
          <a:pathLst>
            <a:path>
              <a:moveTo>
                <a:pt x="0" y="45720"/>
              </a:moveTo>
              <a:lnTo>
                <a:pt x="391741" y="45720"/>
              </a:lnTo>
            </a:path>
          </a:pathLst>
        </a:custGeom>
        <a:noFill/>
        <a:ln w="12700" cap="flat" cmpd="sng" algn="ctr">
          <a:solidFill>
            <a:schemeClr val="accent1"/>
          </a:solidFill>
          <a:prstDash val="solid"/>
          <a:miter lim="800000"/>
          <a:tailEnd type="arrow"/>
        </a:ln>
        <a:effectLst/>
      </dsp:spPr>
      <dsp:style>
        <a:lnRef idx="1">
          <a:schemeClr val="accent1"/>
        </a:lnRef>
        <a:fillRef idx="0">
          <a:schemeClr val="accent1"/>
        </a:fillRef>
        <a:effectRef idx="0">
          <a:schemeClr val="accent1"/>
        </a:effectRef>
        <a:fontRef idx="minor">
          <a:schemeClr val="tx1"/>
        </a:fontRef>
      </dsp:style>
      <dsp:txBody>
        <a:bodyPr spcFirstLastPara="0" vert="horz" wrap="square" lIns="12700" tIns="0" rIns="12700" bIns="0" numCol="1" spcCol="1270" anchor="ctr" anchorCtr="0">
          <a:noAutofit/>
        </a:bodyPr>
        <a:lstStyle/>
        <a:p>
          <a:pPr marL="0" lvl="0" indent="0" algn="ctr" defTabSz="622300">
            <a:lnSpc>
              <a:spcPct val="90000"/>
            </a:lnSpc>
            <a:spcBef>
              <a:spcPct val="0"/>
            </a:spcBef>
            <a:spcAft>
              <a:spcPct val="35000"/>
            </a:spcAft>
            <a:buNone/>
          </a:pPr>
          <a:endParaRPr lang="en-US" sz="1400" b="1" kern="1200"/>
        </a:p>
      </dsp:txBody>
      <dsp:txXfrm>
        <a:off x="4583756" y="3600172"/>
        <a:ext cx="21117" cy="4223"/>
      </dsp:txXfrm>
    </dsp:sp>
    <dsp:sp modelId="{9F59F090-8474-4AFF-9FC8-3CDADE1CF154}">
      <dsp:nvSpPr>
        <dsp:cNvPr id="0" name=""/>
        <dsp:cNvSpPr/>
      </dsp:nvSpPr>
      <dsp:spPr>
        <a:xfrm>
          <a:off x="2563975" y="3051403"/>
          <a:ext cx="1836268" cy="1101761"/>
        </a:xfrm>
        <a:prstGeom prst="rect">
          <a:avLst/>
        </a:prstGeom>
        <a:solidFill>
          <a:schemeClr val="lt1">
            <a:hueOff val="0"/>
            <a:satOff val="0"/>
            <a:lumOff val="0"/>
            <a:alphaOff val="0"/>
          </a:schemeClr>
        </a:solidFill>
        <a:ln w="19050" cap="flat" cmpd="sng" algn="ctr">
          <a:solidFill>
            <a:schemeClr val="accent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99568" rIns="99568" bIns="99568" numCol="1" spcCol="1270" anchor="ctr" anchorCtr="0">
          <a:noAutofit/>
        </a:bodyPr>
        <a:lstStyle/>
        <a:p>
          <a:pPr marL="0" lvl="0" indent="0" algn="ctr" defTabSz="622300">
            <a:lnSpc>
              <a:spcPct val="90000"/>
            </a:lnSpc>
            <a:spcBef>
              <a:spcPct val="0"/>
            </a:spcBef>
            <a:spcAft>
              <a:spcPct val="35000"/>
            </a:spcAft>
            <a:buNone/>
          </a:pPr>
          <a:r>
            <a:rPr lang="en-US" sz="1400" b="1" kern="1200"/>
            <a:t>08</a:t>
          </a:r>
        </a:p>
        <a:p>
          <a:pPr marL="0" lvl="0" indent="0" algn="ctr" defTabSz="622300">
            <a:lnSpc>
              <a:spcPct val="90000"/>
            </a:lnSpc>
            <a:spcBef>
              <a:spcPct val="0"/>
            </a:spcBef>
            <a:spcAft>
              <a:spcPct val="35000"/>
            </a:spcAft>
            <a:buNone/>
          </a:pPr>
          <a:r>
            <a:rPr lang="en-US" sz="1400" b="1" kern="1200"/>
            <a:t>Monitoring &amp; Review</a:t>
          </a:r>
        </a:p>
      </dsp:txBody>
      <dsp:txXfrm>
        <a:off x="2563975" y="3051403"/>
        <a:ext cx="1836268" cy="1101761"/>
      </dsp:txXfrm>
    </dsp:sp>
    <dsp:sp modelId="{A9B978EF-6DBD-4803-B11C-E64BB1DF1CEE}">
      <dsp:nvSpPr>
        <dsp:cNvPr id="0" name=""/>
        <dsp:cNvSpPr/>
      </dsp:nvSpPr>
      <dsp:spPr>
        <a:xfrm>
          <a:off x="4822585" y="3051403"/>
          <a:ext cx="1836268" cy="1101761"/>
        </a:xfrm>
        <a:prstGeom prst="rect">
          <a:avLst/>
        </a:prstGeom>
        <a:solidFill>
          <a:schemeClr val="lt1">
            <a:hueOff val="0"/>
            <a:satOff val="0"/>
            <a:lumOff val="0"/>
            <a:alphaOff val="0"/>
          </a:schemeClr>
        </a:solidFill>
        <a:ln w="19050" cap="flat" cmpd="sng" algn="ctr">
          <a:solidFill>
            <a:schemeClr val="accent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113792" rIns="113792" bIns="113792" numCol="1" spcCol="1270" anchor="ctr" anchorCtr="0">
          <a:noAutofit/>
        </a:bodyPr>
        <a:lstStyle/>
        <a:p>
          <a:pPr marL="0" lvl="0" indent="0" algn="ctr" defTabSz="711200">
            <a:lnSpc>
              <a:spcPct val="90000"/>
            </a:lnSpc>
            <a:spcBef>
              <a:spcPct val="0"/>
            </a:spcBef>
            <a:spcAft>
              <a:spcPct val="35000"/>
            </a:spcAft>
            <a:buNone/>
          </a:pPr>
          <a:r>
            <a:rPr lang="en-US" sz="1400" b="1" kern="1200">
              <a:latin typeface="Arial"/>
              <a:ea typeface="+mn-ea"/>
              <a:cs typeface="+mn-cs"/>
            </a:rPr>
            <a:t>09</a:t>
          </a:r>
        </a:p>
        <a:p>
          <a:pPr marL="0" lvl="0" indent="0" algn="ctr" defTabSz="711200">
            <a:lnSpc>
              <a:spcPct val="90000"/>
            </a:lnSpc>
            <a:spcBef>
              <a:spcPct val="0"/>
            </a:spcBef>
            <a:spcAft>
              <a:spcPct val="35000"/>
            </a:spcAft>
            <a:buNone/>
          </a:pPr>
          <a:r>
            <a:rPr lang="en-US" sz="1400" b="1" kern="1200">
              <a:latin typeface="Arial"/>
              <a:ea typeface="+mn-ea"/>
              <a:cs typeface="+mn-cs"/>
            </a:rPr>
            <a:t>Reporting</a:t>
          </a:r>
        </a:p>
      </dsp:txBody>
      <dsp:txXfrm>
        <a:off x="4822585" y="3051403"/>
        <a:ext cx="1836268" cy="1101761"/>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47CFAD5-0BE6-489A-B17B-F6309C63966B}">
      <dsp:nvSpPr>
        <dsp:cNvPr id="0" name=""/>
        <dsp:cNvSpPr/>
      </dsp:nvSpPr>
      <dsp:spPr>
        <a:xfrm>
          <a:off x="0" y="44690"/>
          <a:ext cx="5353643" cy="691200"/>
        </a:xfrm>
        <a:prstGeom prst="rect">
          <a:avLst/>
        </a:prstGeom>
        <a:solidFill>
          <a:schemeClr val="accent1"/>
        </a:solidFill>
        <a:ln w="1905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txBody>
        <a:bodyPr spcFirstLastPara="0" vert="horz" wrap="square" lIns="85344" tIns="48768" rIns="85344" bIns="48768" numCol="1" spcCol="1270" anchor="ctr" anchorCtr="0">
          <a:noAutofit/>
        </a:bodyPr>
        <a:lstStyle/>
        <a:p>
          <a:pPr marL="0" lvl="0" indent="0" algn="ctr" defTabSz="533400">
            <a:lnSpc>
              <a:spcPct val="90000"/>
            </a:lnSpc>
            <a:spcBef>
              <a:spcPct val="0"/>
            </a:spcBef>
            <a:spcAft>
              <a:spcPct val="35000"/>
            </a:spcAft>
            <a:buNone/>
          </a:pPr>
          <a:r>
            <a:rPr lang="en-US" sz="1200" b="0" kern="1200"/>
            <a:t>ISO 31000 is valuable for any organization seeking to implement a comprehensive approach to risk management such as:</a:t>
          </a:r>
          <a:endParaRPr lang="en-US" sz="1200" kern="1200"/>
        </a:p>
      </dsp:txBody>
      <dsp:txXfrm>
        <a:off x="0" y="44690"/>
        <a:ext cx="5353643" cy="691200"/>
      </dsp:txXfrm>
    </dsp:sp>
    <dsp:sp modelId="{7DEBAB1D-135D-471A-9180-4A9F4E645BCC}">
      <dsp:nvSpPr>
        <dsp:cNvPr id="0" name=""/>
        <dsp:cNvSpPr/>
      </dsp:nvSpPr>
      <dsp:spPr>
        <a:xfrm>
          <a:off x="0" y="710323"/>
          <a:ext cx="5353643" cy="1218779"/>
        </a:xfrm>
        <a:prstGeom prst="rect">
          <a:avLst/>
        </a:prstGeom>
        <a:solidFill>
          <a:schemeClr val="bg1">
            <a:alpha val="90000"/>
          </a:schemeClr>
        </a:solidFill>
        <a:ln w="19050" cap="flat" cmpd="sng" algn="ctr">
          <a:solidFill>
            <a:schemeClr val="accent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4008" tIns="64008" rIns="85344" bIns="96012" numCol="1" spcCol="1270" anchor="t" anchorCtr="0">
          <a:noAutofit/>
        </a:bodyPr>
        <a:lstStyle/>
        <a:p>
          <a:pPr marL="114300" lvl="1" indent="-114300" algn="l" defTabSz="533400">
            <a:lnSpc>
              <a:spcPct val="100000"/>
            </a:lnSpc>
            <a:spcBef>
              <a:spcPct val="0"/>
            </a:spcBef>
            <a:spcAft>
              <a:spcPts val="0"/>
            </a:spcAft>
            <a:buFont typeface="Wingdings" panose="05000000000000000000" pitchFamily="2" charset="2"/>
            <a:buChar char="§"/>
          </a:pPr>
          <a:r>
            <a:rPr lang="en-US" sz="1200" b="0" kern="1200"/>
            <a:t>Companies in heavily regulated industries like financial services, healthcare, energy</a:t>
          </a:r>
          <a:endParaRPr lang="en-US" sz="1200" kern="1200"/>
        </a:p>
        <a:p>
          <a:pPr marL="114300" lvl="1" indent="-114300" algn="l" defTabSz="533400">
            <a:lnSpc>
              <a:spcPct val="100000"/>
            </a:lnSpc>
            <a:spcBef>
              <a:spcPct val="0"/>
            </a:spcBef>
            <a:spcAft>
              <a:spcPts val="0"/>
            </a:spcAft>
            <a:buFont typeface="Wingdings" panose="05000000000000000000" pitchFamily="2" charset="2"/>
            <a:buChar char="§"/>
          </a:pPr>
          <a:endParaRPr lang="en-US" sz="1200" kern="1200">
            <a:solidFill>
              <a:schemeClr val="bg1"/>
            </a:solidFill>
          </a:endParaRPr>
        </a:p>
        <a:p>
          <a:pPr marL="114300" lvl="1" indent="-114300" algn="l" defTabSz="533400">
            <a:lnSpc>
              <a:spcPct val="100000"/>
            </a:lnSpc>
            <a:spcBef>
              <a:spcPct val="0"/>
            </a:spcBef>
            <a:spcAft>
              <a:spcPts val="0"/>
            </a:spcAft>
            <a:buFont typeface="Wingdings" panose="05000000000000000000" pitchFamily="2" charset="2"/>
            <a:buChar char="§"/>
          </a:pPr>
          <a:r>
            <a:rPr lang="en-US" sz="1200" b="0" kern="1200"/>
            <a:t>Public and governmental organizations </a:t>
          </a:r>
          <a:endParaRPr lang="en-US" sz="1200" kern="1200"/>
        </a:p>
        <a:p>
          <a:pPr marL="114300" lvl="1" indent="-114300" algn="l" defTabSz="533400">
            <a:lnSpc>
              <a:spcPct val="100000"/>
            </a:lnSpc>
            <a:spcBef>
              <a:spcPct val="0"/>
            </a:spcBef>
            <a:spcAft>
              <a:spcPts val="0"/>
            </a:spcAft>
            <a:buFont typeface="Wingdings" panose="05000000000000000000" pitchFamily="2" charset="2"/>
            <a:buChar char="§"/>
          </a:pPr>
          <a:endParaRPr lang="en-US" sz="1200" kern="1200">
            <a:solidFill>
              <a:schemeClr val="bg1"/>
            </a:solidFill>
          </a:endParaRPr>
        </a:p>
        <a:p>
          <a:pPr marL="114300" lvl="1" indent="-114300" algn="l" defTabSz="533400">
            <a:lnSpc>
              <a:spcPct val="100000"/>
            </a:lnSpc>
            <a:spcBef>
              <a:spcPct val="0"/>
            </a:spcBef>
            <a:spcAft>
              <a:spcPts val="0"/>
            </a:spcAft>
            <a:buFont typeface="Wingdings" panose="05000000000000000000" pitchFamily="2" charset="2"/>
            <a:buChar char="§"/>
          </a:pPr>
          <a:r>
            <a:rPr lang="en-US" sz="1200" b="0" kern="1200"/>
            <a:t>Consultancies who advise clients on risk management.</a:t>
          </a:r>
          <a:endParaRPr lang="en-US" sz="1200" kern="1200"/>
        </a:p>
      </dsp:txBody>
      <dsp:txXfrm>
        <a:off x="0" y="710323"/>
        <a:ext cx="5353643" cy="1218779"/>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035ADAC-64E4-4132-AB00-67C52EA9CAAD}">
      <dsp:nvSpPr>
        <dsp:cNvPr id="0" name=""/>
        <dsp:cNvSpPr/>
      </dsp:nvSpPr>
      <dsp:spPr>
        <a:xfrm>
          <a:off x="280269" y="809"/>
          <a:ext cx="1449583" cy="869750"/>
        </a:xfrm>
        <a:prstGeom prst="rect">
          <a:avLst/>
        </a:prstGeom>
        <a:solidFill>
          <a:schemeClr val="accent1"/>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b="0" kern="1200"/>
            <a:t>Comprehensive Understanding</a:t>
          </a:r>
        </a:p>
      </dsp:txBody>
      <dsp:txXfrm>
        <a:off x="280269" y="809"/>
        <a:ext cx="1449583" cy="869750"/>
      </dsp:txXfrm>
    </dsp:sp>
    <dsp:sp modelId="{B3276004-6CBA-4E5E-8E86-0657C880F87F}">
      <dsp:nvSpPr>
        <dsp:cNvPr id="0" name=""/>
        <dsp:cNvSpPr/>
      </dsp:nvSpPr>
      <dsp:spPr>
        <a:xfrm>
          <a:off x="1874811" y="809"/>
          <a:ext cx="1449583" cy="869750"/>
        </a:xfrm>
        <a:prstGeom prst="rect">
          <a:avLst/>
        </a:prstGeom>
        <a:solidFill>
          <a:schemeClr val="accent1">
            <a:lumMod val="60000"/>
            <a:lumOff val="40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b="0" kern="1200"/>
            <a:t>Strategic Decision-Making</a:t>
          </a:r>
        </a:p>
      </dsp:txBody>
      <dsp:txXfrm>
        <a:off x="1874811" y="809"/>
        <a:ext cx="1449583" cy="869750"/>
      </dsp:txXfrm>
    </dsp:sp>
    <dsp:sp modelId="{81A2AA73-23EE-40A1-A46B-7DA812A34BB6}">
      <dsp:nvSpPr>
        <dsp:cNvPr id="0" name=""/>
        <dsp:cNvSpPr/>
      </dsp:nvSpPr>
      <dsp:spPr>
        <a:xfrm>
          <a:off x="3469353" y="809"/>
          <a:ext cx="1449583" cy="869750"/>
        </a:xfrm>
        <a:prstGeom prst="rect">
          <a:avLst/>
        </a:prstGeom>
        <a:solidFill>
          <a:schemeClr val="accent1">
            <a:lumMod val="40000"/>
            <a:lumOff val="60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b="0" kern="1200">
              <a:solidFill>
                <a:schemeClr val="tx1"/>
              </a:solidFill>
            </a:rPr>
            <a:t>Operational Excellence</a:t>
          </a:r>
        </a:p>
      </dsp:txBody>
      <dsp:txXfrm>
        <a:off x="3469353" y="809"/>
        <a:ext cx="1449583" cy="869750"/>
      </dsp:txXfrm>
    </dsp:sp>
    <dsp:sp modelId="{BAEC9F6C-4A5A-4E51-98D7-DE810B39E945}">
      <dsp:nvSpPr>
        <dsp:cNvPr id="0" name=""/>
        <dsp:cNvSpPr/>
      </dsp:nvSpPr>
      <dsp:spPr>
        <a:xfrm>
          <a:off x="1077540" y="1015518"/>
          <a:ext cx="1449583" cy="869750"/>
        </a:xfrm>
        <a:prstGeom prst="rect">
          <a:avLst/>
        </a:prstGeom>
        <a:solidFill>
          <a:schemeClr val="bg1">
            <a:lumMod val="65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b="0" kern="1200">
              <a:solidFill>
                <a:schemeClr val="tx1"/>
              </a:solidFill>
            </a:rPr>
            <a:t>Proactive Approach</a:t>
          </a:r>
        </a:p>
      </dsp:txBody>
      <dsp:txXfrm>
        <a:off x="1077540" y="1015518"/>
        <a:ext cx="1449583" cy="869750"/>
      </dsp:txXfrm>
    </dsp:sp>
    <dsp:sp modelId="{596CF9EA-AE59-476D-8DC4-58434B370831}">
      <dsp:nvSpPr>
        <dsp:cNvPr id="0" name=""/>
        <dsp:cNvSpPr/>
      </dsp:nvSpPr>
      <dsp:spPr>
        <a:xfrm>
          <a:off x="2672082" y="1015518"/>
          <a:ext cx="1449583" cy="869750"/>
        </a:xfrm>
        <a:prstGeom prst="rect">
          <a:avLst/>
        </a:prstGeom>
        <a:solidFill>
          <a:schemeClr val="bg1">
            <a:lumMod val="85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b="0" kern="1200">
              <a:solidFill>
                <a:schemeClr val="tx1"/>
              </a:solidFill>
            </a:rPr>
            <a:t>Stakeholder Confidence</a:t>
          </a:r>
        </a:p>
      </dsp:txBody>
      <dsp:txXfrm>
        <a:off x="2672082" y="1015518"/>
        <a:ext cx="1449583" cy="869750"/>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FCF2522-110B-429C-A8B8-26A00A511A33}">
      <dsp:nvSpPr>
        <dsp:cNvPr id="0" name=""/>
        <dsp:cNvSpPr/>
      </dsp:nvSpPr>
      <dsp:spPr>
        <a:xfrm>
          <a:off x="0" y="503098"/>
          <a:ext cx="11273050" cy="1672650"/>
        </a:xfrm>
        <a:prstGeom prst="rect">
          <a:avLst/>
        </a:prstGeom>
        <a:solidFill>
          <a:schemeClr val="lt1">
            <a:alpha val="90000"/>
            <a:hueOff val="0"/>
            <a:satOff val="0"/>
            <a:lumOff val="0"/>
            <a:alphaOff val="0"/>
          </a:schemeClr>
        </a:solidFill>
        <a:ln w="1905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74914" tIns="749808" rIns="874914" bIns="99568" numCol="1" spcCol="1270" anchor="t" anchorCtr="0">
          <a:noAutofit/>
        </a:bodyPr>
        <a:lstStyle/>
        <a:p>
          <a:pPr marL="114300" lvl="1" indent="-114300" algn="l" defTabSz="622300">
            <a:lnSpc>
              <a:spcPct val="90000"/>
            </a:lnSpc>
            <a:spcBef>
              <a:spcPct val="0"/>
            </a:spcBef>
            <a:spcAft>
              <a:spcPct val="15000"/>
            </a:spcAft>
            <a:buFont typeface="Wingdings" panose="05000000000000000000" pitchFamily="2" charset="2"/>
            <a:buChar char="§"/>
          </a:pPr>
          <a:r>
            <a:rPr lang="en-US" sz="1400" kern="1200"/>
            <a:t>Secured </a:t>
          </a:r>
          <a:r>
            <a:rPr lang="en-US" sz="1400" b="1" kern="1200"/>
            <a:t>five awards</a:t>
          </a:r>
          <a:r>
            <a:rPr lang="en-US" sz="1400" kern="1200"/>
            <a:t> at the </a:t>
          </a:r>
          <a:r>
            <a:rPr lang="en-US" sz="1400" b="1" kern="1200"/>
            <a:t>Singapore Corporate Awards 2023</a:t>
          </a:r>
        </a:p>
        <a:p>
          <a:pPr marL="114300" lvl="1" indent="-114300" algn="l" defTabSz="622300">
            <a:lnSpc>
              <a:spcPct val="90000"/>
            </a:lnSpc>
            <a:spcBef>
              <a:spcPct val="0"/>
            </a:spcBef>
            <a:spcAft>
              <a:spcPct val="15000"/>
            </a:spcAft>
            <a:buFont typeface="Wingdings" panose="05000000000000000000" pitchFamily="2" charset="2"/>
            <a:buChar char="§"/>
          </a:pPr>
          <a:r>
            <a:rPr lang="en-US" sz="1400" kern="1200"/>
            <a:t>Won the </a:t>
          </a:r>
          <a:r>
            <a:rPr lang="en-US" sz="1400" b="1" kern="1200"/>
            <a:t>Gold Award for Best Annual Report (REIT/Business Trusts category)</a:t>
          </a:r>
          <a:r>
            <a:rPr lang="en-US" sz="1400" kern="1200"/>
            <a:t> for transparent, high-quality disclosures</a:t>
          </a:r>
        </a:p>
        <a:p>
          <a:pPr marL="114300" lvl="1" indent="-114300" algn="l" defTabSz="622300">
            <a:lnSpc>
              <a:spcPct val="90000"/>
            </a:lnSpc>
            <a:spcBef>
              <a:spcPct val="0"/>
            </a:spcBef>
            <a:spcAft>
              <a:spcPct val="15000"/>
            </a:spcAft>
            <a:buFont typeface="Wingdings" panose="05000000000000000000" pitchFamily="2" charset="2"/>
            <a:buChar char="§"/>
          </a:pPr>
          <a:r>
            <a:rPr lang="en-US" sz="1400" kern="1200"/>
            <a:t>Recognized for strong </a:t>
          </a:r>
          <a:r>
            <a:rPr lang="en-US" sz="1400" b="1" kern="1200"/>
            <a:t>board oversight</a:t>
          </a:r>
          <a:r>
            <a:rPr lang="en-US" sz="1400" kern="1200"/>
            <a:t>, </a:t>
          </a:r>
          <a:r>
            <a:rPr lang="en-US" sz="1400" b="1" kern="1200"/>
            <a:t>risk-management practices </a:t>
          </a:r>
          <a:r>
            <a:rPr lang="en-US" sz="1400" kern="1200"/>
            <a:t>and robust </a:t>
          </a:r>
          <a:r>
            <a:rPr lang="en-US" sz="1400" b="1" kern="1200"/>
            <a:t>enterprise-risk frameworks</a:t>
          </a:r>
          <a:endParaRPr lang="en-US" sz="1400" kern="1200"/>
        </a:p>
      </dsp:txBody>
      <dsp:txXfrm>
        <a:off x="0" y="503098"/>
        <a:ext cx="11273050" cy="1672650"/>
      </dsp:txXfrm>
    </dsp:sp>
    <dsp:sp modelId="{7B3D126C-209A-4A42-9561-8333F6DB2B0A}">
      <dsp:nvSpPr>
        <dsp:cNvPr id="0" name=""/>
        <dsp:cNvSpPr/>
      </dsp:nvSpPr>
      <dsp:spPr>
        <a:xfrm>
          <a:off x="563652" y="0"/>
          <a:ext cx="7891135" cy="1062720"/>
        </a:xfrm>
        <a:prstGeom prst="roundRect">
          <a:avLst/>
        </a:prstGeom>
        <a:solidFill>
          <a:schemeClr val="accent1"/>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298266" tIns="0" rIns="298266" bIns="0" numCol="1" spcCol="1270" anchor="ctr" anchorCtr="0">
          <a:noAutofit/>
        </a:bodyPr>
        <a:lstStyle/>
        <a:p>
          <a:pPr marL="0" lvl="0" indent="0" algn="l" defTabSz="800100">
            <a:lnSpc>
              <a:spcPct val="90000"/>
            </a:lnSpc>
            <a:spcBef>
              <a:spcPct val="0"/>
            </a:spcBef>
            <a:spcAft>
              <a:spcPct val="35000"/>
            </a:spcAft>
            <a:buNone/>
          </a:pPr>
          <a:r>
            <a:rPr lang="en-US" sz="1800" b="1" i="0" kern="1200"/>
            <a:t>Real Estate Investment Management Company</a:t>
          </a:r>
          <a:endParaRPr lang="en-US" sz="1800" b="1" u="none" kern="1200"/>
        </a:p>
      </dsp:txBody>
      <dsp:txXfrm>
        <a:off x="615530" y="51878"/>
        <a:ext cx="7787379" cy="958964"/>
      </dsp:txXfrm>
    </dsp:sp>
    <dsp:sp modelId="{C3B5A538-EEBA-40E7-9A06-8DE3B281808D}">
      <dsp:nvSpPr>
        <dsp:cNvPr id="0" name=""/>
        <dsp:cNvSpPr/>
      </dsp:nvSpPr>
      <dsp:spPr>
        <a:xfrm>
          <a:off x="0" y="2939191"/>
          <a:ext cx="11273050" cy="2097900"/>
        </a:xfrm>
        <a:prstGeom prst="rect">
          <a:avLst/>
        </a:prstGeom>
        <a:solidFill>
          <a:schemeClr val="lt1">
            <a:alpha val="90000"/>
            <a:hueOff val="0"/>
            <a:satOff val="0"/>
            <a:lumOff val="0"/>
            <a:alphaOff val="0"/>
          </a:schemeClr>
        </a:solidFill>
        <a:ln w="1905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74914" tIns="749808" rIns="874914" bIns="99568" numCol="1" spcCol="1270" anchor="t" anchorCtr="0">
          <a:noAutofit/>
        </a:bodyPr>
        <a:lstStyle/>
        <a:p>
          <a:pPr marL="114300" lvl="1" indent="-114300" algn="l" defTabSz="622300">
            <a:lnSpc>
              <a:spcPct val="90000"/>
            </a:lnSpc>
            <a:spcBef>
              <a:spcPct val="0"/>
            </a:spcBef>
            <a:spcAft>
              <a:spcPct val="15000"/>
            </a:spcAft>
            <a:buFont typeface="Wingdings" panose="05000000000000000000" pitchFamily="2" charset="2"/>
            <a:buChar char="§"/>
          </a:pPr>
          <a:r>
            <a:rPr lang="en-US" sz="1400" kern="1200"/>
            <a:t>Winner of the </a:t>
          </a:r>
          <a:r>
            <a:rPr lang="en-US" sz="1400" b="1" kern="1200"/>
            <a:t>Golden Peacock Award for Excellence in Corporate Governance 2025</a:t>
          </a:r>
          <a:r>
            <a:rPr lang="en-US" sz="1400" kern="1200"/>
            <a:t>.</a:t>
          </a:r>
          <a:endParaRPr lang="en-US" sz="2000" kern="1200"/>
        </a:p>
        <a:p>
          <a:pPr marL="114300" lvl="1" indent="-114300" algn="l" defTabSz="622300">
            <a:lnSpc>
              <a:spcPct val="90000"/>
            </a:lnSpc>
            <a:spcBef>
              <a:spcPct val="0"/>
            </a:spcBef>
            <a:spcAft>
              <a:spcPct val="15000"/>
            </a:spcAft>
            <a:buFont typeface="Wingdings" panose="05000000000000000000" pitchFamily="2" charset="2"/>
            <a:buChar char="§"/>
          </a:pPr>
          <a:r>
            <a:rPr lang="en-US" sz="1400" kern="1200"/>
            <a:t>Demonstrates strong governance through a clear </a:t>
          </a:r>
          <a:r>
            <a:rPr lang="en-US" sz="1400" b="1" kern="1200"/>
            <a:t>ERM framework</a:t>
          </a:r>
          <a:r>
            <a:rPr lang="en-US" sz="1400" kern="1200"/>
            <a:t> and </a:t>
          </a:r>
          <a:r>
            <a:rPr lang="en-US" sz="1400" b="1" kern="1200"/>
            <a:t>Audit Committee review</a:t>
          </a:r>
          <a:r>
            <a:rPr lang="en-US" sz="1400" kern="1200"/>
            <a:t> of Related Party Transactions.</a:t>
          </a:r>
        </a:p>
        <a:p>
          <a:pPr marL="114300" lvl="1" indent="-114300" algn="l" defTabSz="622300">
            <a:lnSpc>
              <a:spcPct val="90000"/>
            </a:lnSpc>
            <a:spcBef>
              <a:spcPct val="0"/>
            </a:spcBef>
            <a:spcAft>
              <a:spcPct val="15000"/>
            </a:spcAft>
            <a:buFont typeface="Wingdings" panose="05000000000000000000" pitchFamily="2" charset="2"/>
            <a:buChar char="§"/>
          </a:pPr>
          <a:r>
            <a:rPr lang="en-US" sz="1400" kern="1200"/>
            <a:t>Ensures timely disclosure of </a:t>
          </a:r>
          <a:r>
            <a:rPr lang="en-US" sz="1400" b="1" kern="1200"/>
            <a:t>financial and strategic information</a:t>
          </a:r>
          <a:r>
            <a:rPr lang="en-US" sz="1400" kern="1200"/>
            <a:t>.</a:t>
          </a:r>
        </a:p>
        <a:p>
          <a:pPr marL="114300" lvl="1" indent="-114300" algn="l" defTabSz="622300">
            <a:lnSpc>
              <a:spcPct val="90000"/>
            </a:lnSpc>
            <a:spcBef>
              <a:spcPct val="0"/>
            </a:spcBef>
            <a:spcAft>
              <a:spcPct val="15000"/>
            </a:spcAft>
            <a:buFont typeface="Wingdings" panose="05000000000000000000" pitchFamily="2" charset="2"/>
            <a:buChar char="§"/>
          </a:pPr>
          <a:r>
            <a:rPr lang="en-US" sz="1400" kern="1200"/>
            <a:t>Information Security Steering Committee regularly reports on </a:t>
          </a:r>
          <a:r>
            <a:rPr lang="en-US" sz="1400" b="1" kern="1200"/>
            <a:t>cybersecurity risks</a:t>
          </a:r>
          <a:r>
            <a:rPr lang="en-US" sz="1400" kern="1200"/>
            <a:t>, </a:t>
          </a:r>
          <a:r>
            <a:rPr lang="en-US" sz="1400" b="1" kern="1200"/>
            <a:t>supporting informed board decisions</a:t>
          </a:r>
          <a:r>
            <a:rPr lang="en-US" sz="1400" kern="1200"/>
            <a:t>.</a:t>
          </a:r>
        </a:p>
      </dsp:txBody>
      <dsp:txXfrm>
        <a:off x="0" y="2939191"/>
        <a:ext cx="11273050" cy="2097900"/>
      </dsp:txXfrm>
    </dsp:sp>
    <dsp:sp modelId="{7859B51E-A61A-452E-A704-F8BB228A3FD3}">
      <dsp:nvSpPr>
        <dsp:cNvPr id="0" name=""/>
        <dsp:cNvSpPr/>
      </dsp:nvSpPr>
      <dsp:spPr>
        <a:xfrm>
          <a:off x="563652" y="2407831"/>
          <a:ext cx="7891135" cy="1062720"/>
        </a:xfrm>
        <a:prstGeom prst="roundRect">
          <a:avLst/>
        </a:prstGeom>
        <a:solidFill>
          <a:schemeClr val="accent1">
            <a:lumMod val="60000"/>
            <a:lumOff val="40000"/>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298266" tIns="0" rIns="298266" bIns="0" numCol="1" spcCol="1270" anchor="ctr" anchorCtr="0">
          <a:noAutofit/>
        </a:bodyPr>
        <a:lstStyle/>
        <a:p>
          <a:pPr marL="0" lvl="0" indent="0" algn="l" defTabSz="800100">
            <a:lnSpc>
              <a:spcPct val="90000"/>
            </a:lnSpc>
            <a:spcBef>
              <a:spcPct val="0"/>
            </a:spcBef>
            <a:spcAft>
              <a:spcPct val="35000"/>
            </a:spcAft>
            <a:buNone/>
          </a:pPr>
          <a:r>
            <a:rPr lang="en-IN" sz="1800" b="1" i="0" kern="1200">
              <a:solidFill>
                <a:srgbClr val="FFFFFF"/>
              </a:solidFill>
              <a:latin typeface="Arial"/>
              <a:ea typeface="+mn-ea"/>
              <a:cs typeface="+mn-cs"/>
            </a:rPr>
            <a:t>Infrastructure Company </a:t>
          </a:r>
          <a:endParaRPr lang="en-US" sz="1800" b="1" i="0" kern="1200">
            <a:solidFill>
              <a:srgbClr val="FFFFFF"/>
            </a:solidFill>
            <a:latin typeface="Arial"/>
            <a:ea typeface="+mn-ea"/>
            <a:cs typeface="+mn-cs"/>
          </a:endParaRPr>
        </a:p>
      </dsp:txBody>
      <dsp:txXfrm>
        <a:off x="615530" y="2459709"/>
        <a:ext cx="7787379" cy="958964"/>
      </dsp:txXfrm>
    </dsp:sp>
  </dsp:spTree>
</dsp:drawing>
</file>

<file path=ppt/diagrams/layout1.xml><?xml version="1.0" encoding="utf-8"?>
<dgm:layoutDef xmlns:dgm="http://schemas.openxmlformats.org/drawingml/2006/diagram" xmlns:a="http://schemas.openxmlformats.org/drawingml/2006/main" uniqueId="urn:microsoft.com/office/officeart/2005/8/layout/vList6">
  <dgm:title val=""/>
  <dgm:desc val=""/>
  <dgm:catLst>
    <dgm:cat type="process" pri="22000"/>
    <dgm:cat type="list" pri="1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dgm:varLst>
    <dgm:alg type="lin">
      <dgm:param type="linDir" val="fromT"/>
    </dgm:alg>
    <dgm:shape xmlns:r="http://schemas.openxmlformats.org/officeDocument/2006/relationships" r:blip="">
      <dgm:adjLst/>
    </dgm:shape>
    <dgm:presOf/>
    <dgm:constrLst>
      <dgm:constr type="w" for="ch" forName="linNode" refType="w"/>
      <dgm:constr type="h" for="ch" forName="linNode" refType="h"/>
      <dgm:constr type="h" for="ch" forName="spacing" refType="h" refFor="ch" refForName="linNode" fact="0.1"/>
      <dgm:constr type="primFontSz" for="des" forName="parentShp" op="equ" val="65"/>
      <dgm:constr type="primFontSz" for="des" forName="childShp" op="equ" val="65"/>
    </dgm:constrLst>
    <dgm:ruleLst/>
    <dgm:forEach name="Name1" axis="ch" ptType="node">
      <dgm:layoutNode name="linNode">
        <dgm:choose name="Name2">
          <dgm:if name="Name3" func="var" arg="dir" op="equ" val="norm">
            <dgm:alg type="lin">
              <dgm:param type="linDir" val="fromL"/>
            </dgm:alg>
          </dgm:if>
          <dgm:else name="Name4">
            <dgm:alg type="lin">
              <dgm:param type="linDir" val="fromR"/>
            </dgm:alg>
          </dgm:else>
        </dgm:choose>
        <dgm:shape xmlns:r="http://schemas.openxmlformats.org/officeDocument/2006/relationships" r:blip="">
          <dgm:adjLst/>
        </dgm:shape>
        <dgm:presOf/>
        <dgm:choose name="Name5">
          <dgm:if name="Name6" func="var" arg="dir" op="equ" val="norm">
            <dgm:constrLst>
              <dgm:constr type="w" for="ch" forName="parentShp" refType="w" fact="0.4"/>
              <dgm:constr type="h" for="ch" forName="parentShp" refType="h"/>
              <dgm:constr type="w" for="ch" forName="childShp" refType="w" fact="0.6"/>
              <dgm:constr type="h" for="ch" forName="childShp" refType="h" refFor="ch" refForName="parentShp"/>
            </dgm:constrLst>
          </dgm:if>
          <dgm:else name="Name7">
            <dgm:constrLst>
              <dgm:constr type="w" for="ch" forName="parentShp" refType="w" fact="0.4"/>
              <dgm:constr type="h" for="ch" forName="parentShp" refType="h"/>
              <dgm:constr type="w" for="ch" forName="childShp" refType="w" fact="0.6"/>
              <dgm:constr type="h" for="ch" forName="childShp" refType="h" refFor="ch" refForName="parentShp"/>
            </dgm:constrLst>
          </dgm:else>
        </dgm:choose>
        <dgm:ruleLst/>
        <dgm:layoutNode name="parentShp" styleLbl="node1">
          <dgm:varLst>
            <dgm:bulletEnabled val="1"/>
          </dgm:varLst>
          <dgm:alg type="tx"/>
          <dgm:shape xmlns:r="http://schemas.openxmlformats.org/officeDocument/2006/relationships" type="roundRect" r:blip="">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layoutNode name="childShp" styleLbl="bgAccFollowNode1">
          <dgm:varLst>
            <dgm:bulletEnabled val="1"/>
          </dgm:varLst>
          <dgm:alg type="tx">
            <dgm:param type="stBulletLvl" val="1"/>
          </dgm:alg>
          <dgm:choose name="Name8">
            <dgm:if name="Name9" func="var" arg="dir" op="equ" val="norm">
              <dgm:shape xmlns:r="http://schemas.openxmlformats.org/officeDocument/2006/relationships" type="rightArrow" r:blip="" zOrderOff="-2">
                <dgm:adjLst>
                  <dgm:adj idx="1" val="0.75"/>
                </dgm:adjLst>
              </dgm:shape>
            </dgm:if>
            <dgm:else name="Name10">
              <dgm:shape xmlns:r="http://schemas.openxmlformats.org/officeDocument/2006/relationships" rot="180" type="rightArrow" r:blip="" zOrderOff="-2">
                <dgm:adjLst>
                  <dgm:adj idx="1" val="0.75"/>
                </dgm:adjLst>
              </dgm:shape>
            </dgm:else>
          </dgm:choose>
          <dgm:presOf axis="des" ptType="node"/>
          <dgm:constrLst>
            <dgm:constr type="secFontSz" refType="primFontSz"/>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dgm:forEach name="Name11" axis="followSib" ptType="sibTrans" cnt="1">
        <dgm:layoutNode name="spacing">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9/3/layout/StepUpProcess">
  <dgm:title val=""/>
  <dgm:desc val=""/>
  <dgm:catLst>
    <dgm:cat type="process" pri="1300"/>
  </dgm:catLst>
  <dgm:sampData>
    <dgm:dataModel>
      <dgm:ptLst>
        <dgm:pt modelId="0" type="doc"/>
        <dgm:pt modelId="10">
          <dgm:prSet phldr="1"/>
        </dgm:pt>
        <dgm:pt modelId="20">
          <dgm:prSet phldr="1"/>
        </dgm:pt>
        <dgm:pt modelId="30">
          <dgm:prSet phldr="1"/>
        </dgm:pt>
      </dgm:ptLst>
      <dgm:cxnLst>
        <dgm:cxn modelId="60" srcId="0" destId="10" srcOrd="0" destOrd="0"/>
        <dgm:cxn modelId="70" srcId="0" destId="20" srcOrd="1" destOrd="0"/>
        <dgm:cxn modelId="80" srcId="0" destId="30" srcOrd="2"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bL"/>
          <dgm:param type="flowDir" val="row"/>
          <dgm:param type="off" val="off"/>
          <dgm:param type="bkpt" val="fixed"/>
          <dgm:param type="bkPtFixedVal" val="1"/>
        </dgm:alg>
      </dgm:if>
      <dgm:else name="Name2">
        <dgm:alg type="snake">
          <dgm:param type="grDir" val="bR"/>
          <dgm:param type="flowDir" val="row"/>
          <dgm:param type="off" val="off"/>
          <dgm:param type="bkpt" val="fixed"/>
          <dgm:param type="bkPtFixedVal" val="1"/>
        </dgm:alg>
      </dgm:else>
    </dgm:choose>
    <dgm:shape xmlns:r="http://schemas.openxmlformats.org/officeDocument/2006/relationships" r:blip="">
      <dgm:adjLst/>
    </dgm:shape>
    <dgm:constrLst>
      <dgm:constr type="alignOff" forName="rootnode" val="1"/>
      <dgm:constr type="primFontSz" for="des" ptType="node" op="equ" val="65"/>
      <dgm:constr type="w" for="ch" forName="composite" refType="w"/>
      <dgm:constr type="h" for="ch" forName="composite" refType="h"/>
      <dgm:constr type="sp" refType="h" refFor="ch" refForName="composite" op="equ" fact="-0.765"/>
      <dgm:constr type="w" for="ch" forName="sibTrans" refType="w" fact="0.103"/>
      <dgm:constr type="h" for="ch" forName="sibTrans" refType="h" fact="0.103"/>
    </dgm:constrLst>
    <dgm:forEach name="nodesForEach" axis="ch" ptType="node">
      <dgm:layoutNode name="composite">
        <dgm:alg type="composite">
          <dgm:param type="ar" val="0.861"/>
        </dgm:alg>
        <dgm:shape xmlns:r="http://schemas.openxmlformats.org/officeDocument/2006/relationships" r:blip="">
          <dgm:adjLst/>
        </dgm:shape>
        <dgm:choose name="Name3">
          <dgm:if name="Name4" func="var" arg="dir" op="equ" val="norm">
            <dgm:constrLst>
              <dgm:constr type="l" for="ch" forName="LShape" refType="w" fact="0"/>
              <dgm:constr type="t" for="ch" forName="LShape" refType="h" fact="0.2347"/>
              <dgm:constr type="w" for="ch" forName="LShape" refType="w" fact="0.998"/>
              <dgm:constr type="h" for="ch" forName="LShape" refType="h" fact="0.5164"/>
              <dgm:constr type="r" for="ch" forName="ParentText" refType="w"/>
              <dgm:constr type="t" for="ch" forName="ParentText" refType="h" fact="0.32"/>
              <dgm:constr type="w" for="ch" forName="ParentText" refType="w" fact="0.901"/>
              <dgm:constr type="h" for="ch" forName="ParentText" refType="h" fact="0.68"/>
              <dgm:constr type="l" for="ch" forName="Triangle" refType="w" fact="0.83"/>
              <dgm:constr type="t" for="ch" forName="Triangle" refType="h" fact="0"/>
              <dgm:constr type="w" for="ch" forName="Triangle" refType="w" fact="0.17"/>
              <dgm:constr type="h" for="ch" forName="Triangle" refType="w" refFor="ch" refForName="Triangle"/>
            </dgm:constrLst>
          </dgm:if>
          <dgm:else name="Name5">
            <dgm:constrLst>
              <dgm:constr type="l" for="ch" forName="LShape" refType="w" fact="0.002"/>
              <dgm:constr type="t" for="ch" forName="LShape" refType="h" fact="0.2347"/>
              <dgm:constr type="w" for="ch" forName="LShape" refType="w"/>
              <dgm:constr type="h" for="ch" forName="LShape" refType="h" fact="0.5164"/>
              <dgm:constr type="l" for="ch" forName="ParentText" refType="w" fact="0"/>
              <dgm:constr type="t" for="ch" forName="ParentText" refType="h" fact="0.32"/>
              <dgm:constr type="w" for="ch" forName="ParentText" refType="w" fact="0.902"/>
              <dgm:constr type="h" for="ch" forName="ParentText" refType="h" fact="0.68"/>
              <dgm:constr type="l" for="ch" forName="Triangle" refType="w" fact="0"/>
              <dgm:constr type="t" for="ch" forName="Triangle" refType="h" fact="0"/>
              <dgm:constr type="w" for="ch" forName="Triangle" refType="w" fact="0.17"/>
              <dgm:constr type="h" for="ch" forName="Triangle" refType="w" refFor="ch" refForName="Triangle"/>
            </dgm:constrLst>
          </dgm:else>
        </dgm:choose>
        <dgm:layoutNode name="LShape" styleLbl="alignNode1">
          <dgm:alg type="sp"/>
          <dgm:choose name="Name6">
            <dgm:if name="Name7" func="var" arg="dir" op="equ" val="norm">
              <dgm:shape xmlns:r="http://schemas.openxmlformats.org/officeDocument/2006/relationships" rot="90" type="corner" r:blip="">
                <dgm:adjLst>
                  <dgm:adj idx="1" val="0.1612"/>
                  <dgm:adj idx="2" val="0.1611"/>
                </dgm:adjLst>
              </dgm:shape>
            </dgm:if>
            <dgm:else name="Name8">
              <dgm:shape xmlns:r="http://schemas.openxmlformats.org/officeDocument/2006/relationships" rot="180" type="corner" r:blip="">
                <dgm:adjLst>
                  <dgm:adj idx="1" val="0.1612"/>
                  <dgm:adj idx="2" val="0.1611"/>
                </dgm:adjLst>
              </dgm:shape>
            </dgm:else>
          </dgm:choose>
          <dgm:presOf/>
        </dgm:layoutNode>
        <dgm:layoutNode name="ParentText" styleLbl="revTx">
          <dgm:varLst>
            <dgm:chMax val="0"/>
            <dgm:chPref val="0"/>
            <dgm:bulletEnabled val="1"/>
          </dgm:varLst>
          <dgm:alg type="tx">
            <dgm:param type="parTxLTRAlign" val="l"/>
            <dgm:param type="txAnchorVert" val="t"/>
          </dgm:alg>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9">
          <dgm:if name="Name10" axis="followSib" ptType="node" func="cnt" op="gte" val="1">
            <dgm:layoutNode name="Triangle" styleLbl="alignNode1">
              <dgm:alg type="sp"/>
              <dgm:choose name="Name11">
                <dgm:if name="Name12" func="var" arg="dir" op="equ" val="norm">
                  <dgm:shape xmlns:r="http://schemas.openxmlformats.org/officeDocument/2006/relationships" type="triangle" r:blip="">
                    <dgm:adjLst>
                      <dgm:adj idx="1" val="1"/>
                    </dgm:adjLst>
                  </dgm:shape>
                </dgm:if>
                <dgm:else name="Name13">
                  <dgm:shape xmlns:r="http://schemas.openxmlformats.org/officeDocument/2006/relationships" rot="90" type="triangle" r:blip="">
                    <dgm:adjLst>
                      <dgm:adj idx="1" val="1"/>
                    </dgm:adjLst>
                  </dgm:shape>
                </dgm:else>
              </dgm:choose>
              <dgm:presOf/>
            </dgm:layoutNode>
          </dgm:if>
          <dgm:else name="Name14"/>
        </dgm:choose>
      </dgm:layoutNode>
      <dgm:forEach name="sibTransForEach" axis="followSib" ptType="sibTrans" cnt="1">
        <dgm:layoutNode name="sibTrans">
          <dgm:alg type="composite">
            <dgm:param type="ar" val="0.861"/>
          </dgm:alg>
          <dgm:constrLst>
            <dgm:constr type="w" for="ch" forName="space" refType="w"/>
            <dgm:constr type="h" for="ch" forName="space" refType="w"/>
          </dgm:constrLst>
          <dgm:layoutNode name="space" styleLbl="alignNode1">
            <dgm:alg type="sp"/>
            <dgm:shape xmlns:r="http://schemas.openxmlformats.org/officeDocument/2006/relationships" r:blip="">
              <dgm:adjLst/>
            </dgm:shape>
            <dgm:presOf/>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bProcess3">
  <dgm:title val=""/>
  <dgm:desc val=""/>
  <dgm:catLst>
    <dgm:cat type="process" pri="18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Lst>
        <dgm:ruleLst>
          <dgm:rule type="primFontSz" val="5"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14015" cy="490409"/>
          </a:xfrm>
          <a:prstGeom prst="rect">
            <a:avLst/>
          </a:prstGeom>
        </p:spPr>
        <p:txBody>
          <a:bodyPr vert="horz" lIns="91861" tIns="45930" rIns="91861" bIns="45930" rtlCol="0"/>
          <a:lstStyle>
            <a:lvl1pPr algn="l">
              <a:defRPr sz="1200" b="0" i="0">
                <a:latin typeface="Arial" panose="020B0604020202020204" pitchFamily="34" charset="0"/>
              </a:defRPr>
            </a:lvl1pPr>
          </a:lstStyle>
          <a:p>
            <a:endParaRPr lang="en-US"/>
          </a:p>
        </p:txBody>
      </p:sp>
      <p:sp>
        <p:nvSpPr>
          <p:cNvPr id="3" name="Date Placeholder 2"/>
          <p:cNvSpPr>
            <a:spLocks noGrp="1"/>
          </p:cNvSpPr>
          <p:nvPr>
            <p:ph type="dt" idx="1"/>
          </p:nvPr>
        </p:nvSpPr>
        <p:spPr>
          <a:xfrm>
            <a:off x="3809079" y="0"/>
            <a:ext cx="2914015" cy="490409"/>
          </a:xfrm>
          <a:prstGeom prst="rect">
            <a:avLst/>
          </a:prstGeom>
        </p:spPr>
        <p:txBody>
          <a:bodyPr vert="horz" lIns="91861" tIns="45930" rIns="91861" bIns="45930" rtlCol="0"/>
          <a:lstStyle>
            <a:lvl1pPr algn="r">
              <a:defRPr sz="1200" b="0" i="0">
                <a:latin typeface="Arial" panose="020B0604020202020204" pitchFamily="34" charset="0"/>
              </a:defRPr>
            </a:lvl1pPr>
          </a:lstStyle>
          <a:p>
            <a:fld id="{FBEB4EF7-6755-4417-96B3-8A9D9B3986FB}" type="datetimeFigureOut">
              <a:rPr lang="en-US" smtClean="0"/>
              <a:pPr/>
              <a:t>3/5/2026</a:t>
            </a:fld>
            <a:endParaRPr lang="en-US"/>
          </a:p>
        </p:txBody>
      </p:sp>
      <p:sp>
        <p:nvSpPr>
          <p:cNvPr id="4" name="Slide Image Placeholder 3"/>
          <p:cNvSpPr>
            <a:spLocks noGrp="1" noRot="1" noChangeAspect="1"/>
          </p:cNvSpPr>
          <p:nvPr>
            <p:ph type="sldImg" idx="2"/>
          </p:nvPr>
        </p:nvSpPr>
        <p:spPr>
          <a:xfrm>
            <a:off x="430213" y="1222375"/>
            <a:ext cx="5864225" cy="3298825"/>
          </a:xfrm>
          <a:prstGeom prst="rect">
            <a:avLst/>
          </a:prstGeom>
          <a:noFill/>
          <a:ln w="12700">
            <a:solidFill>
              <a:prstClr val="black"/>
            </a:solidFill>
          </a:ln>
        </p:spPr>
        <p:txBody>
          <a:bodyPr vert="horz" lIns="91861" tIns="45930" rIns="91861" bIns="45930" rtlCol="0" anchor="ctr"/>
          <a:lstStyle/>
          <a:p>
            <a:endParaRPr lang="en-US"/>
          </a:p>
        </p:txBody>
      </p:sp>
      <p:sp>
        <p:nvSpPr>
          <p:cNvPr id="5" name="Notes Placeholder 4"/>
          <p:cNvSpPr>
            <a:spLocks noGrp="1"/>
          </p:cNvSpPr>
          <p:nvPr>
            <p:ph type="body" sz="quarter" idx="3"/>
          </p:nvPr>
        </p:nvSpPr>
        <p:spPr>
          <a:xfrm>
            <a:off x="672465" y="4703852"/>
            <a:ext cx="5379720" cy="3848606"/>
          </a:xfrm>
          <a:prstGeom prst="rect">
            <a:avLst/>
          </a:prstGeom>
        </p:spPr>
        <p:txBody>
          <a:bodyPr vert="horz" lIns="91861" tIns="45930" rIns="91861" bIns="4593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283831"/>
            <a:ext cx="2914015" cy="490408"/>
          </a:xfrm>
          <a:prstGeom prst="rect">
            <a:avLst/>
          </a:prstGeom>
        </p:spPr>
        <p:txBody>
          <a:bodyPr vert="horz" lIns="91861" tIns="45930" rIns="91861" bIns="45930" rtlCol="0" anchor="b"/>
          <a:lstStyle>
            <a:lvl1pPr algn="l">
              <a:defRPr sz="1200" b="0" i="0">
                <a:latin typeface="Arial" panose="020B0604020202020204" pitchFamily="34" charset="0"/>
              </a:defRPr>
            </a:lvl1pPr>
          </a:lstStyle>
          <a:p>
            <a:endParaRPr lang="en-US"/>
          </a:p>
        </p:txBody>
      </p:sp>
      <p:sp>
        <p:nvSpPr>
          <p:cNvPr id="7" name="Slide Number Placeholder 6"/>
          <p:cNvSpPr>
            <a:spLocks noGrp="1"/>
          </p:cNvSpPr>
          <p:nvPr>
            <p:ph type="sldNum" sz="quarter" idx="5"/>
          </p:nvPr>
        </p:nvSpPr>
        <p:spPr>
          <a:xfrm>
            <a:off x="3809079" y="9283831"/>
            <a:ext cx="2914015" cy="490408"/>
          </a:xfrm>
          <a:prstGeom prst="rect">
            <a:avLst/>
          </a:prstGeom>
        </p:spPr>
        <p:txBody>
          <a:bodyPr vert="horz" lIns="91861" tIns="45930" rIns="91861" bIns="45930" rtlCol="0" anchor="b"/>
          <a:lstStyle>
            <a:lvl1pPr algn="r">
              <a:defRPr sz="1200" b="0" i="0">
                <a:latin typeface="Arial" panose="020B0604020202020204" pitchFamily="34" charset="0"/>
              </a:defRPr>
            </a:lvl1pPr>
          </a:lstStyle>
          <a:p>
            <a:fld id="{8338F507-FFAD-4585-99E0-9DC17883AD4F}" type="slidenum">
              <a:rPr lang="en-US" smtClean="0"/>
              <a:pPr/>
              <a:t>‹#›</a:t>
            </a:fld>
            <a:endParaRPr lang="en-US"/>
          </a:p>
        </p:txBody>
      </p:sp>
    </p:spTree>
    <p:extLst>
      <p:ext uri="{BB962C8B-B14F-4D97-AF65-F5344CB8AC3E}">
        <p14:creationId xmlns:p14="http://schemas.microsoft.com/office/powerpoint/2010/main" val="1762394910"/>
      </p:ext>
    </p:extLst>
  </p:cSld>
  <p:clrMap bg1="lt1" tx1="dk1" bg2="lt2" tx2="dk2" accent1="accent1" accent2="accent2" accent3="accent3" accent4="accent4" accent5="accent5" accent6="accent6" hlink="hlink" folHlink="folHlink"/>
  <p:notesStyle>
    <a:lvl1pPr marL="0" algn="l" defTabSz="914400" rtl="0" eaLnBrk="1" latinLnBrk="0" hangingPunct="1">
      <a:defRPr sz="1200" b="0" i="0" kern="1200">
        <a:solidFill>
          <a:schemeClr val="tx1"/>
        </a:solidFill>
        <a:latin typeface="Arial" panose="020B0604020202020204" pitchFamily="34" charset="0"/>
        <a:ea typeface="+mn-ea"/>
        <a:cs typeface="+mn-cs"/>
      </a:defRPr>
    </a:lvl1pPr>
    <a:lvl2pPr marL="457200" algn="l" defTabSz="914400" rtl="0" eaLnBrk="1" latinLnBrk="0" hangingPunct="1">
      <a:defRPr sz="1200" b="0" i="0" kern="1200">
        <a:solidFill>
          <a:schemeClr val="tx1"/>
        </a:solidFill>
        <a:latin typeface="Arial" panose="020B0604020202020204" pitchFamily="34" charset="0"/>
        <a:ea typeface="+mn-ea"/>
        <a:cs typeface="+mn-cs"/>
      </a:defRPr>
    </a:lvl2pPr>
    <a:lvl3pPr marL="914400" algn="l" defTabSz="914400" rtl="0" eaLnBrk="1" latinLnBrk="0" hangingPunct="1">
      <a:defRPr sz="1200" b="0" i="0" kern="1200">
        <a:solidFill>
          <a:schemeClr val="tx1"/>
        </a:solidFill>
        <a:latin typeface="Arial" panose="020B0604020202020204" pitchFamily="34" charset="0"/>
        <a:ea typeface="+mn-ea"/>
        <a:cs typeface="+mn-cs"/>
      </a:defRPr>
    </a:lvl3pPr>
    <a:lvl4pPr marL="1371600" algn="l" defTabSz="914400" rtl="0" eaLnBrk="1" latinLnBrk="0" hangingPunct="1">
      <a:defRPr sz="1200" b="0" i="0" kern="1200">
        <a:solidFill>
          <a:schemeClr val="tx1"/>
        </a:solidFill>
        <a:latin typeface="Arial" panose="020B0604020202020204" pitchFamily="34" charset="0"/>
        <a:ea typeface="+mn-ea"/>
        <a:cs typeface="+mn-cs"/>
      </a:defRPr>
    </a:lvl4pPr>
    <a:lvl5pPr marL="1828800" algn="l" defTabSz="914400" rtl="0" eaLnBrk="1" latinLnBrk="0" hangingPunct="1">
      <a:defRPr sz="1200" b="0" i="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338F507-FFAD-4585-99E0-9DC17883AD4F}" type="slidenum">
              <a:rPr lang="en-US" smtClean="0"/>
              <a:pPr/>
              <a:t>1</a:t>
            </a:fld>
            <a:endParaRPr lang="en-US"/>
          </a:p>
        </p:txBody>
      </p:sp>
    </p:spTree>
    <p:extLst>
      <p:ext uri="{BB962C8B-B14F-4D97-AF65-F5344CB8AC3E}">
        <p14:creationId xmlns:p14="http://schemas.microsoft.com/office/powerpoint/2010/main" val="33756084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338F507-FFAD-4585-99E0-9DC17883AD4F}" type="slidenum">
              <a:rPr lang="en-US" smtClean="0"/>
              <a:pPr/>
              <a:t>2</a:t>
            </a:fld>
            <a:endParaRPr lang="en-US"/>
          </a:p>
        </p:txBody>
      </p:sp>
    </p:spTree>
    <p:extLst>
      <p:ext uri="{BB962C8B-B14F-4D97-AF65-F5344CB8AC3E}">
        <p14:creationId xmlns:p14="http://schemas.microsoft.com/office/powerpoint/2010/main" val="192443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8338F507-FFAD-4585-99E0-9DC17883AD4F}" type="slidenum">
              <a:rPr lang="en-US" smtClean="0"/>
              <a:pPr/>
              <a:t>3</a:t>
            </a:fld>
            <a:endParaRPr lang="en-US"/>
          </a:p>
        </p:txBody>
      </p:sp>
    </p:spTree>
    <p:extLst>
      <p:ext uri="{BB962C8B-B14F-4D97-AF65-F5344CB8AC3E}">
        <p14:creationId xmlns:p14="http://schemas.microsoft.com/office/powerpoint/2010/main" val="26546405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8338F507-FFAD-4585-99E0-9DC17883AD4F}" type="slidenum">
              <a:rPr lang="en-US" smtClean="0"/>
              <a:pPr/>
              <a:t>7</a:t>
            </a:fld>
            <a:endParaRPr lang="en-US"/>
          </a:p>
        </p:txBody>
      </p:sp>
    </p:spTree>
    <p:extLst>
      <p:ext uri="{BB962C8B-B14F-4D97-AF65-F5344CB8AC3E}">
        <p14:creationId xmlns:p14="http://schemas.microsoft.com/office/powerpoint/2010/main" val="422358205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4E4B08-FD04-DBA0-88D1-BD00CA70F7B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D6A7AF-B478-132D-9146-792B654B60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8310EE8-E23A-F363-BC5D-F4494B914A44}"/>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4EC623BF-76A4-4FE7-1B88-F7EBC7015BBD}"/>
              </a:ext>
            </a:extLst>
          </p:cNvPr>
          <p:cNvSpPr>
            <a:spLocks noGrp="1"/>
          </p:cNvSpPr>
          <p:nvPr>
            <p:ph type="sldNum" sz="quarter" idx="5"/>
          </p:nvPr>
        </p:nvSpPr>
        <p:spPr/>
        <p:txBody>
          <a:bodyPr/>
          <a:lstStyle/>
          <a:p>
            <a:fld id="{8338F507-FFAD-4585-99E0-9DC17883AD4F}" type="slidenum">
              <a:rPr lang="en-US" smtClean="0"/>
              <a:pPr/>
              <a:t>8</a:t>
            </a:fld>
            <a:endParaRPr lang="en-US"/>
          </a:p>
        </p:txBody>
      </p:sp>
    </p:spTree>
    <p:extLst>
      <p:ext uri="{BB962C8B-B14F-4D97-AF65-F5344CB8AC3E}">
        <p14:creationId xmlns:p14="http://schemas.microsoft.com/office/powerpoint/2010/main" val="23430032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CACBB2-9794-8F7A-5B46-5C5CB7C6570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3AF7ED-3E1F-6812-B421-3393E64B20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73ACA15-2D80-ADA0-3056-66F4CE3419E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0E43E7C-26B7-147C-9734-1849EBD1014E}"/>
              </a:ext>
            </a:extLst>
          </p:cNvPr>
          <p:cNvSpPr>
            <a:spLocks noGrp="1"/>
          </p:cNvSpPr>
          <p:nvPr>
            <p:ph type="sldNum" sz="quarter" idx="5"/>
          </p:nvPr>
        </p:nvSpPr>
        <p:spPr/>
        <p:txBody>
          <a:bodyPr/>
          <a:lstStyle/>
          <a:p>
            <a:fld id="{8338F507-FFAD-4585-99E0-9DC17883AD4F}" type="slidenum">
              <a:rPr lang="en-US" smtClean="0"/>
              <a:pPr/>
              <a:t>11</a:t>
            </a:fld>
            <a:endParaRPr lang="en-US"/>
          </a:p>
        </p:txBody>
      </p:sp>
    </p:spTree>
    <p:extLst>
      <p:ext uri="{BB962C8B-B14F-4D97-AF65-F5344CB8AC3E}">
        <p14:creationId xmlns:p14="http://schemas.microsoft.com/office/powerpoint/2010/main" val="346101247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338F507-FFAD-4585-99E0-9DC17883AD4F}" type="slidenum">
              <a:rPr lang="en-US" smtClean="0"/>
              <a:pPr/>
              <a:t>12</a:t>
            </a:fld>
            <a:endParaRPr lang="en-US"/>
          </a:p>
        </p:txBody>
      </p:sp>
    </p:spTree>
    <p:extLst>
      <p:ext uri="{BB962C8B-B14F-4D97-AF65-F5344CB8AC3E}">
        <p14:creationId xmlns:p14="http://schemas.microsoft.com/office/powerpoint/2010/main" val="121822448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3BCC6E-A797-B3B1-F106-2B7DD8DBEE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3E7737F-7BFD-988B-4188-96F0A3E737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A0D427D-5A17-7D04-EC9D-0F6D20CC99A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8FD9849-FE8A-E3F2-CC3E-DDEE88584694}"/>
              </a:ext>
            </a:extLst>
          </p:cNvPr>
          <p:cNvSpPr>
            <a:spLocks noGrp="1"/>
          </p:cNvSpPr>
          <p:nvPr>
            <p:ph type="sldNum" sz="quarter" idx="5"/>
          </p:nvPr>
        </p:nvSpPr>
        <p:spPr/>
        <p:txBody>
          <a:bodyPr/>
          <a:lstStyle/>
          <a:p>
            <a:fld id="{8338F507-FFAD-4585-99E0-9DC17883AD4F}" type="slidenum">
              <a:rPr lang="en-US" smtClean="0"/>
              <a:pPr/>
              <a:t>13</a:t>
            </a:fld>
            <a:endParaRPr lang="en-US"/>
          </a:p>
        </p:txBody>
      </p:sp>
    </p:spTree>
    <p:extLst>
      <p:ext uri="{BB962C8B-B14F-4D97-AF65-F5344CB8AC3E}">
        <p14:creationId xmlns:p14="http://schemas.microsoft.com/office/powerpoint/2010/main" val="18756658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338F507-FFAD-4585-99E0-9DC17883AD4F}" type="slidenum">
              <a:rPr lang="en-US" smtClean="0"/>
              <a:pPr/>
              <a:t>18</a:t>
            </a:fld>
            <a:endParaRPr lang="en-US"/>
          </a:p>
        </p:txBody>
      </p:sp>
    </p:spTree>
    <p:extLst>
      <p:ext uri="{BB962C8B-B14F-4D97-AF65-F5344CB8AC3E}">
        <p14:creationId xmlns:p14="http://schemas.microsoft.com/office/powerpoint/2010/main" val="22768523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338F507-FFAD-4585-99E0-9DC17883AD4F}" type="slidenum">
              <a:rPr lang="en-US" smtClean="0"/>
              <a:pPr/>
              <a:t>19</a:t>
            </a:fld>
            <a:endParaRPr lang="en-US"/>
          </a:p>
        </p:txBody>
      </p:sp>
    </p:spTree>
    <p:extLst>
      <p:ext uri="{BB962C8B-B14F-4D97-AF65-F5344CB8AC3E}">
        <p14:creationId xmlns:p14="http://schemas.microsoft.com/office/powerpoint/2010/main" val="257546751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D41ECB-36EF-85CD-F6F2-2DD191E1A5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532C47-EE63-AC20-E333-818DBA8CAB4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0932F06-14CD-E746-9E1A-ADD01F20179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D739A7E-498D-C68C-F46A-76EAD7E26961}"/>
              </a:ext>
            </a:extLst>
          </p:cNvPr>
          <p:cNvSpPr>
            <a:spLocks noGrp="1"/>
          </p:cNvSpPr>
          <p:nvPr>
            <p:ph type="sldNum" sz="quarter" idx="5"/>
          </p:nvPr>
        </p:nvSpPr>
        <p:spPr/>
        <p:txBody>
          <a:bodyPr/>
          <a:lstStyle/>
          <a:p>
            <a:pPr defTabSz="918606">
              <a:defRPr/>
            </a:pPr>
            <a:fld id="{8338F507-FFAD-4585-99E0-9DC17883AD4F}" type="slidenum">
              <a:rPr lang="en-US">
                <a:solidFill>
                  <a:prstClr val="black"/>
                </a:solidFill>
                <a:latin typeface="Aptos" panose="02110004020202020204"/>
              </a:rPr>
              <a:pPr defTabSz="918606">
                <a:defRPr/>
              </a:pPr>
              <a:t>21</a:t>
            </a:fld>
            <a:endParaRPr lang="en-US">
              <a:solidFill>
                <a:prstClr val="black"/>
              </a:solidFill>
              <a:latin typeface="Aptos" panose="02110004020202020204"/>
            </a:endParaRPr>
          </a:p>
        </p:txBody>
      </p:sp>
    </p:spTree>
    <p:extLst>
      <p:ext uri="{BB962C8B-B14F-4D97-AF65-F5344CB8AC3E}">
        <p14:creationId xmlns:p14="http://schemas.microsoft.com/office/powerpoint/2010/main" val="119483363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338F507-FFAD-4585-99E0-9DC17883AD4F}" type="slidenum">
              <a:rPr lang="en-US" smtClean="0"/>
              <a:pPr/>
              <a:t>22</a:t>
            </a:fld>
            <a:endParaRPr lang="en-US"/>
          </a:p>
        </p:txBody>
      </p:sp>
    </p:spTree>
    <p:extLst>
      <p:ext uri="{BB962C8B-B14F-4D97-AF65-F5344CB8AC3E}">
        <p14:creationId xmlns:p14="http://schemas.microsoft.com/office/powerpoint/2010/main" val="160597655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A342D3-1B96-D764-85B9-6F41CCB960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025423-A4D9-0A78-2827-D3CF8DAD86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542AD80-9AF6-2D07-7144-BB8868C11C7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9DEE847-7355-4C9D-5F56-67D7AAF060FE}"/>
              </a:ext>
            </a:extLst>
          </p:cNvPr>
          <p:cNvSpPr>
            <a:spLocks noGrp="1"/>
          </p:cNvSpPr>
          <p:nvPr>
            <p:ph type="sldNum" sz="quarter" idx="5"/>
          </p:nvPr>
        </p:nvSpPr>
        <p:spPr/>
        <p:txBody>
          <a:bodyPr/>
          <a:lstStyle/>
          <a:p>
            <a:fld id="{8338F507-FFAD-4585-99E0-9DC17883AD4F}" type="slidenum">
              <a:rPr lang="en-US" smtClean="0"/>
              <a:pPr/>
              <a:t>23</a:t>
            </a:fld>
            <a:endParaRPr lang="en-US"/>
          </a:p>
        </p:txBody>
      </p:sp>
    </p:spTree>
    <p:extLst>
      <p:ext uri="{BB962C8B-B14F-4D97-AF65-F5344CB8AC3E}">
        <p14:creationId xmlns:p14="http://schemas.microsoft.com/office/powerpoint/2010/main" val="418244319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AF9592-9211-785C-D648-7D4F5CD195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075356-BB03-F8F1-4421-8136369AE3D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AAF8EDC-7EA7-61E3-2FEA-B4C5260BBB2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E6BD1B3-3330-9653-0C04-DE9E03A6FDBF}"/>
              </a:ext>
            </a:extLst>
          </p:cNvPr>
          <p:cNvSpPr>
            <a:spLocks noGrp="1"/>
          </p:cNvSpPr>
          <p:nvPr>
            <p:ph type="sldNum" sz="quarter" idx="5"/>
          </p:nvPr>
        </p:nvSpPr>
        <p:spPr/>
        <p:txBody>
          <a:bodyPr/>
          <a:lstStyle/>
          <a:p>
            <a:fld id="{F9F51713-FB6A-41BD-B29F-3FA2A4D4BEDA}" type="slidenum">
              <a:rPr lang="en-US" smtClean="0"/>
              <a:t>24</a:t>
            </a:fld>
            <a:endParaRPr lang="en-US"/>
          </a:p>
        </p:txBody>
      </p:sp>
    </p:spTree>
    <p:extLst>
      <p:ext uri="{BB962C8B-B14F-4D97-AF65-F5344CB8AC3E}">
        <p14:creationId xmlns:p14="http://schemas.microsoft.com/office/powerpoint/2010/main" val="230899228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DDAB7E-615C-CC1D-B949-00D00D8844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BA8EAF-7451-6013-4DDE-D9B7386C13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A014B2-202D-B82B-6BEF-F8D9A73F8F7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8847624-BC2D-EF81-84D4-49582336BCE6}"/>
              </a:ext>
            </a:extLst>
          </p:cNvPr>
          <p:cNvSpPr>
            <a:spLocks noGrp="1"/>
          </p:cNvSpPr>
          <p:nvPr>
            <p:ph type="sldNum" sz="quarter" idx="5"/>
          </p:nvPr>
        </p:nvSpPr>
        <p:spPr/>
        <p:txBody>
          <a:bodyPr/>
          <a:lstStyle/>
          <a:p>
            <a:fld id="{8338F507-FFAD-4585-99E0-9DC17883AD4F}" type="slidenum">
              <a:rPr lang="en-US" smtClean="0"/>
              <a:pPr/>
              <a:t>25</a:t>
            </a:fld>
            <a:endParaRPr lang="en-US"/>
          </a:p>
        </p:txBody>
      </p:sp>
    </p:spTree>
    <p:extLst>
      <p:ext uri="{BB962C8B-B14F-4D97-AF65-F5344CB8AC3E}">
        <p14:creationId xmlns:p14="http://schemas.microsoft.com/office/powerpoint/2010/main" val="91158596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E7059A-EB32-0635-02EB-943040A776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820B80-9BB2-A35B-4F6C-E0E086E4D3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8A66CE-8BE9-BDE0-AB39-806B42A1059D}"/>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D19B36CD-A1C8-E5A2-1A67-0FAE534669F5}"/>
              </a:ext>
            </a:extLst>
          </p:cNvPr>
          <p:cNvSpPr>
            <a:spLocks noGrp="1"/>
          </p:cNvSpPr>
          <p:nvPr>
            <p:ph type="sldNum" sz="quarter" idx="5"/>
          </p:nvPr>
        </p:nvSpPr>
        <p:spPr/>
        <p:txBody>
          <a:bodyPr/>
          <a:lstStyle/>
          <a:p>
            <a:fld id="{8338F507-FFAD-4585-99E0-9DC17883AD4F}" type="slidenum">
              <a:rPr lang="en-US" smtClean="0"/>
              <a:pPr/>
              <a:t>26</a:t>
            </a:fld>
            <a:endParaRPr lang="en-US"/>
          </a:p>
        </p:txBody>
      </p:sp>
    </p:spTree>
    <p:extLst>
      <p:ext uri="{BB962C8B-B14F-4D97-AF65-F5344CB8AC3E}">
        <p14:creationId xmlns:p14="http://schemas.microsoft.com/office/powerpoint/2010/main" val="37115402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8338F507-FFAD-4585-99E0-9DC17883AD4F}" type="slidenum">
              <a:rPr lang="en-US" smtClean="0"/>
              <a:pPr/>
              <a:t>30</a:t>
            </a:fld>
            <a:endParaRPr lang="en-US"/>
          </a:p>
        </p:txBody>
      </p:sp>
    </p:spTree>
    <p:extLst>
      <p:ext uri="{BB962C8B-B14F-4D97-AF65-F5344CB8AC3E}">
        <p14:creationId xmlns:p14="http://schemas.microsoft.com/office/powerpoint/2010/main" val="40494246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8338F507-FFAD-4585-99E0-9DC17883AD4F}" type="slidenum">
              <a:rPr lang="en-US" smtClean="0"/>
              <a:pPr/>
              <a:t>34</a:t>
            </a:fld>
            <a:endParaRPr lang="en-US"/>
          </a:p>
        </p:txBody>
      </p:sp>
    </p:spTree>
    <p:extLst>
      <p:ext uri="{BB962C8B-B14F-4D97-AF65-F5344CB8AC3E}">
        <p14:creationId xmlns:p14="http://schemas.microsoft.com/office/powerpoint/2010/main" val="352506870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DBCFA1-E0B6-38D4-736B-E42E4B639B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7CD178A-7844-27B5-D26F-5DF2732CAFE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B5306D0-2152-6721-9A6E-49CBC5C51131}"/>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99FCA8B9-D826-0B70-8085-3F1A57C2F2E8}"/>
              </a:ext>
            </a:extLst>
          </p:cNvPr>
          <p:cNvSpPr>
            <a:spLocks noGrp="1"/>
          </p:cNvSpPr>
          <p:nvPr>
            <p:ph type="sldNum" sz="quarter" idx="5"/>
          </p:nvPr>
        </p:nvSpPr>
        <p:spPr/>
        <p:txBody>
          <a:bodyPr/>
          <a:lstStyle/>
          <a:p>
            <a:fld id="{8338F507-FFAD-4585-99E0-9DC17883AD4F}" type="slidenum">
              <a:rPr lang="en-US" smtClean="0"/>
              <a:pPr/>
              <a:t>39</a:t>
            </a:fld>
            <a:endParaRPr lang="en-US"/>
          </a:p>
        </p:txBody>
      </p:sp>
    </p:spTree>
    <p:extLst>
      <p:ext uri="{BB962C8B-B14F-4D97-AF65-F5344CB8AC3E}">
        <p14:creationId xmlns:p14="http://schemas.microsoft.com/office/powerpoint/2010/main" val="83059271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338F507-FFAD-4585-99E0-9DC17883AD4F}" type="slidenum">
              <a:rPr lang="en-US" smtClean="0"/>
              <a:pPr/>
              <a:t>40</a:t>
            </a:fld>
            <a:endParaRPr lang="en-US"/>
          </a:p>
        </p:txBody>
      </p:sp>
    </p:spTree>
    <p:extLst>
      <p:ext uri="{BB962C8B-B14F-4D97-AF65-F5344CB8AC3E}">
        <p14:creationId xmlns:p14="http://schemas.microsoft.com/office/powerpoint/2010/main" val="397782102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95ED79-0D1C-D5E4-7857-FB3EEC25AC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FCCD81-5513-5A83-A3B6-CB82EBF39C6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56D4F7-4DF3-F5EF-EDDC-F98104E49BF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3921A8C-5656-3B1E-B731-A201A0E1A4FA}"/>
              </a:ext>
            </a:extLst>
          </p:cNvPr>
          <p:cNvSpPr>
            <a:spLocks noGrp="1"/>
          </p:cNvSpPr>
          <p:nvPr>
            <p:ph type="sldNum" sz="quarter" idx="5"/>
          </p:nvPr>
        </p:nvSpPr>
        <p:spPr/>
        <p:txBody>
          <a:bodyPr/>
          <a:lstStyle/>
          <a:p>
            <a:fld id="{8338F507-FFAD-4585-99E0-9DC17883AD4F}" type="slidenum">
              <a:rPr lang="en-US" smtClean="0"/>
              <a:pPr/>
              <a:t>42</a:t>
            </a:fld>
            <a:endParaRPr lang="en-US"/>
          </a:p>
        </p:txBody>
      </p:sp>
    </p:spTree>
    <p:extLst>
      <p:ext uri="{BB962C8B-B14F-4D97-AF65-F5344CB8AC3E}">
        <p14:creationId xmlns:p14="http://schemas.microsoft.com/office/powerpoint/2010/main" val="69431270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338F507-FFAD-4585-99E0-9DC17883AD4F}" type="slidenum">
              <a:rPr lang="en-US" smtClean="0"/>
              <a:pPr/>
              <a:t>43</a:t>
            </a:fld>
            <a:endParaRPr lang="en-US"/>
          </a:p>
        </p:txBody>
      </p:sp>
    </p:spTree>
    <p:extLst>
      <p:ext uri="{BB962C8B-B14F-4D97-AF65-F5344CB8AC3E}">
        <p14:creationId xmlns:p14="http://schemas.microsoft.com/office/powerpoint/2010/main" val="68284188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FD310E-9564-DDAF-BF82-EF86D2FF4AE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DD39B07-4003-B159-510E-4D1C19C698A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0EB03BF-9BDE-63A7-F8E9-91659CAA31C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E44934B-CDEE-E93B-E268-174B53899934}"/>
              </a:ext>
            </a:extLst>
          </p:cNvPr>
          <p:cNvSpPr>
            <a:spLocks noGrp="1"/>
          </p:cNvSpPr>
          <p:nvPr>
            <p:ph type="sldNum" sz="quarter" idx="5"/>
          </p:nvPr>
        </p:nvSpPr>
        <p:spPr/>
        <p:txBody>
          <a:bodyPr/>
          <a:lstStyle/>
          <a:p>
            <a:fld id="{F9F51713-FB6A-41BD-B29F-3FA2A4D4BEDA}" type="slidenum">
              <a:rPr lang="en-US" smtClean="0"/>
              <a:t>45</a:t>
            </a:fld>
            <a:endParaRPr lang="en-US"/>
          </a:p>
        </p:txBody>
      </p:sp>
    </p:spTree>
    <p:extLst>
      <p:ext uri="{BB962C8B-B14F-4D97-AF65-F5344CB8AC3E}">
        <p14:creationId xmlns:p14="http://schemas.microsoft.com/office/powerpoint/2010/main" val="421079569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9F51713-FB6A-41BD-B29F-3FA2A4D4BEDA}" type="slidenum">
              <a:rPr lang="en-US" smtClean="0"/>
              <a:t>46</a:t>
            </a:fld>
            <a:endParaRPr lang="en-US"/>
          </a:p>
        </p:txBody>
      </p:sp>
    </p:spTree>
    <p:extLst>
      <p:ext uri="{BB962C8B-B14F-4D97-AF65-F5344CB8AC3E}">
        <p14:creationId xmlns:p14="http://schemas.microsoft.com/office/powerpoint/2010/main" val="273025776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68CCC0-213D-8E1D-C449-011134D8D5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2943BE-6F54-97C0-73D2-2C02853E29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95B0B38-95C5-389D-FD55-E8C3267668E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40D0BE0-D273-1AB6-1260-A01E3C8C7375}"/>
              </a:ext>
            </a:extLst>
          </p:cNvPr>
          <p:cNvSpPr>
            <a:spLocks noGrp="1"/>
          </p:cNvSpPr>
          <p:nvPr>
            <p:ph type="sldNum" sz="quarter" idx="5"/>
          </p:nvPr>
        </p:nvSpPr>
        <p:spPr/>
        <p:txBody>
          <a:bodyPr/>
          <a:lstStyle/>
          <a:p>
            <a:pPr defTabSz="918606">
              <a:defRPr/>
            </a:pPr>
            <a:fld id="{20CA530D-631F-4981-98F0-E6C07C67E1A3}" type="slidenum">
              <a:rPr lang="en-US">
                <a:solidFill>
                  <a:prstClr val="black"/>
                </a:solidFill>
              </a:rPr>
              <a:pPr defTabSz="918606">
                <a:defRPr/>
              </a:pPr>
              <a:t>49</a:t>
            </a:fld>
            <a:endParaRPr lang="en-US">
              <a:solidFill>
                <a:prstClr val="black"/>
              </a:solidFill>
            </a:endParaRPr>
          </a:p>
        </p:txBody>
      </p:sp>
    </p:spTree>
    <p:extLst>
      <p:ext uri="{BB962C8B-B14F-4D97-AF65-F5344CB8AC3E}">
        <p14:creationId xmlns:p14="http://schemas.microsoft.com/office/powerpoint/2010/main" val="185736994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71AB3A-B0D9-29C9-1C99-E4342EE9189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79AFA75-AD49-141A-2AD3-23467F31684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729F5E4-F814-28DF-CFFE-F24F7D4A2D6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0B14CA3-1E99-D004-AD6A-293907741B32}"/>
              </a:ext>
            </a:extLst>
          </p:cNvPr>
          <p:cNvSpPr>
            <a:spLocks noGrp="1"/>
          </p:cNvSpPr>
          <p:nvPr>
            <p:ph type="sldNum" sz="quarter" idx="5"/>
          </p:nvPr>
        </p:nvSpPr>
        <p:spPr/>
        <p:txBody>
          <a:bodyPr/>
          <a:lstStyle/>
          <a:p>
            <a:pPr defTabSz="918606">
              <a:defRPr/>
            </a:pPr>
            <a:fld id="{20CA530D-631F-4981-98F0-E6C07C67E1A3}" type="slidenum">
              <a:rPr lang="en-US">
                <a:solidFill>
                  <a:prstClr val="black"/>
                </a:solidFill>
              </a:rPr>
              <a:pPr defTabSz="918606">
                <a:defRPr/>
              </a:pPr>
              <a:t>50</a:t>
            </a:fld>
            <a:endParaRPr lang="en-US">
              <a:solidFill>
                <a:prstClr val="black"/>
              </a:solidFill>
            </a:endParaRPr>
          </a:p>
        </p:txBody>
      </p:sp>
    </p:spTree>
    <p:extLst>
      <p:ext uri="{BB962C8B-B14F-4D97-AF65-F5344CB8AC3E}">
        <p14:creationId xmlns:p14="http://schemas.microsoft.com/office/powerpoint/2010/main" val="43226780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035F2D-432E-C0B6-1E94-520CBE5808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539DE8-8F13-F673-19CB-5E1A507B557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64340E-19C4-BFDB-309B-0C74421CA84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E54DDC2-4089-4D1C-0BCC-81C4BC7A8301}"/>
              </a:ext>
            </a:extLst>
          </p:cNvPr>
          <p:cNvSpPr>
            <a:spLocks noGrp="1"/>
          </p:cNvSpPr>
          <p:nvPr>
            <p:ph type="sldNum" sz="quarter" idx="5"/>
          </p:nvPr>
        </p:nvSpPr>
        <p:spPr/>
        <p:txBody>
          <a:bodyPr/>
          <a:lstStyle/>
          <a:p>
            <a:fld id="{8338F507-FFAD-4585-99E0-9DC17883AD4F}" type="slidenum">
              <a:rPr lang="en-US" smtClean="0"/>
              <a:t>51</a:t>
            </a:fld>
            <a:endParaRPr lang="en-US"/>
          </a:p>
        </p:txBody>
      </p:sp>
    </p:spTree>
    <p:extLst>
      <p:ext uri="{BB962C8B-B14F-4D97-AF65-F5344CB8AC3E}">
        <p14:creationId xmlns:p14="http://schemas.microsoft.com/office/powerpoint/2010/main" val="278203541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pic>
        <p:nvPicPr>
          <p:cNvPr id="3" name="object 2">
            <a:extLst>
              <a:ext uri="{FF2B5EF4-FFF2-40B4-BE49-F238E27FC236}">
                <a16:creationId xmlns:a16="http://schemas.microsoft.com/office/drawing/2014/main" id="{8C4C564F-54DF-8C5F-8208-487AC945D740}"/>
              </a:ext>
            </a:extLst>
          </p:cNvPr>
          <p:cNvPicPr/>
          <p:nvPr userDrawn="1"/>
        </p:nvPicPr>
        <p:blipFill>
          <a:blip r:embed="rId2" cstate="print">
            <a:extLst>
              <a:ext uri="{28A0092B-C50C-407E-A947-70E740481C1C}">
                <a14:useLocalDpi xmlns:a14="http://schemas.microsoft.com/office/drawing/2010/main"/>
              </a:ext>
            </a:extLst>
          </a:blip>
          <a:srcRect/>
          <a:stretch/>
        </p:blipFill>
        <p:spPr>
          <a:xfrm>
            <a:off x="3049" y="1715"/>
            <a:ext cx="12188951" cy="6856285"/>
          </a:xfrm>
          <a:prstGeom prst="rect">
            <a:avLst/>
          </a:prstGeom>
        </p:spPr>
      </p:pic>
      <p:sp>
        <p:nvSpPr>
          <p:cNvPr id="2" name="Title 1">
            <a:extLst>
              <a:ext uri="{FF2B5EF4-FFF2-40B4-BE49-F238E27FC236}">
                <a16:creationId xmlns:a16="http://schemas.microsoft.com/office/drawing/2014/main" id="{5AEF2F32-23D2-85EF-3071-5C6939DCE4A4}"/>
              </a:ext>
            </a:extLst>
          </p:cNvPr>
          <p:cNvSpPr>
            <a:spLocks noGrp="1"/>
          </p:cNvSpPr>
          <p:nvPr>
            <p:ph type="ctrTitle"/>
          </p:nvPr>
        </p:nvSpPr>
        <p:spPr>
          <a:xfrm>
            <a:off x="401904" y="1963495"/>
            <a:ext cx="5664555" cy="1828800"/>
          </a:xfrm>
        </p:spPr>
        <p:txBody>
          <a:bodyPr anchor="t" anchorCtr="0"/>
          <a:lstStyle>
            <a:lvl1pPr algn="l">
              <a:lnSpc>
                <a:spcPct val="80000"/>
              </a:lnSpc>
              <a:spcBef>
                <a:spcPts val="1400"/>
              </a:spcBef>
              <a:defRPr sz="4800" b="0"/>
            </a:lvl1pPr>
          </a:lstStyle>
          <a:p>
            <a:r>
              <a:rPr lang="en-US"/>
              <a:t>Click to edit Master title style</a:t>
            </a:r>
          </a:p>
        </p:txBody>
      </p:sp>
      <p:sp>
        <p:nvSpPr>
          <p:cNvPr id="5" name="Subtitle 2">
            <a:extLst>
              <a:ext uri="{FF2B5EF4-FFF2-40B4-BE49-F238E27FC236}">
                <a16:creationId xmlns:a16="http://schemas.microsoft.com/office/drawing/2014/main" id="{98AB6ED3-C5F6-877C-DAED-BEF7F304594B}"/>
              </a:ext>
            </a:extLst>
          </p:cNvPr>
          <p:cNvSpPr>
            <a:spLocks noGrp="1"/>
          </p:cNvSpPr>
          <p:nvPr>
            <p:ph type="subTitle" idx="1" hasCustomPrompt="1"/>
          </p:nvPr>
        </p:nvSpPr>
        <p:spPr>
          <a:xfrm>
            <a:off x="401903" y="6054487"/>
            <a:ext cx="4684447" cy="453228"/>
          </a:xfrm>
        </p:spPr>
        <p:txBody>
          <a:bodyPr/>
          <a:lstStyle>
            <a:lvl1pPr marL="0" indent="0" algn="l">
              <a:lnSpc>
                <a:spcPct val="100000"/>
              </a:lnSpc>
              <a:spcBef>
                <a:spcPts val="100"/>
              </a:spcBef>
              <a:spcAft>
                <a:spcPts val="0"/>
              </a:spcAft>
              <a:buNone/>
              <a:defRPr sz="1400" b="0"/>
            </a:lvl1pPr>
            <a:lvl2pPr marL="0" indent="0" algn="l">
              <a:lnSpc>
                <a:spcPct val="100000"/>
              </a:lnSpc>
              <a:spcBef>
                <a:spcPts val="100"/>
              </a:spcBef>
              <a:buNone/>
              <a:defRPr sz="1400" b="1">
                <a:latin typeface="+mn-lt"/>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subtitle style</a:t>
            </a:r>
          </a:p>
        </p:txBody>
      </p:sp>
    </p:spTree>
    <p:extLst>
      <p:ext uri="{BB962C8B-B14F-4D97-AF65-F5344CB8AC3E}">
        <p14:creationId xmlns:p14="http://schemas.microsoft.com/office/powerpoint/2010/main" val="3992618841"/>
      </p:ext>
    </p:extLst>
  </p:cSld>
  <p:clrMapOvr>
    <a:masterClrMapping/>
  </p:clrMapOvr>
  <p:extLst>
    <p:ext uri="{DCECCB84-F9BA-43D5-87BE-67443E8EF086}">
      <p15:sldGuideLst xmlns:p15="http://schemas.microsoft.com/office/powerpoint/2012/main">
        <p15:guide id="9" orient="horz" pos="216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Image">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5E0745CB-2FF7-A852-6865-A8F426EE1202}"/>
              </a:ext>
            </a:extLst>
          </p:cNvPr>
          <p:cNvSpPr>
            <a:spLocks noGrp="1"/>
          </p:cNvSpPr>
          <p:nvPr>
            <p:ph type="pic" sz="quarter" idx="10" hasCustomPrompt="1"/>
          </p:nvPr>
        </p:nvSpPr>
        <p:spPr>
          <a:xfrm>
            <a:off x="0" y="0"/>
            <a:ext cx="12192000" cy="6858000"/>
          </a:xfrm>
          <a:solidFill>
            <a:schemeClr val="bg2"/>
          </a:solidFill>
        </p:spPr>
        <p:txBody>
          <a:bodyPr anchor="ctr"/>
          <a:lstStyle>
            <a:lvl1pPr algn="ctr">
              <a:defRPr/>
            </a:lvl1pPr>
          </a:lstStyle>
          <a:p>
            <a:r>
              <a:rPr lang="en-US"/>
              <a:t>Click icon to add cover image</a:t>
            </a:r>
          </a:p>
          <a:p>
            <a:endParaRPr lang="en-US"/>
          </a:p>
        </p:txBody>
      </p:sp>
      <p:sp>
        <p:nvSpPr>
          <p:cNvPr id="2" name="Title 1">
            <a:extLst>
              <a:ext uri="{FF2B5EF4-FFF2-40B4-BE49-F238E27FC236}">
                <a16:creationId xmlns:a16="http://schemas.microsoft.com/office/drawing/2014/main" id="{5AEF2F32-23D2-85EF-3071-5C6939DCE4A4}"/>
              </a:ext>
            </a:extLst>
          </p:cNvPr>
          <p:cNvSpPr>
            <a:spLocks noGrp="1"/>
          </p:cNvSpPr>
          <p:nvPr>
            <p:ph type="ctrTitle"/>
          </p:nvPr>
        </p:nvSpPr>
        <p:spPr>
          <a:xfrm>
            <a:off x="401904" y="1963495"/>
            <a:ext cx="5664555" cy="1828800"/>
          </a:xfrm>
        </p:spPr>
        <p:txBody>
          <a:bodyPr anchor="t" anchorCtr="0"/>
          <a:lstStyle>
            <a:lvl1pPr algn="l">
              <a:lnSpc>
                <a:spcPct val="80000"/>
              </a:lnSpc>
              <a:spcBef>
                <a:spcPts val="1400"/>
              </a:spcBef>
              <a:defRPr sz="4800" b="0"/>
            </a:lvl1pPr>
          </a:lstStyle>
          <a:p>
            <a:r>
              <a:rPr lang="en-US"/>
              <a:t>Click to edit Master title style</a:t>
            </a:r>
          </a:p>
        </p:txBody>
      </p:sp>
      <p:sp>
        <p:nvSpPr>
          <p:cNvPr id="5" name="Subtitle 2">
            <a:extLst>
              <a:ext uri="{FF2B5EF4-FFF2-40B4-BE49-F238E27FC236}">
                <a16:creationId xmlns:a16="http://schemas.microsoft.com/office/drawing/2014/main" id="{98AB6ED3-C5F6-877C-DAED-BEF7F304594B}"/>
              </a:ext>
            </a:extLst>
          </p:cNvPr>
          <p:cNvSpPr>
            <a:spLocks noGrp="1"/>
          </p:cNvSpPr>
          <p:nvPr>
            <p:ph type="subTitle" idx="1" hasCustomPrompt="1"/>
          </p:nvPr>
        </p:nvSpPr>
        <p:spPr>
          <a:xfrm>
            <a:off x="401903" y="6054487"/>
            <a:ext cx="4684447" cy="453228"/>
          </a:xfrm>
        </p:spPr>
        <p:txBody>
          <a:bodyPr/>
          <a:lstStyle>
            <a:lvl1pPr marL="0" indent="0" algn="l">
              <a:lnSpc>
                <a:spcPct val="100000"/>
              </a:lnSpc>
              <a:spcBef>
                <a:spcPts val="100"/>
              </a:spcBef>
              <a:spcAft>
                <a:spcPts val="0"/>
              </a:spcAft>
              <a:buNone/>
              <a:defRPr sz="1400" b="0"/>
            </a:lvl1pPr>
            <a:lvl2pPr marL="0" indent="0" algn="l">
              <a:lnSpc>
                <a:spcPct val="100000"/>
              </a:lnSpc>
              <a:spcBef>
                <a:spcPts val="100"/>
              </a:spcBef>
              <a:buNone/>
              <a:defRPr sz="1400" b="1">
                <a:latin typeface="+mn-lt"/>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subtitle style</a:t>
            </a:r>
          </a:p>
        </p:txBody>
      </p:sp>
    </p:spTree>
    <p:extLst>
      <p:ext uri="{BB962C8B-B14F-4D97-AF65-F5344CB8AC3E}">
        <p14:creationId xmlns:p14="http://schemas.microsoft.com/office/powerpoint/2010/main" val="2821426171"/>
      </p:ext>
    </p:extLst>
  </p:cSld>
  <p:clrMapOvr>
    <a:masterClrMapping/>
  </p:clrMapOvr>
  <p:extLst>
    <p:ext uri="{DCECCB84-F9BA-43D5-87BE-67443E8EF086}">
      <p15:sldGuideLst xmlns:p15="http://schemas.microsoft.com/office/powerpoint/2012/main">
        <p15:guide id="9" orient="horz" pos="216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9E03C5ED-E0DF-61C8-7A95-440C9FF7F1FA}"/>
              </a:ext>
            </a:extLst>
          </p:cNvPr>
          <p:cNvSpPr>
            <a:spLocks noGrp="1"/>
          </p:cNvSpPr>
          <p:nvPr>
            <p:ph type="title"/>
          </p:nvPr>
        </p:nvSpPr>
        <p:spPr>
          <a:xfrm>
            <a:off x="414619" y="4007973"/>
            <a:ext cx="4671732" cy="1298448"/>
          </a:xfrm>
        </p:spPr>
        <p:txBody>
          <a:bodyPr/>
          <a:lstStyle>
            <a:lvl1pPr>
              <a:defRPr sz="4000"/>
            </a:lvl1pPr>
          </a:lstStyle>
          <a:p>
            <a:r>
              <a:rPr lang="en-US"/>
              <a:t>Click to edit Master title style</a:t>
            </a:r>
          </a:p>
        </p:txBody>
      </p:sp>
      <p:sp>
        <p:nvSpPr>
          <p:cNvPr id="5" name="Content Placeholder 2">
            <a:extLst>
              <a:ext uri="{FF2B5EF4-FFF2-40B4-BE49-F238E27FC236}">
                <a16:creationId xmlns:a16="http://schemas.microsoft.com/office/drawing/2014/main" id="{7518CD4E-B949-EF88-4945-7E36C0015725}"/>
              </a:ext>
            </a:extLst>
          </p:cNvPr>
          <p:cNvSpPr>
            <a:spLocks noGrp="1"/>
          </p:cNvSpPr>
          <p:nvPr>
            <p:ph idx="1"/>
          </p:nvPr>
        </p:nvSpPr>
        <p:spPr>
          <a:xfrm>
            <a:off x="6160294" y="402655"/>
            <a:ext cx="5641181" cy="3521964"/>
          </a:xfrm>
        </p:spPr>
        <p:txBody>
          <a:bodyPr/>
          <a:lstStyle>
            <a:lvl1pPr>
              <a:lnSpc>
                <a:spcPct val="125000"/>
              </a:lnSpc>
              <a:defRPr sz="1500" b="1">
                <a:latin typeface="+mn-lt"/>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4">
            <a:extLst>
              <a:ext uri="{FF2B5EF4-FFF2-40B4-BE49-F238E27FC236}">
                <a16:creationId xmlns:a16="http://schemas.microsoft.com/office/drawing/2014/main" id="{75979435-2CA0-F566-8195-3E80CC2D6180}"/>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   |   Section Title</a:t>
            </a:r>
          </a:p>
        </p:txBody>
      </p:sp>
      <p:sp>
        <p:nvSpPr>
          <p:cNvPr id="7" name="Slide Number Placeholder 13">
            <a:extLst>
              <a:ext uri="{FF2B5EF4-FFF2-40B4-BE49-F238E27FC236}">
                <a16:creationId xmlns:a16="http://schemas.microsoft.com/office/drawing/2014/main" id="{3A2C4AA3-8599-3431-5E25-2E68E7DB9FCA}"/>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38009625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2">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E87E41F5-DD37-DB45-FC81-6078FAA35748}"/>
              </a:ext>
            </a:extLst>
          </p:cNvPr>
          <p:cNvSpPr>
            <a:spLocks noGrp="1"/>
          </p:cNvSpPr>
          <p:nvPr>
            <p:ph idx="1"/>
          </p:nvPr>
        </p:nvSpPr>
        <p:spPr>
          <a:xfrm>
            <a:off x="6157914" y="400050"/>
            <a:ext cx="5643562" cy="2970214"/>
          </a:xfrm>
        </p:spPr>
        <p:txBody>
          <a:bodyPr/>
          <a:lstStyle>
            <a:lvl1pPr>
              <a:spcAft>
                <a:spcPts val="1200"/>
              </a:spcAft>
              <a:defRPr sz="1400"/>
            </a:lvl1pPr>
            <a:lvl2pPr>
              <a:defRPr sz="1200">
                <a:latin typeface="+mj-lt"/>
              </a:defRPr>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itle Placeholder 1">
            <a:extLst>
              <a:ext uri="{FF2B5EF4-FFF2-40B4-BE49-F238E27FC236}">
                <a16:creationId xmlns:a16="http://schemas.microsoft.com/office/drawing/2014/main" id="{0FCB0834-B748-0F65-C02A-23EC83C03DC2}"/>
              </a:ext>
            </a:extLst>
          </p:cNvPr>
          <p:cNvSpPr>
            <a:spLocks noGrp="1"/>
          </p:cNvSpPr>
          <p:nvPr>
            <p:ph type="title"/>
          </p:nvPr>
        </p:nvSpPr>
        <p:spPr>
          <a:xfrm>
            <a:off x="397668" y="3998913"/>
            <a:ext cx="4801396" cy="1425575"/>
          </a:xfrm>
          <a:prstGeom prst="rect">
            <a:avLst/>
          </a:prstGeom>
        </p:spPr>
        <p:txBody>
          <a:bodyPr vert="horz" lIns="0" tIns="0" rIns="0" bIns="0" rtlCol="0" anchor="t" anchorCtr="0">
            <a:noAutofit/>
          </a:bodyPr>
          <a:lstStyle/>
          <a:p>
            <a:r>
              <a:rPr lang="en-US"/>
              <a:t>Click to edit Master title style</a:t>
            </a:r>
          </a:p>
        </p:txBody>
      </p:sp>
      <p:sp>
        <p:nvSpPr>
          <p:cNvPr id="4" name="Slide Number Placeholder 13">
            <a:extLst>
              <a:ext uri="{FF2B5EF4-FFF2-40B4-BE49-F238E27FC236}">
                <a16:creationId xmlns:a16="http://schemas.microsoft.com/office/drawing/2014/main" id="{83F37CB8-4B0C-85FD-979D-0EFBFDE2A1FF}"/>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ctr">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5" name="Footer Placeholder 4">
            <a:extLst>
              <a:ext uri="{FF2B5EF4-FFF2-40B4-BE49-F238E27FC236}">
                <a16:creationId xmlns:a16="http://schemas.microsoft.com/office/drawing/2014/main" id="{C8EC9C41-CB60-9C3F-4A21-4DCCF3B44001}"/>
              </a:ext>
            </a:extLst>
          </p:cNvPr>
          <p:cNvSpPr>
            <a:spLocks noGrp="1"/>
          </p:cNvSpPr>
          <p:nvPr>
            <p:ph type="ftr" sz="quarter" idx="3"/>
          </p:nvPr>
        </p:nvSpPr>
        <p:spPr>
          <a:xfrm>
            <a:off x="1066800" y="6497441"/>
            <a:ext cx="3447482" cy="161583"/>
          </a:xfrm>
          <a:prstGeom prst="rect">
            <a:avLst/>
          </a:prstGeom>
        </p:spPr>
        <p:txBody>
          <a:bodyPr vert="horz" wrap="square" lIns="0" tIns="0" rIns="0" bIns="0" rtlCol="0" anchor="ctr">
            <a:spAutoFit/>
          </a:bodyPr>
          <a:lstStyle>
            <a:lvl1pPr algn="l">
              <a:defRPr sz="1050" b="0">
                <a:solidFill>
                  <a:sysClr val="windowText" lastClr="000000"/>
                </a:solidFill>
                <a:latin typeface="+mn-lt"/>
                <a:cs typeface="Arial" panose="020B0604020202020204" pitchFamily="34" charset="0"/>
              </a:defRPr>
            </a:lvl1pPr>
          </a:lstStyle>
          <a:p>
            <a:r>
              <a:rPr lang="en-US"/>
              <a:t>Presentation Title   |   Section Title</a:t>
            </a:r>
          </a:p>
        </p:txBody>
      </p:sp>
    </p:spTree>
    <p:extLst>
      <p:ext uri="{BB962C8B-B14F-4D97-AF65-F5344CB8AC3E}">
        <p14:creationId xmlns:p14="http://schemas.microsoft.com/office/powerpoint/2010/main" val="5951877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3">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E87E41F5-DD37-DB45-FC81-6078FAA35748}"/>
              </a:ext>
            </a:extLst>
          </p:cNvPr>
          <p:cNvSpPr>
            <a:spLocks noGrp="1"/>
          </p:cNvSpPr>
          <p:nvPr>
            <p:ph idx="1"/>
          </p:nvPr>
        </p:nvSpPr>
        <p:spPr>
          <a:xfrm>
            <a:off x="6157914" y="400050"/>
            <a:ext cx="5643562" cy="3998913"/>
          </a:xfrm>
        </p:spPr>
        <p:txBody>
          <a:bodyPr/>
          <a:lstStyle>
            <a:lvl1pPr>
              <a:spcAft>
                <a:spcPts val="1200"/>
              </a:spcAft>
              <a:defRPr sz="1400"/>
            </a:lvl1pPr>
            <a:lvl2pPr>
              <a:defRPr sz="1200">
                <a:latin typeface="+mj-lt"/>
              </a:defRPr>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itle Placeholder 1">
            <a:extLst>
              <a:ext uri="{FF2B5EF4-FFF2-40B4-BE49-F238E27FC236}">
                <a16:creationId xmlns:a16="http://schemas.microsoft.com/office/drawing/2014/main" id="{0FCB0834-B748-0F65-C02A-23EC83C03DC2}"/>
              </a:ext>
            </a:extLst>
          </p:cNvPr>
          <p:cNvSpPr>
            <a:spLocks noGrp="1"/>
          </p:cNvSpPr>
          <p:nvPr>
            <p:ph type="title"/>
          </p:nvPr>
        </p:nvSpPr>
        <p:spPr>
          <a:xfrm>
            <a:off x="397668" y="3998913"/>
            <a:ext cx="4801396" cy="1425575"/>
          </a:xfrm>
          <a:prstGeom prst="rect">
            <a:avLst/>
          </a:prstGeom>
        </p:spPr>
        <p:txBody>
          <a:bodyPr vert="horz" lIns="0" tIns="0" rIns="0" bIns="0" rtlCol="0" anchor="t" anchorCtr="0">
            <a:noAutofit/>
          </a:bodyPr>
          <a:lstStyle/>
          <a:p>
            <a:r>
              <a:rPr lang="en-US"/>
              <a:t>Click to edit Master title style</a:t>
            </a:r>
          </a:p>
        </p:txBody>
      </p:sp>
      <p:sp>
        <p:nvSpPr>
          <p:cNvPr id="4" name="Slide Number Placeholder 13">
            <a:extLst>
              <a:ext uri="{FF2B5EF4-FFF2-40B4-BE49-F238E27FC236}">
                <a16:creationId xmlns:a16="http://schemas.microsoft.com/office/drawing/2014/main" id="{83F37CB8-4B0C-85FD-979D-0EFBFDE2A1FF}"/>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ctr">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5" name="Footer Placeholder 4">
            <a:extLst>
              <a:ext uri="{FF2B5EF4-FFF2-40B4-BE49-F238E27FC236}">
                <a16:creationId xmlns:a16="http://schemas.microsoft.com/office/drawing/2014/main" id="{C8EC9C41-CB60-9C3F-4A21-4DCCF3B44001}"/>
              </a:ext>
            </a:extLst>
          </p:cNvPr>
          <p:cNvSpPr>
            <a:spLocks noGrp="1"/>
          </p:cNvSpPr>
          <p:nvPr>
            <p:ph type="ftr" sz="quarter" idx="3"/>
          </p:nvPr>
        </p:nvSpPr>
        <p:spPr>
          <a:xfrm>
            <a:off x="1066800" y="6497441"/>
            <a:ext cx="3447482" cy="161583"/>
          </a:xfrm>
          <a:prstGeom prst="rect">
            <a:avLst/>
          </a:prstGeom>
        </p:spPr>
        <p:txBody>
          <a:bodyPr vert="horz" wrap="square" lIns="0" tIns="0" rIns="0" bIns="0" rtlCol="0" anchor="ctr">
            <a:spAutoFit/>
          </a:bodyPr>
          <a:lstStyle>
            <a:lvl1pPr algn="l">
              <a:defRPr sz="1050" b="0">
                <a:solidFill>
                  <a:sysClr val="windowText" lastClr="000000"/>
                </a:solidFill>
                <a:latin typeface="+mn-lt"/>
                <a:cs typeface="Arial" panose="020B0604020202020204" pitchFamily="34" charset="0"/>
              </a:defRPr>
            </a:lvl1pPr>
          </a:lstStyle>
          <a:p>
            <a:r>
              <a:rPr lang="en-US"/>
              <a:t>Presentation Title   |   Section Title</a:t>
            </a:r>
          </a:p>
        </p:txBody>
      </p:sp>
    </p:spTree>
    <p:extLst>
      <p:ext uri="{BB962C8B-B14F-4D97-AF65-F5344CB8AC3E}">
        <p14:creationId xmlns:p14="http://schemas.microsoft.com/office/powerpoint/2010/main" val="12521750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 4">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E87E41F5-DD37-DB45-FC81-6078FAA35748}"/>
              </a:ext>
            </a:extLst>
          </p:cNvPr>
          <p:cNvSpPr>
            <a:spLocks noGrp="1"/>
          </p:cNvSpPr>
          <p:nvPr>
            <p:ph idx="1"/>
          </p:nvPr>
        </p:nvSpPr>
        <p:spPr>
          <a:xfrm>
            <a:off x="6157914" y="400050"/>
            <a:ext cx="5643562" cy="5653088"/>
          </a:xfrm>
        </p:spPr>
        <p:txBody>
          <a:bodyPr/>
          <a:lstStyle>
            <a:lvl1pPr>
              <a:spcAft>
                <a:spcPts val="1200"/>
              </a:spcAft>
              <a:defRPr sz="1400"/>
            </a:lvl1pPr>
            <a:lvl2pPr>
              <a:defRPr sz="1200">
                <a:latin typeface="+mj-lt"/>
              </a:defRPr>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itle Placeholder 1">
            <a:extLst>
              <a:ext uri="{FF2B5EF4-FFF2-40B4-BE49-F238E27FC236}">
                <a16:creationId xmlns:a16="http://schemas.microsoft.com/office/drawing/2014/main" id="{0FCB0834-B748-0F65-C02A-23EC83C03DC2}"/>
              </a:ext>
            </a:extLst>
          </p:cNvPr>
          <p:cNvSpPr>
            <a:spLocks noGrp="1"/>
          </p:cNvSpPr>
          <p:nvPr>
            <p:ph type="title"/>
          </p:nvPr>
        </p:nvSpPr>
        <p:spPr>
          <a:xfrm>
            <a:off x="397668" y="3998913"/>
            <a:ext cx="4801396" cy="1425575"/>
          </a:xfrm>
          <a:prstGeom prst="rect">
            <a:avLst/>
          </a:prstGeom>
        </p:spPr>
        <p:txBody>
          <a:bodyPr vert="horz" lIns="0" tIns="0" rIns="0" bIns="0" rtlCol="0" anchor="t" anchorCtr="0">
            <a:noAutofit/>
          </a:bodyPr>
          <a:lstStyle/>
          <a:p>
            <a:r>
              <a:rPr lang="en-US"/>
              <a:t>Click to edit Master title style</a:t>
            </a:r>
          </a:p>
        </p:txBody>
      </p:sp>
      <p:sp>
        <p:nvSpPr>
          <p:cNvPr id="4" name="Slide Number Placeholder 13">
            <a:extLst>
              <a:ext uri="{FF2B5EF4-FFF2-40B4-BE49-F238E27FC236}">
                <a16:creationId xmlns:a16="http://schemas.microsoft.com/office/drawing/2014/main" id="{83F37CB8-4B0C-85FD-979D-0EFBFDE2A1FF}"/>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ctr">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5" name="Footer Placeholder 4">
            <a:extLst>
              <a:ext uri="{FF2B5EF4-FFF2-40B4-BE49-F238E27FC236}">
                <a16:creationId xmlns:a16="http://schemas.microsoft.com/office/drawing/2014/main" id="{C8EC9C41-CB60-9C3F-4A21-4DCCF3B44001}"/>
              </a:ext>
            </a:extLst>
          </p:cNvPr>
          <p:cNvSpPr>
            <a:spLocks noGrp="1"/>
          </p:cNvSpPr>
          <p:nvPr>
            <p:ph type="ftr" sz="quarter" idx="3"/>
          </p:nvPr>
        </p:nvSpPr>
        <p:spPr>
          <a:xfrm>
            <a:off x="1066800" y="6497441"/>
            <a:ext cx="3447482" cy="161583"/>
          </a:xfrm>
          <a:prstGeom prst="rect">
            <a:avLst/>
          </a:prstGeom>
        </p:spPr>
        <p:txBody>
          <a:bodyPr vert="horz" wrap="square" lIns="0" tIns="0" rIns="0" bIns="0" rtlCol="0" anchor="ctr">
            <a:spAutoFit/>
          </a:bodyPr>
          <a:lstStyle>
            <a:lvl1pPr algn="l">
              <a:defRPr sz="1050" b="0">
                <a:solidFill>
                  <a:sysClr val="windowText" lastClr="000000"/>
                </a:solidFill>
                <a:latin typeface="+mn-lt"/>
                <a:cs typeface="Arial" panose="020B0604020202020204" pitchFamily="34" charset="0"/>
              </a:defRPr>
            </a:lvl1pPr>
          </a:lstStyle>
          <a:p>
            <a:r>
              <a:rPr lang="en-US"/>
              <a:t>Presentation Title   |   Section Title</a:t>
            </a:r>
          </a:p>
        </p:txBody>
      </p:sp>
    </p:spTree>
    <p:extLst>
      <p:ext uri="{BB962C8B-B14F-4D97-AF65-F5344CB8AC3E}">
        <p14:creationId xmlns:p14="http://schemas.microsoft.com/office/powerpoint/2010/main" val="11621619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5">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E87E41F5-DD37-DB45-FC81-6078FAA35748}"/>
              </a:ext>
            </a:extLst>
          </p:cNvPr>
          <p:cNvSpPr>
            <a:spLocks noGrp="1"/>
          </p:cNvSpPr>
          <p:nvPr>
            <p:ph idx="1"/>
          </p:nvPr>
        </p:nvSpPr>
        <p:spPr>
          <a:xfrm>
            <a:off x="5199063" y="400050"/>
            <a:ext cx="6602413" cy="5653088"/>
          </a:xfrm>
        </p:spPr>
        <p:txBody>
          <a:bodyPr/>
          <a:lstStyle>
            <a:lvl1pPr>
              <a:spcAft>
                <a:spcPts val="1200"/>
              </a:spcAft>
              <a:defRPr sz="1400"/>
            </a:lvl1pPr>
            <a:lvl2pPr>
              <a:defRPr sz="1200">
                <a:latin typeface="+mj-lt"/>
              </a:defRPr>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itle Placeholder 1">
            <a:extLst>
              <a:ext uri="{FF2B5EF4-FFF2-40B4-BE49-F238E27FC236}">
                <a16:creationId xmlns:a16="http://schemas.microsoft.com/office/drawing/2014/main" id="{0FCB0834-B748-0F65-C02A-23EC83C03DC2}"/>
              </a:ext>
            </a:extLst>
          </p:cNvPr>
          <p:cNvSpPr>
            <a:spLocks noGrp="1"/>
          </p:cNvSpPr>
          <p:nvPr>
            <p:ph type="title"/>
          </p:nvPr>
        </p:nvSpPr>
        <p:spPr>
          <a:xfrm>
            <a:off x="397667" y="3998913"/>
            <a:ext cx="3840957" cy="1425575"/>
          </a:xfrm>
          <a:prstGeom prst="rect">
            <a:avLst/>
          </a:prstGeom>
        </p:spPr>
        <p:txBody>
          <a:bodyPr vert="horz" lIns="0" tIns="0" rIns="0" bIns="0" rtlCol="0" anchor="t" anchorCtr="0">
            <a:noAutofit/>
          </a:bodyPr>
          <a:lstStyle/>
          <a:p>
            <a:r>
              <a:rPr lang="en-US"/>
              <a:t>Click to edit Master title style</a:t>
            </a:r>
          </a:p>
        </p:txBody>
      </p:sp>
      <p:sp>
        <p:nvSpPr>
          <p:cNvPr id="4" name="Slide Number Placeholder 13">
            <a:extLst>
              <a:ext uri="{FF2B5EF4-FFF2-40B4-BE49-F238E27FC236}">
                <a16:creationId xmlns:a16="http://schemas.microsoft.com/office/drawing/2014/main" id="{83F37CB8-4B0C-85FD-979D-0EFBFDE2A1FF}"/>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ctr">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5" name="Footer Placeholder 4">
            <a:extLst>
              <a:ext uri="{FF2B5EF4-FFF2-40B4-BE49-F238E27FC236}">
                <a16:creationId xmlns:a16="http://schemas.microsoft.com/office/drawing/2014/main" id="{C8EC9C41-CB60-9C3F-4A21-4DCCF3B44001}"/>
              </a:ext>
            </a:extLst>
          </p:cNvPr>
          <p:cNvSpPr>
            <a:spLocks noGrp="1"/>
          </p:cNvSpPr>
          <p:nvPr>
            <p:ph type="ftr" sz="quarter" idx="3"/>
          </p:nvPr>
        </p:nvSpPr>
        <p:spPr>
          <a:xfrm>
            <a:off x="1066800" y="6497441"/>
            <a:ext cx="3447482" cy="161583"/>
          </a:xfrm>
          <a:prstGeom prst="rect">
            <a:avLst/>
          </a:prstGeom>
        </p:spPr>
        <p:txBody>
          <a:bodyPr vert="horz" wrap="square" lIns="0" tIns="0" rIns="0" bIns="0" rtlCol="0" anchor="ctr">
            <a:spAutoFit/>
          </a:bodyPr>
          <a:lstStyle>
            <a:lvl1pPr algn="l">
              <a:defRPr sz="1050" b="0">
                <a:solidFill>
                  <a:sysClr val="windowText" lastClr="000000"/>
                </a:solidFill>
                <a:latin typeface="+mn-lt"/>
                <a:cs typeface="Arial" panose="020B0604020202020204" pitchFamily="34" charset="0"/>
              </a:defRPr>
            </a:lvl1pPr>
          </a:lstStyle>
          <a:p>
            <a:r>
              <a:rPr lang="en-US"/>
              <a:t>Presentation Title   |   Section Title</a:t>
            </a:r>
          </a:p>
        </p:txBody>
      </p:sp>
    </p:spTree>
    <p:extLst>
      <p:ext uri="{BB962C8B-B14F-4D97-AF65-F5344CB8AC3E}">
        <p14:creationId xmlns:p14="http://schemas.microsoft.com/office/powerpoint/2010/main" val="4255183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ection Header">
    <p:bg>
      <p:bgPr>
        <a:solidFill>
          <a:srgbClr val="FFE8D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539E65-4ABC-F7FC-FCE0-B29255497D5B}"/>
              </a:ext>
            </a:extLst>
          </p:cNvPr>
          <p:cNvSpPr>
            <a:spLocks noGrp="1"/>
          </p:cNvSpPr>
          <p:nvPr>
            <p:ph type="title"/>
          </p:nvPr>
        </p:nvSpPr>
        <p:spPr>
          <a:xfrm>
            <a:off x="397772" y="3459958"/>
            <a:ext cx="5645841" cy="2593275"/>
          </a:xfrm>
        </p:spPr>
        <p:txBody>
          <a:bodyPr anchor="b" anchorCtr="0"/>
          <a:lstStyle>
            <a:lvl1pPr>
              <a:lnSpc>
                <a:spcPct val="80000"/>
              </a:lnSpc>
              <a:spcBef>
                <a:spcPts val="1400"/>
              </a:spcBef>
              <a:defRPr sz="4800" b="0"/>
            </a:lvl1pPr>
          </a:lstStyle>
          <a:p>
            <a:r>
              <a:rPr lang="en-US"/>
              <a:t>Click to edit Master title style</a:t>
            </a:r>
          </a:p>
        </p:txBody>
      </p:sp>
      <p:sp>
        <p:nvSpPr>
          <p:cNvPr id="3" name="Text Placeholder 2">
            <a:extLst>
              <a:ext uri="{FF2B5EF4-FFF2-40B4-BE49-F238E27FC236}">
                <a16:creationId xmlns:a16="http://schemas.microsoft.com/office/drawing/2014/main" id="{B2BDD4AC-270A-4483-7315-655B46AA98C3}"/>
              </a:ext>
            </a:extLst>
          </p:cNvPr>
          <p:cNvSpPr>
            <a:spLocks noGrp="1"/>
          </p:cNvSpPr>
          <p:nvPr>
            <p:ph type="body" idx="1" hasCustomPrompt="1"/>
          </p:nvPr>
        </p:nvSpPr>
        <p:spPr>
          <a:xfrm>
            <a:off x="8193823" y="572408"/>
            <a:ext cx="3462095" cy="4308872"/>
          </a:xfrm>
        </p:spPr>
        <p:txBody>
          <a:bodyPr wrap="square">
            <a:spAutoFit/>
          </a:bodyPr>
          <a:lstStyle>
            <a:lvl1pPr marL="0" indent="0" algn="r">
              <a:lnSpc>
                <a:spcPct val="80000"/>
              </a:lnSpc>
              <a:spcBef>
                <a:spcPts val="0"/>
              </a:spcBef>
              <a:spcAft>
                <a:spcPts val="0"/>
              </a:spcAft>
              <a:buNone/>
              <a:defRPr sz="35000" b="0" kern="100" spc="-50" baseline="0">
                <a:solidFill>
                  <a:schemeClr val="accent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0</a:t>
            </a:r>
          </a:p>
        </p:txBody>
      </p:sp>
      <p:sp>
        <p:nvSpPr>
          <p:cNvPr id="6" name="Footer Placeholder 4">
            <a:extLst>
              <a:ext uri="{FF2B5EF4-FFF2-40B4-BE49-F238E27FC236}">
                <a16:creationId xmlns:a16="http://schemas.microsoft.com/office/drawing/2014/main" id="{8A3789D3-8936-6361-B279-04482E5DA052}"/>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   |   Section Title</a:t>
            </a:r>
          </a:p>
        </p:txBody>
      </p:sp>
      <p:sp>
        <p:nvSpPr>
          <p:cNvPr id="7" name="Slide Number Placeholder 13">
            <a:extLst>
              <a:ext uri="{FF2B5EF4-FFF2-40B4-BE49-F238E27FC236}">
                <a16:creationId xmlns:a16="http://schemas.microsoft.com/office/drawing/2014/main" id="{D2CF944E-CA0D-78C4-2738-7FF65A3C61DE}"/>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6097949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Header 2">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2074E594-75BC-BB21-5CB5-2ECACC5760F1}"/>
              </a:ext>
            </a:extLst>
          </p:cNvPr>
          <p:cNvSpPr>
            <a:spLocks noGrp="1"/>
          </p:cNvSpPr>
          <p:nvPr>
            <p:ph type="title"/>
          </p:nvPr>
        </p:nvSpPr>
        <p:spPr>
          <a:xfrm>
            <a:off x="397772" y="3459958"/>
            <a:ext cx="5645841" cy="2593275"/>
          </a:xfrm>
        </p:spPr>
        <p:txBody>
          <a:bodyPr anchor="b" anchorCtr="0"/>
          <a:lstStyle>
            <a:lvl1pPr>
              <a:lnSpc>
                <a:spcPct val="80000"/>
              </a:lnSpc>
              <a:spcBef>
                <a:spcPts val="1400"/>
              </a:spcBef>
              <a:defRPr sz="4800" b="0"/>
            </a:lvl1pPr>
          </a:lstStyle>
          <a:p>
            <a:r>
              <a:rPr lang="en-US"/>
              <a:t>Click to edit Master title style</a:t>
            </a:r>
          </a:p>
        </p:txBody>
      </p:sp>
      <p:sp>
        <p:nvSpPr>
          <p:cNvPr id="3" name="Text Placeholder 2">
            <a:extLst>
              <a:ext uri="{FF2B5EF4-FFF2-40B4-BE49-F238E27FC236}">
                <a16:creationId xmlns:a16="http://schemas.microsoft.com/office/drawing/2014/main" id="{B2BDD4AC-270A-4483-7315-655B46AA98C3}"/>
              </a:ext>
            </a:extLst>
          </p:cNvPr>
          <p:cNvSpPr>
            <a:spLocks noGrp="1"/>
          </p:cNvSpPr>
          <p:nvPr>
            <p:ph type="body" idx="1" hasCustomPrompt="1"/>
          </p:nvPr>
        </p:nvSpPr>
        <p:spPr>
          <a:xfrm>
            <a:off x="8193823" y="576072"/>
            <a:ext cx="3462095" cy="4308872"/>
          </a:xfrm>
        </p:spPr>
        <p:txBody>
          <a:bodyPr wrap="square">
            <a:spAutoFit/>
          </a:bodyPr>
          <a:lstStyle>
            <a:lvl1pPr marL="0" indent="0" algn="r">
              <a:lnSpc>
                <a:spcPct val="80000"/>
              </a:lnSpc>
              <a:spcBef>
                <a:spcPts val="0"/>
              </a:spcBef>
              <a:spcAft>
                <a:spcPts val="0"/>
              </a:spcAft>
              <a:buNone/>
              <a:defRPr sz="35000" b="0" kern="100" spc="-50" baseline="0">
                <a:solidFill>
                  <a:schemeClr val="accent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0</a:t>
            </a:r>
          </a:p>
        </p:txBody>
      </p:sp>
      <p:sp>
        <p:nvSpPr>
          <p:cNvPr id="5" name="Footer Placeholder 4">
            <a:extLst>
              <a:ext uri="{FF2B5EF4-FFF2-40B4-BE49-F238E27FC236}">
                <a16:creationId xmlns:a16="http://schemas.microsoft.com/office/drawing/2014/main" id="{14843C2F-D12F-B2E4-1020-42BB1F404EEB}"/>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   |   Section Title</a:t>
            </a:r>
          </a:p>
        </p:txBody>
      </p:sp>
      <p:sp>
        <p:nvSpPr>
          <p:cNvPr id="6" name="Slide Number Placeholder 13">
            <a:extLst>
              <a:ext uri="{FF2B5EF4-FFF2-40B4-BE49-F238E27FC236}">
                <a16:creationId xmlns:a16="http://schemas.microsoft.com/office/drawing/2014/main" id="{78D8C702-FC4B-D3F7-8D51-D2B3DFBA1CCE}"/>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39547830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ection Header 3">
    <p:spTree>
      <p:nvGrpSpPr>
        <p:cNvPr id="1" name=""/>
        <p:cNvGrpSpPr/>
        <p:nvPr/>
      </p:nvGrpSpPr>
      <p:grpSpPr>
        <a:xfrm>
          <a:off x="0" y="0"/>
          <a:ext cx="0" cy="0"/>
          <a:chOff x="0" y="0"/>
          <a:chExt cx="0" cy="0"/>
        </a:xfrm>
      </p:grpSpPr>
      <p:sp>
        <p:nvSpPr>
          <p:cNvPr id="4" name="Picture Placeholder 14">
            <a:extLst>
              <a:ext uri="{FF2B5EF4-FFF2-40B4-BE49-F238E27FC236}">
                <a16:creationId xmlns:a16="http://schemas.microsoft.com/office/drawing/2014/main" id="{50A2C7B7-9D29-E058-E1D5-11CACA152562}"/>
              </a:ext>
              <a:ext uri="{C183D7F6-B498-43B3-948B-1728B52AA6E4}">
                <adec:decorative xmlns:adec="http://schemas.microsoft.com/office/drawing/2017/decorative" val="1"/>
              </a:ext>
            </a:extLst>
          </p:cNvPr>
          <p:cNvSpPr>
            <a:spLocks noGrp="1"/>
          </p:cNvSpPr>
          <p:nvPr>
            <p:ph type="pic" sz="quarter" idx="10"/>
          </p:nvPr>
        </p:nvSpPr>
        <p:spPr>
          <a:xfrm>
            <a:off x="0" y="0"/>
            <a:ext cx="12188951" cy="6858001"/>
          </a:xfrm>
          <a:solidFill>
            <a:schemeClr val="bg1">
              <a:lumMod val="85000"/>
            </a:schemeClr>
          </a:solidFill>
        </p:spPr>
        <p:txBody>
          <a:bodyPr tIns="1554480"/>
          <a:lstStyle>
            <a:lvl1pPr algn="ctr">
              <a:defRPr/>
            </a:lvl1pPr>
          </a:lstStyle>
          <a:p>
            <a:r>
              <a:rPr lang="en-US"/>
              <a:t>Click icon to add picture</a:t>
            </a:r>
          </a:p>
        </p:txBody>
      </p:sp>
      <p:sp>
        <p:nvSpPr>
          <p:cNvPr id="2" name="Title 1">
            <a:extLst>
              <a:ext uri="{FF2B5EF4-FFF2-40B4-BE49-F238E27FC236}">
                <a16:creationId xmlns:a16="http://schemas.microsoft.com/office/drawing/2014/main" id="{B4539E65-4ABC-F7FC-FCE0-B29255497D5B}"/>
              </a:ext>
            </a:extLst>
          </p:cNvPr>
          <p:cNvSpPr>
            <a:spLocks noGrp="1"/>
          </p:cNvSpPr>
          <p:nvPr>
            <p:ph type="title"/>
          </p:nvPr>
        </p:nvSpPr>
        <p:spPr>
          <a:xfrm>
            <a:off x="402430" y="3372236"/>
            <a:ext cx="5641183" cy="1414180"/>
          </a:xfrm>
        </p:spPr>
        <p:txBody>
          <a:bodyPr anchor="b"/>
          <a:lstStyle>
            <a:lvl1pPr>
              <a:lnSpc>
                <a:spcPct val="80000"/>
              </a:lnSpc>
              <a:spcBef>
                <a:spcPts val="1400"/>
              </a:spcBef>
              <a:defRPr sz="4800" b="0"/>
            </a:lvl1pPr>
          </a:lstStyle>
          <a:p>
            <a:r>
              <a:rPr lang="en-US"/>
              <a:t>Click to edit Master title style</a:t>
            </a:r>
          </a:p>
        </p:txBody>
      </p:sp>
      <p:sp>
        <p:nvSpPr>
          <p:cNvPr id="3" name="Text Placeholder 2">
            <a:extLst>
              <a:ext uri="{FF2B5EF4-FFF2-40B4-BE49-F238E27FC236}">
                <a16:creationId xmlns:a16="http://schemas.microsoft.com/office/drawing/2014/main" id="{B2BDD4AC-270A-4483-7315-655B46AA98C3}"/>
              </a:ext>
            </a:extLst>
          </p:cNvPr>
          <p:cNvSpPr>
            <a:spLocks noGrp="1"/>
          </p:cNvSpPr>
          <p:nvPr>
            <p:ph type="body" idx="1" hasCustomPrompt="1"/>
          </p:nvPr>
        </p:nvSpPr>
        <p:spPr>
          <a:xfrm>
            <a:off x="8193823" y="576072"/>
            <a:ext cx="3462095" cy="4308872"/>
          </a:xfrm>
        </p:spPr>
        <p:txBody>
          <a:bodyPr wrap="square">
            <a:spAutoFit/>
          </a:bodyPr>
          <a:lstStyle>
            <a:lvl1pPr marL="0" indent="0" algn="r">
              <a:lnSpc>
                <a:spcPct val="80000"/>
              </a:lnSpc>
              <a:spcBef>
                <a:spcPts val="0"/>
              </a:spcBef>
              <a:spcAft>
                <a:spcPts val="0"/>
              </a:spcAft>
              <a:buNone/>
              <a:defRPr sz="35000" b="0" kern="100" spc="-50" baseline="0">
                <a:solidFill>
                  <a:schemeClr val="accent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0</a:t>
            </a:r>
          </a:p>
        </p:txBody>
      </p:sp>
      <p:sp>
        <p:nvSpPr>
          <p:cNvPr id="10" name="Text Placeholder 9">
            <a:extLst>
              <a:ext uri="{FF2B5EF4-FFF2-40B4-BE49-F238E27FC236}">
                <a16:creationId xmlns:a16="http://schemas.microsoft.com/office/drawing/2014/main" id="{8BF9F556-4510-F7DD-B333-C401D75BD796}"/>
              </a:ext>
            </a:extLst>
          </p:cNvPr>
          <p:cNvSpPr>
            <a:spLocks noGrp="1"/>
          </p:cNvSpPr>
          <p:nvPr>
            <p:ph type="body" sz="quarter" idx="11"/>
          </p:nvPr>
        </p:nvSpPr>
        <p:spPr>
          <a:xfrm>
            <a:off x="402432" y="5029715"/>
            <a:ext cx="5641182" cy="990083"/>
          </a:xfrm>
        </p:spPr>
        <p:txBody>
          <a:bodyPr/>
          <a:lstStyle>
            <a:lvl1pPr>
              <a:defRPr sz="1300" b="0">
                <a:latin typeface="+mj-lt"/>
              </a:defRPr>
            </a:lvl1pPr>
          </a:lstStyle>
          <a:p>
            <a:pPr lvl="0"/>
            <a:r>
              <a:rPr lang="en-US"/>
              <a:t>Click to edit Master text styles</a:t>
            </a:r>
          </a:p>
        </p:txBody>
      </p:sp>
      <p:sp>
        <p:nvSpPr>
          <p:cNvPr id="16" name="Text Placeholder 15">
            <a:extLst>
              <a:ext uri="{FF2B5EF4-FFF2-40B4-BE49-F238E27FC236}">
                <a16:creationId xmlns:a16="http://schemas.microsoft.com/office/drawing/2014/main" id="{AFBC73D5-BBD4-6DEA-ABD4-C7C99DE36B66}"/>
              </a:ext>
            </a:extLst>
          </p:cNvPr>
          <p:cNvSpPr>
            <a:spLocks noGrp="1"/>
          </p:cNvSpPr>
          <p:nvPr>
            <p:ph type="body" sz="quarter" idx="12" hasCustomPrompt="1"/>
          </p:nvPr>
        </p:nvSpPr>
        <p:spPr>
          <a:xfrm>
            <a:off x="394728" y="6501384"/>
            <a:ext cx="365760" cy="161583"/>
          </a:xfrm>
        </p:spPr>
        <p:txBody>
          <a:bodyPr>
            <a:noAutofit/>
          </a:bodyPr>
          <a:lstStyle>
            <a:lvl1pPr>
              <a:defRPr sz="1050"/>
            </a:lvl1pPr>
          </a:lstStyle>
          <a:p>
            <a:pPr lvl="0"/>
            <a:r>
              <a:rPr lang="en-US"/>
              <a:t>PwC</a:t>
            </a:r>
          </a:p>
        </p:txBody>
      </p:sp>
      <p:sp>
        <p:nvSpPr>
          <p:cNvPr id="7" name="Footer Placeholder 4">
            <a:extLst>
              <a:ext uri="{FF2B5EF4-FFF2-40B4-BE49-F238E27FC236}">
                <a16:creationId xmlns:a16="http://schemas.microsoft.com/office/drawing/2014/main" id="{F14AAF1B-63A7-87FB-CF3E-274298F4B36A}"/>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   |   Section Title</a:t>
            </a:r>
          </a:p>
        </p:txBody>
      </p:sp>
      <p:sp>
        <p:nvSpPr>
          <p:cNvPr id="8" name="Slide Number Placeholder 13">
            <a:extLst>
              <a:ext uri="{FF2B5EF4-FFF2-40B4-BE49-F238E27FC236}">
                <a16:creationId xmlns:a16="http://schemas.microsoft.com/office/drawing/2014/main" id="{06EDDF0F-F4F8-2669-FD63-410B84DD24E8}"/>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5186386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 Photo 1">
    <p:spTree>
      <p:nvGrpSpPr>
        <p:cNvPr id="1" name=""/>
        <p:cNvGrpSpPr/>
        <p:nvPr/>
      </p:nvGrpSpPr>
      <p:grpSpPr>
        <a:xfrm>
          <a:off x="0" y="0"/>
          <a:ext cx="0" cy="0"/>
          <a:chOff x="0" y="0"/>
          <a:chExt cx="0" cy="0"/>
        </a:xfrm>
      </p:grpSpPr>
      <p:sp>
        <p:nvSpPr>
          <p:cNvPr id="8" name="Picture Placeholder 14">
            <a:extLst>
              <a:ext uri="{FF2B5EF4-FFF2-40B4-BE49-F238E27FC236}">
                <a16:creationId xmlns:a16="http://schemas.microsoft.com/office/drawing/2014/main" id="{239A05D4-BAD9-49A7-3229-41686BA7F455}"/>
              </a:ext>
            </a:extLst>
          </p:cNvPr>
          <p:cNvSpPr>
            <a:spLocks noGrp="1"/>
          </p:cNvSpPr>
          <p:nvPr>
            <p:ph type="pic" sz="quarter" idx="11"/>
          </p:nvPr>
        </p:nvSpPr>
        <p:spPr>
          <a:xfrm>
            <a:off x="-1" y="0"/>
            <a:ext cx="7531331" cy="6858000"/>
          </a:xfrm>
          <a:solidFill>
            <a:schemeClr val="bg2"/>
          </a:solidFill>
        </p:spPr>
        <p:txBody>
          <a:bodyPr tIns="1554480"/>
          <a:lstStyle>
            <a:lvl1pPr algn="ctr">
              <a:defRPr/>
            </a:lvl1pPr>
          </a:lstStyle>
          <a:p>
            <a:r>
              <a:rPr lang="en-US"/>
              <a:t>Click icon to add picture</a:t>
            </a:r>
          </a:p>
        </p:txBody>
      </p:sp>
      <p:sp>
        <p:nvSpPr>
          <p:cNvPr id="4" name="Title 1">
            <a:extLst>
              <a:ext uri="{FF2B5EF4-FFF2-40B4-BE49-F238E27FC236}">
                <a16:creationId xmlns:a16="http://schemas.microsoft.com/office/drawing/2014/main" id="{9E03C5ED-E0DF-61C8-7A95-440C9FF7F1FA}"/>
              </a:ext>
            </a:extLst>
          </p:cNvPr>
          <p:cNvSpPr>
            <a:spLocks noGrp="1"/>
          </p:cNvSpPr>
          <p:nvPr>
            <p:ph type="title"/>
          </p:nvPr>
        </p:nvSpPr>
        <p:spPr>
          <a:xfrm>
            <a:off x="8077199" y="919162"/>
            <a:ext cx="3712881" cy="1938337"/>
          </a:xfrm>
        </p:spPr>
        <p:txBody>
          <a:bodyPr/>
          <a:lstStyle>
            <a:lvl1pPr>
              <a:defRPr sz="4000"/>
            </a:lvl1pPr>
          </a:lstStyle>
          <a:p>
            <a:r>
              <a:rPr lang="en-US"/>
              <a:t>Click to edit Master title style</a:t>
            </a:r>
          </a:p>
        </p:txBody>
      </p:sp>
      <p:sp>
        <p:nvSpPr>
          <p:cNvPr id="5" name="Content Placeholder 2">
            <a:extLst>
              <a:ext uri="{FF2B5EF4-FFF2-40B4-BE49-F238E27FC236}">
                <a16:creationId xmlns:a16="http://schemas.microsoft.com/office/drawing/2014/main" id="{7518CD4E-B949-EF88-4945-7E36C0015725}"/>
              </a:ext>
            </a:extLst>
          </p:cNvPr>
          <p:cNvSpPr>
            <a:spLocks noGrp="1"/>
          </p:cNvSpPr>
          <p:nvPr>
            <p:ph idx="1"/>
          </p:nvPr>
        </p:nvSpPr>
        <p:spPr>
          <a:xfrm>
            <a:off x="8077199" y="2971800"/>
            <a:ext cx="3724275" cy="2967038"/>
          </a:xfrm>
        </p:spPr>
        <p:txBody>
          <a:bodyPr/>
          <a:lstStyle>
            <a:lvl1pPr>
              <a:lnSpc>
                <a:spcPct val="125000"/>
              </a:lnSpc>
              <a:defRPr sz="1600" b="0">
                <a:latin typeface="+mj-lt"/>
              </a:defRPr>
            </a:lvl1pPr>
            <a:lvl2pPr marL="166688" indent="0">
              <a:defRPr/>
            </a:lvl2pPr>
            <a:lvl3pPr marL="346075" indent="0">
              <a:buNone/>
              <a:defRPr/>
            </a:lvl3pPr>
            <a:lvl4pPr marL="512763" indent="0">
              <a:buNone/>
              <a:defRPr/>
            </a:lvl4pPr>
            <a:lvl5pPr marL="69215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Box 8">
            <a:extLst>
              <a:ext uri="{FF2B5EF4-FFF2-40B4-BE49-F238E27FC236}">
                <a16:creationId xmlns:a16="http://schemas.microsoft.com/office/drawing/2014/main" id="{66FD55F7-3664-B826-100E-876C20C01969}"/>
              </a:ext>
            </a:extLst>
          </p:cNvPr>
          <p:cNvSpPr txBox="1"/>
          <p:nvPr userDrawn="1"/>
        </p:nvSpPr>
        <p:spPr>
          <a:xfrm>
            <a:off x="7630559" y="6501384"/>
            <a:ext cx="431483" cy="161583"/>
          </a:xfrm>
          <a:prstGeom prst="rect">
            <a:avLst/>
          </a:prstGeom>
          <a:noFill/>
        </p:spPr>
        <p:txBody>
          <a:bodyPr wrap="square" lIns="0" tIns="0" rIns="0" bIns="0" rtlCol="0">
            <a:spAutoFit/>
          </a:bodyPr>
          <a:lstStyle/>
          <a:p>
            <a:pPr algn="l"/>
            <a:r>
              <a:rPr lang="en-US" sz="1050" b="1">
                <a:solidFill>
                  <a:schemeClr val="tx1"/>
                </a:solidFill>
              </a:rPr>
              <a:t>PwC</a:t>
            </a:r>
          </a:p>
        </p:txBody>
      </p:sp>
      <p:sp>
        <p:nvSpPr>
          <p:cNvPr id="6" name="Footer Placeholder 4">
            <a:extLst>
              <a:ext uri="{FF2B5EF4-FFF2-40B4-BE49-F238E27FC236}">
                <a16:creationId xmlns:a16="http://schemas.microsoft.com/office/drawing/2014/main" id="{14885F81-E071-1548-5442-718A5D278509}"/>
              </a:ext>
            </a:extLst>
          </p:cNvPr>
          <p:cNvSpPr>
            <a:spLocks noGrp="1"/>
          </p:cNvSpPr>
          <p:nvPr>
            <p:ph type="ftr" sz="quarter" idx="3"/>
          </p:nvPr>
        </p:nvSpPr>
        <p:spPr>
          <a:xfrm>
            <a:off x="8077199" y="6501384"/>
            <a:ext cx="3200400"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   |   Section Title</a:t>
            </a:r>
          </a:p>
        </p:txBody>
      </p:sp>
      <p:sp>
        <p:nvSpPr>
          <p:cNvPr id="2" name="Slide Number Placeholder 13">
            <a:extLst>
              <a:ext uri="{FF2B5EF4-FFF2-40B4-BE49-F238E27FC236}">
                <a16:creationId xmlns:a16="http://schemas.microsoft.com/office/drawing/2014/main" id="{3BE7552A-3D06-4BDA-8BCC-BB2CCD97B459}"/>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16762825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Photo 2">
    <p:spTree>
      <p:nvGrpSpPr>
        <p:cNvPr id="1" name=""/>
        <p:cNvGrpSpPr/>
        <p:nvPr/>
      </p:nvGrpSpPr>
      <p:grpSpPr>
        <a:xfrm>
          <a:off x="0" y="0"/>
          <a:ext cx="0" cy="0"/>
          <a:chOff x="0" y="0"/>
          <a:chExt cx="0" cy="0"/>
        </a:xfrm>
      </p:grpSpPr>
      <p:sp>
        <p:nvSpPr>
          <p:cNvPr id="8" name="Picture Placeholder 14">
            <a:extLst>
              <a:ext uri="{FF2B5EF4-FFF2-40B4-BE49-F238E27FC236}">
                <a16:creationId xmlns:a16="http://schemas.microsoft.com/office/drawing/2014/main" id="{239A05D4-BAD9-49A7-3229-41686BA7F455}"/>
              </a:ext>
            </a:extLst>
          </p:cNvPr>
          <p:cNvSpPr>
            <a:spLocks noGrp="1"/>
          </p:cNvSpPr>
          <p:nvPr>
            <p:ph type="pic" sz="quarter" idx="11"/>
          </p:nvPr>
        </p:nvSpPr>
        <p:spPr>
          <a:xfrm>
            <a:off x="-1" y="0"/>
            <a:ext cx="6620719" cy="6858000"/>
          </a:xfrm>
          <a:solidFill>
            <a:schemeClr val="bg2"/>
          </a:solidFill>
        </p:spPr>
        <p:txBody>
          <a:bodyPr tIns="1554480"/>
          <a:lstStyle>
            <a:lvl1pPr algn="ctr">
              <a:defRPr/>
            </a:lvl1pPr>
          </a:lstStyle>
          <a:p>
            <a:r>
              <a:rPr lang="en-US"/>
              <a:t>Click icon to add picture</a:t>
            </a:r>
          </a:p>
        </p:txBody>
      </p:sp>
      <p:sp>
        <p:nvSpPr>
          <p:cNvPr id="4" name="Title 1">
            <a:extLst>
              <a:ext uri="{FF2B5EF4-FFF2-40B4-BE49-F238E27FC236}">
                <a16:creationId xmlns:a16="http://schemas.microsoft.com/office/drawing/2014/main" id="{9E03C5ED-E0DF-61C8-7A95-440C9FF7F1FA}"/>
              </a:ext>
            </a:extLst>
          </p:cNvPr>
          <p:cNvSpPr>
            <a:spLocks noGrp="1"/>
          </p:cNvSpPr>
          <p:nvPr>
            <p:ph type="title"/>
          </p:nvPr>
        </p:nvSpPr>
        <p:spPr>
          <a:xfrm>
            <a:off x="7118351" y="919162"/>
            <a:ext cx="4671730" cy="1938337"/>
          </a:xfrm>
        </p:spPr>
        <p:txBody>
          <a:bodyPr/>
          <a:lstStyle>
            <a:lvl1pPr>
              <a:defRPr sz="4000"/>
            </a:lvl1pPr>
          </a:lstStyle>
          <a:p>
            <a:r>
              <a:rPr lang="en-US"/>
              <a:t>Click to edit Master title style</a:t>
            </a:r>
          </a:p>
        </p:txBody>
      </p:sp>
      <p:sp>
        <p:nvSpPr>
          <p:cNvPr id="3" name="Content Placeholder 2">
            <a:extLst>
              <a:ext uri="{FF2B5EF4-FFF2-40B4-BE49-F238E27FC236}">
                <a16:creationId xmlns:a16="http://schemas.microsoft.com/office/drawing/2014/main" id="{9D3BCDA1-5DA8-C359-F2B1-BC10C803662B}"/>
              </a:ext>
            </a:extLst>
          </p:cNvPr>
          <p:cNvSpPr>
            <a:spLocks noGrp="1"/>
          </p:cNvSpPr>
          <p:nvPr>
            <p:ph idx="1"/>
          </p:nvPr>
        </p:nvSpPr>
        <p:spPr>
          <a:xfrm>
            <a:off x="7118351" y="2971800"/>
            <a:ext cx="4671729" cy="2967038"/>
          </a:xfrm>
        </p:spPr>
        <p:txBody>
          <a:bodyPr/>
          <a:lstStyle>
            <a:lvl1pPr marL="166688" indent="-166688">
              <a:lnSpc>
                <a:spcPct val="125000"/>
              </a:lnSpc>
              <a:buFont typeface="Arial" panose="020B0604020202020204" pitchFamily="34" charset="0"/>
              <a:buChar char="•"/>
              <a:defRPr sz="1600" b="0">
                <a:latin typeface="+mj-lt"/>
              </a:defRPr>
            </a:lvl1pPr>
            <a:lvl2pPr marL="346075" indent="-179388">
              <a:buFont typeface="Georgia" panose="02040502050405020303" pitchFamily="18" charset="0"/>
              <a:buChar char="–"/>
              <a:defRPr/>
            </a:lvl2pPr>
            <a:lvl3pPr marL="512763" indent="-166688">
              <a:defRPr/>
            </a:lvl3pPr>
            <a:lvl4pPr marL="692150" indent="-179388">
              <a:defRPr/>
            </a:lvl4pPr>
            <a:lvl5pPr marL="858838" indent="-166688">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Box 8">
            <a:extLst>
              <a:ext uri="{FF2B5EF4-FFF2-40B4-BE49-F238E27FC236}">
                <a16:creationId xmlns:a16="http://schemas.microsoft.com/office/drawing/2014/main" id="{66FD55F7-3664-B826-100E-876C20C01969}"/>
              </a:ext>
            </a:extLst>
          </p:cNvPr>
          <p:cNvSpPr txBox="1"/>
          <p:nvPr userDrawn="1"/>
        </p:nvSpPr>
        <p:spPr>
          <a:xfrm>
            <a:off x="7118351" y="6501384"/>
            <a:ext cx="431483" cy="161583"/>
          </a:xfrm>
          <a:prstGeom prst="rect">
            <a:avLst/>
          </a:prstGeom>
          <a:noFill/>
        </p:spPr>
        <p:txBody>
          <a:bodyPr wrap="square" lIns="0" tIns="0" rIns="0" bIns="0" rtlCol="0">
            <a:spAutoFit/>
          </a:bodyPr>
          <a:lstStyle/>
          <a:p>
            <a:pPr algn="l"/>
            <a:r>
              <a:rPr lang="en-US" sz="1050" b="1">
                <a:solidFill>
                  <a:schemeClr val="tx1"/>
                </a:solidFill>
              </a:rPr>
              <a:t>PwC</a:t>
            </a:r>
          </a:p>
        </p:txBody>
      </p:sp>
      <p:sp>
        <p:nvSpPr>
          <p:cNvPr id="6" name="Footer Placeholder 4">
            <a:extLst>
              <a:ext uri="{FF2B5EF4-FFF2-40B4-BE49-F238E27FC236}">
                <a16:creationId xmlns:a16="http://schemas.microsoft.com/office/drawing/2014/main" id="{14885F81-E071-1548-5442-718A5D278509}"/>
              </a:ext>
            </a:extLst>
          </p:cNvPr>
          <p:cNvSpPr>
            <a:spLocks noGrp="1"/>
          </p:cNvSpPr>
          <p:nvPr>
            <p:ph type="ftr" sz="quarter" idx="3"/>
          </p:nvPr>
        </p:nvSpPr>
        <p:spPr>
          <a:xfrm>
            <a:off x="7569600" y="6501384"/>
            <a:ext cx="3657600"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   |   Section Title</a:t>
            </a:r>
          </a:p>
        </p:txBody>
      </p:sp>
      <p:sp>
        <p:nvSpPr>
          <p:cNvPr id="2" name="Slide Number Placeholder 13">
            <a:extLst>
              <a:ext uri="{FF2B5EF4-FFF2-40B4-BE49-F238E27FC236}">
                <a16:creationId xmlns:a16="http://schemas.microsoft.com/office/drawing/2014/main" id="{3BE7552A-3D06-4BDA-8BCC-BB2CCD97B459}"/>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428965795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Photo 3">
    <p:spTree>
      <p:nvGrpSpPr>
        <p:cNvPr id="1" name=""/>
        <p:cNvGrpSpPr/>
        <p:nvPr/>
      </p:nvGrpSpPr>
      <p:grpSpPr>
        <a:xfrm>
          <a:off x="0" y="0"/>
          <a:ext cx="0" cy="0"/>
          <a:chOff x="0" y="0"/>
          <a:chExt cx="0" cy="0"/>
        </a:xfrm>
      </p:grpSpPr>
      <p:sp>
        <p:nvSpPr>
          <p:cNvPr id="8" name="Picture Placeholder 14">
            <a:extLst>
              <a:ext uri="{FF2B5EF4-FFF2-40B4-BE49-F238E27FC236}">
                <a16:creationId xmlns:a16="http://schemas.microsoft.com/office/drawing/2014/main" id="{239A05D4-BAD9-49A7-3229-41686BA7F455}"/>
              </a:ext>
              <a:ext uri="{C183D7F6-B498-43B3-948B-1728B52AA6E4}">
                <adec:decorative xmlns:adec="http://schemas.microsoft.com/office/drawing/2017/decorative" val="1"/>
              </a:ext>
            </a:extLst>
          </p:cNvPr>
          <p:cNvSpPr>
            <a:spLocks noGrp="1"/>
          </p:cNvSpPr>
          <p:nvPr>
            <p:ph type="pic" sz="quarter" idx="11"/>
          </p:nvPr>
        </p:nvSpPr>
        <p:spPr>
          <a:xfrm>
            <a:off x="-2" y="0"/>
            <a:ext cx="5648448" cy="6858000"/>
          </a:xfrm>
          <a:solidFill>
            <a:schemeClr val="bg2"/>
          </a:solidFill>
        </p:spPr>
        <p:txBody>
          <a:bodyPr tIns="1554480"/>
          <a:lstStyle>
            <a:lvl1pPr algn="ctr">
              <a:defRPr/>
            </a:lvl1pPr>
          </a:lstStyle>
          <a:p>
            <a:r>
              <a:rPr lang="en-US"/>
              <a:t>Click icon to add picture</a:t>
            </a:r>
          </a:p>
        </p:txBody>
      </p:sp>
      <p:sp>
        <p:nvSpPr>
          <p:cNvPr id="4" name="Title 1">
            <a:extLst>
              <a:ext uri="{FF2B5EF4-FFF2-40B4-BE49-F238E27FC236}">
                <a16:creationId xmlns:a16="http://schemas.microsoft.com/office/drawing/2014/main" id="{9E03C5ED-E0DF-61C8-7A95-440C9FF7F1FA}"/>
              </a:ext>
            </a:extLst>
          </p:cNvPr>
          <p:cNvSpPr>
            <a:spLocks noGrp="1"/>
          </p:cNvSpPr>
          <p:nvPr>
            <p:ph type="title"/>
          </p:nvPr>
        </p:nvSpPr>
        <p:spPr>
          <a:xfrm>
            <a:off x="6169488" y="400051"/>
            <a:ext cx="5632168" cy="917574"/>
          </a:xfrm>
        </p:spPr>
        <p:txBody>
          <a:bodyPr/>
          <a:lstStyle>
            <a:lvl1pPr>
              <a:defRPr sz="4000"/>
            </a:lvl1pPr>
          </a:lstStyle>
          <a:p>
            <a:r>
              <a:rPr lang="en-US"/>
              <a:t>Click to edit Master title style</a:t>
            </a:r>
          </a:p>
        </p:txBody>
      </p:sp>
      <p:sp>
        <p:nvSpPr>
          <p:cNvPr id="3" name="Content Placeholder 2">
            <a:extLst>
              <a:ext uri="{FF2B5EF4-FFF2-40B4-BE49-F238E27FC236}">
                <a16:creationId xmlns:a16="http://schemas.microsoft.com/office/drawing/2014/main" id="{9D3BCDA1-5DA8-C359-F2B1-BC10C803662B}"/>
              </a:ext>
            </a:extLst>
          </p:cNvPr>
          <p:cNvSpPr>
            <a:spLocks noGrp="1"/>
          </p:cNvSpPr>
          <p:nvPr>
            <p:ph idx="1"/>
          </p:nvPr>
        </p:nvSpPr>
        <p:spPr>
          <a:xfrm>
            <a:off x="6169488" y="1946275"/>
            <a:ext cx="5632167" cy="3992563"/>
          </a:xfrm>
        </p:spPr>
        <p:txBody>
          <a:bodyPr/>
          <a:lstStyle>
            <a:lvl1pPr marL="166688" indent="-166688">
              <a:lnSpc>
                <a:spcPct val="125000"/>
              </a:lnSpc>
              <a:buFont typeface="Arial" panose="020B0604020202020204" pitchFamily="34" charset="0"/>
              <a:buChar char="•"/>
              <a:defRPr sz="1600" b="0">
                <a:latin typeface="+mj-lt"/>
              </a:defRPr>
            </a:lvl1pPr>
            <a:lvl2pPr marL="346075" indent="-179388">
              <a:buFont typeface="Georgia" panose="02040502050405020303" pitchFamily="18" charset="0"/>
              <a:buChar char="–"/>
              <a:defRPr/>
            </a:lvl2pPr>
            <a:lvl3pPr marL="512763" indent="-166688">
              <a:defRPr/>
            </a:lvl3pPr>
            <a:lvl4pPr marL="692150" indent="-179388">
              <a:defRPr/>
            </a:lvl4pPr>
            <a:lvl5pPr marL="858838" indent="-166688">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Box 8">
            <a:extLst>
              <a:ext uri="{FF2B5EF4-FFF2-40B4-BE49-F238E27FC236}">
                <a16:creationId xmlns:a16="http://schemas.microsoft.com/office/drawing/2014/main" id="{66FD55F7-3664-B826-100E-876C20C01969}"/>
              </a:ext>
            </a:extLst>
          </p:cNvPr>
          <p:cNvSpPr txBox="1"/>
          <p:nvPr userDrawn="1"/>
        </p:nvSpPr>
        <p:spPr>
          <a:xfrm>
            <a:off x="6157913" y="6501384"/>
            <a:ext cx="431483" cy="161583"/>
          </a:xfrm>
          <a:prstGeom prst="rect">
            <a:avLst/>
          </a:prstGeom>
          <a:noFill/>
        </p:spPr>
        <p:txBody>
          <a:bodyPr wrap="square" lIns="0" tIns="0" rIns="0" bIns="0" rtlCol="0">
            <a:spAutoFit/>
          </a:bodyPr>
          <a:lstStyle/>
          <a:p>
            <a:pPr algn="l"/>
            <a:r>
              <a:rPr lang="en-US" sz="1050" b="1">
                <a:solidFill>
                  <a:schemeClr val="tx1"/>
                </a:solidFill>
              </a:rPr>
              <a:t>PwC</a:t>
            </a:r>
          </a:p>
        </p:txBody>
      </p:sp>
      <p:sp>
        <p:nvSpPr>
          <p:cNvPr id="6" name="Footer Placeholder 4">
            <a:extLst>
              <a:ext uri="{FF2B5EF4-FFF2-40B4-BE49-F238E27FC236}">
                <a16:creationId xmlns:a16="http://schemas.microsoft.com/office/drawing/2014/main" id="{14885F81-E071-1548-5442-718A5D278509}"/>
              </a:ext>
            </a:extLst>
          </p:cNvPr>
          <p:cNvSpPr>
            <a:spLocks noGrp="1"/>
          </p:cNvSpPr>
          <p:nvPr>
            <p:ph type="ftr" sz="quarter" idx="3"/>
          </p:nvPr>
        </p:nvSpPr>
        <p:spPr>
          <a:xfrm>
            <a:off x="6640116" y="6501384"/>
            <a:ext cx="4663440"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   |   Section Title</a:t>
            </a:r>
          </a:p>
        </p:txBody>
      </p:sp>
      <p:sp>
        <p:nvSpPr>
          <p:cNvPr id="2" name="Slide Number Placeholder 13">
            <a:extLst>
              <a:ext uri="{FF2B5EF4-FFF2-40B4-BE49-F238E27FC236}">
                <a16:creationId xmlns:a16="http://schemas.microsoft.com/office/drawing/2014/main" id="{3BE7552A-3D06-4BDA-8BCC-BB2CCD97B459}"/>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209026704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Photo 4">
    <p:spTree>
      <p:nvGrpSpPr>
        <p:cNvPr id="1" name=""/>
        <p:cNvGrpSpPr/>
        <p:nvPr/>
      </p:nvGrpSpPr>
      <p:grpSpPr>
        <a:xfrm>
          <a:off x="0" y="0"/>
          <a:ext cx="0" cy="0"/>
          <a:chOff x="0" y="0"/>
          <a:chExt cx="0" cy="0"/>
        </a:xfrm>
      </p:grpSpPr>
      <p:sp>
        <p:nvSpPr>
          <p:cNvPr id="8" name="Picture Placeholder 14">
            <a:extLst>
              <a:ext uri="{FF2B5EF4-FFF2-40B4-BE49-F238E27FC236}">
                <a16:creationId xmlns:a16="http://schemas.microsoft.com/office/drawing/2014/main" id="{239A05D4-BAD9-49A7-3229-41686BA7F455}"/>
              </a:ext>
              <a:ext uri="{C183D7F6-B498-43B3-948B-1728B52AA6E4}">
                <adec:decorative xmlns:adec="http://schemas.microsoft.com/office/drawing/2017/decorative" val="1"/>
              </a:ext>
            </a:extLst>
          </p:cNvPr>
          <p:cNvSpPr>
            <a:spLocks noGrp="1"/>
          </p:cNvSpPr>
          <p:nvPr>
            <p:ph type="pic" sz="quarter" idx="11"/>
          </p:nvPr>
        </p:nvSpPr>
        <p:spPr>
          <a:xfrm>
            <a:off x="-2" y="0"/>
            <a:ext cx="4676174" cy="6858000"/>
          </a:xfrm>
          <a:solidFill>
            <a:schemeClr val="bg2"/>
          </a:solidFill>
        </p:spPr>
        <p:txBody>
          <a:bodyPr tIns="1554480"/>
          <a:lstStyle>
            <a:lvl1pPr algn="ctr">
              <a:defRPr/>
            </a:lvl1pPr>
          </a:lstStyle>
          <a:p>
            <a:r>
              <a:rPr lang="en-US"/>
              <a:t>Click icon to add picture</a:t>
            </a:r>
          </a:p>
        </p:txBody>
      </p:sp>
      <p:sp>
        <p:nvSpPr>
          <p:cNvPr id="4" name="Title 1">
            <a:extLst>
              <a:ext uri="{FF2B5EF4-FFF2-40B4-BE49-F238E27FC236}">
                <a16:creationId xmlns:a16="http://schemas.microsoft.com/office/drawing/2014/main" id="{9E03C5ED-E0DF-61C8-7A95-440C9FF7F1FA}"/>
              </a:ext>
            </a:extLst>
          </p:cNvPr>
          <p:cNvSpPr>
            <a:spLocks noGrp="1"/>
          </p:cNvSpPr>
          <p:nvPr>
            <p:ph type="title"/>
          </p:nvPr>
        </p:nvSpPr>
        <p:spPr>
          <a:xfrm>
            <a:off x="5199063" y="400051"/>
            <a:ext cx="6602593" cy="917574"/>
          </a:xfrm>
        </p:spPr>
        <p:txBody>
          <a:bodyPr/>
          <a:lstStyle>
            <a:lvl1pPr>
              <a:defRPr sz="4000"/>
            </a:lvl1pPr>
          </a:lstStyle>
          <a:p>
            <a:r>
              <a:rPr lang="en-US"/>
              <a:t>Click to edit Master title style</a:t>
            </a:r>
          </a:p>
        </p:txBody>
      </p:sp>
      <p:sp>
        <p:nvSpPr>
          <p:cNvPr id="3" name="Content Placeholder 2">
            <a:extLst>
              <a:ext uri="{FF2B5EF4-FFF2-40B4-BE49-F238E27FC236}">
                <a16:creationId xmlns:a16="http://schemas.microsoft.com/office/drawing/2014/main" id="{9D3BCDA1-5DA8-C359-F2B1-BC10C803662B}"/>
              </a:ext>
            </a:extLst>
          </p:cNvPr>
          <p:cNvSpPr>
            <a:spLocks noGrp="1"/>
          </p:cNvSpPr>
          <p:nvPr>
            <p:ph idx="1"/>
          </p:nvPr>
        </p:nvSpPr>
        <p:spPr>
          <a:xfrm>
            <a:off x="5199064" y="1946275"/>
            <a:ext cx="6602592" cy="3992563"/>
          </a:xfrm>
        </p:spPr>
        <p:txBody>
          <a:bodyPr/>
          <a:lstStyle>
            <a:lvl1pPr marL="166688" indent="-166688">
              <a:lnSpc>
                <a:spcPct val="125000"/>
              </a:lnSpc>
              <a:buFont typeface="Arial" panose="020B0604020202020204" pitchFamily="34" charset="0"/>
              <a:buChar char="•"/>
              <a:defRPr sz="1600" b="0">
                <a:latin typeface="+mj-lt"/>
              </a:defRPr>
            </a:lvl1pPr>
            <a:lvl2pPr marL="346075" indent="-179388">
              <a:buFont typeface="Georgia" panose="02040502050405020303" pitchFamily="18" charset="0"/>
              <a:buChar char="–"/>
              <a:defRPr/>
            </a:lvl2pPr>
            <a:lvl3pPr marL="512763" indent="-166688">
              <a:defRPr/>
            </a:lvl3pPr>
            <a:lvl4pPr marL="692150" indent="-179388">
              <a:defRPr/>
            </a:lvl4pPr>
            <a:lvl5pPr marL="858838" indent="-166688">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Box 8">
            <a:extLst>
              <a:ext uri="{FF2B5EF4-FFF2-40B4-BE49-F238E27FC236}">
                <a16:creationId xmlns:a16="http://schemas.microsoft.com/office/drawing/2014/main" id="{66FD55F7-3664-B826-100E-876C20C01969}"/>
              </a:ext>
            </a:extLst>
          </p:cNvPr>
          <p:cNvSpPr txBox="1"/>
          <p:nvPr userDrawn="1"/>
        </p:nvSpPr>
        <p:spPr>
          <a:xfrm>
            <a:off x="6157913" y="6497441"/>
            <a:ext cx="431483" cy="161583"/>
          </a:xfrm>
          <a:prstGeom prst="rect">
            <a:avLst/>
          </a:prstGeom>
          <a:noFill/>
        </p:spPr>
        <p:txBody>
          <a:bodyPr wrap="square" lIns="0" tIns="0" rIns="0" bIns="0" rtlCol="0">
            <a:spAutoFit/>
          </a:bodyPr>
          <a:lstStyle/>
          <a:p>
            <a:pPr algn="l"/>
            <a:r>
              <a:rPr lang="en-US" sz="1050" b="1">
                <a:solidFill>
                  <a:schemeClr val="tx1"/>
                </a:solidFill>
              </a:rPr>
              <a:t>PwC</a:t>
            </a:r>
          </a:p>
        </p:txBody>
      </p:sp>
      <p:sp>
        <p:nvSpPr>
          <p:cNvPr id="6" name="Footer Placeholder 4">
            <a:extLst>
              <a:ext uri="{FF2B5EF4-FFF2-40B4-BE49-F238E27FC236}">
                <a16:creationId xmlns:a16="http://schemas.microsoft.com/office/drawing/2014/main" id="{14885F81-E071-1548-5442-718A5D278509}"/>
              </a:ext>
            </a:extLst>
          </p:cNvPr>
          <p:cNvSpPr>
            <a:spLocks noGrp="1"/>
          </p:cNvSpPr>
          <p:nvPr>
            <p:ph type="ftr" sz="quarter" idx="3"/>
          </p:nvPr>
        </p:nvSpPr>
        <p:spPr>
          <a:xfrm>
            <a:off x="6640116" y="6497441"/>
            <a:ext cx="4663440"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   |   Section Title</a:t>
            </a:r>
          </a:p>
        </p:txBody>
      </p:sp>
      <p:sp>
        <p:nvSpPr>
          <p:cNvPr id="2" name="Slide Number Placeholder 13">
            <a:extLst>
              <a:ext uri="{FF2B5EF4-FFF2-40B4-BE49-F238E27FC236}">
                <a16:creationId xmlns:a16="http://schemas.microsoft.com/office/drawing/2014/main" id="{3BE7552A-3D06-4BDA-8BCC-BB2CCD97B459}"/>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374225787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Photo 5">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9E03C5ED-E0DF-61C8-7A95-440C9FF7F1FA}"/>
              </a:ext>
            </a:extLst>
          </p:cNvPr>
          <p:cNvSpPr>
            <a:spLocks noGrp="1"/>
          </p:cNvSpPr>
          <p:nvPr>
            <p:ph type="title"/>
          </p:nvPr>
        </p:nvSpPr>
        <p:spPr>
          <a:xfrm>
            <a:off x="401920" y="400051"/>
            <a:ext cx="4274253" cy="1428750"/>
          </a:xfrm>
        </p:spPr>
        <p:txBody>
          <a:bodyPr/>
          <a:lstStyle>
            <a:lvl1pPr>
              <a:defRPr sz="4000"/>
            </a:lvl1pPr>
          </a:lstStyle>
          <a:p>
            <a:r>
              <a:rPr lang="en-US"/>
              <a:t>Click to edit Master title style</a:t>
            </a:r>
          </a:p>
        </p:txBody>
      </p:sp>
      <p:sp>
        <p:nvSpPr>
          <p:cNvPr id="8" name="Picture Placeholder 14">
            <a:extLst>
              <a:ext uri="{FF2B5EF4-FFF2-40B4-BE49-F238E27FC236}">
                <a16:creationId xmlns:a16="http://schemas.microsoft.com/office/drawing/2014/main" id="{239A05D4-BAD9-49A7-3229-41686BA7F455}"/>
              </a:ext>
              <a:ext uri="{C183D7F6-B498-43B3-948B-1728B52AA6E4}">
                <adec:decorative xmlns:adec="http://schemas.microsoft.com/office/drawing/2017/decorative" val="1"/>
              </a:ext>
            </a:extLst>
          </p:cNvPr>
          <p:cNvSpPr>
            <a:spLocks noGrp="1"/>
          </p:cNvSpPr>
          <p:nvPr>
            <p:ph type="pic" sz="quarter" idx="11"/>
          </p:nvPr>
        </p:nvSpPr>
        <p:spPr>
          <a:xfrm>
            <a:off x="401920" y="1956003"/>
            <a:ext cx="4274253" cy="3982835"/>
          </a:xfrm>
          <a:solidFill>
            <a:schemeClr val="bg2"/>
          </a:solidFill>
        </p:spPr>
        <p:txBody>
          <a:bodyPr tIns="1554480"/>
          <a:lstStyle>
            <a:lvl1pPr algn="ctr">
              <a:defRPr/>
            </a:lvl1pPr>
          </a:lstStyle>
          <a:p>
            <a:r>
              <a:rPr lang="en-US"/>
              <a:t>Click icon to add picture</a:t>
            </a:r>
          </a:p>
        </p:txBody>
      </p:sp>
      <p:sp>
        <p:nvSpPr>
          <p:cNvPr id="3" name="Content Placeholder 2">
            <a:extLst>
              <a:ext uri="{FF2B5EF4-FFF2-40B4-BE49-F238E27FC236}">
                <a16:creationId xmlns:a16="http://schemas.microsoft.com/office/drawing/2014/main" id="{9D3BCDA1-5DA8-C359-F2B1-BC10C803662B}"/>
              </a:ext>
            </a:extLst>
          </p:cNvPr>
          <p:cNvSpPr>
            <a:spLocks noGrp="1"/>
          </p:cNvSpPr>
          <p:nvPr>
            <p:ph idx="1"/>
          </p:nvPr>
        </p:nvSpPr>
        <p:spPr>
          <a:xfrm>
            <a:off x="5199063" y="400051"/>
            <a:ext cx="6591017" cy="5538787"/>
          </a:xfrm>
        </p:spPr>
        <p:txBody>
          <a:bodyPr/>
          <a:lstStyle>
            <a:lvl1pPr marL="166688" indent="-166688">
              <a:lnSpc>
                <a:spcPct val="125000"/>
              </a:lnSpc>
              <a:buFont typeface="Arial" panose="020B0604020202020204" pitchFamily="34" charset="0"/>
              <a:buChar char="•"/>
              <a:defRPr sz="1600" b="0">
                <a:latin typeface="+mj-lt"/>
              </a:defRPr>
            </a:lvl1pPr>
            <a:lvl2pPr marL="346075" indent="-179388">
              <a:buFont typeface="Georgia" panose="02040502050405020303" pitchFamily="18" charset="0"/>
              <a:buChar char="–"/>
              <a:defRPr/>
            </a:lvl2pPr>
            <a:lvl3pPr marL="512763" indent="-166688">
              <a:defRPr/>
            </a:lvl3pPr>
            <a:lvl4pPr marL="692150" indent="-179388">
              <a:defRPr/>
            </a:lvl4pPr>
            <a:lvl5pPr marL="858838" indent="-166688">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4">
            <a:extLst>
              <a:ext uri="{FF2B5EF4-FFF2-40B4-BE49-F238E27FC236}">
                <a16:creationId xmlns:a16="http://schemas.microsoft.com/office/drawing/2014/main" id="{E38019E0-279D-A4EC-36F3-E0B1A717FCF6}"/>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   |   Section Title</a:t>
            </a:r>
          </a:p>
        </p:txBody>
      </p:sp>
      <p:sp>
        <p:nvSpPr>
          <p:cNvPr id="7" name="Slide Number Placeholder 13">
            <a:extLst>
              <a:ext uri="{FF2B5EF4-FFF2-40B4-BE49-F238E27FC236}">
                <a16:creationId xmlns:a16="http://schemas.microsoft.com/office/drawing/2014/main" id="{B8872EE6-00EE-7E3B-FF0A-4031AD0A1F41}"/>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307721119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D36A14-ADD8-5266-1DE1-0BDFE2DFE348}"/>
              </a:ext>
            </a:extLst>
          </p:cNvPr>
          <p:cNvSpPr>
            <a:spLocks noGrp="1"/>
          </p:cNvSpPr>
          <p:nvPr>
            <p:ph type="title"/>
          </p:nvPr>
        </p:nvSpPr>
        <p:spPr>
          <a:xfrm>
            <a:off x="403052" y="2699173"/>
            <a:ext cx="4182718" cy="2492990"/>
          </a:xfrm>
        </p:spPr>
        <p:txBody>
          <a:bodyPr wrap="square" anchor="b" anchorCtr="0">
            <a:spAutoFit/>
          </a:bodyPr>
          <a:lstStyle>
            <a:lvl1pPr>
              <a:defRPr sz="6000" b="0">
                <a:solidFill>
                  <a:schemeClr val="tx1"/>
                </a:solidFill>
              </a:defRPr>
            </a:lvl1pPr>
          </a:lstStyle>
          <a:p>
            <a:r>
              <a:rPr lang="en-US"/>
              <a:t>Click to edit Master title style</a:t>
            </a:r>
          </a:p>
        </p:txBody>
      </p:sp>
      <p:sp>
        <p:nvSpPr>
          <p:cNvPr id="7" name="Table Placeholder 6">
            <a:extLst>
              <a:ext uri="{FF2B5EF4-FFF2-40B4-BE49-F238E27FC236}">
                <a16:creationId xmlns:a16="http://schemas.microsoft.com/office/drawing/2014/main" id="{D73A66C0-F670-A68E-E8AB-864BA888682B}"/>
              </a:ext>
            </a:extLst>
          </p:cNvPr>
          <p:cNvSpPr>
            <a:spLocks noGrp="1"/>
          </p:cNvSpPr>
          <p:nvPr>
            <p:ph type="tbl" sz="quarter" idx="10"/>
          </p:nvPr>
        </p:nvSpPr>
        <p:spPr>
          <a:xfrm>
            <a:off x="5209696" y="794063"/>
            <a:ext cx="6589884" cy="3328416"/>
          </a:xfrm>
        </p:spPr>
        <p:txBody>
          <a:bodyPr tIns="457200"/>
          <a:lstStyle>
            <a:lvl1pPr algn="ctr">
              <a:defRPr sz="1800"/>
            </a:lvl1pPr>
          </a:lstStyle>
          <a:p>
            <a:r>
              <a:rPr lang="en-US"/>
              <a:t>Click icon to add table</a:t>
            </a:r>
          </a:p>
        </p:txBody>
      </p:sp>
      <p:sp>
        <p:nvSpPr>
          <p:cNvPr id="3" name="Footer Placeholder 4">
            <a:extLst>
              <a:ext uri="{FF2B5EF4-FFF2-40B4-BE49-F238E27FC236}">
                <a16:creationId xmlns:a16="http://schemas.microsoft.com/office/drawing/2014/main" id="{65C0038A-3A68-0DB9-64FC-6F889D75D388}"/>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   |   Section Title</a:t>
            </a:r>
          </a:p>
        </p:txBody>
      </p:sp>
      <p:sp>
        <p:nvSpPr>
          <p:cNvPr id="6" name="Slide Number Placeholder 13">
            <a:extLst>
              <a:ext uri="{FF2B5EF4-FFF2-40B4-BE49-F238E27FC236}">
                <a16:creationId xmlns:a16="http://schemas.microsoft.com/office/drawing/2014/main" id="{97BC8435-1364-314D-C920-74E9DEDB1E4C}"/>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153718570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Agenda 2">
    <p:bg>
      <p:bgPr>
        <a:solidFill>
          <a:srgbClr val="FFE8D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D36A14-ADD8-5266-1DE1-0BDFE2DFE348}"/>
              </a:ext>
            </a:extLst>
          </p:cNvPr>
          <p:cNvSpPr>
            <a:spLocks noGrp="1"/>
          </p:cNvSpPr>
          <p:nvPr>
            <p:ph type="title"/>
          </p:nvPr>
        </p:nvSpPr>
        <p:spPr>
          <a:xfrm>
            <a:off x="403052" y="2697480"/>
            <a:ext cx="4182718" cy="2492990"/>
          </a:xfrm>
        </p:spPr>
        <p:txBody>
          <a:bodyPr wrap="square" anchor="b" anchorCtr="0">
            <a:spAutoFit/>
          </a:bodyPr>
          <a:lstStyle>
            <a:lvl1pPr>
              <a:defRPr sz="6000" b="0">
                <a:solidFill>
                  <a:schemeClr val="tx1"/>
                </a:solidFill>
              </a:defRPr>
            </a:lvl1pPr>
          </a:lstStyle>
          <a:p>
            <a:r>
              <a:rPr lang="en-US"/>
              <a:t>Click to edit Master title style</a:t>
            </a:r>
          </a:p>
        </p:txBody>
      </p:sp>
      <p:sp>
        <p:nvSpPr>
          <p:cNvPr id="4" name="Footer Placeholder 4">
            <a:extLst>
              <a:ext uri="{FF2B5EF4-FFF2-40B4-BE49-F238E27FC236}">
                <a16:creationId xmlns:a16="http://schemas.microsoft.com/office/drawing/2014/main" id="{EE189DEE-6989-9A74-BDE8-CA73B91086F4}"/>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   |   Section Title</a:t>
            </a:r>
          </a:p>
        </p:txBody>
      </p:sp>
      <p:sp>
        <p:nvSpPr>
          <p:cNvPr id="7" name="Slide Number Placeholder 13">
            <a:extLst>
              <a:ext uri="{FF2B5EF4-FFF2-40B4-BE49-F238E27FC236}">
                <a16:creationId xmlns:a16="http://schemas.microsoft.com/office/drawing/2014/main" id="{6DE5500C-FE6E-579B-63C3-09F6ADCF909F}"/>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8" name="Text Placeholder 8">
            <a:extLst>
              <a:ext uri="{FF2B5EF4-FFF2-40B4-BE49-F238E27FC236}">
                <a16:creationId xmlns:a16="http://schemas.microsoft.com/office/drawing/2014/main" id="{DD78BEAF-F2F8-DC26-B864-8F8182138069}"/>
              </a:ext>
            </a:extLst>
          </p:cNvPr>
          <p:cNvSpPr>
            <a:spLocks noGrp="1"/>
          </p:cNvSpPr>
          <p:nvPr>
            <p:ph type="body" sz="quarter" idx="12"/>
          </p:nvPr>
        </p:nvSpPr>
        <p:spPr>
          <a:xfrm>
            <a:off x="5209696" y="786384"/>
            <a:ext cx="5754687" cy="3195638"/>
          </a:xfrm>
        </p:spPr>
        <p:txBody>
          <a:bodyPr tIns="73152"/>
          <a:lstStyle>
            <a:lvl1pPr marL="647700" indent="-552450">
              <a:lnSpc>
                <a:spcPct val="100000"/>
              </a:lnSpc>
              <a:spcBef>
                <a:spcPts val="500"/>
              </a:spcBef>
              <a:spcAft>
                <a:spcPts val="500"/>
              </a:spcAft>
              <a:tabLst/>
              <a:defRPr sz="2800" b="0">
                <a:latin typeface="+mj-lt"/>
              </a:defRPr>
            </a:lvl1pPr>
            <a:lvl2pPr marL="690563" indent="-573088">
              <a:lnSpc>
                <a:spcPct val="100000"/>
              </a:lnSpc>
              <a:spcBef>
                <a:spcPts val="0"/>
              </a:spcBef>
              <a:spcAft>
                <a:spcPts val="0"/>
              </a:spcAft>
              <a:tabLst/>
              <a:defRPr sz="2800"/>
            </a:lvl2pPr>
          </a:lstStyle>
          <a:p>
            <a:pPr lvl="0"/>
            <a:r>
              <a:rPr lang="en-US"/>
              <a:t>Click to edit Master text styles</a:t>
            </a:r>
          </a:p>
        </p:txBody>
      </p:sp>
    </p:spTree>
    <p:extLst>
      <p:ext uri="{BB962C8B-B14F-4D97-AF65-F5344CB8AC3E}">
        <p14:creationId xmlns:p14="http://schemas.microsoft.com/office/powerpoint/2010/main" val="170368448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Agenda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D36A14-ADD8-5266-1DE1-0BDFE2DFE348}"/>
              </a:ext>
            </a:extLst>
          </p:cNvPr>
          <p:cNvSpPr>
            <a:spLocks noGrp="1"/>
          </p:cNvSpPr>
          <p:nvPr>
            <p:ph type="title"/>
          </p:nvPr>
        </p:nvSpPr>
        <p:spPr>
          <a:xfrm>
            <a:off x="403052" y="2697480"/>
            <a:ext cx="4182718" cy="2492990"/>
          </a:xfrm>
        </p:spPr>
        <p:txBody>
          <a:bodyPr wrap="square" anchor="b" anchorCtr="0">
            <a:spAutoFit/>
          </a:bodyPr>
          <a:lstStyle>
            <a:lvl1pPr>
              <a:defRPr sz="6000" b="0">
                <a:solidFill>
                  <a:schemeClr val="tx1"/>
                </a:solidFill>
              </a:defRPr>
            </a:lvl1pPr>
          </a:lstStyle>
          <a:p>
            <a:r>
              <a:rPr lang="en-US"/>
              <a:t>Click to edit Master title style</a:t>
            </a:r>
          </a:p>
        </p:txBody>
      </p:sp>
      <p:sp>
        <p:nvSpPr>
          <p:cNvPr id="7" name="Table Placeholder 6">
            <a:extLst>
              <a:ext uri="{FF2B5EF4-FFF2-40B4-BE49-F238E27FC236}">
                <a16:creationId xmlns:a16="http://schemas.microsoft.com/office/drawing/2014/main" id="{D73A66C0-F670-A68E-E8AB-864BA888682B}"/>
              </a:ext>
            </a:extLst>
          </p:cNvPr>
          <p:cNvSpPr>
            <a:spLocks noGrp="1"/>
          </p:cNvSpPr>
          <p:nvPr>
            <p:ph type="tbl" sz="quarter" idx="10"/>
          </p:nvPr>
        </p:nvSpPr>
        <p:spPr>
          <a:xfrm>
            <a:off x="3177701" y="818982"/>
            <a:ext cx="4324869" cy="2685354"/>
          </a:xfrm>
        </p:spPr>
        <p:txBody>
          <a:bodyPr tIns="457200"/>
          <a:lstStyle>
            <a:lvl1pPr algn="ctr">
              <a:defRPr sz="1800"/>
            </a:lvl1pPr>
          </a:lstStyle>
          <a:p>
            <a:r>
              <a:rPr lang="en-US"/>
              <a:t>Click icon to add table</a:t>
            </a:r>
          </a:p>
        </p:txBody>
      </p:sp>
      <p:sp>
        <p:nvSpPr>
          <p:cNvPr id="6" name="Table Placeholder 6">
            <a:extLst>
              <a:ext uri="{FF2B5EF4-FFF2-40B4-BE49-F238E27FC236}">
                <a16:creationId xmlns:a16="http://schemas.microsoft.com/office/drawing/2014/main" id="{CE0852A2-F289-0299-38DA-54988A9CF403}"/>
              </a:ext>
            </a:extLst>
          </p:cNvPr>
          <p:cNvSpPr>
            <a:spLocks noGrp="1"/>
          </p:cNvSpPr>
          <p:nvPr>
            <p:ph type="tbl" sz="quarter" idx="11"/>
          </p:nvPr>
        </p:nvSpPr>
        <p:spPr>
          <a:xfrm>
            <a:off x="7711065" y="818982"/>
            <a:ext cx="4324869" cy="2685354"/>
          </a:xfrm>
        </p:spPr>
        <p:txBody>
          <a:bodyPr tIns="457200"/>
          <a:lstStyle>
            <a:lvl1pPr algn="ctr">
              <a:defRPr sz="1800"/>
            </a:lvl1pPr>
          </a:lstStyle>
          <a:p>
            <a:r>
              <a:rPr lang="en-US"/>
              <a:t>Click icon to add table</a:t>
            </a:r>
          </a:p>
        </p:txBody>
      </p:sp>
      <p:sp>
        <p:nvSpPr>
          <p:cNvPr id="3" name="Footer Placeholder 4">
            <a:extLst>
              <a:ext uri="{FF2B5EF4-FFF2-40B4-BE49-F238E27FC236}">
                <a16:creationId xmlns:a16="http://schemas.microsoft.com/office/drawing/2014/main" id="{8D3D9662-5F2D-57D9-7407-78275144A67E}"/>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   |   Section Title</a:t>
            </a:r>
          </a:p>
        </p:txBody>
      </p:sp>
      <p:sp>
        <p:nvSpPr>
          <p:cNvPr id="8" name="Slide Number Placeholder 13">
            <a:extLst>
              <a:ext uri="{FF2B5EF4-FFF2-40B4-BE49-F238E27FC236}">
                <a16:creationId xmlns:a16="http://schemas.microsoft.com/office/drawing/2014/main" id="{417BEBC1-805D-DD3E-7FB7-E733D35B8EFF}"/>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292976516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Agenda 4">
    <p:bg>
      <p:bgPr>
        <a:solidFill>
          <a:srgbClr val="FFE8D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D36A14-ADD8-5266-1DE1-0BDFE2DFE348}"/>
              </a:ext>
            </a:extLst>
          </p:cNvPr>
          <p:cNvSpPr>
            <a:spLocks noGrp="1"/>
          </p:cNvSpPr>
          <p:nvPr>
            <p:ph type="title"/>
          </p:nvPr>
        </p:nvSpPr>
        <p:spPr>
          <a:xfrm>
            <a:off x="403052" y="2697480"/>
            <a:ext cx="4182718" cy="2492990"/>
          </a:xfrm>
        </p:spPr>
        <p:txBody>
          <a:bodyPr wrap="square" anchor="b" anchorCtr="0">
            <a:spAutoFit/>
          </a:bodyPr>
          <a:lstStyle>
            <a:lvl1pPr>
              <a:defRPr sz="6000" b="0">
                <a:solidFill>
                  <a:schemeClr val="tx1"/>
                </a:solidFill>
              </a:defRPr>
            </a:lvl1pPr>
          </a:lstStyle>
          <a:p>
            <a:r>
              <a:rPr lang="en-US"/>
              <a:t>Click to edit Master title style</a:t>
            </a:r>
          </a:p>
        </p:txBody>
      </p:sp>
      <p:sp>
        <p:nvSpPr>
          <p:cNvPr id="3" name="Footer Placeholder 4">
            <a:extLst>
              <a:ext uri="{FF2B5EF4-FFF2-40B4-BE49-F238E27FC236}">
                <a16:creationId xmlns:a16="http://schemas.microsoft.com/office/drawing/2014/main" id="{0EEDD237-2AD5-3154-E113-01E98DC0986B}"/>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   |   Section Title</a:t>
            </a:r>
          </a:p>
        </p:txBody>
      </p:sp>
      <p:sp>
        <p:nvSpPr>
          <p:cNvPr id="8" name="Slide Number Placeholder 13">
            <a:extLst>
              <a:ext uri="{FF2B5EF4-FFF2-40B4-BE49-F238E27FC236}">
                <a16:creationId xmlns:a16="http://schemas.microsoft.com/office/drawing/2014/main" id="{C3079065-EEA7-BD3F-374F-2BD4FA174130}"/>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13" name="Text Placeholder 8">
            <a:extLst>
              <a:ext uri="{FF2B5EF4-FFF2-40B4-BE49-F238E27FC236}">
                <a16:creationId xmlns:a16="http://schemas.microsoft.com/office/drawing/2014/main" id="{D9EB10B1-191A-630B-CAE5-F7CB250CA41E}"/>
              </a:ext>
            </a:extLst>
          </p:cNvPr>
          <p:cNvSpPr>
            <a:spLocks noGrp="1"/>
          </p:cNvSpPr>
          <p:nvPr>
            <p:ph type="body" sz="quarter" idx="12"/>
          </p:nvPr>
        </p:nvSpPr>
        <p:spPr>
          <a:xfrm>
            <a:off x="3281363" y="917575"/>
            <a:ext cx="4224722" cy="2589534"/>
          </a:xfrm>
        </p:spPr>
        <p:txBody>
          <a:bodyPr lIns="91440"/>
          <a:lstStyle>
            <a:lvl1pPr marL="292608" indent="-573088">
              <a:lnSpc>
                <a:spcPct val="100000"/>
              </a:lnSpc>
              <a:spcBef>
                <a:spcPts val="700"/>
              </a:spcBef>
              <a:spcAft>
                <a:spcPts val="700"/>
              </a:spcAft>
              <a:tabLst/>
              <a:defRPr sz="1800" b="0">
                <a:latin typeface="+mj-lt"/>
              </a:defRPr>
            </a:lvl1pPr>
            <a:lvl2pPr marL="690563" indent="-573088">
              <a:lnSpc>
                <a:spcPct val="100000"/>
              </a:lnSpc>
              <a:spcBef>
                <a:spcPts val="0"/>
              </a:spcBef>
              <a:spcAft>
                <a:spcPts val="0"/>
              </a:spcAft>
              <a:tabLst/>
              <a:defRPr sz="2800"/>
            </a:lvl2pPr>
          </a:lstStyle>
          <a:p>
            <a:pPr lvl="0"/>
            <a:r>
              <a:rPr lang="en-US"/>
              <a:t>Click to edit Master text styles</a:t>
            </a:r>
          </a:p>
        </p:txBody>
      </p:sp>
      <p:sp>
        <p:nvSpPr>
          <p:cNvPr id="16" name="Text Placeholder 8">
            <a:extLst>
              <a:ext uri="{FF2B5EF4-FFF2-40B4-BE49-F238E27FC236}">
                <a16:creationId xmlns:a16="http://schemas.microsoft.com/office/drawing/2014/main" id="{FB735FB7-5411-F2F1-D974-F773B1B8360F}"/>
              </a:ext>
            </a:extLst>
          </p:cNvPr>
          <p:cNvSpPr>
            <a:spLocks noGrp="1"/>
          </p:cNvSpPr>
          <p:nvPr>
            <p:ph type="body" sz="quarter" idx="13"/>
          </p:nvPr>
        </p:nvSpPr>
        <p:spPr>
          <a:xfrm>
            <a:off x="7708392" y="917575"/>
            <a:ext cx="4224722" cy="2589534"/>
          </a:xfrm>
        </p:spPr>
        <p:txBody>
          <a:bodyPr lIns="91440"/>
          <a:lstStyle>
            <a:lvl1pPr marL="393192" indent="-676656">
              <a:lnSpc>
                <a:spcPct val="100000"/>
              </a:lnSpc>
              <a:spcBef>
                <a:spcPts val="700"/>
              </a:spcBef>
              <a:spcAft>
                <a:spcPts val="700"/>
              </a:spcAft>
              <a:tabLst>
                <a:tab pos="225425" algn="r"/>
              </a:tabLst>
              <a:defRPr sz="1800" b="0">
                <a:latin typeface="+mj-lt"/>
              </a:defRPr>
            </a:lvl1pPr>
            <a:lvl2pPr marL="690563" indent="-573088">
              <a:lnSpc>
                <a:spcPct val="100000"/>
              </a:lnSpc>
              <a:spcBef>
                <a:spcPts val="0"/>
              </a:spcBef>
              <a:spcAft>
                <a:spcPts val="0"/>
              </a:spcAft>
              <a:tabLst/>
              <a:defRPr sz="2800"/>
            </a:lvl2pPr>
          </a:lstStyle>
          <a:p>
            <a:pPr lvl="0"/>
            <a:r>
              <a:rPr lang="en-US"/>
              <a:t>Click to edit Master text styles</a:t>
            </a:r>
          </a:p>
        </p:txBody>
      </p:sp>
    </p:spTree>
    <p:extLst>
      <p:ext uri="{BB962C8B-B14F-4D97-AF65-F5344CB8AC3E}">
        <p14:creationId xmlns:p14="http://schemas.microsoft.com/office/powerpoint/2010/main" val="27125161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One Content">
    <p:spTree>
      <p:nvGrpSpPr>
        <p:cNvPr id="1" name=""/>
        <p:cNvGrpSpPr/>
        <p:nvPr/>
      </p:nvGrpSpPr>
      <p:grpSpPr>
        <a:xfrm>
          <a:off x="0" y="0"/>
          <a:ext cx="0" cy="0"/>
          <a:chOff x="0" y="0"/>
          <a:chExt cx="0" cy="0"/>
        </a:xfrm>
      </p:grpSpPr>
      <p:sp>
        <p:nvSpPr>
          <p:cNvPr id="9" name="Title Placeholder 1">
            <a:extLst>
              <a:ext uri="{FF2B5EF4-FFF2-40B4-BE49-F238E27FC236}">
                <a16:creationId xmlns:a16="http://schemas.microsoft.com/office/drawing/2014/main" id="{0FCB0834-B748-0F65-C02A-23EC83C03DC2}"/>
              </a:ext>
            </a:extLst>
          </p:cNvPr>
          <p:cNvSpPr>
            <a:spLocks noGrp="1"/>
          </p:cNvSpPr>
          <p:nvPr>
            <p:ph type="title"/>
          </p:nvPr>
        </p:nvSpPr>
        <p:spPr>
          <a:xfrm>
            <a:off x="397666" y="402336"/>
            <a:ext cx="6606383" cy="1295399"/>
          </a:xfrm>
          <a:prstGeom prst="rect">
            <a:avLst/>
          </a:prstGeom>
        </p:spPr>
        <p:txBody>
          <a:bodyPr vert="horz" lIns="0" tIns="0" rIns="0" bIns="0" rtlCol="0" anchor="t" anchorCtr="0">
            <a:noAutofit/>
          </a:bodyPr>
          <a:lstStyle/>
          <a:p>
            <a:r>
              <a:rPr lang="en-US"/>
              <a:t>Click to edit Master title style</a:t>
            </a:r>
          </a:p>
        </p:txBody>
      </p:sp>
      <p:sp>
        <p:nvSpPr>
          <p:cNvPr id="2" name="Content Placeholder 2">
            <a:extLst>
              <a:ext uri="{FF2B5EF4-FFF2-40B4-BE49-F238E27FC236}">
                <a16:creationId xmlns:a16="http://schemas.microsoft.com/office/drawing/2014/main" id="{E87E41F5-DD37-DB45-FC81-6078FAA35748}"/>
              </a:ext>
            </a:extLst>
          </p:cNvPr>
          <p:cNvSpPr>
            <a:spLocks noGrp="1"/>
          </p:cNvSpPr>
          <p:nvPr>
            <p:ph idx="1"/>
          </p:nvPr>
        </p:nvSpPr>
        <p:spPr>
          <a:xfrm>
            <a:off x="397665" y="1946276"/>
            <a:ext cx="6606383" cy="4000502"/>
          </a:xfrm>
        </p:spPr>
        <p:txBody>
          <a:bodyPr/>
          <a:lstStyle>
            <a:lvl1pPr>
              <a:spcAft>
                <a:spcPts val="1200"/>
              </a:spcAft>
              <a:defRPr sz="1500"/>
            </a:lvl1pPr>
            <a:lvl2pPr>
              <a:defRPr sz="1200">
                <a:latin typeface="+mj-lt"/>
              </a:defRPr>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4">
            <a:extLst>
              <a:ext uri="{FF2B5EF4-FFF2-40B4-BE49-F238E27FC236}">
                <a16:creationId xmlns:a16="http://schemas.microsoft.com/office/drawing/2014/main" id="{4C6EFB28-C390-D7A6-7D24-D312EAB54677}"/>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   |   Section Title</a:t>
            </a:r>
          </a:p>
        </p:txBody>
      </p:sp>
      <p:sp>
        <p:nvSpPr>
          <p:cNvPr id="6" name="Slide Number Placeholder 13">
            <a:extLst>
              <a:ext uri="{FF2B5EF4-FFF2-40B4-BE49-F238E27FC236}">
                <a16:creationId xmlns:a16="http://schemas.microsoft.com/office/drawing/2014/main" id="{B0DF1CAE-AD0F-3704-E516-EFF052A2880B}"/>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157281868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11" name="Title Placeholder 1">
            <a:extLst>
              <a:ext uri="{FF2B5EF4-FFF2-40B4-BE49-F238E27FC236}">
                <a16:creationId xmlns:a16="http://schemas.microsoft.com/office/drawing/2014/main" id="{0161467A-7063-86D7-24E8-072DC8FE58E7}"/>
              </a:ext>
            </a:extLst>
          </p:cNvPr>
          <p:cNvSpPr>
            <a:spLocks noGrp="1"/>
          </p:cNvSpPr>
          <p:nvPr>
            <p:ph type="title"/>
          </p:nvPr>
        </p:nvSpPr>
        <p:spPr>
          <a:xfrm>
            <a:off x="397666" y="402336"/>
            <a:ext cx="11403809" cy="946148"/>
          </a:xfrm>
          <a:prstGeom prst="rect">
            <a:avLst/>
          </a:prstGeom>
        </p:spPr>
        <p:txBody>
          <a:bodyPr vert="horz" lIns="0" tIns="0" rIns="0" bIns="0" rtlCol="0" anchor="t" anchorCtr="0">
            <a:noAutofit/>
          </a:bodyPr>
          <a:lstStyle/>
          <a:p>
            <a:r>
              <a:rPr lang="en-US"/>
              <a:t>Click to edit Master title style</a:t>
            </a:r>
          </a:p>
        </p:txBody>
      </p:sp>
      <p:sp>
        <p:nvSpPr>
          <p:cNvPr id="10" name="Content Placeholder 2">
            <a:extLst>
              <a:ext uri="{FF2B5EF4-FFF2-40B4-BE49-F238E27FC236}">
                <a16:creationId xmlns:a16="http://schemas.microsoft.com/office/drawing/2014/main" id="{A861B7B6-46DE-D3F1-62FD-E7B058FA4F47}"/>
              </a:ext>
            </a:extLst>
          </p:cNvPr>
          <p:cNvSpPr>
            <a:spLocks noGrp="1"/>
          </p:cNvSpPr>
          <p:nvPr>
            <p:ph idx="1"/>
          </p:nvPr>
        </p:nvSpPr>
        <p:spPr>
          <a:xfrm>
            <a:off x="412905" y="1946276"/>
            <a:ext cx="4673445" cy="3992562"/>
          </a:xfrm>
        </p:spPr>
        <p:txBody>
          <a:bodyPr/>
          <a:lstStyle>
            <a:lvl1pPr>
              <a:spcAft>
                <a:spcPts val="1200"/>
              </a:spcAft>
              <a:defRPr sz="1500"/>
            </a:lvl1pPr>
            <a:lvl2pPr>
              <a:defRPr sz="1200">
                <a:latin typeface="+mj-lt"/>
              </a:defRPr>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2">
            <a:extLst>
              <a:ext uri="{FF2B5EF4-FFF2-40B4-BE49-F238E27FC236}">
                <a16:creationId xmlns:a16="http://schemas.microsoft.com/office/drawing/2014/main" id="{F42546D2-619E-D256-A62A-62019DAA4778}"/>
              </a:ext>
            </a:extLst>
          </p:cNvPr>
          <p:cNvSpPr>
            <a:spLocks noGrp="1"/>
          </p:cNvSpPr>
          <p:nvPr>
            <p:ph idx="10"/>
          </p:nvPr>
        </p:nvSpPr>
        <p:spPr>
          <a:xfrm>
            <a:off x="6166005" y="1946276"/>
            <a:ext cx="4673445" cy="3992562"/>
          </a:xfrm>
        </p:spPr>
        <p:txBody>
          <a:bodyPr/>
          <a:lstStyle>
            <a:lvl1pPr>
              <a:spcAft>
                <a:spcPts val="1200"/>
              </a:spcAft>
              <a:defRPr sz="1500"/>
            </a:lvl1pPr>
            <a:lvl2pPr>
              <a:defRPr sz="1200">
                <a:latin typeface="+mj-lt"/>
              </a:defRPr>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4">
            <a:extLst>
              <a:ext uri="{FF2B5EF4-FFF2-40B4-BE49-F238E27FC236}">
                <a16:creationId xmlns:a16="http://schemas.microsoft.com/office/drawing/2014/main" id="{FB51044C-932D-8FC3-B3AB-1F32819D3877}"/>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   |   Section Title</a:t>
            </a:r>
          </a:p>
        </p:txBody>
      </p:sp>
      <p:sp>
        <p:nvSpPr>
          <p:cNvPr id="5" name="Slide Number Placeholder 13">
            <a:extLst>
              <a:ext uri="{FF2B5EF4-FFF2-40B4-BE49-F238E27FC236}">
                <a16:creationId xmlns:a16="http://schemas.microsoft.com/office/drawing/2014/main" id="{A24DD9E3-0BCC-FF96-2B5A-1C600C721A91}"/>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100570245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wo Content with Image">
    <p:spTree>
      <p:nvGrpSpPr>
        <p:cNvPr id="1" name=""/>
        <p:cNvGrpSpPr/>
        <p:nvPr/>
      </p:nvGrpSpPr>
      <p:grpSpPr>
        <a:xfrm>
          <a:off x="0" y="0"/>
          <a:ext cx="0" cy="0"/>
          <a:chOff x="0" y="0"/>
          <a:chExt cx="0" cy="0"/>
        </a:xfrm>
      </p:grpSpPr>
      <p:sp>
        <p:nvSpPr>
          <p:cNvPr id="11" name="Title Placeholder 1">
            <a:extLst>
              <a:ext uri="{FF2B5EF4-FFF2-40B4-BE49-F238E27FC236}">
                <a16:creationId xmlns:a16="http://schemas.microsoft.com/office/drawing/2014/main" id="{0161467A-7063-86D7-24E8-072DC8FE58E7}"/>
              </a:ext>
            </a:extLst>
          </p:cNvPr>
          <p:cNvSpPr>
            <a:spLocks noGrp="1"/>
          </p:cNvSpPr>
          <p:nvPr>
            <p:ph type="title"/>
          </p:nvPr>
        </p:nvSpPr>
        <p:spPr>
          <a:xfrm>
            <a:off x="397668" y="3492184"/>
            <a:ext cx="3840957" cy="2454594"/>
          </a:xfrm>
          <a:prstGeom prst="rect">
            <a:avLst/>
          </a:prstGeom>
        </p:spPr>
        <p:txBody>
          <a:bodyPr vert="horz" lIns="0" tIns="0" rIns="0" bIns="0" rtlCol="0" anchor="t" anchorCtr="0">
            <a:noAutofit/>
          </a:bodyPr>
          <a:lstStyle/>
          <a:p>
            <a:r>
              <a:rPr lang="en-US"/>
              <a:t>Click to edit Master title style</a:t>
            </a:r>
          </a:p>
        </p:txBody>
      </p:sp>
      <p:sp>
        <p:nvSpPr>
          <p:cNvPr id="6" name="Picture Placeholder 14">
            <a:extLst>
              <a:ext uri="{FF2B5EF4-FFF2-40B4-BE49-F238E27FC236}">
                <a16:creationId xmlns:a16="http://schemas.microsoft.com/office/drawing/2014/main" id="{CA843832-4448-8151-AB96-D139EF4338B9}"/>
              </a:ext>
              <a:ext uri="{C183D7F6-B498-43B3-948B-1728B52AA6E4}">
                <adec:decorative xmlns:adec="http://schemas.microsoft.com/office/drawing/2017/decorative" val="1"/>
              </a:ext>
            </a:extLst>
          </p:cNvPr>
          <p:cNvSpPr>
            <a:spLocks noGrp="1"/>
          </p:cNvSpPr>
          <p:nvPr>
            <p:ph type="pic" sz="quarter" idx="11"/>
          </p:nvPr>
        </p:nvSpPr>
        <p:spPr>
          <a:xfrm>
            <a:off x="5201444" y="402432"/>
            <a:ext cx="3649948" cy="4510882"/>
          </a:xfrm>
          <a:solidFill>
            <a:schemeClr val="bg2"/>
          </a:solidFill>
        </p:spPr>
        <p:txBody>
          <a:bodyPr tIns="1554480"/>
          <a:lstStyle>
            <a:lvl1pPr algn="ctr">
              <a:defRPr/>
            </a:lvl1pPr>
          </a:lstStyle>
          <a:p>
            <a:r>
              <a:rPr lang="en-US"/>
              <a:t>Click icon to add picture</a:t>
            </a:r>
          </a:p>
        </p:txBody>
      </p:sp>
      <p:sp>
        <p:nvSpPr>
          <p:cNvPr id="5" name="Content Placeholder 2">
            <a:extLst>
              <a:ext uri="{FF2B5EF4-FFF2-40B4-BE49-F238E27FC236}">
                <a16:creationId xmlns:a16="http://schemas.microsoft.com/office/drawing/2014/main" id="{BFFD3C8C-DE95-11CF-E112-F1CDEBBBAF20}"/>
              </a:ext>
            </a:extLst>
          </p:cNvPr>
          <p:cNvSpPr>
            <a:spLocks noGrp="1"/>
          </p:cNvSpPr>
          <p:nvPr>
            <p:ph idx="10"/>
          </p:nvPr>
        </p:nvSpPr>
        <p:spPr>
          <a:xfrm>
            <a:off x="9037638" y="371478"/>
            <a:ext cx="2514282" cy="2486022"/>
          </a:xfrm>
        </p:spPr>
        <p:txBody>
          <a:bodyPr/>
          <a:lstStyle>
            <a:lvl1pPr>
              <a:spcAft>
                <a:spcPts val="1200"/>
              </a:spcAft>
              <a:defRPr lang="en-US" sz="1500" b="1" kern="1200" dirty="0" smtClean="0">
                <a:solidFill>
                  <a:schemeClr val="tx1"/>
                </a:solidFill>
                <a:latin typeface="+mn-lt"/>
                <a:ea typeface="+mn-ea"/>
                <a:cs typeface="+mn-cs"/>
              </a:defRPr>
            </a:lvl1pPr>
            <a:lvl2pPr>
              <a:defRPr sz="1200">
                <a:latin typeface="+mj-lt"/>
              </a:defRPr>
            </a:lvl2pPr>
            <a:lvl3pPr>
              <a:defRPr sz="1200"/>
            </a:lvl3pPr>
            <a:lvl4pPr>
              <a:defRPr sz="1200"/>
            </a:lvl4pPr>
            <a:lvl5pPr>
              <a:defRPr sz="1200"/>
            </a:lvl5pPr>
          </a:lstStyle>
          <a:p>
            <a:pPr marL="0" lvl="0" indent="0" algn="l" defTabSz="914400" rtl="0" eaLnBrk="1" latinLnBrk="0" hangingPunct="1">
              <a:lnSpc>
                <a:spcPct val="100000"/>
              </a:lnSpc>
              <a:spcBef>
                <a:spcPts val="300"/>
              </a:spcBef>
              <a:spcAft>
                <a:spcPts val="1200"/>
              </a:spcAft>
              <a:buFont typeface="Arial" panose="020B0604020202020204" pitchFamily="34" charset="0"/>
              <a:buNone/>
            </a:pPr>
            <a:r>
              <a:rPr lang="en-US"/>
              <a:t>Click to edit Master text styles</a:t>
            </a:r>
          </a:p>
          <a:p>
            <a:pPr marL="0" lvl="1" indent="0" algn="l" defTabSz="914400" rtl="0" eaLnBrk="1" latinLnBrk="0" hangingPunct="1">
              <a:lnSpc>
                <a:spcPct val="100000"/>
              </a:lnSpc>
              <a:spcBef>
                <a:spcPts val="300"/>
              </a:spcBef>
              <a:spcAft>
                <a:spcPts val="1200"/>
              </a:spcAft>
              <a:buFont typeface="Arial" panose="020B0604020202020204" pitchFamily="34" charset="0"/>
              <a:buNone/>
            </a:pPr>
            <a:r>
              <a:rPr lang="en-US"/>
              <a:t>Second level</a:t>
            </a:r>
          </a:p>
        </p:txBody>
      </p:sp>
      <p:sp>
        <p:nvSpPr>
          <p:cNvPr id="3" name="Footer Placeholder 4">
            <a:extLst>
              <a:ext uri="{FF2B5EF4-FFF2-40B4-BE49-F238E27FC236}">
                <a16:creationId xmlns:a16="http://schemas.microsoft.com/office/drawing/2014/main" id="{DF56AB70-B001-F407-DDA0-8274B08150B7}"/>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   |   Section Title</a:t>
            </a:r>
          </a:p>
        </p:txBody>
      </p:sp>
      <p:sp>
        <p:nvSpPr>
          <p:cNvPr id="7" name="Slide Number Placeholder 13">
            <a:extLst>
              <a:ext uri="{FF2B5EF4-FFF2-40B4-BE49-F238E27FC236}">
                <a16:creationId xmlns:a16="http://schemas.microsoft.com/office/drawing/2014/main" id="{BB0E27A5-BC84-EBC4-82C5-E8CF838E4353}"/>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33910005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wo Content with Two Images">
    <p:spTree>
      <p:nvGrpSpPr>
        <p:cNvPr id="1" name=""/>
        <p:cNvGrpSpPr/>
        <p:nvPr/>
      </p:nvGrpSpPr>
      <p:grpSpPr>
        <a:xfrm>
          <a:off x="0" y="0"/>
          <a:ext cx="0" cy="0"/>
          <a:chOff x="0" y="0"/>
          <a:chExt cx="0" cy="0"/>
        </a:xfrm>
      </p:grpSpPr>
      <p:sp>
        <p:nvSpPr>
          <p:cNvPr id="11" name="Title Placeholder 1">
            <a:extLst>
              <a:ext uri="{FF2B5EF4-FFF2-40B4-BE49-F238E27FC236}">
                <a16:creationId xmlns:a16="http://schemas.microsoft.com/office/drawing/2014/main" id="{0161467A-7063-86D7-24E8-072DC8FE58E7}"/>
              </a:ext>
            </a:extLst>
          </p:cNvPr>
          <p:cNvSpPr>
            <a:spLocks noGrp="1"/>
          </p:cNvSpPr>
          <p:nvPr>
            <p:ph type="title"/>
          </p:nvPr>
        </p:nvSpPr>
        <p:spPr>
          <a:xfrm>
            <a:off x="397667" y="402336"/>
            <a:ext cx="3840958" cy="5566886"/>
          </a:xfrm>
          <a:prstGeom prst="rect">
            <a:avLst/>
          </a:prstGeom>
        </p:spPr>
        <p:txBody>
          <a:bodyPr vert="horz" lIns="0" tIns="0" rIns="0" bIns="0" rtlCol="0" anchor="t" anchorCtr="0">
            <a:noAutofit/>
          </a:bodyPr>
          <a:lstStyle/>
          <a:p>
            <a:r>
              <a:rPr lang="en-US"/>
              <a:t>Click to edit Master title style</a:t>
            </a:r>
          </a:p>
        </p:txBody>
      </p:sp>
      <p:sp>
        <p:nvSpPr>
          <p:cNvPr id="6" name="Picture Placeholder 14">
            <a:extLst>
              <a:ext uri="{FF2B5EF4-FFF2-40B4-BE49-F238E27FC236}">
                <a16:creationId xmlns:a16="http://schemas.microsoft.com/office/drawing/2014/main" id="{CA843832-4448-8151-AB96-D139EF4338B9}"/>
              </a:ext>
              <a:ext uri="{C183D7F6-B498-43B3-948B-1728B52AA6E4}">
                <adec:decorative xmlns:adec="http://schemas.microsoft.com/office/drawing/2017/decorative" val="1"/>
              </a:ext>
            </a:extLst>
          </p:cNvPr>
          <p:cNvSpPr>
            <a:spLocks noGrp="1"/>
          </p:cNvSpPr>
          <p:nvPr>
            <p:ph type="pic" sz="quarter" idx="11"/>
          </p:nvPr>
        </p:nvSpPr>
        <p:spPr>
          <a:xfrm>
            <a:off x="5201444" y="402432"/>
            <a:ext cx="3649948" cy="2455068"/>
          </a:xfrm>
          <a:solidFill>
            <a:schemeClr val="bg2"/>
          </a:solidFill>
        </p:spPr>
        <p:txBody>
          <a:bodyPr tIns="731520"/>
          <a:lstStyle>
            <a:lvl1pPr algn="ctr">
              <a:defRPr/>
            </a:lvl1pPr>
          </a:lstStyle>
          <a:p>
            <a:r>
              <a:rPr lang="en-US"/>
              <a:t>Click icon to add picture</a:t>
            </a:r>
          </a:p>
        </p:txBody>
      </p:sp>
      <p:sp>
        <p:nvSpPr>
          <p:cNvPr id="12" name="Content Placeholder 2">
            <a:extLst>
              <a:ext uri="{FF2B5EF4-FFF2-40B4-BE49-F238E27FC236}">
                <a16:creationId xmlns:a16="http://schemas.microsoft.com/office/drawing/2014/main" id="{F42546D2-619E-D256-A62A-62019DAA4778}"/>
              </a:ext>
            </a:extLst>
          </p:cNvPr>
          <p:cNvSpPr>
            <a:spLocks noGrp="1"/>
          </p:cNvSpPr>
          <p:nvPr>
            <p:ph idx="10"/>
          </p:nvPr>
        </p:nvSpPr>
        <p:spPr>
          <a:xfrm>
            <a:off x="9037637" y="371478"/>
            <a:ext cx="2514283" cy="2486022"/>
          </a:xfrm>
        </p:spPr>
        <p:txBody>
          <a:bodyPr/>
          <a:lstStyle>
            <a:lvl1pPr>
              <a:spcAft>
                <a:spcPts val="1200"/>
              </a:spcAft>
              <a:defRPr lang="en-US" sz="1500" b="1" kern="1200" dirty="0" smtClean="0">
                <a:solidFill>
                  <a:schemeClr val="tx1"/>
                </a:solidFill>
                <a:latin typeface="+mn-lt"/>
                <a:ea typeface="+mn-ea"/>
                <a:cs typeface="+mn-cs"/>
              </a:defRPr>
            </a:lvl1pPr>
            <a:lvl2pPr>
              <a:defRPr sz="1200">
                <a:latin typeface="+mj-lt"/>
              </a:defRPr>
            </a:lvl2pPr>
            <a:lvl3pPr>
              <a:defRPr sz="1200"/>
            </a:lvl3pPr>
            <a:lvl4pPr>
              <a:defRPr sz="1200"/>
            </a:lvl4pPr>
            <a:lvl5pPr>
              <a:defRPr sz="1200"/>
            </a:lvl5pPr>
          </a:lstStyle>
          <a:p>
            <a:pPr marL="0" lvl="0" indent="0" algn="l" defTabSz="914400" rtl="0" eaLnBrk="1" latinLnBrk="0" hangingPunct="1">
              <a:lnSpc>
                <a:spcPct val="100000"/>
              </a:lnSpc>
              <a:spcBef>
                <a:spcPts val="300"/>
              </a:spcBef>
              <a:spcAft>
                <a:spcPts val="1200"/>
              </a:spcAft>
              <a:buFont typeface="Arial" panose="020B0604020202020204" pitchFamily="34" charset="0"/>
              <a:buNone/>
            </a:pPr>
            <a:r>
              <a:rPr lang="en-US"/>
              <a:t>Click to edit Master text styles</a:t>
            </a:r>
          </a:p>
          <a:p>
            <a:pPr marL="0" lvl="1" indent="0" algn="l" defTabSz="914400" rtl="0" eaLnBrk="1" latinLnBrk="0" hangingPunct="1">
              <a:lnSpc>
                <a:spcPct val="100000"/>
              </a:lnSpc>
              <a:spcBef>
                <a:spcPts val="300"/>
              </a:spcBef>
              <a:spcAft>
                <a:spcPts val="1200"/>
              </a:spcAft>
              <a:buFont typeface="Arial" panose="020B0604020202020204" pitchFamily="34" charset="0"/>
              <a:buNone/>
            </a:pPr>
            <a:r>
              <a:rPr lang="en-US"/>
              <a:t>Second level</a:t>
            </a:r>
          </a:p>
        </p:txBody>
      </p:sp>
      <p:sp>
        <p:nvSpPr>
          <p:cNvPr id="7" name="Picture Placeholder 14">
            <a:extLst>
              <a:ext uri="{FF2B5EF4-FFF2-40B4-BE49-F238E27FC236}">
                <a16:creationId xmlns:a16="http://schemas.microsoft.com/office/drawing/2014/main" id="{51EE832E-3DC6-D6FD-08F2-B144435DFC42}"/>
              </a:ext>
              <a:ext uri="{C183D7F6-B498-43B3-948B-1728B52AA6E4}">
                <adec:decorative xmlns:adec="http://schemas.microsoft.com/office/drawing/2017/decorative" val="1"/>
              </a:ext>
            </a:extLst>
          </p:cNvPr>
          <p:cNvSpPr>
            <a:spLocks noGrp="1"/>
          </p:cNvSpPr>
          <p:nvPr>
            <p:ph type="pic" sz="quarter" idx="12"/>
          </p:nvPr>
        </p:nvSpPr>
        <p:spPr>
          <a:xfrm>
            <a:off x="5201444" y="2977040"/>
            <a:ext cx="3649948" cy="2455068"/>
          </a:xfrm>
          <a:solidFill>
            <a:schemeClr val="bg2"/>
          </a:solidFill>
        </p:spPr>
        <p:txBody>
          <a:bodyPr tIns="731520"/>
          <a:lstStyle>
            <a:lvl1pPr algn="ctr">
              <a:defRPr/>
            </a:lvl1pPr>
          </a:lstStyle>
          <a:p>
            <a:r>
              <a:rPr lang="en-US"/>
              <a:t>Click icon to add picture</a:t>
            </a:r>
          </a:p>
        </p:txBody>
      </p:sp>
      <p:sp>
        <p:nvSpPr>
          <p:cNvPr id="8" name="Content Placeholder 2">
            <a:extLst>
              <a:ext uri="{FF2B5EF4-FFF2-40B4-BE49-F238E27FC236}">
                <a16:creationId xmlns:a16="http://schemas.microsoft.com/office/drawing/2014/main" id="{AF6631A4-F894-4AFF-B75F-0AABD9BAEA0B}"/>
              </a:ext>
            </a:extLst>
          </p:cNvPr>
          <p:cNvSpPr>
            <a:spLocks noGrp="1"/>
          </p:cNvSpPr>
          <p:nvPr>
            <p:ph idx="13"/>
          </p:nvPr>
        </p:nvSpPr>
        <p:spPr>
          <a:xfrm>
            <a:off x="9037637" y="2977040"/>
            <a:ext cx="2514283" cy="2486022"/>
          </a:xfrm>
        </p:spPr>
        <p:txBody>
          <a:bodyPr/>
          <a:lstStyle>
            <a:lvl1pPr>
              <a:spcAft>
                <a:spcPts val="1200"/>
              </a:spcAft>
              <a:defRPr lang="en-US" sz="1500" b="1" kern="1200" dirty="0" smtClean="0">
                <a:solidFill>
                  <a:schemeClr val="tx1"/>
                </a:solidFill>
                <a:latin typeface="+mn-lt"/>
                <a:ea typeface="+mn-ea"/>
                <a:cs typeface="+mn-cs"/>
              </a:defRPr>
            </a:lvl1pPr>
            <a:lvl2pPr>
              <a:defRPr sz="1200">
                <a:latin typeface="+mj-lt"/>
              </a:defRPr>
            </a:lvl2pPr>
            <a:lvl3pPr>
              <a:defRPr sz="1200"/>
            </a:lvl3pPr>
            <a:lvl4pPr>
              <a:defRPr sz="1200"/>
            </a:lvl4pPr>
            <a:lvl5pPr>
              <a:defRPr sz="1200"/>
            </a:lvl5pPr>
          </a:lstStyle>
          <a:p>
            <a:pPr marL="0" lvl="0" indent="0" algn="l" defTabSz="914400" rtl="0" eaLnBrk="1" latinLnBrk="0" hangingPunct="1">
              <a:lnSpc>
                <a:spcPct val="100000"/>
              </a:lnSpc>
              <a:spcBef>
                <a:spcPts val="300"/>
              </a:spcBef>
              <a:spcAft>
                <a:spcPts val="1200"/>
              </a:spcAft>
              <a:buFont typeface="Arial" panose="020B0604020202020204" pitchFamily="34" charset="0"/>
              <a:buNone/>
            </a:pPr>
            <a:r>
              <a:rPr lang="en-US"/>
              <a:t>Click to edit Master text styles</a:t>
            </a:r>
          </a:p>
          <a:p>
            <a:pPr marL="0" lvl="1" indent="0" algn="l" defTabSz="914400" rtl="0" eaLnBrk="1" latinLnBrk="0" hangingPunct="1">
              <a:lnSpc>
                <a:spcPct val="100000"/>
              </a:lnSpc>
              <a:spcBef>
                <a:spcPts val="300"/>
              </a:spcBef>
              <a:spcAft>
                <a:spcPts val="1200"/>
              </a:spcAft>
              <a:buFont typeface="Arial" panose="020B0604020202020204" pitchFamily="34" charset="0"/>
              <a:buNone/>
            </a:pPr>
            <a:r>
              <a:rPr lang="en-US"/>
              <a:t>Second level</a:t>
            </a:r>
          </a:p>
        </p:txBody>
      </p:sp>
      <p:sp>
        <p:nvSpPr>
          <p:cNvPr id="3" name="Footer Placeholder 4">
            <a:extLst>
              <a:ext uri="{FF2B5EF4-FFF2-40B4-BE49-F238E27FC236}">
                <a16:creationId xmlns:a16="http://schemas.microsoft.com/office/drawing/2014/main" id="{60C2534F-0DED-9179-1BA0-BA7BBA63E40C}"/>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   |   Section Title</a:t>
            </a:r>
          </a:p>
        </p:txBody>
      </p:sp>
      <p:sp>
        <p:nvSpPr>
          <p:cNvPr id="5" name="Slide Number Placeholder 13">
            <a:extLst>
              <a:ext uri="{FF2B5EF4-FFF2-40B4-BE49-F238E27FC236}">
                <a16:creationId xmlns:a16="http://schemas.microsoft.com/office/drawing/2014/main" id="{C21211E5-4A9D-2EA5-349A-BFEBB51D885B}"/>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332744877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Four Content Four Images Matrix ">
    <p:spTree>
      <p:nvGrpSpPr>
        <p:cNvPr id="1" name=""/>
        <p:cNvGrpSpPr/>
        <p:nvPr/>
      </p:nvGrpSpPr>
      <p:grpSpPr>
        <a:xfrm>
          <a:off x="0" y="0"/>
          <a:ext cx="0" cy="0"/>
          <a:chOff x="0" y="0"/>
          <a:chExt cx="0" cy="0"/>
        </a:xfrm>
      </p:grpSpPr>
      <p:sp>
        <p:nvSpPr>
          <p:cNvPr id="15" name="Title Placeholder 1">
            <a:extLst>
              <a:ext uri="{FF2B5EF4-FFF2-40B4-BE49-F238E27FC236}">
                <a16:creationId xmlns:a16="http://schemas.microsoft.com/office/drawing/2014/main" id="{F9B4C70A-448E-FF82-4DED-5DB3D9F57437}"/>
              </a:ext>
            </a:extLst>
          </p:cNvPr>
          <p:cNvSpPr>
            <a:spLocks noGrp="1"/>
          </p:cNvSpPr>
          <p:nvPr>
            <p:ph type="title"/>
          </p:nvPr>
        </p:nvSpPr>
        <p:spPr>
          <a:xfrm>
            <a:off x="397667" y="402336"/>
            <a:ext cx="5645946" cy="915289"/>
          </a:xfrm>
          <a:prstGeom prst="rect">
            <a:avLst/>
          </a:prstGeom>
        </p:spPr>
        <p:txBody>
          <a:bodyPr vert="horz" lIns="0" tIns="0" rIns="0" bIns="0" rtlCol="0" anchor="t" anchorCtr="0">
            <a:noAutofit/>
          </a:bodyPr>
          <a:lstStyle/>
          <a:p>
            <a:r>
              <a:rPr lang="en-US"/>
              <a:t>Click to edit Master title style</a:t>
            </a:r>
          </a:p>
        </p:txBody>
      </p:sp>
      <p:sp>
        <p:nvSpPr>
          <p:cNvPr id="6" name="Picture Placeholder 14">
            <a:extLst>
              <a:ext uri="{FF2B5EF4-FFF2-40B4-BE49-F238E27FC236}">
                <a16:creationId xmlns:a16="http://schemas.microsoft.com/office/drawing/2014/main" id="{CA843832-4448-8151-AB96-D139EF4338B9}"/>
              </a:ext>
              <a:ext uri="{C183D7F6-B498-43B3-948B-1728B52AA6E4}">
                <adec:decorative xmlns:adec="http://schemas.microsoft.com/office/drawing/2017/decorative" val="1"/>
              </a:ext>
            </a:extLst>
          </p:cNvPr>
          <p:cNvSpPr>
            <a:spLocks noGrp="1"/>
          </p:cNvSpPr>
          <p:nvPr>
            <p:ph type="pic" sz="quarter" idx="11"/>
          </p:nvPr>
        </p:nvSpPr>
        <p:spPr>
          <a:xfrm>
            <a:off x="402831" y="1431438"/>
            <a:ext cx="2657075" cy="1938825"/>
          </a:xfrm>
          <a:solidFill>
            <a:schemeClr val="bg2"/>
          </a:solidFill>
        </p:spPr>
        <p:txBody>
          <a:bodyPr tIns="731520"/>
          <a:lstStyle>
            <a:lvl1pPr algn="ctr">
              <a:defRPr/>
            </a:lvl1pPr>
          </a:lstStyle>
          <a:p>
            <a:r>
              <a:rPr lang="en-US"/>
              <a:t>Click icon to add picture</a:t>
            </a:r>
          </a:p>
        </p:txBody>
      </p:sp>
      <p:sp>
        <p:nvSpPr>
          <p:cNvPr id="12" name="Content Placeholder 2">
            <a:extLst>
              <a:ext uri="{FF2B5EF4-FFF2-40B4-BE49-F238E27FC236}">
                <a16:creationId xmlns:a16="http://schemas.microsoft.com/office/drawing/2014/main" id="{F42546D2-619E-D256-A62A-62019DAA4778}"/>
              </a:ext>
            </a:extLst>
          </p:cNvPr>
          <p:cNvSpPr>
            <a:spLocks noGrp="1"/>
          </p:cNvSpPr>
          <p:nvPr>
            <p:ph idx="10"/>
          </p:nvPr>
        </p:nvSpPr>
        <p:spPr>
          <a:xfrm>
            <a:off x="3281363" y="1421451"/>
            <a:ext cx="2514283" cy="1938812"/>
          </a:xfrm>
        </p:spPr>
        <p:txBody>
          <a:bodyPr/>
          <a:lstStyle>
            <a:lvl1pPr>
              <a:lnSpc>
                <a:spcPct val="100000"/>
              </a:lnSpc>
              <a:spcAft>
                <a:spcPts val="1200"/>
              </a:spcAft>
              <a:defRPr sz="1500" b="1"/>
            </a:lvl1pPr>
            <a:lvl2pPr>
              <a:defRPr sz="1200">
                <a:latin typeface="+mj-lt"/>
              </a:defRPr>
            </a:lvl2pPr>
            <a:lvl3pPr>
              <a:defRPr sz="1200"/>
            </a:lvl3pPr>
            <a:lvl4pPr>
              <a:defRPr sz="1200"/>
            </a:lvl4pPr>
            <a:lvl5pPr>
              <a:defRPr sz="1200"/>
            </a:lvl5pPr>
          </a:lstStyle>
          <a:p>
            <a:pPr lvl="0"/>
            <a:r>
              <a:rPr lang="en-US"/>
              <a:t>Click to edit Master text styles</a:t>
            </a:r>
          </a:p>
          <a:p>
            <a:pPr lvl="1"/>
            <a:r>
              <a:rPr lang="en-US"/>
              <a:t>Second level</a:t>
            </a:r>
          </a:p>
        </p:txBody>
      </p:sp>
      <p:sp>
        <p:nvSpPr>
          <p:cNvPr id="7" name="Picture Placeholder 14">
            <a:extLst>
              <a:ext uri="{FF2B5EF4-FFF2-40B4-BE49-F238E27FC236}">
                <a16:creationId xmlns:a16="http://schemas.microsoft.com/office/drawing/2014/main" id="{51EE832E-3DC6-D6FD-08F2-B144435DFC42}"/>
              </a:ext>
              <a:ext uri="{C183D7F6-B498-43B3-948B-1728B52AA6E4}">
                <adec:decorative xmlns:adec="http://schemas.microsoft.com/office/drawing/2017/decorative" val="1"/>
              </a:ext>
            </a:extLst>
          </p:cNvPr>
          <p:cNvSpPr>
            <a:spLocks noGrp="1"/>
          </p:cNvSpPr>
          <p:nvPr>
            <p:ph type="pic" sz="quarter" idx="12"/>
          </p:nvPr>
        </p:nvSpPr>
        <p:spPr>
          <a:xfrm>
            <a:off x="402831" y="3486944"/>
            <a:ext cx="2657075" cy="1938825"/>
          </a:xfrm>
          <a:solidFill>
            <a:schemeClr val="bg2"/>
          </a:solidFill>
        </p:spPr>
        <p:txBody>
          <a:bodyPr tIns="731520"/>
          <a:lstStyle>
            <a:lvl1pPr algn="ctr">
              <a:defRPr/>
            </a:lvl1pPr>
          </a:lstStyle>
          <a:p>
            <a:r>
              <a:rPr lang="en-US"/>
              <a:t>Click icon to add picture</a:t>
            </a:r>
          </a:p>
        </p:txBody>
      </p:sp>
      <p:sp>
        <p:nvSpPr>
          <p:cNvPr id="8" name="Content Placeholder 2">
            <a:extLst>
              <a:ext uri="{FF2B5EF4-FFF2-40B4-BE49-F238E27FC236}">
                <a16:creationId xmlns:a16="http://schemas.microsoft.com/office/drawing/2014/main" id="{AF6631A4-F894-4AFF-B75F-0AABD9BAEA0B}"/>
              </a:ext>
            </a:extLst>
          </p:cNvPr>
          <p:cNvSpPr>
            <a:spLocks noGrp="1"/>
          </p:cNvSpPr>
          <p:nvPr>
            <p:ph idx="13"/>
          </p:nvPr>
        </p:nvSpPr>
        <p:spPr>
          <a:xfrm>
            <a:off x="3281363" y="3486944"/>
            <a:ext cx="2514283" cy="1938812"/>
          </a:xfrm>
        </p:spPr>
        <p:txBody>
          <a:bodyPr/>
          <a:lstStyle>
            <a:lvl1pPr>
              <a:spcAft>
                <a:spcPts val="1200"/>
              </a:spcAft>
              <a:defRPr lang="en-US" sz="1500" b="1" kern="1200" dirty="0">
                <a:solidFill>
                  <a:schemeClr val="tx1"/>
                </a:solidFill>
                <a:latin typeface="+mn-lt"/>
                <a:ea typeface="+mn-ea"/>
                <a:cs typeface="+mn-cs"/>
              </a:defRPr>
            </a:lvl1pPr>
            <a:lvl2pPr>
              <a:defRPr sz="1200">
                <a:latin typeface="+mj-lt"/>
              </a:defRPr>
            </a:lvl2pPr>
            <a:lvl3pPr>
              <a:defRPr sz="1200"/>
            </a:lvl3pPr>
            <a:lvl4pPr>
              <a:defRPr sz="1200"/>
            </a:lvl4pPr>
            <a:lvl5pPr>
              <a:defRPr sz="1200"/>
            </a:lvl5pPr>
          </a:lstStyle>
          <a:p>
            <a:pPr marL="0" lvl="0" indent="0" algn="l" defTabSz="914400" rtl="0" eaLnBrk="1" latinLnBrk="0" hangingPunct="1">
              <a:lnSpc>
                <a:spcPct val="100000"/>
              </a:lnSpc>
              <a:spcBef>
                <a:spcPts val="300"/>
              </a:spcBef>
              <a:spcAft>
                <a:spcPts val="1200"/>
              </a:spcAft>
              <a:buFont typeface="Arial" panose="020B0604020202020204" pitchFamily="34" charset="0"/>
              <a:buNone/>
            </a:pPr>
            <a:r>
              <a:rPr lang="en-US"/>
              <a:t>Click to edit Master text styles</a:t>
            </a:r>
          </a:p>
          <a:p>
            <a:pPr marL="0" lvl="1" indent="0" algn="l" defTabSz="914400" rtl="0" eaLnBrk="1" latinLnBrk="0" hangingPunct="1">
              <a:lnSpc>
                <a:spcPct val="100000"/>
              </a:lnSpc>
              <a:spcBef>
                <a:spcPts val="300"/>
              </a:spcBef>
              <a:spcAft>
                <a:spcPts val="1200"/>
              </a:spcAft>
              <a:buFont typeface="Arial" panose="020B0604020202020204" pitchFamily="34" charset="0"/>
              <a:buNone/>
            </a:pPr>
            <a:r>
              <a:rPr lang="en-US"/>
              <a:t>Second level</a:t>
            </a:r>
          </a:p>
        </p:txBody>
      </p:sp>
      <p:sp>
        <p:nvSpPr>
          <p:cNvPr id="9" name="Picture Placeholder 14">
            <a:extLst>
              <a:ext uri="{FF2B5EF4-FFF2-40B4-BE49-F238E27FC236}">
                <a16:creationId xmlns:a16="http://schemas.microsoft.com/office/drawing/2014/main" id="{BF7E05F9-3B71-A92F-C27D-3EA7295545BA}"/>
              </a:ext>
              <a:ext uri="{C183D7F6-B498-43B3-948B-1728B52AA6E4}">
                <adec:decorative xmlns:adec="http://schemas.microsoft.com/office/drawing/2017/decorative" val="1"/>
              </a:ext>
            </a:extLst>
          </p:cNvPr>
          <p:cNvSpPr>
            <a:spLocks noGrp="1"/>
          </p:cNvSpPr>
          <p:nvPr>
            <p:ph type="pic" sz="quarter" idx="14"/>
          </p:nvPr>
        </p:nvSpPr>
        <p:spPr>
          <a:xfrm>
            <a:off x="6160294" y="1431438"/>
            <a:ext cx="2657075" cy="1938825"/>
          </a:xfrm>
          <a:solidFill>
            <a:schemeClr val="bg2"/>
          </a:solidFill>
        </p:spPr>
        <p:txBody>
          <a:bodyPr tIns="731520"/>
          <a:lstStyle>
            <a:lvl1pPr algn="ctr">
              <a:defRPr/>
            </a:lvl1pPr>
          </a:lstStyle>
          <a:p>
            <a:r>
              <a:rPr lang="en-US"/>
              <a:t>Click icon to add picture</a:t>
            </a:r>
          </a:p>
        </p:txBody>
      </p:sp>
      <p:sp>
        <p:nvSpPr>
          <p:cNvPr id="13" name="Content Placeholder 2">
            <a:extLst>
              <a:ext uri="{FF2B5EF4-FFF2-40B4-BE49-F238E27FC236}">
                <a16:creationId xmlns:a16="http://schemas.microsoft.com/office/drawing/2014/main" id="{FCDEC8E4-3556-9DFF-F8E0-3E599203F394}"/>
              </a:ext>
            </a:extLst>
          </p:cNvPr>
          <p:cNvSpPr>
            <a:spLocks noGrp="1"/>
          </p:cNvSpPr>
          <p:nvPr>
            <p:ph idx="16"/>
          </p:nvPr>
        </p:nvSpPr>
        <p:spPr>
          <a:xfrm>
            <a:off x="9037638" y="1421451"/>
            <a:ext cx="2514283" cy="1938812"/>
          </a:xfrm>
        </p:spPr>
        <p:txBody>
          <a:bodyPr/>
          <a:lstStyle>
            <a:lvl1pPr>
              <a:spcAft>
                <a:spcPts val="1200"/>
              </a:spcAft>
              <a:defRPr lang="en-US" sz="1500" b="1" kern="1200" dirty="0">
                <a:solidFill>
                  <a:schemeClr val="tx1"/>
                </a:solidFill>
                <a:latin typeface="+mn-lt"/>
                <a:ea typeface="+mn-ea"/>
                <a:cs typeface="+mn-cs"/>
              </a:defRPr>
            </a:lvl1pPr>
            <a:lvl2pPr>
              <a:defRPr sz="1200">
                <a:latin typeface="+mj-lt"/>
              </a:defRPr>
            </a:lvl2pPr>
            <a:lvl3pPr>
              <a:defRPr sz="1200"/>
            </a:lvl3pPr>
            <a:lvl4pPr>
              <a:defRPr sz="1200"/>
            </a:lvl4pPr>
            <a:lvl5pPr>
              <a:defRPr sz="1200"/>
            </a:lvl5pPr>
          </a:lstStyle>
          <a:p>
            <a:pPr marL="0" lvl="0" indent="0" algn="l" defTabSz="914400" rtl="0" eaLnBrk="1" latinLnBrk="0" hangingPunct="1">
              <a:lnSpc>
                <a:spcPct val="100000"/>
              </a:lnSpc>
              <a:spcBef>
                <a:spcPts val="300"/>
              </a:spcBef>
              <a:spcAft>
                <a:spcPts val="1200"/>
              </a:spcAft>
              <a:buFont typeface="Arial" panose="020B0604020202020204" pitchFamily="34" charset="0"/>
              <a:buNone/>
            </a:pPr>
            <a:r>
              <a:rPr lang="en-US"/>
              <a:t>Click to edit Master text styles</a:t>
            </a:r>
          </a:p>
          <a:p>
            <a:pPr marL="0" lvl="1" indent="0" algn="l" defTabSz="914400" rtl="0" eaLnBrk="1" latinLnBrk="0" hangingPunct="1">
              <a:lnSpc>
                <a:spcPct val="100000"/>
              </a:lnSpc>
              <a:spcBef>
                <a:spcPts val="300"/>
              </a:spcBef>
              <a:spcAft>
                <a:spcPts val="1200"/>
              </a:spcAft>
              <a:buFont typeface="Arial" panose="020B0604020202020204" pitchFamily="34" charset="0"/>
              <a:buNone/>
            </a:pPr>
            <a:r>
              <a:rPr lang="en-US"/>
              <a:t>Second level</a:t>
            </a:r>
          </a:p>
        </p:txBody>
      </p:sp>
      <p:sp>
        <p:nvSpPr>
          <p:cNvPr id="10" name="Picture Placeholder 14">
            <a:extLst>
              <a:ext uri="{FF2B5EF4-FFF2-40B4-BE49-F238E27FC236}">
                <a16:creationId xmlns:a16="http://schemas.microsoft.com/office/drawing/2014/main" id="{5436620D-30A8-EA32-EBA9-0FB0D98A3A57}"/>
              </a:ext>
              <a:ext uri="{C183D7F6-B498-43B3-948B-1728B52AA6E4}">
                <adec:decorative xmlns:adec="http://schemas.microsoft.com/office/drawing/2017/decorative" val="1"/>
              </a:ext>
            </a:extLst>
          </p:cNvPr>
          <p:cNvSpPr>
            <a:spLocks noGrp="1"/>
          </p:cNvSpPr>
          <p:nvPr>
            <p:ph type="pic" sz="quarter" idx="15"/>
          </p:nvPr>
        </p:nvSpPr>
        <p:spPr>
          <a:xfrm>
            <a:off x="6160294" y="3486944"/>
            <a:ext cx="2657075" cy="1938825"/>
          </a:xfrm>
          <a:solidFill>
            <a:schemeClr val="bg2"/>
          </a:solidFill>
        </p:spPr>
        <p:txBody>
          <a:bodyPr tIns="731520"/>
          <a:lstStyle>
            <a:lvl1pPr algn="ctr">
              <a:defRPr/>
            </a:lvl1pPr>
          </a:lstStyle>
          <a:p>
            <a:r>
              <a:rPr lang="en-US"/>
              <a:t>Click icon to add picture</a:t>
            </a:r>
          </a:p>
        </p:txBody>
      </p:sp>
      <p:sp>
        <p:nvSpPr>
          <p:cNvPr id="14" name="Content Placeholder 2">
            <a:extLst>
              <a:ext uri="{FF2B5EF4-FFF2-40B4-BE49-F238E27FC236}">
                <a16:creationId xmlns:a16="http://schemas.microsoft.com/office/drawing/2014/main" id="{08EEADAB-1623-2FF8-2487-6AA4F7EC3587}"/>
              </a:ext>
            </a:extLst>
          </p:cNvPr>
          <p:cNvSpPr>
            <a:spLocks noGrp="1"/>
          </p:cNvSpPr>
          <p:nvPr>
            <p:ph idx="17"/>
          </p:nvPr>
        </p:nvSpPr>
        <p:spPr>
          <a:xfrm>
            <a:off x="9037638" y="3486944"/>
            <a:ext cx="2514283" cy="1938812"/>
          </a:xfrm>
        </p:spPr>
        <p:txBody>
          <a:bodyPr/>
          <a:lstStyle>
            <a:lvl1pPr>
              <a:spcAft>
                <a:spcPts val="1200"/>
              </a:spcAft>
              <a:defRPr lang="en-US" sz="1500" b="1" kern="1200" dirty="0">
                <a:solidFill>
                  <a:schemeClr val="tx1"/>
                </a:solidFill>
                <a:latin typeface="+mn-lt"/>
                <a:ea typeface="+mn-ea"/>
                <a:cs typeface="+mn-cs"/>
              </a:defRPr>
            </a:lvl1pPr>
            <a:lvl2pPr>
              <a:defRPr sz="1200">
                <a:latin typeface="+mj-lt"/>
              </a:defRPr>
            </a:lvl2pPr>
            <a:lvl3pPr>
              <a:defRPr sz="1200"/>
            </a:lvl3pPr>
            <a:lvl4pPr>
              <a:defRPr sz="1200"/>
            </a:lvl4pPr>
            <a:lvl5pPr>
              <a:defRPr sz="1200"/>
            </a:lvl5pPr>
          </a:lstStyle>
          <a:p>
            <a:pPr marL="0" lvl="0" indent="0" algn="l" defTabSz="914400" rtl="0" eaLnBrk="1" latinLnBrk="0" hangingPunct="1">
              <a:lnSpc>
                <a:spcPct val="100000"/>
              </a:lnSpc>
              <a:spcBef>
                <a:spcPts val="300"/>
              </a:spcBef>
              <a:spcAft>
                <a:spcPts val="1200"/>
              </a:spcAft>
              <a:buFont typeface="Arial" panose="020B0604020202020204" pitchFamily="34" charset="0"/>
              <a:buNone/>
            </a:pPr>
            <a:r>
              <a:rPr lang="en-US"/>
              <a:t>Click to edit Master text styles</a:t>
            </a:r>
          </a:p>
          <a:p>
            <a:pPr marL="0" lvl="1" indent="0" algn="l" defTabSz="914400" rtl="0" eaLnBrk="1" latinLnBrk="0" hangingPunct="1">
              <a:lnSpc>
                <a:spcPct val="100000"/>
              </a:lnSpc>
              <a:spcBef>
                <a:spcPts val="300"/>
              </a:spcBef>
              <a:spcAft>
                <a:spcPts val="1200"/>
              </a:spcAft>
              <a:buFont typeface="Arial" panose="020B0604020202020204" pitchFamily="34" charset="0"/>
              <a:buNone/>
            </a:pPr>
            <a:r>
              <a:rPr lang="en-US"/>
              <a:t>Second level</a:t>
            </a:r>
          </a:p>
        </p:txBody>
      </p:sp>
      <p:sp>
        <p:nvSpPr>
          <p:cNvPr id="3" name="Footer Placeholder 4">
            <a:extLst>
              <a:ext uri="{FF2B5EF4-FFF2-40B4-BE49-F238E27FC236}">
                <a16:creationId xmlns:a16="http://schemas.microsoft.com/office/drawing/2014/main" id="{91E3B5C0-2252-2AC3-B6AC-A233A36FBD79}"/>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   |   Section Title</a:t>
            </a:r>
          </a:p>
        </p:txBody>
      </p:sp>
      <p:sp>
        <p:nvSpPr>
          <p:cNvPr id="5" name="Slide Number Placeholder 13">
            <a:extLst>
              <a:ext uri="{FF2B5EF4-FFF2-40B4-BE49-F238E27FC236}">
                <a16:creationId xmlns:a16="http://schemas.microsoft.com/office/drawing/2014/main" id="{3634351F-B70F-FAD9-F7BB-519E4552F596}"/>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59046777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17" name="Title Placeholder 1">
            <a:extLst>
              <a:ext uri="{FF2B5EF4-FFF2-40B4-BE49-F238E27FC236}">
                <a16:creationId xmlns:a16="http://schemas.microsoft.com/office/drawing/2014/main" id="{281D6954-23FD-DBC4-8238-AE64FBE579A9}"/>
              </a:ext>
            </a:extLst>
          </p:cNvPr>
          <p:cNvSpPr>
            <a:spLocks noGrp="1"/>
          </p:cNvSpPr>
          <p:nvPr>
            <p:ph type="title"/>
          </p:nvPr>
        </p:nvSpPr>
        <p:spPr>
          <a:xfrm>
            <a:off x="397667" y="402336"/>
            <a:ext cx="5645946" cy="915289"/>
          </a:xfrm>
          <a:prstGeom prst="rect">
            <a:avLst/>
          </a:prstGeom>
        </p:spPr>
        <p:txBody>
          <a:bodyPr vert="horz" lIns="0" tIns="0" rIns="0" bIns="0" rtlCol="0" anchor="t" anchorCtr="0">
            <a:noAutofit/>
          </a:bodyPr>
          <a:lstStyle/>
          <a:p>
            <a:r>
              <a:rPr lang="en-US"/>
              <a:t>Click to edit Master title style</a:t>
            </a:r>
          </a:p>
        </p:txBody>
      </p:sp>
      <p:sp>
        <p:nvSpPr>
          <p:cNvPr id="2" name="Content Placeholder 2">
            <a:extLst>
              <a:ext uri="{FF2B5EF4-FFF2-40B4-BE49-F238E27FC236}">
                <a16:creationId xmlns:a16="http://schemas.microsoft.com/office/drawing/2014/main" id="{E87E41F5-DD37-DB45-FC81-6078FAA35748}"/>
              </a:ext>
            </a:extLst>
          </p:cNvPr>
          <p:cNvSpPr>
            <a:spLocks noGrp="1"/>
          </p:cNvSpPr>
          <p:nvPr>
            <p:ph idx="1"/>
          </p:nvPr>
        </p:nvSpPr>
        <p:spPr>
          <a:xfrm>
            <a:off x="400050" y="1946275"/>
            <a:ext cx="3280410" cy="3992563"/>
          </a:xfrm>
        </p:spPr>
        <p:txBody>
          <a:bodyPr tIns="18288"/>
          <a:lstStyle>
            <a:lvl1pPr>
              <a:lnSpc>
                <a:spcPct val="100000"/>
              </a:lnSpc>
              <a:spcAft>
                <a:spcPts val="1300"/>
              </a:spcAft>
              <a:defRPr sz="15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ontent Placeholder 2">
            <a:extLst>
              <a:ext uri="{FF2B5EF4-FFF2-40B4-BE49-F238E27FC236}">
                <a16:creationId xmlns:a16="http://schemas.microsoft.com/office/drawing/2014/main" id="{5DB5F46A-D65E-8319-07D3-423E64224A7D}"/>
              </a:ext>
            </a:extLst>
          </p:cNvPr>
          <p:cNvSpPr>
            <a:spLocks noGrp="1"/>
          </p:cNvSpPr>
          <p:nvPr>
            <p:ph idx="10"/>
          </p:nvPr>
        </p:nvSpPr>
        <p:spPr>
          <a:xfrm>
            <a:off x="4242435" y="1946275"/>
            <a:ext cx="3280410" cy="3992563"/>
          </a:xfrm>
        </p:spPr>
        <p:txBody>
          <a:bodyPr tIns="18288"/>
          <a:lstStyle>
            <a:lvl1pPr>
              <a:lnSpc>
                <a:spcPct val="100000"/>
              </a:lnSpc>
              <a:spcAft>
                <a:spcPts val="1300"/>
              </a:spcAft>
              <a:defRPr sz="15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2">
            <a:extLst>
              <a:ext uri="{FF2B5EF4-FFF2-40B4-BE49-F238E27FC236}">
                <a16:creationId xmlns:a16="http://schemas.microsoft.com/office/drawing/2014/main" id="{7F220BC4-6918-5D08-690A-5DF19E0F6966}"/>
              </a:ext>
            </a:extLst>
          </p:cNvPr>
          <p:cNvSpPr>
            <a:spLocks noGrp="1"/>
          </p:cNvSpPr>
          <p:nvPr>
            <p:ph idx="11"/>
          </p:nvPr>
        </p:nvSpPr>
        <p:spPr>
          <a:xfrm>
            <a:off x="8084820" y="1946275"/>
            <a:ext cx="3280410" cy="3992563"/>
          </a:xfrm>
        </p:spPr>
        <p:txBody>
          <a:bodyPr tIns="18288"/>
          <a:lstStyle>
            <a:lvl1pPr>
              <a:lnSpc>
                <a:spcPct val="100000"/>
              </a:lnSpc>
              <a:spcAft>
                <a:spcPts val="1300"/>
              </a:spcAft>
              <a:defRPr sz="15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4">
            <a:extLst>
              <a:ext uri="{FF2B5EF4-FFF2-40B4-BE49-F238E27FC236}">
                <a16:creationId xmlns:a16="http://schemas.microsoft.com/office/drawing/2014/main" id="{CB190286-B276-0735-9C4A-0DC61C6219D9}"/>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   |   Section Title</a:t>
            </a:r>
          </a:p>
        </p:txBody>
      </p:sp>
      <p:sp>
        <p:nvSpPr>
          <p:cNvPr id="6" name="Slide Number Placeholder 13">
            <a:extLst>
              <a:ext uri="{FF2B5EF4-FFF2-40B4-BE49-F238E27FC236}">
                <a16:creationId xmlns:a16="http://schemas.microsoft.com/office/drawing/2014/main" id="{DB73B279-0425-58C9-A443-09B373446F8B}"/>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141183923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hree Content 2">
    <p:spTree>
      <p:nvGrpSpPr>
        <p:cNvPr id="1" name=""/>
        <p:cNvGrpSpPr/>
        <p:nvPr/>
      </p:nvGrpSpPr>
      <p:grpSpPr>
        <a:xfrm>
          <a:off x="0" y="0"/>
          <a:ext cx="0" cy="0"/>
          <a:chOff x="0" y="0"/>
          <a:chExt cx="0" cy="0"/>
        </a:xfrm>
      </p:grpSpPr>
      <p:sp>
        <p:nvSpPr>
          <p:cNvPr id="6" name="Title Placeholder 1">
            <a:extLst>
              <a:ext uri="{FF2B5EF4-FFF2-40B4-BE49-F238E27FC236}">
                <a16:creationId xmlns:a16="http://schemas.microsoft.com/office/drawing/2014/main" id="{69EA8B36-F386-C764-DAD6-33D7736D9EEC}"/>
              </a:ext>
            </a:extLst>
          </p:cNvPr>
          <p:cNvSpPr>
            <a:spLocks noGrp="1"/>
          </p:cNvSpPr>
          <p:nvPr>
            <p:ph type="title"/>
          </p:nvPr>
        </p:nvSpPr>
        <p:spPr>
          <a:xfrm>
            <a:off x="397667" y="402336"/>
            <a:ext cx="5645946" cy="915289"/>
          </a:xfrm>
          <a:prstGeom prst="rect">
            <a:avLst/>
          </a:prstGeom>
        </p:spPr>
        <p:txBody>
          <a:bodyPr vert="horz" lIns="0" tIns="0" rIns="0" bIns="0" rtlCol="0" anchor="t" anchorCtr="0">
            <a:noAutofit/>
          </a:bodyPr>
          <a:lstStyle/>
          <a:p>
            <a:r>
              <a:rPr lang="en-US"/>
              <a:t>Click to edit Master title style</a:t>
            </a:r>
          </a:p>
        </p:txBody>
      </p:sp>
      <p:sp>
        <p:nvSpPr>
          <p:cNvPr id="2" name="Content Placeholder 2">
            <a:extLst>
              <a:ext uri="{FF2B5EF4-FFF2-40B4-BE49-F238E27FC236}">
                <a16:creationId xmlns:a16="http://schemas.microsoft.com/office/drawing/2014/main" id="{E87E41F5-DD37-DB45-FC81-6078FAA35748}"/>
              </a:ext>
            </a:extLst>
          </p:cNvPr>
          <p:cNvSpPr>
            <a:spLocks noGrp="1"/>
          </p:cNvSpPr>
          <p:nvPr>
            <p:ph idx="1"/>
          </p:nvPr>
        </p:nvSpPr>
        <p:spPr>
          <a:xfrm>
            <a:off x="400050" y="1946275"/>
            <a:ext cx="3280410" cy="3992563"/>
          </a:xfrm>
        </p:spPr>
        <p:txBody>
          <a:bodyPr/>
          <a:lstStyle>
            <a:lvl1pPr>
              <a:lnSpc>
                <a:spcPct val="100000"/>
              </a:lnSpc>
              <a:spcBef>
                <a:spcPts val="0"/>
              </a:spcBef>
              <a:spcAft>
                <a:spcPts val="1300"/>
              </a:spcAft>
              <a:defRPr sz="2000" b="1">
                <a:latin typeface="+mn-lt"/>
              </a:defRPr>
            </a:lvl1pPr>
            <a:lvl2pPr>
              <a:defRPr sz="1200"/>
            </a:lvl2pPr>
            <a:lvl3pPr>
              <a:defRPr sz="1200"/>
            </a:lvl3pPr>
            <a:lvl4pPr>
              <a:defRPr sz="1200"/>
            </a:lvl4pPr>
            <a:lvl5pPr>
              <a:defRPr sz="1200"/>
            </a:lvl5pPr>
          </a:lstStyle>
          <a:p>
            <a:pPr lvl="0"/>
            <a:r>
              <a:rPr lang="en-US"/>
              <a:t>Click to edit Master text styles</a:t>
            </a:r>
          </a:p>
          <a:p>
            <a:pPr lvl="1"/>
            <a:r>
              <a:rPr lang="en-US"/>
              <a:t>Second level</a:t>
            </a:r>
          </a:p>
        </p:txBody>
      </p:sp>
      <p:sp>
        <p:nvSpPr>
          <p:cNvPr id="15" name="Content Placeholder 2">
            <a:extLst>
              <a:ext uri="{FF2B5EF4-FFF2-40B4-BE49-F238E27FC236}">
                <a16:creationId xmlns:a16="http://schemas.microsoft.com/office/drawing/2014/main" id="{5DB5F46A-D65E-8319-07D3-423E64224A7D}"/>
              </a:ext>
            </a:extLst>
          </p:cNvPr>
          <p:cNvSpPr>
            <a:spLocks noGrp="1"/>
          </p:cNvSpPr>
          <p:nvPr>
            <p:ph idx="10"/>
          </p:nvPr>
        </p:nvSpPr>
        <p:spPr>
          <a:xfrm>
            <a:off x="4242435" y="1946275"/>
            <a:ext cx="3280410" cy="3992563"/>
          </a:xfrm>
        </p:spPr>
        <p:txBody>
          <a:bodyPr tIns="18288"/>
          <a:lstStyle>
            <a:lvl1pPr>
              <a:lnSpc>
                <a:spcPct val="100000"/>
              </a:lnSpc>
              <a:spcAft>
                <a:spcPts val="1300"/>
              </a:spcAft>
              <a:defRPr sz="15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2">
            <a:extLst>
              <a:ext uri="{FF2B5EF4-FFF2-40B4-BE49-F238E27FC236}">
                <a16:creationId xmlns:a16="http://schemas.microsoft.com/office/drawing/2014/main" id="{7F220BC4-6918-5D08-690A-5DF19E0F6966}"/>
              </a:ext>
            </a:extLst>
          </p:cNvPr>
          <p:cNvSpPr>
            <a:spLocks noGrp="1"/>
          </p:cNvSpPr>
          <p:nvPr>
            <p:ph idx="11"/>
          </p:nvPr>
        </p:nvSpPr>
        <p:spPr>
          <a:xfrm>
            <a:off x="8084820" y="1946275"/>
            <a:ext cx="3280410" cy="3992563"/>
          </a:xfrm>
        </p:spPr>
        <p:txBody>
          <a:bodyPr tIns="18288"/>
          <a:lstStyle>
            <a:lvl1pPr>
              <a:lnSpc>
                <a:spcPct val="100000"/>
              </a:lnSpc>
              <a:spcAft>
                <a:spcPts val="1300"/>
              </a:spcAft>
              <a:defRPr sz="15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4">
            <a:extLst>
              <a:ext uri="{FF2B5EF4-FFF2-40B4-BE49-F238E27FC236}">
                <a16:creationId xmlns:a16="http://schemas.microsoft.com/office/drawing/2014/main" id="{BE946374-FA30-CA90-8DA8-4D3D9C8D955C}"/>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   |   Section Title</a:t>
            </a:r>
          </a:p>
        </p:txBody>
      </p:sp>
      <p:sp>
        <p:nvSpPr>
          <p:cNvPr id="7" name="Slide Number Placeholder 13">
            <a:extLst>
              <a:ext uri="{FF2B5EF4-FFF2-40B4-BE49-F238E27FC236}">
                <a16:creationId xmlns:a16="http://schemas.microsoft.com/office/drawing/2014/main" id="{B7BD091D-1A71-D98C-9FBE-055914E89494}"/>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247937094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hart and Two Content">
    <p:spTree>
      <p:nvGrpSpPr>
        <p:cNvPr id="1" name=""/>
        <p:cNvGrpSpPr/>
        <p:nvPr/>
      </p:nvGrpSpPr>
      <p:grpSpPr>
        <a:xfrm>
          <a:off x="0" y="0"/>
          <a:ext cx="0" cy="0"/>
          <a:chOff x="0" y="0"/>
          <a:chExt cx="0" cy="0"/>
        </a:xfrm>
      </p:grpSpPr>
      <p:sp>
        <p:nvSpPr>
          <p:cNvPr id="17" name="Title Placeholder 1">
            <a:extLst>
              <a:ext uri="{FF2B5EF4-FFF2-40B4-BE49-F238E27FC236}">
                <a16:creationId xmlns:a16="http://schemas.microsoft.com/office/drawing/2014/main" id="{281D6954-23FD-DBC4-8238-AE64FBE579A9}"/>
              </a:ext>
            </a:extLst>
          </p:cNvPr>
          <p:cNvSpPr>
            <a:spLocks noGrp="1"/>
          </p:cNvSpPr>
          <p:nvPr>
            <p:ph type="title"/>
          </p:nvPr>
        </p:nvSpPr>
        <p:spPr>
          <a:xfrm>
            <a:off x="397667" y="402336"/>
            <a:ext cx="5645946" cy="915289"/>
          </a:xfrm>
          <a:prstGeom prst="rect">
            <a:avLst/>
          </a:prstGeom>
        </p:spPr>
        <p:txBody>
          <a:bodyPr vert="horz" lIns="0" tIns="0" rIns="0" bIns="0" rtlCol="0" anchor="t" anchorCtr="0">
            <a:noAutofit/>
          </a:bodyPr>
          <a:lstStyle/>
          <a:p>
            <a:r>
              <a:rPr lang="en-US"/>
              <a:t>Click to edit Master title style</a:t>
            </a:r>
          </a:p>
        </p:txBody>
      </p:sp>
      <p:sp>
        <p:nvSpPr>
          <p:cNvPr id="6" name="Chart Placeholder 5">
            <a:extLst>
              <a:ext uri="{FF2B5EF4-FFF2-40B4-BE49-F238E27FC236}">
                <a16:creationId xmlns:a16="http://schemas.microsoft.com/office/drawing/2014/main" id="{73FDB890-3693-B329-5A7C-C65A3B124F7E}"/>
              </a:ext>
            </a:extLst>
          </p:cNvPr>
          <p:cNvSpPr>
            <a:spLocks noGrp="1"/>
          </p:cNvSpPr>
          <p:nvPr>
            <p:ph type="chart" sz="quarter" idx="12"/>
          </p:nvPr>
        </p:nvSpPr>
        <p:spPr>
          <a:xfrm>
            <a:off x="410808" y="1439508"/>
            <a:ext cx="5237163" cy="4510088"/>
          </a:xfrm>
        </p:spPr>
        <p:txBody>
          <a:bodyPr/>
          <a:lstStyle/>
          <a:p>
            <a:r>
              <a:rPr lang="en-US"/>
              <a:t>Click icon to add chart</a:t>
            </a:r>
          </a:p>
        </p:txBody>
      </p:sp>
      <p:sp>
        <p:nvSpPr>
          <p:cNvPr id="15" name="Content Placeholder 2">
            <a:extLst>
              <a:ext uri="{FF2B5EF4-FFF2-40B4-BE49-F238E27FC236}">
                <a16:creationId xmlns:a16="http://schemas.microsoft.com/office/drawing/2014/main" id="{5DB5F46A-D65E-8319-07D3-423E64224A7D}"/>
              </a:ext>
            </a:extLst>
          </p:cNvPr>
          <p:cNvSpPr>
            <a:spLocks noGrp="1"/>
          </p:cNvSpPr>
          <p:nvPr>
            <p:ph idx="10"/>
          </p:nvPr>
        </p:nvSpPr>
        <p:spPr>
          <a:xfrm>
            <a:off x="6168671" y="2468208"/>
            <a:ext cx="2754667" cy="3481388"/>
          </a:xfrm>
        </p:spPr>
        <p:txBody>
          <a:bodyPr/>
          <a:lstStyle>
            <a:lvl1pPr>
              <a:lnSpc>
                <a:spcPct val="100000"/>
              </a:lnSpc>
              <a:spcAft>
                <a:spcPts val="1300"/>
              </a:spcAft>
              <a:defRPr sz="15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2">
            <a:extLst>
              <a:ext uri="{FF2B5EF4-FFF2-40B4-BE49-F238E27FC236}">
                <a16:creationId xmlns:a16="http://schemas.microsoft.com/office/drawing/2014/main" id="{7F220BC4-6918-5D08-690A-5DF19E0F6966}"/>
              </a:ext>
            </a:extLst>
          </p:cNvPr>
          <p:cNvSpPr>
            <a:spLocks noGrp="1"/>
          </p:cNvSpPr>
          <p:nvPr>
            <p:ph idx="11"/>
          </p:nvPr>
        </p:nvSpPr>
        <p:spPr>
          <a:xfrm>
            <a:off x="9048041" y="2468208"/>
            <a:ext cx="2754667" cy="3481388"/>
          </a:xfrm>
        </p:spPr>
        <p:txBody>
          <a:bodyPr/>
          <a:lstStyle>
            <a:lvl1pPr>
              <a:lnSpc>
                <a:spcPct val="100000"/>
              </a:lnSpc>
              <a:spcAft>
                <a:spcPts val="1300"/>
              </a:spcAft>
              <a:defRPr sz="15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4">
            <a:extLst>
              <a:ext uri="{FF2B5EF4-FFF2-40B4-BE49-F238E27FC236}">
                <a16:creationId xmlns:a16="http://schemas.microsoft.com/office/drawing/2014/main" id="{79626A07-2517-5726-4FDD-0AC9D9299096}"/>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   |   Section Title</a:t>
            </a:r>
          </a:p>
        </p:txBody>
      </p:sp>
      <p:sp>
        <p:nvSpPr>
          <p:cNvPr id="5" name="Slide Number Placeholder 13">
            <a:extLst>
              <a:ext uri="{FF2B5EF4-FFF2-40B4-BE49-F238E27FC236}">
                <a16:creationId xmlns:a16="http://schemas.microsoft.com/office/drawing/2014/main" id="{06046AFA-0660-1D2A-C174-4EABDBEAAA0C}"/>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337988366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Data and Two Content">
    <p:spTree>
      <p:nvGrpSpPr>
        <p:cNvPr id="1" name=""/>
        <p:cNvGrpSpPr/>
        <p:nvPr/>
      </p:nvGrpSpPr>
      <p:grpSpPr>
        <a:xfrm>
          <a:off x="0" y="0"/>
          <a:ext cx="0" cy="0"/>
          <a:chOff x="0" y="0"/>
          <a:chExt cx="0" cy="0"/>
        </a:xfrm>
      </p:grpSpPr>
      <p:sp>
        <p:nvSpPr>
          <p:cNvPr id="17" name="Title Placeholder 1">
            <a:extLst>
              <a:ext uri="{FF2B5EF4-FFF2-40B4-BE49-F238E27FC236}">
                <a16:creationId xmlns:a16="http://schemas.microsoft.com/office/drawing/2014/main" id="{281D6954-23FD-DBC4-8238-AE64FBE579A9}"/>
              </a:ext>
            </a:extLst>
          </p:cNvPr>
          <p:cNvSpPr>
            <a:spLocks noGrp="1"/>
          </p:cNvSpPr>
          <p:nvPr>
            <p:ph type="title"/>
          </p:nvPr>
        </p:nvSpPr>
        <p:spPr>
          <a:xfrm>
            <a:off x="397667" y="402336"/>
            <a:ext cx="5645946" cy="915289"/>
          </a:xfrm>
          <a:prstGeom prst="rect">
            <a:avLst/>
          </a:prstGeom>
        </p:spPr>
        <p:txBody>
          <a:bodyPr vert="horz" lIns="0" tIns="0" rIns="0" bIns="0" rtlCol="0" anchor="t" anchorCtr="0">
            <a:noAutofit/>
          </a:bodyPr>
          <a:lstStyle/>
          <a:p>
            <a:r>
              <a:rPr lang="en-US"/>
              <a:t>Click to edit Master title style</a:t>
            </a:r>
          </a:p>
        </p:txBody>
      </p:sp>
      <p:sp>
        <p:nvSpPr>
          <p:cNvPr id="8" name="Text Placeholder 2">
            <a:extLst>
              <a:ext uri="{FF2B5EF4-FFF2-40B4-BE49-F238E27FC236}">
                <a16:creationId xmlns:a16="http://schemas.microsoft.com/office/drawing/2014/main" id="{9D560317-BC9E-E5E9-EC4B-BE83B3CA1553}"/>
              </a:ext>
            </a:extLst>
          </p:cNvPr>
          <p:cNvSpPr>
            <a:spLocks noGrp="1"/>
          </p:cNvSpPr>
          <p:nvPr>
            <p:ph type="body" idx="15" hasCustomPrompt="1"/>
          </p:nvPr>
        </p:nvSpPr>
        <p:spPr>
          <a:xfrm>
            <a:off x="407670" y="1949410"/>
            <a:ext cx="3280410" cy="1535153"/>
          </a:xfrm>
        </p:spPr>
        <p:txBody>
          <a:bodyPr wrap="square">
            <a:noAutofit/>
          </a:bodyPr>
          <a:lstStyle>
            <a:lvl1pPr marL="0" indent="0" algn="l">
              <a:lnSpc>
                <a:spcPct val="80000"/>
              </a:lnSpc>
              <a:spcBef>
                <a:spcPts val="0"/>
              </a:spcBef>
              <a:spcAft>
                <a:spcPts val="0"/>
              </a:spcAft>
              <a:buNone/>
              <a:defRPr sz="15000" b="0" kern="100" spc="-50" baseline="0">
                <a:solidFill>
                  <a:schemeClr val="accent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0</a:t>
            </a:r>
          </a:p>
        </p:txBody>
      </p:sp>
      <p:sp>
        <p:nvSpPr>
          <p:cNvPr id="2" name="Content Placeholder 2">
            <a:extLst>
              <a:ext uri="{FF2B5EF4-FFF2-40B4-BE49-F238E27FC236}">
                <a16:creationId xmlns:a16="http://schemas.microsoft.com/office/drawing/2014/main" id="{E87E41F5-DD37-DB45-FC81-6078FAA35748}"/>
              </a:ext>
            </a:extLst>
          </p:cNvPr>
          <p:cNvSpPr>
            <a:spLocks noGrp="1"/>
          </p:cNvSpPr>
          <p:nvPr>
            <p:ph idx="1"/>
          </p:nvPr>
        </p:nvSpPr>
        <p:spPr>
          <a:xfrm>
            <a:off x="400050" y="3614568"/>
            <a:ext cx="3280410" cy="2270480"/>
          </a:xfrm>
        </p:spPr>
        <p:txBody>
          <a:bodyPr/>
          <a:lstStyle>
            <a:lvl1pPr>
              <a:lnSpc>
                <a:spcPct val="100000"/>
              </a:lnSpc>
              <a:spcAft>
                <a:spcPts val="1000"/>
              </a:spcAft>
              <a:defRPr sz="1800" b="1">
                <a:latin typeface="+mn-lt"/>
              </a:defRPr>
            </a:lvl1pPr>
            <a:lvl2pPr>
              <a:lnSpc>
                <a:spcPct val="100000"/>
              </a:lnSpc>
              <a:spcBef>
                <a:spcPts val="0"/>
              </a:spcBef>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ontent Placeholder 2">
            <a:extLst>
              <a:ext uri="{FF2B5EF4-FFF2-40B4-BE49-F238E27FC236}">
                <a16:creationId xmlns:a16="http://schemas.microsoft.com/office/drawing/2014/main" id="{5DB5F46A-D65E-8319-07D3-423E64224A7D}"/>
              </a:ext>
            </a:extLst>
          </p:cNvPr>
          <p:cNvSpPr>
            <a:spLocks noGrp="1"/>
          </p:cNvSpPr>
          <p:nvPr>
            <p:ph idx="10"/>
          </p:nvPr>
        </p:nvSpPr>
        <p:spPr>
          <a:xfrm>
            <a:off x="4242435" y="1957033"/>
            <a:ext cx="3280410" cy="3992563"/>
          </a:xfrm>
        </p:spPr>
        <p:txBody>
          <a:bodyPr/>
          <a:lstStyle>
            <a:lvl1pPr>
              <a:lnSpc>
                <a:spcPct val="100000"/>
              </a:lnSpc>
              <a:spcAft>
                <a:spcPts val="1300"/>
              </a:spcAft>
              <a:defRPr sz="15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2">
            <a:extLst>
              <a:ext uri="{FF2B5EF4-FFF2-40B4-BE49-F238E27FC236}">
                <a16:creationId xmlns:a16="http://schemas.microsoft.com/office/drawing/2014/main" id="{7F220BC4-6918-5D08-690A-5DF19E0F6966}"/>
              </a:ext>
            </a:extLst>
          </p:cNvPr>
          <p:cNvSpPr>
            <a:spLocks noGrp="1"/>
          </p:cNvSpPr>
          <p:nvPr>
            <p:ph idx="11"/>
          </p:nvPr>
        </p:nvSpPr>
        <p:spPr>
          <a:xfrm>
            <a:off x="8084820" y="1957033"/>
            <a:ext cx="3280410" cy="3992563"/>
          </a:xfrm>
        </p:spPr>
        <p:txBody>
          <a:bodyPr/>
          <a:lstStyle>
            <a:lvl1pPr>
              <a:lnSpc>
                <a:spcPct val="100000"/>
              </a:lnSpc>
              <a:spcAft>
                <a:spcPts val="1300"/>
              </a:spcAft>
              <a:defRPr sz="15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4">
            <a:extLst>
              <a:ext uri="{FF2B5EF4-FFF2-40B4-BE49-F238E27FC236}">
                <a16:creationId xmlns:a16="http://schemas.microsoft.com/office/drawing/2014/main" id="{6955500F-3808-9CA2-1F44-A64164571438}"/>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   |   Section Title</a:t>
            </a:r>
          </a:p>
        </p:txBody>
      </p:sp>
      <p:sp>
        <p:nvSpPr>
          <p:cNvPr id="6" name="Slide Number Placeholder 13">
            <a:extLst>
              <a:ext uri="{FF2B5EF4-FFF2-40B4-BE49-F238E27FC236}">
                <a16:creationId xmlns:a16="http://schemas.microsoft.com/office/drawing/2014/main" id="{E6F2E23D-BB9F-B34F-EC85-66F73AA738E5}"/>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282157744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Data and Four Stats">
    <p:spTree>
      <p:nvGrpSpPr>
        <p:cNvPr id="1" name=""/>
        <p:cNvGrpSpPr/>
        <p:nvPr/>
      </p:nvGrpSpPr>
      <p:grpSpPr>
        <a:xfrm>
          <a:off x="0" y="0"/>
          <a:ext cx="0" cy="0"/>
          <a:chOff x="0" y="0"/>
          <a:chExt cx="0" cy="0"/>
        </a:xfrm>
      </p:grpSpPr>
      <p:sp>
        <p:nvSpPr>
          <p:cNvPr id="17" name="Title Placeholder 1">
            <a:extLst>
              <a:ext uri="{FF2B5EF4-FFF2-40B4-BE49-F238E27FC236}">
                <a16:creationId xmlns:a16="http://schemas.microsoft.com/office/drawing/2014/main" id="{281D6954-23FD-DBC4-8238-AE64FBE579A9}"/>
              </a:ext>
            </a:extLst>
          </p:cNvPr>
          <p:cNvSpPr>
            <a:spLocks noGrp="1"/>
          </p:cNvSpPr>
          <p:nvPr>
            <p:ph type="title"/>
          </p:nvPr>
        </p:nvSpPr>
        <p:spPr>
          <a:xfrm>
            <a:off x="397667" y="402336"/>
            <a:ext cx="5645946" cy="915289"/>
          </a:xfrm>
          <a:prstGeom prst="rect">
            <a:avLst/>
          </a:prstGeom>
        </p:spPr>
        <p:txBody>
          <a:bodyPr vert="horz" lIns="0" tIns="0" rIns="0" bIns="0" rtlCol="0" anchor="t" anchorCtr="0">
            <a:noAutofit/>
          </a:bodyPr>
          <a:lstStyle/>
          <a:p>
            <a:r>
              <a:rPr lang="en-US"/>
              <a:t>Click to edit Master title style</a:t>
            </a:r>
          </a:p>
        </p:txBody>
      </p:sp>
      <p:sp>
        <p:nvSpPr>
          <p:cNvPr id="8" name="Text Placeholder 2">
            <a:extLst>
              <a:ext uri="{FF2B5EF4-FFF2-40B4-BE49-F238E27FC236}">
                <a16:creationId xmlns:a16="http://schemas.microsoft.com/office/drawing/2014/main" id="{9D560317-BC9E-E5E9-EC4B-BE83B3CA1553}"/>
              </a:ext>
            </a:extLst>
          </p:cNvPr>
          <p:cNvSpPr>
            <a:spLocks noGrp="1"/>
          </p:cNvSpPr>
          <p:nvPr>
            <p:ph type="body" idx="15" hasCustomPrompt="1"/>
          </p:nvPr>
        </p:nvSpPr>
        <p:spPr>
          <a:xfrm>
            <a:off x="407670" y="1949410"/>
            <a:ext cx="3280410" cy="1535153"/>
          </a:xfrm>
        </p:spPr>
        <p:txBody>
          <a:bodyPr wrap="square">
            <a:noAutofit/>
          </a:bodyPr>
          <a:lstStyle>
            <a:lvl1pPr marL="0" indent="0" algn="l">
              <a:lnSpc>
                <a:spcPct val="80000"/>
              </a:lnSpc>
              <a:spcBef>
                <a:spcPts val="0"/>
              </a:spcBef>
              <a:spcAft>
                <a:spcPts val="0"/>
              </a:spcAft>
              <a:buNone/>
              <a:defRPr sz="15000" b="0" kern="100" spc="-50" baseline="0">
                <a:solidFill>
                  <a:schemeClr val="accent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0</a:t>
            </a:r>
          </a:p>
        </p:txBody>
      </p:sp>
      <p:sp>
        <p:nvSpPr>
          <p:cNvPr id="2" name="Content Placeholder 2">
            <a:extLst>
              <a:ext uri="{FF2B5EF4-FFF2-40B4-BE49-F238E27FC236}">
                <a16:creationId xmlns:a16="http://schemas.microsoft.com/office/drawing/2014/main" id="{E87E41F5-DD37-DB45-FC81-6078FAA35748}"/>
              </a:ext>
            </a:extLst>
          </p:cNvPr>
          <p:cNvSpPr>
            <a:spLocks noGrp="1"/>
          </p:cNvSpPr>
          <p:nvPr>
            <p:ph idx="1"/>
          </p:nvPr>
        </p:nvSpPr>
        <p:spPr>
          <a:xfrm>
            <a:off x="400050" y="3614568"/>
            <a:ext cx="3280410" cy="2270480"/>
          </a:xfrm>
        </p:spPr>
        <p:txBody>
          <a:bodyPr/>
          <a:lstStyle>
            <a:lvl1pPr>
              <a:lnSpc>
                <a:spcPct val="100000"/>
              </a:lnSpc>
              <a:spcAft>
                <a:spcPts val="0"/>
              </a:spcAft>
              <a:defRPr sz="1800" b="1">
                <a:latin typeface="+mn-lt"/>
              </a:defRPr>
            </a:lvl1pPr>
            <a:lvl2pPr>
              <a:spcBef>
                <a:spcPts val="600"/>
              </a:spcBef>
              <a:defRPr sz="14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ontent Placeholder 2">
            <a:extLst>
              <a:ext uri="{FF2B5EF4-FFF2-40B4-BE49-F238E27FC236}">
                <a16:creationId xmlns:a16="http://schemas.microsoft.com/office/drawing/2014/main" id="{5DB5F46A-D65E-8319-07D3-423E64224A7D}"/>
              </a:ext>
            </a:extLst>
          </p:cNvPr>
          <p:cNvSpPr>
            <a:spLocks noGrp="1"/>
          </p:cNvSpPr>
          <p:nvPr>
            <p:ph idx="10"/>
          </p:nvPr>
        </p:nvSpPr>
        <p:spPr>
          <a:xfrm>
            <a:off x="4242435" y="1957034"/>
            <a:ext cx="3280410" cy="1527529"/>
          </a:xfrm>
        </p:spPr>
        <p:txBody>
          <a:bodyPr/>
          <a:lstStyle>
            <a:lvl1pPr>
              <a:lnSpc>
                <a:spcPct val="100000"/>
              </a:lnSpc>
              <a:spcAft>
                <a:spcPts val="1300"/>
              </a:spcAft>
              <a:defRPr sz="1500"/>
            </a:lvl1pPr>
            <a:lvl2pPr>
              <a:lnSpc>
                <a:spcPct val="100000"/>
              </a:lnSpc>
              <a:spcBef>
                <a:spcPts val="0"/>
              </a:spcBef>
              <a:defRPr sz="4500">
                <a:latin typeface="+mn-lt"/>
              </a:defRPr>
            </a:lvl2pPr>
            <a:lvl3pPr marL="0" indent="0">
              <a:spcBef>
                <a:spcPts val="100"/>
              </a:spcBef>
              <a:buNone/>
              <a:defRPr sz="1200"/>
            </a:lvl3pPr>
            <a:lvl4pPr>
              <a:defRPr sz="1200"/>
            </a:lvl4pPr>
            <a:lvl5pPr>
              <a:defRPr sz="1200"/>
            </a:lvl5pPr>
          </a:lstStyle>
          <a:p>
            <a:pPr lvl="0"/>
            <a:r>
              <a:rPr lang="en-US"/>
              <a:t>Click to edit Master text styles</a:t>
            </a:r>
          </a:p>
          <a:p>
            <a:pPr lvl="1"/>
            <a:r>
              <a:rPr lang="en-US"/>
              <a:t>Second level</a:t>
            </a:r>
          </a:p>
          <a:p>
            <a:pPr lvl="2"/>
            <a:r>
              <a:rPr lang="en-US"/>
              <a:t>Third level</a:t>
            </a:r>
          </a:p>
        </p:txBody>
      </p:sp>
      <p:sp>
        <p:nvSpPr>
          <p:cNvPr id="7" name="Content Placeholder 2">
            <a:extLst>
              <a:ext uri="{FF2B5EF4-FFF2-40B4-BE49-F238E27FC236}">
                <a16:creationId xmlns:a16="http://schemas.microsoft.com/office/drawing/2014/main" id="{148E7DA0-330F-0EFA-F5EA-9B8D8ADDB8B0}"/>
              </a:ext>
            </a:extLst>
          </p:cNvPr>
          <p:cNvSpPr>
            <a:spLocks noGrp="1"/>
          </p:cNvSpPr>
          <p:nvPr>
            <p:ph idx="16"/>
          </p:nvPr>
        </p:nvSpPr>
        <p:spPr>
          <a:xfrm>
            <a:off x="8087958" y="1957034"/>
            <a:ext cx="3280410" cy="1527529"/>
          </a:xfrm>
        </p:spPr>
        <p:txBody>
          <a:bodyPr/>
          <a:lstStyle>
            <a:lvl1pPr>
              <a:lnSpc>
                <a:spcPct val="100000"/>
              </a:lnSpc>
              <a:spcAft>
                <a:spcPts val="1300"/>
              </a:spcAft>
              <a:defRPr sz="1500"/>
            </a:lvl1pPr>
            <a:lvl2pPr>
              <a:lnSpc>
                <a:spcPct val="100000"/>
              </a:lnSpc>
              <a:spcBef>
                <a:spcPts val="0"/>
              </a:spcBef>
              <a:defRPr sz="4500">
                <a:latin typeface="+mn-lt"/>
              </a:defRPr>
            </a:lvl2pPr>
            <a:lvl3pPr marL="0" indent="0">
              <a:spcBef>
                <a:spcPts val="100"/>
              </a:spcBef>
              <a:buNone/>
              <a:defRPr sz="1200"/>
            </a:lvl3pPr>
            <a:lvl4pPr>
              <a:defRPr sz="1200"/>
            </a:lvl4pPr>
            <a:lvl5pPr>
              <a:defRPr sz="1200"/>
            </a:lvl5pPr>
          </a:lstStyle>
          <a:p>
            <a:pPr lvl="0"/>
            <a:r>
              <a:rPr lang="en-US"/>
              <a:t>Click to edit Master text styles</a:t>
            </a:r>
          </a:p>
          <a:p>
            <a:pPr lvl="1"/>
            <a:r>
              <a:rPr lang="en-US"/>
              <a:t>Second level</a:t>
            </a:r>
          </a:p>
          <a:p>
            <a:pPr lvl="2"/>
            <a:r>
              <a:rPr lang="en-US"/>
              <a:t>Third level</a:t>
            </a:r>
          </a:p>
        </p:txBody>
      </p:sp>
      <p:sp>
        <p:nvSpPr>
          <p:cNvPr id="9" name="Content Placeholder 2">
            <a:extLst>
              <a:ext uri="{FF2B5EF4-FFF2-40B4-BE49-F238E27FC236}">
                <a16:creationId xmlns:a16="http://schemas.microsoft.com/office/drawing/2014/main" id="{1F934F8D-EEE5-A5C7-4F51-62B220EA007B}"/>
              </a:ext>
            </a:extLst>
          </p:cNvPr>
          <p:cNvSpPr>
            <a:spLocks noGrp="1"/>
          </p:cNvSpPr>
          <p:nvPr>
            <p:ph idx="17" hasCustomPrompt="1"/>
          </p:nvPr>
        </p:nvSpPr>
        <p:spPr>
          <a:xfrm>
            <a:off x="4242435" y="3727982"/>
            <a:ext cx="3280410" cy="1527529"/>
          </a:xfrm>
        </p:spPr>
        <p:txBody>
          <a:bodyPr/>
          <a:lstStyle>
            <a:lvl1pPr>
              <a:lnSpc>
                <a:spcPct val="100000"/>
              </a:lnSpc>
              <a:spcAft>
                <a:spcPts val="0"/>
              </a:spcAft>
              <a:defRPr sz="4500" b="0"/>
            </a:lvl1pPr>
            <a:lvl2pPr>
              <a:lnSpc>
                <a:spcPct val="100000"/>
              </a:lnSpc>
              <a:spcBef>
                <a:spcPts val="0"/>
              </a:spcBef>
              <a:defRPr sz="1200"/>
            </a:lvl2pPr>
            <a:lvl3pPr marL="0" indent="0">
              <a:spcBef>
                <a:spcPts val="100"/>
              </a:spcBef>
              <a:buNone/>
              <a:defRPr sz="1200"/>
            </a:lvl3pPr>
            <a:lvl4pPr>
              <a:defRPr sz="1200"/>
            </a:lvl4pPr>
            <a:lvl5pPr>
              <a:defRPr sz="1200"/>
            </a:lvl5pPr>
          </a:lstStyle>
          <a:p>
            <a:pPr lvl="0"/>
            <a:r>
              <a:rPr lang="en-US"/>
              <a:t>First level</a:t>
            </a:r>
          </a:p>
          <a:p>
            <a:pPr lvl="1"/>
            <a:r>
              <a:rPr lang="en-US"/>
              <a:t>Second level</a:t>
            </a:r>
          </a:p>
        </p:txBody>
      </p:sp>
      <p:sp>
        <p:nvSpPr>
          <p:cNvPr id="11" name="Content Placeholder 2">
            <a:extLst>
              <a:ext uri="{FF2B5EF4-FFF2-40B4-BE49-F238E27FC236}">
                <a16:creationId xmlns:a16="http://schemas.microsoft.com/office/drawing/2014/main" id="{96F4A050-73C7-4EF8-22E1-17E2117180F0}"/>
              </a:ext>
            </a:extLst>
          </p:cNvPr>
          <p:cNvSpPr>
            <a:spLocks noGrp="1"/>
          </p:cNvSpPr>
          <p:nvPr>
            <p:ph idx="18" hasCustomPrompt="1"/>
          </p:nvPr>
        </p:nvSpPr>
        <p:spPr>
          <a:xfrm>
            <a:off x="8087958" y="3727982"/>
            <a:ext cx="3280410" cy="1527529"/>
          </a:xfrm>
        </p:spPr>
        <p:txBody>
          <a:bodyPr/>
          <a:lstStyle>
            <a:lvl1pPr>
              <a:lnSpc>
                <a:spcPct val="100000"/>
              </a:lnSpc>
              <a:spcAft>
                <a:spcPts val="0"/>
              </a:spcAft>
              <a:defRPr sz="4500" b="0"/>
            </a:lvl1pPr>
            <a:lvl2pPr>
              <a:lnSpc>
                <a:spcPct val="100000"/>
              </a:lnSpc>
              <a:spcBef>
                <a:spcPts val="0"/>
              </a:spcBef>
              <a:defRPr sz="1200"/>
            </a:lvl2pPr>
            <a:lvl3pPr marL="0" indent="0">
              <a:spcBef>
                <a:spcPts val="100"/>
              </a:spcBef>
              <a:buNone/>
              <a:defRPr sz="1200"/>
            </a:lvl3pPr>
            <a:lvl4pPr>
              <a:defRPr sz="1200"/>
            </a:lvl4pPr>
            <a:lvl5pPr>
              <a:defRPr sz="1200"/>
            </a:lvl5pPr>
          </a:lstStyle>
          <a:p>
            <a:pPr lvl="0"/>
            <a:r>
              <a:rPr lang="en-US"/>
              <a:t>First level</a:t>
            </a:r>
          </a:p>
          <a:p>
            <a:pPr lvl="1"/>
            <a:r>
              <a:rPr lang="en-US"/>
              <a:t>Second level</a:t>
            </a:r>
          </a:p>
        </p:txBody>
      </p:sp>
      <p:sp>
        <p:nvSpPr>
          <p:cNvPr id="3" name="Footer Placeholder 4">
            <a:extLst>
              <a:ext uri="{FF2B5EF4-FFF2-40B4-BE49-F238E27FC236}">
                <a16:creationId xmlns:a16="http://schemas.microsoft.com/office/drawing/2014/main" id="{3279AEC2-3D38-AA3C-D9ED-F56066F02521}"/>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   |   Section Title</a:t>
            </a:r>
          </a:p>
        </p:txBody>
      </p:sp>
      <p:sp>
        <p:nvSpPr>
          <p:cNvPr id="6" name="Slide Number Placeholder 13">
            <a:extLst>
              <a:ext uri="{FF2B5EF4-FFF2-40B4-BE49-F238E27FC236}">
                <a16:creationId xmlns:a16="http://schemas.microsoft.com/office/drawing/2014/main" id="{1F2E443D-FB19-EC91-F034-92383A4D9EAC}"/>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337585229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hree Content Two Small Images">
    <p:spTree>
      <p:nvGrpSpPr>
        <p:cNvPr id="1" name=""/>
        <p:cNvGrpSpPr/>
        <p:nvPr/>
      </p:nvGrpSpPr>
      <p:grpSpPr>
        <a:xfrm>
          <a:off x="0" y="0"/>
          <a:ext cx="0" cy="0"/>
          <a:chOff x="0" y="0"/>
          <a:chExt cx="0" cy="0"/>
        </a:xfrm>
      </p:grpSpPr>
      <p:sp>
        <p:nvSpPr>
          <p:cNvPr id="9" name="Title Placeholder 1">
            <a:extLst>
              <a:ext uri="{FF2B5EF4-FFF2-40B4-BE49-F238E27FC236}">
                <a16:creationId xmlns:a16="http://schemas.microsoft.com/office/drawing/2014/main" id="{9CDDF52B-DBF3-6EA5-316F-86B168D5B385}"/>
              </a:ext>
            </a:extLst>
          </p:cNvPr>
          <p:cNvSpPr>
            <a:spLocks noGrp="1"/>
          </p:cNvSpPr>
          <p:nvPr>
            <p:ph type="title"/>
          </p:nvPr>
        </p:nvSpPr>
        <p:spPr>
          <a:xfrm>
            <a:off x="397667" y="402336"/>
            <a:ext cx="5645946" cy="915289"/>
          </a:xfrm>
          <a:prstGeom prst="rect">
            <a:avLst/>
          </a:prstGeom>
        </p:spPr>
        <p:txBody>
          <a:bodyPr vert="horz" lIns="0" tIns="0" rIns="0" bIns="0" rtlCol="0" anchor="t" anchorCtr="0">
            <a:noAutofit/>
          </a:bodyPr>
          <a:lstStyle/>
          <a:p>
            <a:r>
              <a:rPr lang="en-US"/>
              <a:t>Click to edit Master title style</a:t>
            </a:r>
          </a:p>
        </p:txBody>
      </p:sp>
      <p:sp>
        <p:nvSpPr>
          <p:cNvPr id="2" name="Content Placeholder 2">
            <a:extLst>
              <a:ext uri="{FF2B5EF4-FFF2-40B4-BE49-F238E27FC236}">
                <a16:creationId xmlns:a16="http://schemas.microsoft.com/office/drawing/2014/main" id="{E87E41F5-DD37-DB45-FC81-6078FAA35748}"/>
              </a:ext>
            </a:extLst>
          </p:cNvPr>
          <p:cNvSpPr>
            <a:spLocks noGrp="1"/>
          </p:cNvSpPr>
          <p:nvPr>
            <p:ph idx="1"/>
          </p:nvPr>
        </p:nvSpPr>
        <p:spPr>
          <a:xfrm>
            <a:off x="400050" y="1440338"/>
            <a:ext cx="3448050" cy="4498500"/>
          </a:xfrm>
        </p:spPr>
        <p:txBody>
          <a:bodyPr/>
          <a:lstStyle>
            <a:lvl1pPr>
              <a:lnSpc>
                <a:spcPct val="100000"/>
              </a:lnSpc>
              <a:spcBef>
                <a:spcPts val="0"/>
              </a:spcBef>
              <a:spcAft>
                <a:spcPts val="1300"/>
              </a:spcAft>
              <a:defRPr sz="2000" b="1">
                <a:latin typeface="+mn-lt"/>
              </a:defRPr>
            </a:lvl1pPr>
            <a:lvl2pPr>
              <a:defRPr sz="1200"/>
            </a:lvl2pPr>
            <a:lvl3pPr>
              <a:defRPr sz="1200"/>
            </a:lvl3pPr>
            <a:lvl4pPr>
              <a:defRPr sz="1200"/>
            </a:lvl4pPr>
            <a:lvl5pPr>
              <a:defRPr sz="1200"/>
            </a:lvl5pPr>
          </a:lstStyle>
          <a:p>
            <a:pPr lvl="0"/>
            <a:r>
              <a:rPr lang="en-US"/>
              <a:t>Click to edit Master text styles</a:t>
            </a:r>
          </a:p>
          <a:p>
            <a:pPr lvl="1"/>
            <a:r>
              <a:rPr lang="en-US"/>
              <a:t>Second level</a:t>
            </a:r>
          </a:p>
        </p:txBody>
      </p:sp>
      <p:sp>
        <p:nvSpPr>
          <p:cNvPr id="15" name="Content Placeholder 2">
            <a:extLst>
              <a:ext uri="{FF2B5EF4-FFF2-40B4-BE49-F238E27FC236}">
                <a16:creationId xmlns:a16="http://schemas.microsoft.com/office/drawing/2014/main" id="{5DB5F46A-D65E-8319-07D3-423E64224A7D}"/>
              </a:ext>
            </a:extLst>
          </p:cNvPr>
          <p:cNvSpPr>
            <a:spLocks noGrp="1"/>
          </p:cNvSpPr>
          <p:nvPr>
            <p:ph idx="10"/>
          </p:nvPr>
        </p:nvSpPr>
        <p:spPr>
          <a:xfrm>
            <a:off x="4242435" y="1440338"/>
            <a:ext cx="3280410" cy="1929924"/>
          </a:xfrm>
        </p:spPr>
        <p:txBody>
          <a:bodyPr tIns="18288"/>
          <a:lstStyle>
            <a:lvl1pPr>
              <a:lnSpc>
                <a:spcPct val="100000"/>
              </a:lnSpc>
              <a:spcAft>
                <a:spcPts val="1300"/>
              </a:spcAft>
              <a:defRPr sz="15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Picture Placeholder 14">
            <a:extLst>
              <a:ext uri="{FF2B5EF4-FFF2-40B4-BE49-F238E27FC236}">
                <a16:creationId xmlns:a16="http://schemas.microsoft.com/office/drawing/2014/main" id="{D986D8FF-CF64-064A-9F64-6F1DDA4C97ED}"/>
              </a:ext>
              <a:ext uri="{C183D7F6-B498-43B3-948B-1728B52AA6E4}">
                <adec:decorative xmlns:adec="http://schemas.microsoft.com/office/drawing/2017/decorative" val="1"/>
              </a:ext>
            </a:extLst>
          </p:cNvPr>
          <p:cNvSpPr>
            <a:spLocks noGrp="1"/>
          </p:cNvSpPr>
          <p:nvPr>
            <p:ph type="pic" sz="quarter" idx="12"/>
          </p:nvPr>
        </p:nvSpPr>
        <p:spPr>
          <a:xfrm>
            <a:off x="4242435" y="3689588"/>
            <a:ext cx="3621405" cy="2257189"/>
          </a:xfrm>
          <a:solidFill>
            <a:schemeClr val="bg2"/>
          </a:solidFill>
        </p:spPr>
        <p:txBody>
          <a:bodyPr tIns="731520"/>
          <a:lstStyle>
            <a:lvl1pPr algn="ctr">
              <a:defRPr/>
            </a:lvl1pPr>
          </a:lstStyle>
          <a:p>
            <a:r>
              <a:rPr lang="en-US"/>
              <a:t>Click icon to add picture</a:t>
            </a:r>
          </a:p>
        </p:txBody>
      </p:sp>
      <p:sp>
        <p:nvSpPr>
          <p:cNvPr id="16" name="Content Placeholder 2">
            <a:extLst>
              <a:ext uri="{FF2B5EF4-FFF2-40B4-BE49-F238E27FC236}">
                <a16:creationId xmlns:a16="http://schemas.microsoft.com/office/drawing/2014/main" id="{7F220BC4-6918-5D08-690A-5DF19E0F6966}"/>
              </a:ext>
            </a:extLst>
          </p:cNvPr>
          <p:cNvSpPr>
            <a:spLocks noGrp="1"/>
          </p:cNvSpPr>
          <p:nvPr>
            <p:ph idx="11"/>
          </p:nvPr>
        </p:nvSpPr>
        <p:spPr>
          <a:xfrm>
            <a:off x="8084820" y="1440339"/>
            <a:ext cx="3280410" cy="1929924"/>
          </a:xfrm>
        </p:spPr>
        <p:txBody>
          <a:bodyPr tIns="18288"/>
          <a:lstStyle>
            <a:lvl1pPr>
              <a:lnSpc>
                <a:spcPct val="100000"/>
              </a:lnSpc>
              <a:spcAft>
                <a:spcPts val="1300"/>
              </a:spcAft>
              <a:defRPr sz="15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Picture Placeholder 14">
            <a:extLst>
              <a:ext uri="{FF2B5EF4-FFF2-40B4-BE49-F238E27FC236}">
                <a16:creationId xmlns:a16="http://schemas.microsoft.com/office/drawing/2014/main" id="{A4F26F45-080E-2E94-7AE8-D48A53D6BB61}"/>
              </a:ext>
              <a:ext uri="{C183D7F6-B498-43B3-948B-1728B52AA6E4}">
                <adec:decorative xmlns:adec="http://schemas.microsoft.com/office/drawing/2017/decorative" val="1"/>
              </a:ext>
            </a:extLst>
          </p:cNvPr>
          <p:cNvSpPr>
            <a:spLocks noGrp="1"/>
          </p:cNvSpPr>
          <p:nvPr>
            <p:ph type="pic" sz="quarter" idx="13"/>
          </p:nvPr>
        </p:nvSpPr>
        <p:spPr>
          <a:xfrm>
            <a:off x="8084820" y="3689588"/>
            <a:ext cx="3621405" cy="2257189"/>
          </a:xfrm>
          <a:solidFill>
            <a:schemeClr val="bg2"/>
          </a:solidFill>
        </p:spPr>
        <p:txBody>
          <a:bodyPr tIns="731520"/>
          <a:lstStyle>
            <a:lvl1pPr algn="ctr">
              <a:defRPr/>
            </a:lvl1pPr>
          </a:lstStyle>
          <a:p>
            <a:r>
              <a:rPr lang="en-US"/>
              <a:t>Click icon to add picture</a:t>
            </a:r>
          </a:p>
        </p:txBody>
      </p:sp>
      <p:sp>
        <p:nvSpPr>
          <p:cNvPr id="3" name="Footer Placeholder 4">
            <a:extLst>
              <a:ext uri="{FF2B5EF4-FFF2-40B4-BE49-F238E27FC236}">
                <a16:creationId xmlns:a16="http://schemas.microsoft.com/office/drawing/2014/main" id="{E67D3849-C8CD-8658-1466-0AC905A32902}"/>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   |   Section Title</a:t>
            </a:r>
          </a:p>
        </p:txBody>
      </p:sp>
      <p:sp>
        <p:nvSpPr>
          <p:cNvPr id="7" name="Slide Number Placeholder 13">
            <a:extLst>
              <a:ext uri="{FF2B5EF4-FFF2-40B4-BE49-F238E27FC236}">
                <a16:creationId xmlns:a16="http://schemas.microsoft.com/office/drawing/2014/main" id="{45FB2FC1-37EA-E80B-8E2C-5BB79F82C549}"/>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219859791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hree Images Three Content">
    <p:spTree>
      <p:nvGrpSpPr>
        <p:cNvPr id="1" name=""/>
        <p:cNvGrpSpPr/>
        <p:nvPr/>
      </p:nvGrpSpPr>
      <p:grpSpPr>
        <a:xfrm>
          <a:off x="0" y="0"/>
          <a:ext cx="0" cy="0"/>
          <a:chOff x="0" y="0"/>
          <a:chExt cx="0" cy="0"/>
        </a:xfrm>
      </p:grpSpPr>
      <p:sp>
        <p:nvSpPr>
          <p:cNvPr id="10" name="Title Placeholder 1">
            <a:extLst>
              <a:ext uri="{FF2B5EF4-FFF2-40B4-BE49-F238E27FC236}">
                <a16:creationId xmlns:a16="http://schemas.microsoft.com/office/drawing/2014/main" id="{12157443-656C-E355-D086-838984BEEC17}"/>
              </a:ext>
            </a:extLst>
          </p:cNvPr>
          <p:cNvSpPr>
            <a:spLocks noGrp="1"/>
          </p:cNvSpPr>
          <p:nvPr>
            <p:ph type="title"/>
          </p:nvPr>
        </p:nvSpPr>
        <p:spPr>
          <a:xfrm>
            <a:off x="397667" y="402336"/>
            <a:ext cx="5645946" cy="908940"/>
          </a:xfrm>
          <a:prstGeom prst="rect">
            <a:avLst/>
          </a:prstGeom>
        </p:spPr>
        <p:txBody>
          <a:bodyPr vert="horz" lIns="0" tIns="0" rIns="0" bIns="0" rtlCol="0" anchor="t" anchorCtr="0">
            <a:noAutofit/>
          </a:bodyPr>
          <a:lstStyle/>
          <a:p>
            <a:r>
              <a:rPr lang="en-US"/>
              <a:t>Click to edit Master title style</a:t>
            </a:r>
          </a:p>
        </p:txBody>
      </p:sp>
      <p:sp>
        <p:nvSpPr>
          <p:cNvPr id="6" name="Picture Placeholder 14">
            <a:extLst>
              <a:ext uri="{FF2B5EF4-FFF2-40B4-BE49-F238E27FC236}">
                <a16:creationId xmlns:a16="http://schemas.microsoft.com/office/drawing/2014/main" id="{C4FF4641-ED6B-EA6B-E1D6-5913E5D1C4A7}"/>
              </a:ext>
              <a:ext uri="{C183D7F6-B498-43B3-948B-1728B52AA6E4}">
                <adec:decorative xmlns:adec="http://schemas.microsoft.com/office/drawing/2017/decorative" val="1"/>
              </a:ext>
            </a:extLst>
          </p:cNvPr>
          <p:cNvSpPr>
            <a:spLocks noGrp="1"/>
          </p:cNvSpPr>
          <p:nvPr>
            <p:ph type="pic" sz="quarter" idx="12"/>
          </p:nvPr>
        </p:nvSpPr>
        <p:spPr>
          <a:xfrm>
            <a:off x="400050" y="1434783"/>
            <a:ext cx="3621405" cy="2449830"/>
          </a:xfrm>
          <a:solidFill>
            <a:schemeClr val="bg2"/>
          </a:solidFill>
        </p:spPr>
        <p:txBody>
          <a:bodyPr tIns="731520"/>
          <a:lstStyle>
            <a:lvl1pPr algn="ctr">
              <a:defRPr/>
            </a:lvl1pPr>
          </a:lstStyle>
          <a:p>
            <a:r>
              <a:rPr lang="en-US"/>
              <a:t>Click icon to add picture</a:t>
            </a:r>
          </a:p>
        </p:txBody>
      </p:sp>
      <p:sp>
        <p:nvSpPr>
          <p:cNvPr id="2" name="Content Placeholder 2">
            <a:extLst>
              <a:ext uri="{FF2B5EF4-FFF2-40B4-BE49-F238E27FC236}">
                <a16:creationId xmlns:a16="http://schemas.microsoft.com/office/drawing/2014/main" id="{E87E41F5-DD37-DB45-FC81-6078FAA35748}"/>
              </a:ext>
            </a:extLst>
          </p:cNvPr>
          <p:cNvSpPr>
            <a:spLocks noGrp="1"/>
          </p:cNvSpPr>
          <p:nvPr>
            <p:ph idx="1"/>
          </p:nvPr>
        </p:nvSpPr>
        <p:spPr>
          <a:xfrm>
            <a:off x="400050" y="4008120"/>
            <a:ext cx="3280410" cy="1930718"/>
          </a:xfrm>
        </p:spPr>
        <p:txBody>
          <a:bodyPr/>
          <a:lstStyle>
            <a:lvl1pPr>
              <a:lnSpc>
                <a:spcPct val="100000"/>
              </a:lnSpc>
              <a:spcAft>
                <a:spcPts val="1300"/>
              </a:spcAft>
              <a:defRPr sz="15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Picture Placeholder 14">
            <a:extLst>
              <a:ext uri="{FF2B5EF4-FFF2-40B4-BE49-F238E27FC236}">
                <a16:creationId xmlns:a16="http://schemas.microsoft.com/office/drawing/2014/main" id="{738BD24F-B7A9-6A5E-4B91-293E35C96245}"/>
              </a:ext>
              <a:ext uri="{C183D7F6-B498-43B3-948B-1728B52AA6E4}">
                <adec:decorative xmlns:adec="http://schemas.microsoft.com/office/drawing/2017/decorative" val="1"/>
              </a:ext>
            </a:extLst>
          </p:cNvPr>
          <p:cNvSpPr>
            <a:spLocks noGrp="1"/>
          </p:cNvSpPr>
          <p:nvPr>
            <p:ph type="pic" sz="quarter" idx="13"/>
          </p:nvPr>
        </p:nvSpPr>
        <p:spPr>
          <a:xfrm>
            <a:off x="4247197" y="1434783"/>
            <a:ext cx="3621405" cy="2449830"/>
          </a:xfrm>
          <a:solidFill>
            <a:schemeClr val="bg2"/>
          </a:solidFill>
        </p:spPr>
        <p:txBody>
          <a:bodyPr tIns="731520"/>
          <a:lstStyle>
            <a:lvl1pPr algn="ctr">
              <a:defRPr/>
            </a:lvl1pPr>
          </a:lstStyle>
          <a:p>
            <a:r>
              <a:rPr lang="en-US"/>
              <a:t>Click icon to add picture</a:t>
            </a:r>
          </a:p>
        </p:txBody>
      </p:sp>
      <p:sp>
        <p:nvSpPr>
          <p:cNvPr id="15" name="Content Placeholder 2">
            <a:extLst>
              <a:ext uri="{FF2B5EF4-FFF2-40B4-BE49-F238E27FC236}">
                <a16:creationId xmlns:a16="http://schemas.microsoft.com/office/drawing/2014/main" id="{5DB5F46A-D65E-8319-07D3-423E64224A7D}"/>
              </a:ext>
            </a:extLst>
          </p:cNvPr>
          <p:cNvSpPr>
            <a:spLocks noGrp="1"/>
          </p:cNvSpPr>
          <p:nvPr>
            <p:ph idx="10"/>
          </p:nvPr>
        </p:nvSpPr>
        <p:spPr>
          <a:xfrm>
            <a:off x="4242435" y="4008120"/>
            <a:ext cx="3280410" cy="1930718"/>
          </a:xfrm>
        </p:spPr>
        <p:txBody>
          <a:bodyPr/>
          <a:lstStyle>
            <a:lvl1pPr>
              <a:lnSpc>
                <a:spcPct val="100000"/>
              </a:lnSpc>
              <a:spcAft>
                <a:spcPts val="1300"/>
              </a:spcAft>
              <a:defRPr sz="15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Picture Placeholder 14">
            <a:extLst>
              <a:ext uri="{FF2B5EF4-FFF2-40B4-BE49-F238E27FC236}">
                <a16:creationId xmlns:a16="http://schemas.microsoft.com/office/drawing/2014/main" id="{3EA62964-C972-788F-A145-641910913B5F}"/>
              </a:ext>
              <a:ext uri="{C183D7F6-B498-43B3-948B-1728B52AA6E4}">
                <adec:decorative xmlns:adec="http://schemas.microsoft.com/office/drawing/2017/decorative" val="1"/>
              </a:ext>
            </a:extLst>
          </p:cNvPr>
          <p:cNvSpPr>
            <a:spLocks noGrp="1"/>
          </p:cNvSpPr>
          <p:nvPr>
            <p:ph type="pic" sz="quarter" idx="14"/>
          </p:nvPr>
        </p:nvSpPr>
        <p:spPr>
          <a:xfrm>
            <a:off x="8084820" y="1434783"/>
            <a:ext cx="3621405" cy="2449830"/>
          </a:xfrm>
          <a:solidFill>
            <a:schemeClr val="bg2"/>
          </a:solidFill>
        </p:spPr>
        <p:txBody>
          <a:bodyPr tIns="731520"/>
          <a:lstStyle>
            <a:lvl1pPr algn="ctr">
              <a:defRPr/>
            </a:lvl1pPr>
          </a:lstStyle>
          <a:p>
            <a:r>
              <a:rPr lang="en-US"/>
              <a:t>Click icon to add picture</a:t>
            </a:r>
          </a:p>
        </p:txBody>
      </p:sp>
      <p:sp>
        <p:nvSpPr>
          <p:cNvPr id="16" name="Content Placeholder 2">
            <a:extLst>
              <a:ext uri="{FF2B5EF4-FFF2-40B4-BE49-F238E27FC236}">
                <a16:creationId xmlns:a16="http://schemas.microsoft.com/office/drawing/2014/main" id="{7F220BC4-6918-5D08-690A-5DF19E0F6966}"/>
              </a:ext>
            </a:extLst>
          </p:cNvPr>
          <p:cNvSpPr>
            <a:spLocks noGrp="1"/>
          </p:cNvSpPr>
          <p:nvPr>
            <p:ph idx="11"/>
          </p:nvPr>
        </p:nvSpPr>
        <p:spPr>
          <a:xfrm>
            <a:off x="8084820" y="4008120"/>
            <a:ext cx="3280410" cy="1930718"/>
          </a:xfrm>
        </p:spPr>
        <p:txBody>
          <a:bodyPr/>
          <a:lstStyle>
            <a:lvl1pPr>
              <a:lnSpc>
                <a:spcPct val="100000"/>
              </a:lnSpc>
              <a:spcAft>
                <a:spcPts val="1300"/>
              </a:spcAft>
              <a:defRPr sz="15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4">
            <a:extLst>
              <a:ext uri="{FF2B5EF4-FFF2-40B4-BE49-F238E27FC236}">
                <a16:creationId xmlns:a16="http://schemas.microsoft.com/office/drawing/2014/main" id="{E6D39F23-E441-3514-2A4F-F9CCA291192C}"/>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   |   Section Title</a:t>
            </a:r>
          </a:p>
        </p:txBody>
      </p:sp>
      <p:sp>
        <p:nvSpPr>
          <p:cNvPr id="7" name="Slide Number Placeholder 13">
            <a:extLst>
              <a:ext uri="{FF2B5EF4-FFF2-40B4-BE49-F238E27FC236}">
                <a16:creationId xmlns:a16="http://schemas.microsoft.com/office/drawing/2014/main" id="{FE222EB9-6543-2E06-6048-C32D6D58FBCC}"/>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326485024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Side TItle Two Images Two Content">
    <p:spTree>
      <p:nvGrpSpPr>
        <p:cNvPr id="1" name=""/>
        <p:cNvGrpSpPr/>
        <p:nvPr/>
      </p:nvGrpSpPr>
      <p:grpSpPr>
        <a:xfrm>
          <a:off x="0" y="0"/>
          <a:ext cx="0" cy="0"/>
          <a:chOff x="0" y="0"/>
          <a:chExt cx="0" cy="0"/>
        </a:xfrm>
      </p:grpSpPr>
      <p:sp>
        <p:nvSpPr>
          <p:cNvPr id="12" name="Title Placeholder 1">
            <a:extLst>
              <a:ext uri="{FF2B5EF4-FFF2-40B4-BE49-F238E27FC236}">
                <a16:creationId xmlns:a16="http://schemas.microsoft.com/office/drawing/2014/main" id="{32898A4C-932E-23E9-DC30-A54F1747D7DA}"/>
              </a:ext>
            </a:extLst>
          </p:cNvPr>
          <p:cNvSpPr>
            <a:spLocks noGrp="1"/>
          </p:cNvSpPr>
          <p:nvPr>
            <p:ph type="title"/>
          </p:nvPr>
        </p:nvSpPr>
        <p:spPr>
          <a:xfrm>
            <a:off x="397667" y="4002723"/>
            <a:ext cx="3389473" cy="1929924"/>
          </a:xfrm>
          <a:prstGeom prst="rect">
            <a:avLst/>
          </a:prstGeom>
        </p:spPr>
        <p:txBody>
          <a:bodyPr vert="horz" lIns="0" tIns="0" rIns="0" bIns="0" rtlCol="0" anchor="t" anchorCtr="0">
            <a:noAutofit/>
          </a:bodyPr>
          <a:lstStyle>
            <a:lvl1pPr>
              <a:defRPr sz="2400"/>
            </a:lvl1pPr>
          </a:lstStyle>
          <a:p>
            <a:r>
              <a:rPr lang="en-US"/>
              <a:t>Click to edit Master title style</a:t>
            </a:r>
          </a:p>
        </p:txBody>
      </p:sp>
      <p:sp>
        <p:nvSpPr>
          <p:cNvPr id="6" name="Picture Placeholder 14">
            <a:extLst>
              <a:ext uri="{FF2B5EF4-FFF2-40B4-BE49-F238E27FC236}">
                <a16:creationId xmlns:a16="http://schemas.microsoft.com/office/drawing/2014/main" id="{D986D8FF-CF64-064A-9F64-6F1DDA4C97ED}"/>
              </a:ext>
              <a:ext uri="{C183D7F6-B498-43B3-948B-1728B52AA6E4}">
                <adec:decorative xmlns:adec="http://schemas.microsoft.com/office/drawing/2017/decorative" val="1"/>
              </a:ext>
            </a:extLst>
          </p:cNvPr>
          <p:cNvSpPr>
            <a:spLocks noGrp="1"/>
          </p:cNvSpPr>
          <p:nvPr>
            <p:ph type="pic" sz="quarter" idx="12"/>
          </p:nvPr>
        </p:nvSpPr>
        <p:spPr>
          <a:xfrm>
            <a:off x="4242435" y="410052"/>
            <a:ext cx="3621405" cy="3474561"/>
          </a:xfrm>
          <a:solidFill>
            <a:schemeClr val="bg2"/>
          </a:solidFill>
        </p:spPr>
        <p:txBody>
          <a:bodyPr tIns="731520"/>
          <a:lstStyle>
            <a:lvl1pPr algn="ctr">
              <a:defRPr/>
            </a:lvl1pPr>
          </a:lstStyle>
          <a:p>
            <a:r>
              <a:rPr lang="en-US"/>
              <a:t>Click icon to add picture</a:t>
            </a:r>
          </a:p>
        </p:txBody>
      </p:sp>
      <p:sp>
        <p:nvSpPr>
          <p:cNvPr id="15" name="Content Placeholder 2">
            <a:extLst>
              <a:ext uri="{FF2B5EF4-FFF2-40B4-BE49-F238E27FC236}">
                <a16:creationId xmlns:a16="http://schemas.microsoft.com/office/drawing/2014/main" id="{5DB5F46A-D65E-8319-07D3-423E64224A7D}"/>
              </a:ext>
            </a:extLst>
          </p:cNvPr>
          <p:cNvSpPr>
            <a:spLocks noGrp="1"/>
          </p:cNvSpPr>
          <p:nvPr>
            <p:ph idx="10"/>
          </p:nvPr>
        </p:nvSpPr>
        <p:spPr>
          <a:xfrm>
            <a:off x="4242435" y="4007380"/>
            <a:ext cx="3280410" cy="1939925"/>
          </a:xfrm>
        </p:spPr>
        <p:txBody>
          <a:bodyPr/>
          <a:lstStyle>
            <a:lvl1pPr>
              <a:lnSpc>
                <a:spcPct val="100000"/>
              </a:lnSpc>
              <a:spcAft>
                <a:spcPts val="1300"/>
              </a:spcAft>
              <a:defRPr sz="15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Picture Placeholder 14">
            <a:extLst>
              <a:ext uri="{FF2B5EF4-FFF2-40B4-BE49-F238E27FC236}">
                <a16:creationId xmlns:a16="http://schemas.microsoft.com/office/drawing/2014/main" id="{A4F26F45-080E-2E94-7AE8-D48A53D6BB61}"/>
              </a:ext>
              <a:ext uri="{C183D7F6-B498-43B3-948B-1728B52AA6E4}">
                <adec:decorative xmlns:adec="http://schemas.microsoft.com/office/drawing/2017/decorative" val="1"/>
              </a:ext>
            </a:extLst>
          </p:cNvPr>
          <p:cNvSpPr>
            <a:spLocks noGrp="1"/>
          </p:cNvSpPr>
          <p:nvPr>
            <p:ph type="pic" sz="quarter" idx="13"/>
          </p:nvPr>
        </p:nvSpPr>
        <p:spPr>
          <a:xfrm>
            <a:off x="8084820" y="410052"/>
            <a:ext cx="3621405" cy="3474561"/>
          </a:xfrm>
          <a:solidFill>
            <a:schemeClr val="bg2"/>
          </a:solidFill>
        </p:spPr>
        <p:txBody>
          <a:bodyPr tIns="731520"/>
          <a:lstStyle>
            <a:lvl1pPr algn="ctr">
              <a:defRPr/>
            </a:lvl1pPr>
          </a:lstStyle>
          <a:p>
            <a:r>
              <a:rPr lang="en-US"/>
              <a:t>Click icon to add picture</a:t>
            </a:r>
          </a:p>
        </p:txBody>
      </p:sp>
      <p:sp>
        <p:nvSpPr>
          <p:cNvPr id="16" name="Content Placeholder 2">
            <a:extLst>
              <a:ext uri="{FF2B5EF4-FFF2-40B4-BE49-F238E27FC236}">
                <a16:creationId xmlns:a16="http://schemas.microsoft.com/office/drawing/2014/main" id="{7F220BC4-6918-5D08-690A-5DF19E0F6966}"/>
              </a:ext>
            </a:extLst>
          </p:cNvPr>
          <p:cNvSpPr>
            <a:spLocks noGrp="1"/>
          </p:cNvSpPr>
          <p:nvPr>
            <p:ph idx="11"/>
          </p:nvPr>
        </p:nvSpPr>
        <p:spPr>
          <a:xfrm>
            <a:off x="8084820" y="4007380"/>
            <a:ext cx="3280410" cy="1939925"/>
          </a:xfrm>
        </p:spPr>
        <p:txBody>
          <a:bodyPr/>
          <a:lstStyle>
            <a:lvl1pPr>
              <a:lnSpc>
                <a:spcPct val="100000"/>
              </a:lnSpc>
              <a:spcAft>
                <a:spcPts val="1300"/>
              </a:spcAft>
              <a:defRPr sz="15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4">
            <a:extLst>
              <a:ext uri="{FF2B5EF4-FFF2-40B4-BE49-F238E27FC236}">
                <a16:creationId xmlns:a16="http://schemas.microsoft.com/office/drawing/2014/main" id="{4BD5BA45-6FFD-0692-0F0F-E110F28E6809}"/>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   |   Section Title</a:t>
            </a:r>
          </a:p>
        </p:txBody>
      </p:sp>
      <p:sp>
        <p:nvSpPr>
          <p:cNvPr id="5" name="Slide Number Placeholder 13">
            <a:extLst>
              <a:ext uri="{FF2B5EF4-FFF2-40B4-BE49-F238E27FC236}">
                <a16:creationId xmlns:a16="http://schemas.microsoft.com/office/drawing/2014/main" id="{6A0EF6EA-3F57-5496-E0F3-4864ED1104A5}"/>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73245056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Four Content">
    <p:spTree>
      <p:nvGrpSpPr>
        <p:cNvPr id="1" name=""/>
        <p:cNvGrpSpPr/>
        <p:nvPr/>
      </p:nvGrpSpPr>
      <p:grpSpPr>
        <a:xfrm>
          <a:off x="0" y="0"/>
          <a:ext cx="0" cy="0"/>
          <a:chOff x="0" y="0"/>
          <a:chExt cx="0" cy="0"/>
        </a:xfrm>
      </p:grpSpPr>
      <p:sp>
        <p:nvSpPr>
          <p:cNvPr id="13" name="Title Placeholder 1">
            <a:extLst>
              <a:ext uri="{FF2B5EF4-FFF2-40B4-BE49-F238E27FC236}">
                <a16:creationId xmlns:a16="http://schemas.microsoft.com/office/drawing/2014/main" id="{663492E0-8524-F0F0-654F-078445BB721B}"/>
              </a:ext>
            </a:extLst>
          </p:cNvPr>
          <p:cNvSpPr>
            <a:spLocks noGrp="1"/>
          </p:cNvSpPr>
          <p:nvPr>
            <p:ph type="title"/>
          </p:nvPr>
        </p:nvSpPr>
        <p:spPr>
          <a:xfrm>
            <a:off x="397667" y="402336"/>
            <a:ext cx="5645946" cy="915289"/>
          </a:xfrm>
          <a:prstGeom prst="rect">
            <a:avLst/>
          </a:prstGeom>
        </p:spPr>
        <p:txBody>
          <a:bodyPr vert="horz" lIns="0" tIns="0" rIns="0" bIns="0" rtlCol="0" anchor="t" anchorCtr="0">
            <a:noAutofit/>
          </a:bodyPr>
          <a:lstStyle/>
          <a:p>
            <a:r>
              <a:rPr lang="en-US"/>
              <a:t>Click to edit Master title style</a:t>
            </a:r>
          </a:p>
        </p:txBody>
      </p:sp>
      <p:sp>
        <p:nvSpPr>
          <p:cNvPr id="2" name="Content Placeholder 2">
            <a:extLst>
              <a:ext uri="{FF2B5EF4-FFF2-40B4-BE49-F238E27FC236}">
                <a16:creationId xmlns:a16="http://schemas.microsoft.com/office/drawing/2014/main" id="{E87E41F5-DD37-DB45-FC81-6078FAA35748}"/>
              </a:ext>
            </a:extLst>
          </p:cNvPr>
          <p:cNvSpPr>
            <a:spLocks noGrp="1"/>
          </p:cNvSpPr>
          <p:nvPr>
            <p:ph idx="1"/>
          </p:nvPr>
        </p:nvSpPr>
        <p:spPr>
          <a:xfrm>
            <a:off x="407669" y="1946275"/>
            <a:ext cx="2757805" cy="4035425"/>
          </a:xfrm>
        </p:spPr>
        <p:txBody>
          <a:bodyPr rIns="91440"/>
          <a:lstStyle>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2">
            <a:extLst>
              <a:ext uri="{FF2B5EF4-FFF2-40B4-BE49-F238E27FC236}">
                <a16:creationId xmlns:a16="http://schemas.microsoft.com/office/drawing/2014/main" id="{A5DA3B61-E81A-0B10-D611-AF1F185E4D0A}"/>
              </a:ext>
            </a:extLst>
          </p:cNvPr>
          <p:cNvSpPr>
            <a:spLocks noGrp="1"/>
          </p:cNvSpPr>
          <p:nvPr>
            <p:ph idx="10"/>
          </p:nvPr>
        </p:nvSpPr>
        <p:spPr>
          <a:xfrm>
            <a:off x="3289821" y="1946275"/>
            <a:ext cx="2752324" cy="4035425"/>
          </a:xfrm>
        </p:spPr>
        <p:txBody>
          <a:bodyPr rIns="91440"/>
          <a:lstStyle>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2">
            <a:extLst>
              <a:ext uri="{FF2B5EF4-FFF2-40B4-BE49-F238E27FC236}">
                <a16:creationId xmlns:a16="http://schemas.microsoft.com/office/drawing/2014/main" id="{0BF0C713-EACB-22E0-3AE1-304A75F202F8}"/>
              </a:ext>
            </a:extLst>
          </p:cNvPr>
          <p:cNvSpPr>
            <a:spLocks noGrp="1"/>
          </p:cNvSpPr>
          <p:nvPr>
            <p:ph idx="11"/>
          </p:nvPr>
        </p:nvSpPr>
        <p:spPr>
          <a:xfrm>
            <a:off x="6166511" y="1946275"/>
            <a:ext cx="2749927" cy="4035425"/>
          </a:xfrm>
        </p:spPr>
        <p:txBody>
          <a:bodyPr rIns="91440"/>
          <a:lstStyle>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2">
            <a:extLst>
              <a:ext uri="{FF2B5EF4-FFF2-40B4-BE49-F238E27FC236}">
                <a16:creationId xmlns:a16="http://schemas.microsoft.com/office/drawing/2014/main" id="{5C2AF188-3D2C-76B0-48DA-0C564B177921}"/>
              </a:ext>
            </a:extLst>
          </p:cNvPr>
          <p:cNvSpPr>
            <a:spLocks noGrp="1"/>
          </p:cNvSpPr>
          <p:nvPr>
            <p:ph idx="12"/>
          </p:nvPr>
        </p:nvSpPr>
        <p:spPr>
          <a:xfrm>
            <a:off x="9048456" y="1946275"/>
            <a:ext cx="2749927" cy="4035425"/>
          </a:xfrm>
        </p:spPr>
        <p:txBody>
          <a:bodyPr rIns="91440"/>
          <a:lstStyle>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4">
            <a:extLst>
              <a:ext uri="{FF2B5EF4-FFF2-40B4-BE49-F238E27FC236}">
                <a16:creationId xmlns:a16="http://schemas.microsoft.com/office/drawing/2014/main" id="{34BACFA0-1865-CA7A-660A-9F840AA5ED52}"/>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   |   Section Title</a:t>
            </a:r>
          </a:p>
        </p:txBody>
      </p:sp>
      <p:sp>
        <p:nvSpPr>
          <p:cNvPr id="9" name="Slide Number Placeholder 13">
            <a:extLst>
              <a:ext uri="{FF2B5EF4-FFF2-40B4-BE49-F238E27FC236}">
                <a16:creationId xmlns:a16="http://schemas.microsoft.com/office/drawing/2014/main" id="{BCCFAC37-C331-299A-576E-FB4D9E873FC0}"/>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242782865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hree Content Infographics">
    <p:spTree>
      <p:nvGrpSpPr>
        <p:cNvPr id="1" name=""/>
        <p:cNvGrpSpPr/>
        <p:nvPr/>
      </p:nvGrpSpPr>
      <p:grpSpPr>
        <a:xfrm>
          <a:off x="0" y="0"/>
          <a:ext cx="0" cy="0"/>
          <a:chOff x="0" y="0"/>
          <a:chExt cx="0" cy="0"/>
        </a:xfrm>
      </p:grpSpPr>
      <p:sp>
        <p:nvSpPr>
          <p:cNvPr id="17" name="Title Placeholder 1">
            <a:extLst>
              <a:ext uri="{FF2B5EF4-FFF2-40B4-BE49-F238E27FC236}">
                <a16:creationId xmlns:a16="http://schemas.microsoft.com/office/drawing/2014/main" id="{281D6954-23FD-DBC4-8238-AE64FBE579A9}"/>
              </a:ext>
            </a:extLst>
          </p:cNvPr>
          <p:cNvSpPr>
            <a:spLocks noGrp="1"/>
          </p:cNvSpPr>
          <p:nvPr>
            <p:ph type="title"/>
          </p:nvPr>
        </p:nvSpPr>
        <p:spPr>
          <a:xfrm>
            <a:off x="397667" y="402336"/>
            <a:ext cx="5645946" cy="915289"/>
          </a:xfrm>
          <a:prstGeom prst="rect">
            <a:avLst/>
          </a:prstGeom>
        </p:spPr>
        <p:txBody>
          <a:bodyPr vert="horz" lIns="0" tIns="0" rIns="0" bIns="0" rtlCol="0" anchor="t" anchorCtr="0">
            <a:noAutofit/>
          </a:bodyPr>
          <a:lstStyle/>
          <a:p>
            <a:r>
              <a:rPr lang="en-US"/>
              <a:t>Click to edit Master title style</a:t>
            </a:r>
          </a:p>
        </p:txBody>
      </p:sp>
      <p:sp>
        <p:nvSpPr>
          <p:cNvPr id="2" name="Content Placeholder 2">
            <a:extLst>
              <a:ext uri="{FF2B5EF4-FFF2-40B4-BE49-F238E27FC236}">
                <a16:creationId xmlns:a16="http://schemas.microsoft.com/office/drawing/2014/main" id="{E87E41F5-DD37-DB45-FC81-6078FAA35748}"/>
              </a:ext>
            </a:extLst>
          </p:cNvPr>
          <p:cNvSpPr>
            <a:spLocks noGrp="1"/>
          </p:cNvSpPr>
          <p:nvPr>
            <p:ph idx="1"/>
          </p:nvPr>
        </p:nvSpPr>
        <p:spPr>
          <a:xfrm>
            <a:off x="400050" y="3484563"/>
            <a:ext cx="3280410" cy="2454275"/>
          </a:xfrm>
        </p:spPr>
        <p:txBody>
          <a:bodyPr/>
          <a:lstStyle>
            <a:lvl1pPr>
              <a:lnSpc>
                <a:spcPct val="100000"/>
              </a:lnSpc>
              <a:spcAft>
                <a:spcPts val="1300"/>
              </a:spcAft>
              <a:defRPr sz="15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ontent Placeholder 2">
            <a:extLst>
              <a:ext uri="{FF2B5EF4-FFF2-40B4-BE49-F238E27FC236}">
                <a16:creationId xmlns:a16="http://schemas.microsoft.com/office/drawing/2014/main" id="{5DB5F46A-D65E-8319-07D3-423E64224A7D}"/>
              </a:ext>
            </a:extLst>
          </p:cNvPr>
          <p:cNvSpPr>
            <a:spLocks noGrp="1"/>
          </p:cNvSpPr>
          <p:nvPr>
            <p:ph idx="10"/>
          </p:nvPr>
        </p:nvSpPr>
        <p:spPr>
          <a:xfrm>
            <a:off x="4242435" y="3484563"/>
            <a:ext cx="3280410" cy="2454275"/>
          </a:xfrm>
        </p:spPr>
        <p:txBody>
          <a:bodyPr/>
          <a:lstStyle>
            <a:lvl1pPr>
              <a:lnSpc>
                <a:spcPct val="100000"/>
              </a:lnSpc>
              <a:spcAft>
                <a:spcPts val="1300"/>
              </a:spcAft>
              <a:defRPr sz="15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2">
            <a:extLst>
              <a:ext uri="{FF2B5EF4-FFF2-40B4-BE49-F238E27FC236}">
                <a16:creationId xmlns:a16="http://schemas.microsoft.com/office/drawing/2014/main" id="{7F220BC4-6918-5D08-690A-5DF19E0F6966}"/>
              </a:ext>
            </a:extLst>
          </p:cNvPr>
          <p:cNvSpPr>
            <a:spLocks noGrp="1"/>
          </p:cNvSpPr>
          <p:nvPr>
            <p:ph idx="11"/>
          </p:nvPr>
        </p:nvSpPr>
        <p:spPr>
          <a:xfrm>
            <a:off x="8084820" y="3484563"/>
            <a:ext cx="3280410" cy="2454275"/>
          </a:xfrm>
        </p:spPr>
        <p:txBody>
          <a:bodyPr/>
          <a:lstStyle>
            <a:lvl1pPr>
              <a:lnSpc>
                <a:spcPct val="100000"/>
              </a:lnSpc>
              <a:spcAft>
                <a:spcPts val="1300"/>
              </a:spcAft>
              <a:defRPr sz="15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4">
            <a:extLst>
              <a:ext uri="{FF2B5EF4-FFF2-40B4-BE49-F238E27FC236}">
                <a16:creationId xmlns:a16="http://schemas.microsoft.com/office/drawing/2014/main" id="{FDAB432F-854F-42B3-F530-13E74D7AAA8A}"/>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   |   Section Title</a:t>
            </a:r>
          </a:p>
        </p:txBody>
      </p:sp>
      <p:sp>
        <p:nvSpPr>
          <p:cNvPr id="6" name="Slide Number Placeholder 13">
            <a:extLst>
              <a:ext uri="{FF2B5EF4-FFF2-40B4-BE49-F238E27FC236}">
                <a16:creationId xmlns:a16="http://schemas.microsoft.com/office/drawing/2014/main" id="{3B9F6906-FD55-4ECF-BC68-21EDA9D47166}"/>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259831460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Four Content Infographics">
    <p:spTree>
      <p:nvGrpSpPr>
        <p:cNvPr id="1" name=""/>
        <p:cNvGrpSpPr/>
        <p:nvPr/>
      </p:nvGrpSpPr>
      <p:grpSpPr>
        <a:xfrm>
          <a:off x="0" y="0"/>
          <a:ext cx="0" cy="0"/>
          <a:chOff x="0" y="0"/>
          <a:chExt cx="0" cy="0"/>
        </a:xfrm>
      </p:grpSpPr>
      <p:sp>
        <p:nvSpPr>
          <p:cNvPr id="13" name="Title Placeholder 1">
            <a:extLst>
              <a:ext uri="{FF2B5EF4-FFF2-40B4-BE49-F238E27FC236}">
                <a16:creationId xmlns:a16="http://schemas.microsoft.com/office/drawing/2014/main" id="{663492E0-8524-F0F0-654F-078445BB721B}"/>
              </a:ext>
            </a:extLst>
          </p:cNvPr>
          <p:cNvSpPr>
            <a:spLocks noGrp="1"/>
          </p:cNvSpPr>
          <p:nvPr>
            <p:ph type="title"/>
          </p:nvPr>
        </p:nvSpPr>
        <p:spPr>
          <a:xfrm>
            <a:off x="397667" y="402336"/>
            <a:ext cx="5645946" cy="915289"/>
          </a:xfrm>
          <a:prstGeom prst="rect">
            <a:avLst/>
          </a:prstGeom>
        </p:spPr>
        <p:txBody>
          <a:bodyPr vert="horz" lIns="0" tIns="0" rIns="0" bIns="0" rtlCol="0" anchor="t" anchorCtr="0">
            <a:noAutofit/>
          </a:bodyPr>
          <a:lstStyle/>
          <a:p>
            <a:r>
              <a:rPr lang="en-US"/>
              <a:t>Click to edit Master title style</a:t>
            </a:r>
          </a:p>
        </p:txBody>
      </p:sp>
      <p:sp>
        <p:nvSpPr>
          <p:cNvPr id="2" name="Content Placeholder 2">
            <a:extLst>
              <a:ext uri="{FF2B5EF4-FFF2-40B4-BE49-F238E27FC236}">
                <a16:creationId xmlns:a16="http://schemas.microsoft.com/office/drawing/2014/main" id="{E87E41F5-DD37-DB45-FC81-6078FAA35748}"/>
              </a:ext>
            </a:extLst>
          </p:cNvPr>
          <p:cNvSpPr>
            <a:spLocks noGrp="1"/>
          </p:cNvSpPr>
          <p:nvPr>
            <p:ph idx="1"/>
          </p:nvPr>
        </p:nvSpPr>
        <p:spPr>
          <a:xfrm>
            <a:off x="393617" y="3484563"/>
            <a:ext cx="2757805" cy="2497137"/>
          </a:xfrm>
        </p:spPr>
        <p:txBody>
          <a:bodyPr rIns="91440"/>
          <a:lstStyle>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2">
            <a:extLst>
              <a:ext uri="{FF2B5EF4-FFF2-40B4-BE49-F238E27FC236}">
                <a16:creationId xmlns:a16="http://schemas.microsoft.com/office/drawing/2014/main" id="{A5DA3B61-E81A-0B10-D611-AF1F185E4D0A}"/>
              </a:ext>
            </a:extLst>
          </p:cNvPr>
          <p:cNvSpPr>
            <a:spLocks noGrp="1"/>
          </p:cNvSpPr>
          <p:nvPr>
            <p:ph idx="10"/>
          </p:nvPr>
        </p:nvSpPr>
        <p:spPr>
          <a:xfrm>
            <a:off x="3275769" y="3484563"/>
            <a:ext cx="2752324" cy="2497137"/>
          </a:xfrm>
        </p:spPr>
        <p:txBody>
          <a:bodyPr rIns="91440"/>
          <a:lstStyle>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2">
            <a:extLst>
              <a:ext uri="{FF2B5EF4-FFF2-40B4-BE49-F238E27FC236}">
                <a16:creationId xmlns:a16="http://schemas.microsoft.com/office/drawing/2014/main" id="{0BF0C713-EACB-22E0-3AE1-304A75F202F8}"/>
              </a:ext>
            </a:extLst>
          </p:cNvPr>
          <p:cNvSpPr>
            <a:spLocks noGrp="1"/>
          </p:cNvSpPr>
          <p:nvPr>
            <p:ph idx="11"/>
          </p:nvPr>
        </p:nvSpPr>
        <p:spPr>
          <a:xfrm>
            <a:off x="6152459" y="3484563"/>
            <a:ext cx="2749927" cy="2497137"/>
          </a:xfrm>
        </p:spPr>
        <p:txBody>
          <a:bodyPr rIns="91440"/>
          <a:lstStyle>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2">
            <a:extLst>
              <a:ext uri="{FF2B5EF4-FFF2-40B4-BE49-F238E27FC236}">
                <a16:creationId xmlns:a16="http://schemas.microsoft.com/office/drawing/2014/main" id="{5C2AF188-3D2C-76B0-48DA-0C564B177921}"/>
              </a:ext>
            </a:extLst>
          </p:cNvPr>
          <p:cNvSpPr>
            <a:spLocks noGrp="1"/>
          </p:cNvSpPr>
          <p:nvPr>
            <p:ph idx="12"/>
          </p:nvPr>
        </p:nvSpPr>
        <p:spPr>
          <a:xfrm>
            <a:off x="9048456" y="3484563"/>
            <a:ext cx="2749927" cy="2497137"/>
          </a:xfrm>
        </p:spPr>
        <p:txBody>
          <a:bodyPr rIns="91440"/>
          <a:lstStyle>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4">
            <a:extLst>
              <a:ext uri="{FF2B5EF4-FFF2-40B4-BE49-F238E27FC236}">
                <a16:creationId xmlns:a16="http://schemas.microsoft.com/office/drawing/2014/main" id="{15B11690-3DC6-7B4C-5196-E388A5114687}"/>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   |   Section Title</a:t>
            </a:r>
          </a:p>
        </p:txBody>
      </p:sp>
      <p:sp>
        <p:nvSpPr>
          <p:cNvPr id="9" name="Slide Number Placeholder 13">
            <a:extLst>
              <a:ext uri="{FF2B5EF4-FFF2-40B4-BE49-F238E27FC236}">
                <a16:creationId xmlns:a16="http://schemas.microsoft.com/office/drawing/2014/main" id="{408A6C4D-3F5E-1CC8-64FD-F01177BD1E4B}"/>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6435781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 Intro Four Content Four Infographic Boxes">
    <p:spTree>
      <p:nvGrpSpPr>
        <p:cNvPr id="1" name=""/>
        <p:cNvGrpSpPr/>
        <p:nvPr/>
      </p:nvGrpSpPr>
      <p:grpSpPr>
        <a:xfrm>
          <a:off x="0" y="0"/>
          <a:ext cx="0" cy="0"/>
          <a:chOff x="0" y="0"/>
          <a:chExt cx="0" cy="0"/>
        </a:xfrm>
      </p:grpSpPr>
      <p:sp>
        <p:nvSpPr>
          <p:cNvPr id="15" name="Title Placeholder 1">
            <a:extLst>
              <a:ext uri="{FF2B5EF4-FFF2-40B4-BE49-F238E27FC236}">
                <a16:creationId xmlns:a16="http://schemas.microsoft.com/office/drawing/2014/main" id="{36A1FE59-52D8-7819-FCA0-4B8512415F68}"/>
              </a:ext>
            </a:extLst>
          </p:cNvPr>
          <p:cNvSpPr>
            <a:spLocks noGrp="1"/>
          </p:cNvSpPr>
          <p:nvPr>
            <p:ph type="title"/>
          </p:nvPr>
        </p:nvSpPr>
        <p:spPr>
          <a:xfrm>
            <a:off x="397667" y="402336"/>
            <a:ext cx="5645946" cy="908837"/>
          </a:xfrm>
          <a:prstGeom prst="rect">
            <a:avLst/>
          </a:prstGeom>
        </p:spPr>
        <p:txBody>
          <a:bodyPr vert="horz" lIns="0" tIns="0" rIns="0" bIns="0" rtlCol="0" anchor="t" anchorCtr="0">
            <a:noAutofit/>
          </a:bodyPr>
          <a:lstStyle/>
          <a:p>
            <a:r>
              <a:rPr lang="en-US"/>
              <a:t>Click to edit Master title style</a:t>
            </a:r>
          </a:p>
        </p:txBody>
      </p:sp>
      <p:sp>
        <p:nvSpPr>
          <p:cNvPr id="2" name="Content Placeholder 2">
            <a:extLst>
              <a:ext uri="{FF2B5EF4-FFF2-40B4-BE49-F238E27FC236}">
                <a16:creationId xmlns:a16="http://schemas.microsoft.com/office/drawing/2014/main" id="{E87E41F5-DD37-DB45-FC81-6078FAA35748}"/>
              </a:ext>
            </a:extLst>
          </p:cNvPr>
          <p:cNvSpPr>
            <a:spLocks noGrp="1"/>
          </p:cNvSpPr>
          <p:nvPr>
            <p:ph idx="1"/>
          </p:nvPr>
        </p:nvSpPr>
        <p:spPr>
          <a:xfrm>
            <a:off x="402908" y="2975077"/>
            <a:ext cx="2730641" cy="2956580"/>
          </a:xfrm>
          <a:solidFill>
            <a:srgbClr val="FFE8D4"/>
          </a:solidFill>
        </p:spPr>
        <p:txBody>
          <a:bodyPr lIns="182880" tIns="1645920"/>
          <a:lstStyle>
            <a:lvl1pPr>
              <a:spcAft>
                <a:spcPts val="1800"/>
              </a:spcAft>
              <a:defRPr sz="1500"/>
            </a:lvl1pPr>
            <a:lvl2pPr>
              <a:spcBef>
                <a:spcPts val="0"/>
              </a:spcBef>
              <a:defRPr sz="1200"/>
            </a:lvl2pPr>
            <a:lvl3pPr>
              <a:spcBef>
                <a:spcPts val="0"/>
              </a:spcBef>
              <a:defRPr sz="1200"/>
            </a:lvl3pPr>
            <a:lvl4pPr>
              <a:defRPr sz="1200"/>
            </a:lvl4pPr>
            <a:lvl5pPr>
              <a:defRPr sz="1200"/>
            </a:lvl5pPr>
          </a:lstStyle>
          <a:p>
            <a:pPr lvl="0"/>
            <a:r>
              <a:rPr lang="en-US"/>
              <a:t>Click to edit Master text styles</a:t>
            </a:r>
          </a:p>
          <a:p>
            <a:pPr lvl="1"/>
            <a:r>
              <a:rPr lang="en-US"/>
              <a:t>Second level</a:t>
            </a:r>
          </a:p>
          <a:p>
            <a:pPr lvl="2"/>
            <a:r>
              <a:rPr lang="en-US"/>
              <a:t>Third level</a:t>
            </a:r>
          </a:p>
        </p:txBody>
      </p:sp>
      <p:sp>
        <p:nvSpPr>
          <p:cNvPr id="3" name="Content Placeholder 2">
            <a:extLst>
              <a:ext uri="{FF2B5EF4-FFF2-40B4-BE49-F238E27FC236}">
                <a16:creationId xmlns:a16="http://schemas.microsoft.com/office/drawing/2014/main" id="{A27F624C-8E74-64EA-25D6-81C018D703C7}"/>
              </a:ext>
            </a:extLst>
          </p:cNvPr>
          <p:cNvSpPr>
            <a:spLocks noGrp="1"/>
          </p:cNvSpPr>
          <p:nvPr>
            <p:ph idx="14"/>
          </p:nvPr>
        </p:nvSpPr>
        <p:spPr>
          <a:xfrm>
            <a:off x="3292401" y="2975077"/>
            <a:ext cx="2730641" cy="2956580"/>
          </a:xfrm>
          <a:solidFill>
            <a:srgbClr val="FFE8D4"/>
          </a:solidFill>
        </p:spPr>
        <p:txBody>
          <a:bodyPr lIns="182880" tIns="1645920"/>
          <a:lstStyle>
            <a:lvl1pPr>
              <a:spcAft>
                <a:spcPts val="1800"/>
              </a:spcAft>
              <a:defRPr sz="1500"/>
            </a:lvl1pPr>
            <a:lvl2pPr>
              <a:spcBef>
                <a:spcPts val="0"/>
              </a:spcBef>
              <a:defRPr sz="1200"/>
            </a:lvl2pPr>
            <a:lvl3pPr>
              <a:spcBef>
                <a:spcPts val="0"/>
              </a:spcBef>
              <a:defRPr sz="1200"/>
            </a:lvl3pPr>
            <a:lvl4pPr>
              <a:defRPr sz="1200"/>
            </a:lvl4pPr>
            <a:lvl5pPr>
              <a:defRPr sz="1200"/>
            </a:lvl5pPr>
          </a:lstStyle>
          <a:p>
            <a:pPr lvl="0"/>
            <a:r>
              <a:rPr lang="en-US"/>
              <a:t>Click to edit Master text styles</a:t>
            </a:r>
          </a:p>
          <a:p>
            <a:pPr lvl="1"/>
            <a:r>
              <a:rPr lang="en-US"/>
              <a:t>Second level</a:t>
            </a:r>
          </a:p>
          <a:p>
            <a:pPr lvl="2"/>
            <a:r>
              <a:rPr lang="en-US"/>
              <a:t>Third level</a:t>
            </a:r>
          </a:p>
        </p:txBody>
      </p:sp>
      <p:sp>
        <p:nvSpPr>
          <p:cNvPr id="10" name="Content Placeholder 2">
            <a:extLst>
              <a:ext uri="{FF2B5EF4-FFF2-40B4-BE49-F238E27FC236}">
                <a16:creationId xmlns:a16="http://schemas.microsoft.com/office/drawing/2014/main" id="{95BA71C3-8B98-CBAD-967B-B8C200A9F9DB}"/>
              </a:ext>
            </a:extLst>
          </p:cNvPr>
          <p:cNvSpPr>
            <a:spLocks noGrp="1"/>
          </p:cNvSpPr>
          <p:nvPr>
            <p:ph idx="15"/>
          </p:nvPr>
        </p:nvSpPr>
        <p:spPr>
          <a:xfrm>
            <a:off x="6181894" y="2975077"/>
            <a:ext cx="2730641" cy="2956580"/>
          </a:xfrm>
          <a:solidFill>
            <a:srgbClr val="FFE8D4"/>
          </a:solidFill>
        </p:spPr>
        <p:txBody>
          <a:bodyPr lIns="182880" tIns="1645920"/>
          <a:lstStyle>
            <a:lvl1pPr>
              <a:spcAft>
                <a:spcPts val="1800"/>
              </a:spcAft>
              <a:defRPr sz="1500"/>
            </a:lvl1pPr>
            <a:lvl2pPr>
              <a:spcBef>
                <a:spcPts val="0"/>
              </a:spcBef>
              <a:defRPr sz="1200"/>
            </a:lvl2pPr>
            <a:lvl3pPr>
              <a:spcBef>
                <a:spcPts val="0"/>
              </a:spcBef>
              <a:defRPr sz="1200"/>
            </a:lvl3pPr>
            <a:lvl4pPr>
              <a:defRPr sz="1200"/>
            </a:lvl4pPr>
            <a:lvl5pPr>
              <a:defRPr sz="1200"/>
            </a:lvl5pPr>
          </a:lstStyle>
          <a:p>
            <a:pPr lvl="0"/>
            <a:r>
              <a:rPr lang="en-US"/>
              <a:t>Click to edit Master text styles</a:t>
            </a:r>
          </a:p>
          <a:p>
            <a:pPr lvl="1"/>
            <a:r>
              <a:rPr lang="en-US"/>
              <a:t>Second level</a:t>
            </a:r>
          </a:p>
          <a:p>
            <a:pPr lvl="2"/>
            <a:r>
              <a:rPr lang="en-US"/>
              <a:t>Third level</a:t>
            </a:r>
          </a:p>
        </p:txBody>
      </p:sp>
      <p:sp>
        <p:nvSpPr>
          <p:cNvPr id="12" name="Content Placeholder 2">
            <a:extLst>
              <a:ext uri="{FF2B5EF4-FFF2-40B4-BE49-F238E27FC236}">
                <a16:creationId xmlns:a16="http://schemas.microsoft.com/office/drawing/2014/main" id="{583A7053-6A7D-A8F8-4656-87270953BD60}"/>
              </a:ext>
            </a:extLst>
          </p:cNvPr>
          <p:cNvSpPr>
            <a:spLocks noGrp="1"/>
          </p:cNvSpPr>
          <p:nvPr>
            <p:ph idx="16"/>
          </p:nvPr>
        </p:nvSpPr>
        <p:spPr>
          <a:xfrm>
            <a:off x="9071386" y="2975077"/>
            <a:ext cx="2730641" cy="2956580"/>
          </a:xfrm>
          <a:solidFill>
            <a:srgbClr val="FFE8D4"/>
          </a:solidFill>
        </p:spPr>
        <p:txBody>
          <a:bodyPr lIns="182880" tIns="1645920"/>
          <a:lstStyle>
            <a:lvl1pPr>
              <a:spcAft>
                <a:spcPts val="1800"/>
              </a:spcAft>
              <a:defRPr sz="1500"/>
            </a:lvl1pPr>
            <a:lvl2pPr>
              <a:spcBef>
                <a:spcPts val="0"/>
              </a:spcBef>
              <a:defRPr sz="1200"/>
            </a:lvl2pPr>
            <a:lvl3pPr>
              <a:spcBef>
                <a:spcPts val="0"/>
              </a:spcBef>
              <a:defRPr sz="1200"/>
            </a:lvl3pPr>
            <a:lvl4pPr>
              <a:defRPr sz="1200"/>
            </a:lvl4pPr>
            <a:lvl5pPr>
              <a:defRPr sz="1200"/>
            </a:lvl5pPr>
          </a:lstStyle>
          <a:p>
            <a:pPr lvl="0"/>
            <a:r>
              <a:rPr lang="en-US"/>
              <a:t>Click to edit Master text styles</a:t>
            </a:r>
          </a:p>
          <a:p>
            <a:pPr lvl="1"/>
            <a:r>
              <a:rPr lang="en-US"/>
              <a:t>Second level</a:t>
            </a:r>
          </a:p>
          <a:p>
            <a:pPr lvl="2"/>
            <a:r>
              <a:rPr lang="en-US"/>
              <a:t>Third level</a:t>
            </a:r>
          </a:p>
        </p:txBody>
      </p:sp>
      <p:sp>
        <p:nvSpPr>
          <p:cNvPr id="5" name="Footer Placeholder 4">
            <a:extLst>
              <a:ext uri="{FF2B5EF4-FFF2-40B4-BE49-F238E27FC236}">
                <a16:creationId xmlns:a16="http://schemas.microsoft.com/office/drawing/2014/main" id="{7A4C48D2-B18D-75C7-0C7E-1D9DB1396098}"/>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   |   Section Title</a:t>
            </a:r>
          </a:p>
        </p:txBody>
      </p:sp>
      <p:sp>
        <p:nvSpPr>
          <p:cNvPr id="6" name="Slide Number Placeholder 13">
            <a:extLst>
              <a:ext uri="{FF2B5EF4-FFF2-40B4-BE49-F238E27FC236}">
                <a16:creationId xmlns:a16="http://schemas.microsoft.com/office/drawing/2014/main" id="{D9EBCD51-8DA2-A863-38B9-4D39E92CBCDE}"/>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8" name="Content Placeholder 2">
            <a:extLst>
              <a:ext uri="{FF2B5EF4-FFF2-40B4-BE49-F238E27FC236}">
                <a16:creationId xmlns:a16="http://schemas.microsoft.com/office/drawing/2014/main" id="{AD80E08F-9CFF-A0A0-CB3A-AC9CDC3AD14B}"/>
              </a:ext>
            </a:extLst>
          </p:cNvPr>
          <p:cNvSpPr>
            <a:spLocks noGrp="1"/>
          </p:cNvSpPr>
          <p:nvPr>
            <p:ph idx="12"/>
          </p:nvPr>
        </p:nvSpPr>
        <p:spPr>
          <a:xfrm>
            <a:off x="393617" y="1428750"/>
            <a:ext cx="5645947" cy="1428750"/>
          </a:xfrm>
        </p:spPr>
        <p:txBody>
          <a:bodyPr rIns="91440"/>
          <a:lstStyle>
            <a:lvl1pPr>
              <a:defRPr sz="20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163567725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Four Content Four Images">
    <p:spTree>
      <p:nvGrpSpPr>
        <p:cNvPr id="1" name=""/>
        <p:cNvGrpSpPr/>
        <p:nvPr/>
      </p:nvGrpSpPr>
      <p:grpSpPr>
        <a:xfrm>
          <a:off x="0" y="0"/>
          <a:ext cx="0" cy="0"/>
          <a:chOff x="0" y="0"/>
          <a:chExt cx="0" cy="0"/>
        </a:xfrm>
      </p:grpSpPr>
      <p:sp>
        <p:nvSpPr>
          <p:cNvPr id="16" name="Title Placeholder 1">
            <a:extLst>
              <a:ext uri="{FF2B5EF4-FFF2-40B4-BE49-F238E27FC236}">
                <a16:creationId xmlns:a16="http://schemas.microsoft.com/office/drawing/2014/main" id="{68A701A6-89AB-4B4D-0870-B17023D69CCD}"/>
              </a:ext>
            </a:extLst>
          </p:cNvPr>
          <p:cNvSpPr>
            <a:spLocks noGrp="1"/>
          </p:cNvSpPr>
          <p:nvPr>
            <p:ph type="title"/>
          </p:nvPr>
        </p:nvSpPr>
        <p:spPr>
          <a:xfrm>
            <a:off x="397667" y="402336"/>
            <a:ext cx="5644478" cy="915289"/>
          </a:xfrm>
          <a:prstGeom prst="rect">
            <a:avLst/>
          </a:prstGeom>
        </p:spPr>
        <p:txBody>
          <a:bodyPr vert="horz" lIns="0" tIns="0" rIns="0" bIns="0" rtlCol="0" anchor="t" anchorCtr="0">
            <a:noAutofit/>
          </a:bodyPr>
          <a:lstStyle/>
          <a:p>
            <a:r>
              <a:rPr lang="en-US"/>
              <a:t>Click to edit Master title style</a:t>
            </a:r>
          </a:p>
        </p:txBody>
      </p:sp>
      <p:sp>
        <p:nvSpPr>
          <p:cNvPr id="11" name="Picture Placeholder 14">
            <a:extLst>
              <a:ext uri="{FF2B5EF4-FFF2-40B4-BE49-F238E27FC236}">
                <a16:creationId xmlns:a16="http://schemas.microsoft.com/office/drawing/2014/main" id="{5F5E5E69-4FFF-DFC2-659C-7E55787A02F4}"/>
              </a:ext>
              <a:ext uri="{C183D7F6-B498-43B3-948B-1728B52AA6E4}">
                <adec:decorative xmlns:adec="http://schemas.microsoft.com/office/drawing/2017/decorative" val="1"/>
              </a:ext>
            </a:extLst>
          </p:cNvPr>
          <p:cNvSpPr>
            <a:spLocks noGrp="1"/>
          </p:cNvSpPr>
          <p:nvPr>
            <p:ph type="pic" sz="quarter" idx="13"/>
          </p:nvPr>
        </p:nvSpPr>
        <p:spPr>
          <a:xfrm>
            <a:off x="407669" y="1428750"/>
            <a:ext cx="2647951" cy="2455863"/>
          </a:xfrm>
          <a:solidFill>
            <a:schemeClr val="bg2"/>
          </a:solidFill>
        </p:spPr>
        <p:txBody>
          <a:bodyPr tIns="731520"/>
          <a:lstStyle>
            <a:lvl1pPr algn="ctr">
              <a:defRPr/>
            </a:lvl1pPr>
          </a:lstStyle>
          <a:p>
            <a:r>
              <a:rPr lang="en-US"/>
              <a:t>Click icon to add picture</a:t>
            </a:r>
          </a:p>
        </p:txBody>
      </p:sp>
      <p:sp>
        <p:nvSpPr>
          <p:cNvPr id="2" name="Content Placeholder 2">
            <a:extLst>
              <a:ext uri="{FF2B5EF4-FFF2-40B4-BE49-F238E27FC236}">
                <a16:creationId xmlns:a16="http://schemas.microsoft.com/office/drawing/2014/main" id="{E87E41F5-DD37-DB45-FC81-6078FAA35748}"/>
              </a:ext>
            </a:extLst>
          </p:cNvPr>
          <p:cNvSpPr>
            <a:spLocks noGrp="1"/>
          </p:cNvSpPr>
          <p:nvPr>
            <p:ph idx="1"/>
          </p:nvPr>
        </p:nvSpPr>
        <p:spPr>
          <a:xfrm>
            <a:off x="407669" y="3998913"/>
            <a:ext cx="2757805" cy="1982787"/>
          </a:xfrm>
        </p:spPr>
        <p:txBody>
          <a:bodyPr/>
          <a:lstStyle>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Picture Placeholder 14">
            <a:extLst>
              <a:ext uri="{FF2B5EF4-FFF2-40B4-BE49-F238E27FC236}">
                <a16:creationId xmlns:a16="http://schemas.microsoft.com/office/drawing/2014/main" id="{FEE2C3B1-D32B-2DC8-8154-D81D141486BF}"/>
              </a:ext>
              <a:ext uri="{C183D7F6-B498-43B3-948B-1728B52AA6E4}">
                <adec:decorative xmlns:adec="http://schemas.microsoft.com/office/drawing/2017/decorative" val="1"/>
              </a:ext>
            </a:extLst>
          </p:cNvPr>
          <p:cNvSpPr>
            <a:spLocks noGrp="1"/>
          </p:cNvSpPr>
          <p:nvPr>
            <p:ph type="pic" sz="quarter" idx="14"/>
          </p:nvPr>
        </p:nvSpPr>
        <p:spPr>
          <a:xfrm>
            <a:off x="3289821" y="1428750"/>
            <a:ext cx="2647951" cy="2455863"/>
          </a:xfrm>
          <a:solidFill>
            <a:schemeClr val="bg2"/>
          </a:solidFill>
        </p:spPr>
        <p:txBody>
          <a:bodyPr tIns="731520"/>
          <a:lstStyle>
            <a:lvl1pPr algn="ctr">
              <a:defRPr/>
            </a:lvl1pPr>
          </a:lstStyle>
          <a:p>
            <a:r>
              <a:rPr lang="en-US"/>
              <a:t>Click icon to add picture</a:t>
            </a:r>
          </a:p>
        </p:txBody>
      </p:sp>
      <p:sp>
        <p:nvSpPr>
          <p:cNvPr id="6" name="Content Placeholder 2">
            <a:extLst>
              <a:ext uri="{FF2B5EF4-FFF2-40B4-BE49-F238E27FC236}">
                <a16:creationId xmlns:a16="http://schemas.microsoft.com/office/drawing/2014/main" id="{A5DA3B61-E81A-0B10-D611-AF1F185E4D0A}"/>
              </a:ext>
            </a:extLst>
          </p:cNvPr>
          <p:cNvSpPr>
            <a:spLocks noGrp="1"/>
          </p:cNvSpPr>
          <p:nvPr>
            <p:ph idx="10"/>
          </p:nvPr>
        </p:nvSpPr>
        <p:spPr>
          <a:xfrm>
            <a:off x="3289821" y="3998913"/>
            <a:ext cx="2752324" cy="1982787"/>
          </a:xfrm>
        </p:spPr>
        <p:txBody>
          <a:bodyPr/>
          <a:lstStyle>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Picture Placeholder 14">
            <a:extLst>
              <a:ext uri="{FF2B5EF4-FFF2-40B4-BE49-F238E27FC236}">
                <a16:creationId xmlns:a16="http://schemas.microsoft.com/office/drawing/2014/main" id="{E4143737-9FAE-4BEB-0906-D059D53A4E5C}"/>
              </a:ext>
              <a:ext uri="{C183D7F6-B498-43B3-948B-1728B52AA6E4}">
                <adec:decorative xmlns:adec="http://schemas.microsoft.com/office/drawing/2017/decorative" val="1"/>
              </a:ext>
            </a:extLst>
          </p:cNvPr>
          <p:cNvSpPr>
            <a:spLocks noGrp="1"/>
          </p:cNvSpPr>
          <p:nvPr>
            <p:ph type="pic" sz="quarter" idx="15"/>
          </p:nvPr>
        </p:nvSpPr>
        <p:spPr>
          <a:xfrm>
            <a:off x="6166511" y="1428750"/>
            <a:ext cx="2647951" cy="2455863"/>
          </a:xfrm>
          <a:solidFill>
            <a:schemeClr val="bg2"/>
          </a:solidFill>
        </p:spPr>
        <p:txBody>
          <a:bodyPr tIns="731520"/>
          <a:lstStyle>
            <a:lvl1pPr algn="ctr">
              <a:defRPr/>
            </a:lvl1pPr>
          </a:lstStyle>
          <a:p>
            <a:r>
              <a:rPr lang="en-US"/>
              <a:t>Click icon to add picture</a:t>
            </a:r>
          </a:p>
        </p:txBody>
      </p:sp>
      <p:sp>
        <p:nvSpPr>
          <p:cNvPr id="5" name="Content Placeholder 2">
            <a:extLst>
              <a:ext uri="{FF2B5EF4-FFF2-40B4-BE49-F238E27FC236}">
                <a16:creationId xmlns:a16="http://schemas.microsoft.com/office/drawing/2014/main" id="{0BF0C713-EACB-22E0-3AE1-304A75F202F8}"/>
              </a:ext>
            </a:extLst>
          </p:cNvPr>
          <p:cNvSpPr>
            <a:spLocks noGrp="1"/>
          </p:cNvSpPr>
          <p:nvPr>
            <p:ph idx="11"/>
          </p:nvPr>
        </p:nvSpPr>
        <p:spPr>
          <a:xfrm>
            <a:off x="6166511" y="3998913"/>
            <a:ext cx="2749927" cy="1982787"/>
          </a:xfrm>
        </p:spPr>
        <p:txBody>
          <a:bodyPr/>
          <a:lstStyle>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Picture Placeholder 14">
            <a:extLst>
              <a:ext uri="{FF2B5EF4-FFF2-40B4-BE49-F238E27FC236}">
                <a16:creationId xmlns:a16="http://schemas.microsoft.com/office/drawing/2014/main" id="{5FAA5E52-06C6-50C6-842F-09B2897EBA20}"/>
              </a:ext>
              <a:ext uri="{C183D7F6-B498-43B3-948B-1728B52AA6E4}">
                <adec:decorative xmlns:adec="http://schemas.microsoft.com/office/drawing/2017/decorative" val="1"/>
              </a:ext>
            </a:extLst>
          </p:cNvPr>
          <p:cNvSpPr>
            <a:spLocks noGrp="1"/>
          </p:cNvSpPr>
          <p:nvPr>
            <p:ph type="pic" sz="quarter" idx="16"/>
          </p:nvPr>
        </p:nvSpPr>
        <p:spPr>
          <a:xfrm>
            <a:off x="9048456" y="1428750"/>
            <a:ext cx="2647951" cy="2455863"/>
          </a:xfrm>
          <a:solidFill>
            <a:schemeClr val="bg2"/>
          </a:solidFill>
        </p:spPr>
        <p:txBody>
          <a:bodyPr tIns="731520"/>
          <a:lstStyle>
            <a:lvl1pPr algn="ctr">
              <a:defRPr/>
            </a:lvl1pPr>
          </a:lstStyle>
          <a:p>
            <a:r>
              <a:rPr lang="en-US"/>
              <a:t>Click icon to add picture</a:t>
            </a:r>
          </a:p>
        </p:txBody>
      </p:sp>
      <p:sp>
        <p:nvSpPr>
          <p:cNvPr id="8" name="Content Placeholder 2">
            <a:extLst>
              <a:ext uri="{FF2B5EF4-FFF2-40B4-BE49-F238E27FC236}">
                <a16:creationId xmlns:a16="http://schemas.microsoft.com/office/drawing/2014/main" id="{5C2AF188-3D2C-76B0-48DA-0C564B177921}"/>
              </a:ext>
            </a:extLst>
          </p:cNvPr>
          <p:cNvSpPr>
            <a:spLocks noGrp="1"/>
          </p:cNvSpPr>
          <p:nvPr>
            <p:ph idx="12"/>
          </p:nvPr>
        </p:nvSpPr>
        <p:spPr>
          <a:xfrm>
            <a:off x="9048456" y="3998913"/>
            <a:ext cx="2749927" cy="1982787"/>
          </a:xfrm>
        </p:spPr>
        <p:txBody>
          <a:bodyPr/>
          <a:lstStyle>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4">
            <a:extLst>
              <a:ext uri="{FF2B5EF4-FFF2-40B4-BE49-F238E27FC236}">
                <a16:creationId xmlns:a16="http://schemas.microsoft.com/office/drawing/2014/main" id="{9C3E4A20-48E1-6B96-207C-2A01DD8E971C}"/>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   |   Section Title</a:t>
            </a:r>
          </a:p>
        </p:txBody>
      </p:sp>
      <p:sp>
        <p:nvSpPr>
          <p:cNvPr id="9" name="Slide Number Placeholder 13">
            <a:extLst>
              <a:ext uri="{FF2B5EF4-FFF2-40B4-BE49-F238E27FC236}">
                <a16:creationId xmlns:a16="http://schemas.microsoft.com/office/drawing/2014/main" id="{404392E8-8FC9-D8AC-538E-69F5A15C16E5}"/>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879869548"/>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Four Content One Image">
    <p:spTree>
      <p:nvGrpSpPr>
        <p:cNvPr id="1" name=""/>
        <p:cNvGrpSpPr/>
        <p:nvPr/>
      </p:nvGrpSpPr>
      <p:grpSpPr>
        <a:xfrm>
          <a:off x="0" y="0"/>
          <a:ext cx="0" cy="0"/>
          <a:chOff x="0" y="0"/>
          <a:chExt cx="0" cy="0"/>
        </a:xfrm>
      </p:grpSpPr>
      <p:sp>
        <p:nvSpPr>
          <p:cNvPr id="13" name="Title Placeholder 1">
            <a:extLst>
              <a:ext uri="{FF2B5EF4-FFF2-40B4-BE49-F238E27FC236}">
                <a16:creationId xmlns:a16="http://schemas.microsoft.com/office/drawing/2014/main" id="{3858E610-9BD2-B05C-EB3A-1A76DB512C18}"/>
              </a:ext>
            </a:extLst>
          </p:cNvPr>
          <p:cNvSpPr>
            <a:spLocks noGrp="1"/>
          </p:cNvSpPr>
          <p:nvPr>
            <p:ph type="title"/>
          </p:nvPr>
        </p:nvSpPr>
        <p:spPr>
          <a:xfrm>
            <a:off x="397667" y="402336"/>
            <a:ext cx="5645946" cy="915289"/>
          </a:xfrm>
          <a:prstGeom prst="rect">
            <a:avLst/>
          </a:prstGeom>
        </p:spPr>
        <p:txBody>
          <a:bodyPr vert="horz" lIns="0" tIns="0" rIns="0" bIns="0" rtlCol="0" anchor="t" anchorCtr="0">
            <a:noAutofit/>
          </a:bodyPr>
          <a:lstStyle/>
          <a:p>
            <a:r>
              <a:rPr lang="en-US"/>
              <a:t>Click to edit Master title style</a:t>
            </a:r>
          </a:p>
        </p:txBody>
      </p:sp>
      <p:sp>
        <p:nvSpPr>
          <p:cNvPr id="15" name="Content Placeholder 2">
            <a:extLst>
              <a:ext uri="{FF2B5EF4-FFF2-40B4-BE49-F238E27FC236}">
                <a16:creationId xmlns:a16="http://schemas.microsoft.com/office/drawing/2014/main" id="{5DB5F46A-D65E-8319-07D3-423E64224A7D}"/>
              </a:ext>
            </a:extLst>
          </p:cNvPr>
          <p:cNvSpPr>
            <a:spLocks noGrp="1"/>
          </p:cNvSpPr>
          <p:nvPr>
            <p:ph idx="10"/>
          </p:nvPr>
        </p:nvSpPr>
        <p:spPr>
          <a:xfrm>
            <a:off x="399482" y="1443674"/>
            <a:ext cx="2597467" cy="3980813"/>
          </a:xfrm>
        </p:spPr>
        <p:txBody>
          <a:bodyPr/>
          <a:lstStyle>
            <a:lvl1pPr>
              <a:lnSpc>
                <a:spcPct val="100000"/>
              </a:lnSpc>
              <a:spcAft>
                <a:spcPts val="1300"/>
              </a:spcAft>
              <a:defRPr sz="2000" b="1">
                <a:latin typeface="+mn-lt"/>
              </a:defRPr>
            </a:lvl1pPr>
            <a:lvl2pPr>
              <a:defRPr sz="1200"/>
            </a:lvl2pPr>
            <a:lvl3pPr>
              <a:defRPr sz="1200"/>
            </a:lvl3pPr>
            <a:lvl4pPr>
              <a:defRPr sz="1200"/>
            </a:lvl4pPr>
            <a:lvl5pPr>
              <a:defRPr sz="1200"/>
            </a:lvl5pPr>
          </a:lstStyle>
          <a:p>
            <a:pPr lvl="0"/>
            <a:r>
              <a:rPr lang="en-US"/>
              <a:t>Click to edit Master text styles</a:t>
            </a:r>
          </a:p>
        </p:txBody>
      </p:sp>
      <p:sp>
        <p:nvSpPr>
          <p:cNvPr id="9" name="Content Placeholder 2">
            <a:extLst>
              <a:ext uri="{FF2B5EF4-FFF2-40B4-BE49-F238E27FC236}">
                <a16:creationId xmlns:a16="http://schemas.microsoft.com/office/drawing/2014/main" id="{E3C981AC-1133-16A2-C7BE-8EEEC24A1CC8}"/>
              </a:ext>
            </a:extLst>
          </p:cNvPr>
          <p:cNvSpPr>
            <a:spLocks noGrp="1"/>
          </p:cNvSpPr>
          <p:nvPr>
            <p:ph idx="14"/>
          </p:nvPr>
        </p:nvSpPr>
        <p:spPr>
          <a:xfrm>
            <a:off x="3293938" y="1443674"/>
            <a:ext cx="2597467" cy="3980813"/>
          </a:xfrm>
        </p:spPr>
        <p:txBody>
          <a:bodyPr/>
          <a:lstStyle>
            <a:lvl1pPr>
              <a:lnSpc>
                <a:spcPct val="100000"/>
              </a:lnSpc>
              <a:spcAft>
                <a:spcPts val="1300"/>
              </a:spcAft>
              <a:defRPr sz="15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Picture Placeholder 14">
            <a:extLst>
              <a:ext uri="{FF2B5EF4-FFF2-40B4-BE49-F238E27FC236}">
                <a16:creationId xmlns:a16="http://schemas.microsoft.com/office/drawing/2014/main" id="{A4F26F45-080E-2E94-7AE8-D48A53D6BB61}"/>
              </a:ext>
              <a:ext uri="{C183D7F6-B498-43B3-948B-1728B52AA6E4}">
                <adec:decorative xmlns:adec="http://schemas.microsoft.com/office/drawing/2017/decorative" val="1"/>
              </a:ext>
            </a:extLst>
          </p:cNvPr>
          <p:cNvSpPr>
            <a:spLocks noGrp="1"/>
          </p:cNvSpPr>
          <p:nvPr>
            <p:ph type="pic" sz="quarter" idx="13"/>
          </p:nvPr>
        </p:nvSpPr>
        <p:spPr>
          <a:xfrm>
            <a:off x="6157914" y="1428750"/>
            <a:ext cx="5634604" cy="2455863"/>
          </a:xfrm>
          <a:solidFill>
            <a:schemeClr val="bg2"/>
          </a:solidFill>
        </p:spPr>
        <p:txBody>
          <a:bodyPr tIns="731520"/>
          <a:lstStyle>
            <a:lvl1pPr algn="ctr">
              <a:defRPr/>
            </a:lvl1pPr>
          </a:lstStyle>
          <a:p>
            <a:r>
              <a:rPr lang="en-US"/>
              <a:t>Click icon to add picture</a:t>
            </a:r>
          </a:p>
        </p:txBody>
      </p:sp>
      <p:sp>
        <p:nvSpPr>
          <p:cNvPr id="16" name="Content Placeholder 2">
            <a:extLst>
              <a:ext uri="{FF2B5EF4-FFF2-40B4-BE49-F238E27FC236}">
                <a16:creationId xmlns:a16="http://schemas.microsoft.com/office/drawing/2014/main" id="{7F220BC4-6918-5D08-690A-5DF19E0F6966}"/>
              </a:ext>
            </a:extLst>
          </p:cNvPr>
          <p:cNvSpPr>
            <a:spLocks noGrp="1"/>
          </p:cNvSpPr>
          <p:nvPr>
            <p:ph idx="11"/>
          </p:nvPr>
        </p:nvSpPr>
        <p:spPr>
          <a:xfrm>
            <a:off x="6157913" y="4041936"/>
            <a:ext cx="2765425" cy="1929924"/>
          </a:xfrm>
        </p:spPr>
        <p:txBody>
          <a:bodyPr/>
          <a:lstStyle>
            <a:lvl1pPr>
              <a:lnSpc>
                <a:spcPct val="100000"/>
              </a:lnSpc>
              <a:spcAft>
                <a:spcPts val="1300"/>
              </a:spcAft>
              <a:defRPr sz="18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p:txBody>
      </p:sp>
      <p:sp>
        <p:nvSpPr>
          <p:cNvPr id="10" name="Content Placeholder 2">
            <a:extLst>
              <a:ext uri="{FF2B5EF4-FFF2-40B4-BE49-F238E27FC236}">
                <a16:creationId xmlns:a16="http://schemas.microsoft.com/office/drawing/2014/main" id="{ADA732D9-8671-5C81-D1CA-1C96F66F29CB}"/>
              </a:ext>
            </a:extLst>
          </p:cNvPr>
          <p:cNvSpPr>
            <a:spLocks noGrp="1"/>
          </p:cNvSpPr>
          <p:nvPr>
            <p:ph idx="15"/>
          </p:nvPr>
        </p:nvSpPr>
        <p:spPr>
          <a:xfrm>
            <a:off x="9044749" y="4041936"/>
            <a:ext cx="2765425" cy="1929924"/>
          </a:xfrm>
        </p:spPr>
        <p:txBody>
          <a:bodyPr/>
          <a:lstStyle>
            <a:lvl1pPr>
              <a:lnSpc>
                <a:spcPct val="100000"/>
              </a:lnSpc>
              <a:spcAft>
                <a:spcPts val="1300"/>
              </a:spcAft>
              <a:defRPr sz="1200" b="0">
                <a:latin typeface="+mj-lt"/>
              </a:defRPr>
            </a:lvl1pPr>
            <a:lvl2pPr>
              <a:defRPr sz="1200"/>
            </a:lvl2pPr>
            <a:lvl3pPr>
              <a:defRPr sz="1200"/>
            </a:lvl3pPr>
            <a:lvl4pPr>
              <a:defRPr sz="1200"/>
            </a:lvl4pPr>
            <a:lvl5pPr>
              <a:defRPr sz="1200"/>
            </a:lvl5pPr>
          </a:lstStyle>
          <a:p>
            <a:pPr lvl="0"/>
            <a:r>
              <a:rPr lang="en-US"/>
              <a:t>Click to edit Master text styles</a:t>
            </a:r>
          </a:p>
          <a:p>
            <a:pPr lvl="1"/>
            <a:r>
              <a:rPr lang="en-US"/>
              <a:t>Second level</a:t>
            </a:r>
          </a:p>
        </p:txBody>
      </p:sp>
      <p:sp>
        <p:nvSpPr>
          <p:cNvPr id="3" name="Footer Placeholder 4">
            <a:extLst>
              <a:ext uri="{FF2B5EF4-FFF2-40B4-BE49-F238E27FC236}">
                <a16:creationId xmlns:a16="http://schemas.microsoft.com/office/drawing/2014/main" id="{15361E65-8489-022E-9A46-0B36035A11B5}"/>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   |   Section Title</a:t>
            </a:r>
          </a:p>
        </p:txBody>
      </p:sp>
      <p:sp>
        <p:nvSpPr>
          <p:cNvPr id="5" name="Slide Number Placeholder 13">
            <a:extLst>
              <a:ext uri="{FF2B5EF4-FFF2-40B4-BE49-F238E27FC236}">
                <a16:creationId xmlns:a16="http://schemas.microsoft.com/office/drawing/2014/main" id="{6F60ED92-61BC-58F9-6255-C99E6BFB73B0}"/>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1896626410"/>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Six Content">
    <p:spTree>
      <p:nvGrpSpPr>
        <p:cNvPr id="1" name=""/>
        <p:cNvGrpSpPr/>
        <p:nvPr/>
      </p:nvGrpSpPr>
      <p:grpSpPr>
        <a:xfrm>
          <a:off x="0" y="0"/>
          <a:ext cx="0" cy="0"/>
          <a:chOff x="0" y="0"/>
          <a:chExt cx="0" cy="0"/>
        </a:xfrm>
      </p:grpSpPr>
      <p:sp>
        <p:nvSpPr>
          <p:cNvPr id="18" name="Title Placeholder 1">
            <a:extLst>
              <a:ext uri="{FF2B5EF4-FFF2-40B4-BE49-F238E27FC236}">
                <a16:creationId xmlns:a16="http://schemas.microsoft.com/office/drawing/2014/main" id="{5F55CA50-833E-6AD7-FF00-933528ACEA69}"/>
              </a:ext>
            </a:extLst>
          </p:cNvPr>
          <p:cNvSpPr>
            <a:spLocks noGrp="1"/>
          </p:cNvSpPr>
          <p:nvPr>
            <p:ph type="title"/>
          </p:nvPr>
        </p:nvSpPr>
        <p:spPr>
          <a:xfrm>
            <a:off x="397667" y="402336"/>
            <a:ext cx="5648072" cy="915289"/>
          </a:xfrm>
          <a:prstGeom prst="rect">
            <a:avLst/>
          </a:prstGeom>
        </p:spPr>
        <p:txBody>
          <a:bodyPr vert="horz" lIns="0" tIns="0" rIns="0" bIns="0" rtlCol="0" anchor="t" anchorCtr="0">
            <a:noAutofit/>
          </a:bodyPr>
          <a:lstStyle/>
          <a:p>
            <a:r>
              <a:rPr lang="en-US"/>
              <a:t>Click to edit Master title style</a:t>
            </a:r>
          </a:p>
        </p:txBody>
      </p:sp>
      <p:sp>
        <p:nvSpPr>
          <p:cNvPr id="9" name="Content Placeholder 2">
            <a:extLst>
              <a:ext uri="{FF2B5EF4-FFF2-40B4-BE49-F238E27FC236}">
                <a16:creationId xmlns:a16="http://schemas.microsoft.com/office/drawing/2014/main" id="{3677C545-7EB4-7043-6F4E-6EF59E44A38E}"/>
              </a:ext>
            </a:extLst>
          </p:cNvPr>
          <p:cNvSpPr>
            <a:spLocks noGrp="1"/>
          </p:cNvSpPr>
          <p:nvPr>
            <p:ph idx="1"/>
          </p:nvPr>
        </p:nvSpPr>
        <p:spPr>
          <a:xfrm>
            <a:off x="411480" y="1949196"/>
            <a:ext cx="1796733" cy="3521964"/>
          </a:xfrm>
        </p:spPr>
        <p:txBody>
          <a:bodyPr/>
          <a:lstStyle>
            <a:lvl1pPr>
              <a:spcAft>
                <a:spcPts val="1200"/>
              </a:spcAft>
              <a:defRPr/>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2">
            <a:extLst>
              <a:ext uri="{FF2B5EF4-FFF2-40B4-BE49-F238E27FC236}">
                <a16:creationId xmlns:a16="http://schemas.microsoft.com/office/drawing/2014/main" id="{B1DE2265-798C-4C34-2F7A-9E37AD0B72E0}"/>
              </a:ext>
            </a:extLst>
          </p:cNvPr>
          <p:cNvSpPr>
            <a:spLocks noGrp="1"/>
          </p:cNvSpPr>
          <p:nvPr>
            <p:ph idx="10"/>
          </p:nvPr>
        </p:nvSpPr>
        <p:spPr>
          <a:xfrm>
            <a:off x="2330243" y="1949196"/>
            <a:ext cx="1796733" cy="3521964"/>
          </a:xfrm>
        </p:spPr>
        <p:txBody>
          <a:bodyPr/>
          <a:lstStyle>
            <a:lvl1pPr>
              <a:spcAft>
                <a:spcPts val="1200"/>
              </a:spcAft>
              <a:defRPr/>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2">
            <a:extLst>
              <a:ext uri="{FF2B5EF4-FFF2-40B4-BE49-F238E27FC236}">
                <a16:creationId xmlns:a16="http://schemas.microsoft.com/office/drawing/2014/main" id="{B9929FFD-F8B6-8070-3AC3-1EF5C988CD65}"/>
              </a:ext>
            </a:extLst>
          </p:cNvPr>
          <p:cNvSpPr>
            <a:spLocks noGrp="1"/>
          </p:cNvSpPr>
          <p:nvPr>
            <p:ph idx="11"/>
          </p:nvPr>
        </p:nvSpPr>
        <p:spPr>
          <a:xfrm>
            <a:off x="4249006" y="1949196"/>
            <a:ext cx="1796733" cy="3521964"/>
          </a:xfrm>
        </p:spPr>
        <p:txBody>
          <a:bodyPr/>
          <a:lstStyle>
            <a:lvl1pPr>
              <a:spcAft>
                <a:spcPts val="1200"/>
              </a:spcAft>
              <a:defRPr/>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2">
            <a:extLst>
              <a:ext uri="{FF2B5EF4-FFF2-40B4-BE49-F238E27FC236}">
                <a16:creationId xmlns:a16="http://schemas.microsoft.com/office/drawing/2014/main" id="{EA70EFDA-9453-BCA5-D941-12F2ACA2074F}"/>
              </a:ext>
            </a:extLst>
          </p:cNvPr>
          <p:cNvSpPr>
            <a:spLocks noGrp="1"/>
          </p:cNvSpPr>
          <p:nvPr>
            <p:ph idx="12"/>
          </p:nvPr>
        </p:nvSpPr>
        <p:spPr>
          <a:xfrm>
            <a:off x="6167769" y="1949196"/>
            <a:ext cx="1796733" cy="3521964"/>
          </a:xfrm>
        </p:spPr>
        <p:txBody>
          <a:bodyPr/>
          <a:lstStyle>
            <a:lvl1pPr>
              <a:spcAft>
                <a:spcPts val="1200"/>
              </a:spcAft>
              <a:defRPr/>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2">
            <a:extLst>
              <a:ext uri="{FF2B5EF4-FFF2-40B4-BE49-F238E27FC236}">
                <a16:creationId xmlns:a16="http://schemas.microsoft.com/office/drawing/2014/main" id="{13C9BD80-9837-E8C2-7515-BE852BF7BDF4}"/>
              </a:ext>
            </a:extLst>
          </p:cNvPr>
          <p:cNvSpPr>
            <a:spLocks noGrp="1"/>
          </p:cNvSpPr>
          <p:nvPr>
            <p:ph idx="13"/>
          </p:nvPr>
        </p:nvSpPr>
        <p:spPr>
          <a:xfrm>
            <a:off x="8086532" y="1949196"/>
            <a:ext cx="1796733" cy="3521964"/>
          </a:xfrm>
        </p:spPr>
        <p:txBody>
          <a:bodyPr/>
          <a:lstStyle>
            <a:lvl1pPr>
              <a:spcAft>
                <a:spcPts val="1200"/>
              </a:spcAft>
              <a:defRPr/>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Content Placeholder 2">
            <a:extLst>
              <a:ext uri="{FF2B5EF4-FFF2-40B4-BE49-F238E27FC236}">
                <a16:creationId xmlns:a16="http://schemas.microsoft.com/office/drawing/2014/main" id="{28414709-ADE5-C602-1625-C637F6C5FB12}"/>
              </a:ext>
            </a:extLst>
          </p:cNvPr>
          <p:cNvSpPr>
            <a:spLocks noGrp="1"/>
          </p:cNvSpPr>
          <p:nvPr>
            <p:ph idx="14"/>
          </p:nvPr>
        </p:nvSpPr>
        <p:spPr>
          <a:xfrm>
            <a:off x="10005295" y="1949196"/>
            <a:ext cx="1796733" cy="3521964"/>
          </a:xfrm>
        </p:spPr>
        <p:txBody>
          <a:bodyPr/>
          <a:lstStyle>
            <a:lvl1pPr>
              <a:spcAft>
                <a:spcPts val="1200"/>
              </a:spcAft>
              <a:defRPr/>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4">
            <a:extLst>
              <a:ext uri="{FF2B5EF4-FFF2-40B4-BE49-F238E27FC236}">
                <a16:creationId xmlns:a16="http://schemas.microsoft.com/office/drawing/2014/main" id="{9FC01FB3-8B1A-6F97-AB07-F4AF0F675FEA}"/>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   |   Section Title</a:t>
            </a:r>
          </a:p>
        </p:txBody>
      </p:sp>
      <p:sp>
        <p:nvSpPr>
          <p:cNvPr id="5" name="Slide Number Placeholder 13">
            <a:extLst>
              <a:ext uri="{FF2B5EF4-FFF2-40B4-BE49-F238E27FC236}">
                <a16:creationId xmlns:a16="http://schemas.microsoft.com/office/drawing/2014/main" id="{2E9AFACD-CF24-6CBE-B881-BC672575304B}"/>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3942389412"/>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Six Content Six Numbers">
    <p:spTree>
      <p:nvGrpSpPr>
        <p:cNvPr id="1" name=""/>
        <p:cNvGrpSpPr/>
        <p:nvPr/>
      </p:nvGrpSpPr>
      <p:grpSpPr>
        <a:xfrm>
          <a:off x="0" y="0"/>
          <a:ext cx="0" cy="0"/>
          <a:chOff x="0" y="0"/>
          <a:chExt cx="0" cy="0"/>
        </a:xfrm>
      </p:grpSpPr>
      <p:sp>
        <p:nvSpPr>
          <p:cNvPr id="29" name="Title Placeholder 1">
            <a:extLst>
              <a:ext uri="{FF2B5EF4-FFF2-40B4-BE49-F238E27FC236}">
                <a16:creationId xmlns:a16="http://schemas.microsoft.com/office/drawing/2014/main" id="{9C59803B-BF63-6637-E0C7-431792EDF84B}"/>
              </a:ext>
            </a:extLst>
          </p:cNvPr>
          <p:cNvSpPr>
            <a:spLocks noGrp="1"/>
          </p:cNvSpPr>
          <p:nvPr>
            <p:ph type="title"/>
          </p:nvPr>
        </p:nvSpPr>
        <p:spPr>
          <a:xfrm>
            <a:off x="397667" y="402336"/>
            <a:ext cx="5648072" cy="915289"/>
          </a:xfrm>
          <a:prstGeom prst="rect">
            <a:avLst/>
          </a:prstGeom>
        </p:spPr>
        <p:txBody>
          <a:bodyPr vert="horz" lIns="0" tIns="0" rIns="0" bIns="0" rtlCol="0" anchor="t" anchorCtr="0">
            <a:noAutofit/>
          </a:bodyPr>
          <a:lstStyle/>
          <a:p>
            <a:r>
              <a:rPr lang="en-US"/>
              <a:t>Click to edit Master title style</a:t>
            </a:r>
          </a:p>
        </p:txBody>
      </p:sp>
      <p:sp>
        <p:nvSpPr>
          <p:cNvPr id="11" name="Text Placeholder 2">
            <a:extLst>
              <a:ext uri="{FF2B5EF4-FFF2-40B4-BE49-F238E27FC236}">
                <a16:creationId xmlns:a16="http://schemas.microsoft.com/office/drawing/2014/main" id="{93E53EE2-D031-FB0F-FA32-18DFB38D8530}"/>
              </a:ext>
            </a:extLst>
          </p:cNvPr>
          <p:cNvSpPr>
            <a:spLocks noGrp="1"/>
          </p:cNvSpPr>
          <p:nvPr>
            <p:ph type="body" idx="15" hasCustomPrompt="1"/>
          </p:nvPr>
        </p:nvSpPr>
        <p:spPr>
          <a:xfrm>
            <a:off x="407670" y="1949410"/>
            <a:ext cx="1800543" cy="1415772"/>
          </a:xfrm>
        </p:spPr>
        <p:txBody>
          <a:bodyPr wrap="square">
            <a:spAutoFit/>
          </a:bodyPr>
          <a:lstStyle>
            <a:lvl1pPr marL="0" indent="0" algn="l">
              <a:lnSpc>
                <a:spcPct val="80000"/>
              </a:lnSpc>
              <a:spcBef>
                <a:spcPts val="0"/>
              </a:spcBef>
              <a:spcAft>
                <a:spcPts val="0"/>
              </a:spcAft>
              <a:buNone/>
              <a:defRPr sz="11500" b="0" kern="100" spc="-50" baseline="0">
                <a:solidFill>
                  <a:schemeClr val="accent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0</a:t>
            </a:r>
          </a:p>
        </p:txBody>
      </p:sp>
      <p:sp>
        <p:nvSpPr>
          <p:cNvPr id="9" name="Content Placeholder 2">
            <a:extLst>
              <a:ext uri="{FF2B5EF4-FFF2-40B4-BE49-F238E27FC236}">
                <a16:creationId xmlns:a16="http://schemas.microsoft.com/office/drawing/2014/main" id="{3677C545-7EB4-7043-6F4E-6EF59E44A38E}"/>
              </a:ext>
            </a:extLst>
          </p:cNvPr>
          <p:cNvSpPr>
            <a:spLocks noGrp="1"/>
          </p:cNvSpPr>
          <p:nvPr>
            <p:ph idx="1"/>
          </p:nvPr>
        </p:nvSpPr>
        <p:spPr>
          <a:xfrm>
            <a:off x="411480" y="3488436"/>
            <a:ext cx="1796733" cy="2443101"/>
          </a:xfrm>
        </p:spPr>
        <p:txBody>
          <a:bodyPr/>
          <a:lstStyle>
            <a:lvl1pPr>
              <a:spcAft>
                <a:spcPts val="1200"/>
              </a:spcAft>
              <a:defRPr sz="1500"/>
            </a:lvl1pPr>
            <a:lvl2pPr>
              <a:lnSpc>
                <a:spcPct val="100000"/>
              </a:lnSpc>
              <a:spcBef>
                <a:spcPts val="300"/>
              </a:spcBef>
              <a:defRPr sz="1100"/>
            </a:lvl2pPr>
            <a:lvl3pPr>
              <a:lnSpc>
                <a:spcPct val="100000"/>
              </a:lnSpc>
              <a:defRPr sz="1100"/>
            </a:lvl3pPr>
            <a:lvl4pPr>
              <a:lnSpc>
                <a:spcPct val="100000"/>
              </a:lnSpc>
              <a:defRPr sz="1100"/>
            </a:lvl4pPr>
            <a:lvl5pPr>
              <a:lnSpc>
                <a:spcPct val="100000"/>
              </a:lnSpc>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2">
            <a:extLst>
              <a:ext uri="{FF2B5EF4-FFF2-40B4-BE49-F238E27FC236}">
                <a16:creationId xmlns:a16="http://schemas.microsoft.com/office/drawing/2014/main" id="{3544A30F-D4EB-D59A-37AC-6229A950B4EE}"/>
              </a:ext>
            </a:extLst>
          </p:cNvPr>
          <p:cNvSpPr>
            <a:spLocks noGrp="1"/>
          </p:cNvSpPr>
          <p:nvPr>
            <p:ph type="body" idx="16" hasCustomPrompt="1"/>
          </p:nvPr>
        </p:nvSpPr>
        <p:spPr>
          <a:xfrm>
            <a:off x="2326433" y="1949410"/>
            <a:ext cx="1800543" cy="1415772"/>
          </a:xfrm>
        </p:spPr>
        <p:txBody>
          <a:bodyPr wrap="square">
            <a:spAutoFit/>
          </a:bodyPr>
          <a:lstStyle>
            <a:lvl1pPr marL="0" indent="0" algn="l">
              <a:lnSpc>
                <a:spcPct val="80000"/>
              </a:lnSpc>
              <a:spcBef>
                <a:spcPts val="0"/>
              </a:spcBef>
              <a:spcAft>
                <a:spcPts val="0"/>
              </a:spcAft>
              <a:buNone/>
              <a:defRPr sz="11500" b="0" kern="100" spc="-50" baseline="0">
                <a:solidFill>
                  <a:schemeClr val="accent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0</a:t>
            </a:r>
          </a:p>
        </p:txBody>
      </p:sp>
      <p:sp>
        <p:nvSpPr>
          <p:cNvPr id="24" name="Content Placeholder 2">
            <a:extLst>
              <a:ext uri="{FF2B5EF4-FFF2-40B4-BE49-F238E27FC236}">
                <a16:creationId xmlns:a16="http://schemas.microsoft.com/office/drawing/2014/main" id="{C604CA07-6A61-6EE7-9AB7-5D1AC3E61585}"/>
              </a:ext>
            </a:extLst>
          </p:cNvPr>
          <p:cNvSpPr>
            <a:spLocks noGrp="1"/>
          </p:cNvSpPr>
          <p:nvPr>
            <p:ph idx="21"/>
          </p:nvPr>
        </p:nvSpPr>
        <p:spPr>
          <a:xfrm>
            <a:off x="2326433" y="3488436"/>
            <a:ext cx="1796733" cy="2443101"/>
          </a:xfrm>
        </p:spPr>
        <p:txBody>
          <a:bodyPr/>
          <a:lstStyle>
            <a:lvl1pPr>
              <a:spcAft>
                <a:spcPts val="1200"/>
              </a:spcAft>
              <a:defRPr sz="1500"/>
            </a:lvl1pPr>
            <a:lvl2pPr>
              <a:lnSpc>
                <a:spcPct val="100000"/>
              </a:lnSpc>
              <a:spcBef>
                <a:spcPts val="300"/>
              </a:spcBef>
              <a:defRPr sz="1100"/>
            </a:lvl2pPr>
            <a:lvl3pPr>
              <a:lnSpc>
                <a:spcPct val="100000"/>
              </a:lnSpc>
              <a:defRPr sz="1100"/>
            </a:lvl3pPr>
            <a:lvl4pPr>
              <a:lnSpc>
                <a:spcPct val="100000"/>
              </a:lnSpc>
              <a:defRPr sz="1100"/>
            </a:lvl4pPr>
            <a:lvl5pPr>
              <a:lnSpc>
                <a:spcPct val="100000"/>
              </a:lnSpc>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2">
            <a:extLst>
              <a:ext uri="{FF2B5EF4-FFF2-40B4-BE49-F238E27FC236}">
                <a16:creationId xmlns:a16="http://schemas.microsoft.com/office/drawing/2014/main" id="{CC17F671-8B9C-F9FE-AEDA-9A8FBDDADA36}"/>
              </a:ext>
            </a:extLst>
          </p:cNvPr>
          <p:cNvSpPr>
            <a:spLocks noGrp="1"/>
          </p:cNvSpPr>
          <p:nvPr>
            <p:ph type="body" idx="17" hasCustomPrompt="1"/>
          </p:nvPr>
        </p:nvSpPr>
        <p:spPr>
          <a:xfrm>
            <a:off x="4249006" y="1949410"/>
            <a:ext cx="1800543" cy="1415772"/>
          </a:xfrm>
        </p:spPr>
        <p:txBody>
          <a:bodyPr wrap="square">
            <a:spAutoFit/>
          </a:bodyPr>
          <a:lstStyle>
            <a:lvl1pPr marL="0" indent="0" algn="l">
              <a:lnSpc>
                <a:spcPct val="80000"/>
              </a:lnSpc>
              <a:spcBef>
                <a:spcPts val="0"/>
              </a:spcBef>
              <a:spcAft>
                <a:spcPts val="0"/>
              </a:spcAft>
              <a:buNone/>
              <a:defRPr sz="11500" b="0" kern="100" spc="-50" baseline="0">
                <a:solidFill>
                  <a:schemeClr val="accent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0</a:t>
            </a:r>
          </a:p>
        </p:txBody>
      </p:sp>
      <p:sp>
        <p:nvSpPr>
          <p:cNvPr id="25" name="Content Placeholder 2">
            <a:extLst>
              <a:ext uri="{FF2B5EF4-FFF2-40B4-BE49-F238E27FC236}">
                <a16:creationId xmlns:a16="http://schemas.microsoft.com/office/drawing/2014/main" id="{89B651F7-7166-CE84-83FD-8A58F6870DE8}"/>
              </a:ext>
            </a:extLst>
          </p:cNvPr>
          <p:cNvSpPr>
            <a:spLocks noGrp="1"/>
          </p:cNvSpPr>
          <p:nvPr>
            <p:ph idx="22"/>
          </p:nvPr>
        </p:nvSpPr>
        <p:spPr>
          <a:xfrm>
            <a:off x="4249006" y="3488436"/>
            <a:ext cx="1796733" cy="2443101"/>
          </a:xfrm>
        </p:spPr>
        <p:txBody>
          <a:bodyPr/>
          <a:lstStyle>
            <a:lvl1pPr>
              <a:spcAft>
                <a:spcPts val="1200"/>
              </a:spcAft>
              <a:defRPr sz="1500"/>
            </a:lvl1pPr>
            <a:lvl2pPr>
              <a:lnSpc>
                <a:spcPct val="100000"/>
              </a:lnSpc>
              <a:spcBef>
                <a:spcPts val="300"/>
              </a:spcBef>
              <a:defRPr sz="1100"/>
            </a:lvl2pPr>
            <a:lvl3pPr>
              <a:lnSpc>
                <a:spcPct val="100000"/>
              </a:lnSpc>
              <a:defRPr sz="1100"/>
            </a:lvl3pPr>
            <a:lvl4pPr>
              <a:lnSpc>
                <a:spcPct val="100000"/>
              </a:lnSpc>
              <a:defRPr sz="1100"/>
            </a:lvl4pPr>
            <a:lvl5pPr>
              <a:lnSpc>
                <a:spcPct val="100000"/>
              </a:lnSpc>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Text Placeholder 2">
            <a:extLst>
              <a:ext uri="{FF2B5EF4-FFF2-40B4-BE49-F238E27FC236}">
                <a16:creationId xmlns:a16="http://schemas.microsoft.com/office/drawing/2014/main" id="{ECE30FE5-2A66-1ECD-730E-80C2B769357F}"/>
              </a:ext>
            </a:extLst>
          </p:cNvPr>
          <p:cNvSpPr>
            <a:spLocks noGrp="1"/>
          </p:cNvSpPr>
          <p:nvPr>
            <p:ph type="body" idx="18" hasCustomPrompt="1"/>
          </p:nvPr>
        </p:nvSpPr>
        <p:spPr>
          <a:xfrm>
            <a:off x="6167769" y="1949410"/>
            <a:ext cx="1800543" cy="1415772"/>
          </a:xfrm>
        </p:spPr>
        <p:txBody>
          <a:bodyPr wrap="square">
            <a:spAutoFit/>
          </a:bodyPr>
          <a:lstStyle>
            <a:lvl1pPr marL="0" indent="0" algn="l">
              <a:lnSpc>
                <a:spcPct val="80000"/>
              </a:lnSpc>
              <a:spcBef>
                <a:spcPts val="0"/>
              </a:spcBef>
              <a:spcAft>
                <a:spcPts val="0"/>
              </a:spcAft>
              <a:buNone/>
              <a:defRPr sz="11500" b="0" kern="100" spc="-50" baseline="0">
                <a:solidFill>
                  <a:schemeClr val="accent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0</a:t>
            </a:r>
          </a:p>
        </p:txBody>
      </p:sp>
      <p:sp>
        <p:nvSpPr>
          <p:cNvPr id="26" name="Content Placeholder 2">
            <a:extLst>
              <a:ext uri="{FF2B5EF4-FFF2-40B4-BE49-F238E27FC236}">
                <a16:creationId xmlns:a16="http://schemas.microsoft.com/office/drawing/2014/main" id="{590F1832-1857-55DA-5830-56D2E0B84073}"/>
              </a:ext>
            </a:extLst>
          </p:cNvPr>
          <p:cNvSpPr>
            <a:spLocks noGrp="1"/>
          </p:cNvSpPr>
          <p:nvPr>
            <p:ph idx="23"/>
          </p:nvPr>
        </p:nvSpPr>
        <p:spPr>
          <a:xfrm>
            <a:off x="6167769" y="3488436"/>
            <a:ext cx="1796733" cy="2443101"/>
          </a:xfrm>
        </p:spPr>
        <p:txBody>
          <a:bodyPr/>
          <a:lstStyle>
            <a:lvl1pPr>
              <a:spcAft>
                <a:spcPts val="1200"/>
              </a:spcAft>
              <a:defRPr sz="1500"/>
            </a:lvl1pPr>
            <a:lvl2pPr>
              <a:lnSpc>
                <a:spcPct val="100000"/>
              </a:lnSpc>
              <a:spcBef>
                <a:spcPts val="300"/>
              </a:spcBef>
              <a:defRPr sz="1100"/>
            </a:lvl2pPr>
            <a:lvl3pPr>
              <a:lnSpc>
                <a:spcPct val="100000"/>
              </a:lnSpc>
              <a:defRPr sz="1100"/>
            </a:lvl3pPr>
            <a:lvl4pPr>
              <a:lnSpc>
                <a:spcPct val="100000"/>
              </a:lnSpc>
              <a:defRPr sz="1100"/>
            </a:lvl4pPr>
            <a:lvl5pPr>
              <a:lnSpc>
                <a:spcPct val="100000"/>
              </a:lnSpc>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2">
            <a:extLst>
              <a:ext uri="{FF2B5EF4-FFF2-40B4-BE49-F238E27FC236}">
                <a16:creationId xmlns:a16="http://schemas.microsoft.com/office/drawing/2014/main" id="{067701D3-6751-E230-8414-4D83FACD1903}"/>
              </a:ext>
            </a:extLst>
          </p:cNvPr>
          <p:cNvSpPr>
            <a:spLocks noGrp="1"/>
          </p:cNvSpPr>
          <p:nvPr>
            <p:ph type="body" idx="19" hasCustomPrompt="1"/>
          </p:nvPr>
        </p:nvSpPr>
        <p:spPr>
          <a:xfrm>
            <a:off x="8086532" y="1949410"/>
            <a:ext cx="1800543" cy="1415772"/>
          </a:xfrm>
        </p:spPr>
        <p:txBody>
          <a:bodyPr wrap="square">
            <a:spAutoFit/>
          </a:bodyPr>
          <a:lstStyle>
            <a:lvl1pPr marL="0" indent="0" algn="l">
              <a:lnSpc>
                <a:spcPct val="80000"/>
              </a:lnSpc>
              <a:spcBef>
                <a:spcPts val="0"/>
              </a:spcBef>
              <a:spcAft>
                <a:spcPts val="0"/>
              </a:spcAft>
              <a:buNone/>
              <a:defRPr sz="11500" b="0" kern="100" spc="-50" baseline="0">
                <a:solidFill>
                  <a:schemeClr val="accent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0</a:t>
            </a:r>
          </a:p>
        </p:txBody>
      </p:sp>
      <p:sp>
        <p:nvSpPr>
          <p:cNvPr id="27" name="Content Placeholder 2">
            <a:extLst>
              <a:ext uri="{FF2B5EF4-FFF2-40B4-BE49-F238E27FC236}">
                <a16:creationId xmlns:a16="http://schemas.microsoft.com/office/drawing/2014/main" id="{FD9D2967-C22A-B1DF-008F-37A536CDA2A4}"/>
              </a:ext>
            </a:extLst>
          </p:cNvPr>
          <p:cNvSpPr>
            <a:spLocks noGrp="1"/>
          </p:cNvSpPr>
          <p:nvPr>
            <p:ph idx="24"/>
          </p:nvPr>
        </p:nvSpPr>
        <p:spPr>
          <a:xfrm>
            <a:off x="8086532" y="3488436"/>
            <a:ext cx="1796733" cy="2443101"/>
          </a:xfrm>
        </p:spPr>
        <p:txBody>
          <a:bodyPr/>
          <a:lstStyle>
            <a:lvl1pPr>
              <a:spcAft>
                <a:spcPts val="1200"/>
              </a:spcAft>
              <a:defRPr sz="1500"/>
            </a:lvl1pPr>
            <a:lvl2pPr>
              <a:lnSpc>
                <a:spcPct val="100000"/>
              </a:lnSpc>
              <a:spcBef>
                <a:spcPts val="300"/>
              </a:spcBef>
              <a:defRPr sz="1100"/>
            </a:lvl2pPr>
            <a:lvl3pPr>
              <a:lnSpc>
                <a:spcPct val="100000"/>
              </a:lnSpc>
              <a:defRPr sz="1100"/>
            </a:lvl3pPr>
            <a:lvl4pPr>
              <a:lnSpc>
                <a:spcPct val="100000"/>
              </a:lnSpc>
              <a:defRPr sz="1100"/>
            </a:lvl4pPr>
            <a:lvl5pPr>
              <a:lnSpc>
                <a:spcPct val="100000"/>
              </a:lnSpc>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Text Placeholder 2">
            <a:extLst>
              <a:ext uri="{FF2B5EF4-FFF2-40B4-BE49-F238E27FC236}">
                <a16:creationId xmlns:a16="http://schemas.microsoft.com/office/drawing/2014/main" id="{464E5050-91BD-1F8D-DCE3-AFCCBA5D49FE}"/>
              </a:ext>
            </a:extLst>
          </p:cNvPr>
          <p:cNvSpPr>
            <a:spLocks noGrp="1"/>
          </p:cNvSpPr>
          <p:nvPr>
            <p:ph type="body" idx="20" hasCustomPrompt="1"/>
          </p:nvPr>
        </p:nvSpPr>
        <p:spPr>
          <a:xfrm>
            <a:off x="10005295" y="1949410"/>
            <a:ext cx="1800543" cy="1415772"/>
          </a:xfrm>
        </p:spPr>
        <p:txBody>
          <a:bodyPr wrap="square">
            <a:spAutoFit/>
          </a:bodyPr>
          <a:lstStyle>
            <a:lvl1pPr marL="0" indent="0" algn="l">
              <a:lnSpc>
                <a:spcPct val="80000"/>
              </a:lnSpc>
              <a:spcBef>
                <a:spcPts val="0"/>
              </a:spcBef>
              <a:spcAft>
                <a:spcPts val="0"/>
              </a:spcAft>
              <a:buNone/>
              <a:defRPr sz="11500" b="0" kern="100" spc="-50" baseline="0">
                <a:solidFill>
                  <a:schemeClr val="accent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0</a:t>
            </a:r>
          </a:p>
        </p:txBody>
      </p:sp>
      <p:sp>
        <p:nvSpPr>
          <p:cNvPr id="28" name="Content Placeholder 2">
            <a:extLst>
              <a:ext uri="{FF2B5EF4-FFF2-40B4-BE49-F238E27FC236}">
                <a16:creationId xmlns:a16="http://schemas.microsoft.com/office/drawing/2014/main" id="{50B501A3-4C30-D139-31F2-53CC077019FD}"/>
              </a:ext>
            </a:extLst>
          </p:cNvPr>
          <p:cNvSpPr>
            <a:spLocks noGrp="1"/>
          </p:cNvSpPr>
          <p:nvPr>
            <p:ph idx="25"/>
          </p:nvPr>
        </p:nvSpPr>
        <p:spPr>
          <a:xfrm>
            <a:off x="10005295" y="3488436"/>
            <a:ext cx="1796733" cy="2443101"/>
          </a:xfrm>
        </p:spPr>
        <p:txBody>
          <a:bodyPr/>
          <a:lstStyle>
            <a:lvl1pPr>
              <a:spcAft>
                <a:spcPts val="1200"/>
              </a:spcAft>
              <a:defRPr sz="1500"/>
            </a:lvl1pPr>
            <a:lvl2pPr>
              <a:lnSpc>
                <a:spcPct val="100000"/>
              </a:lnSpc>
              <a:spcBef>
                <a:spcPts val="300"/>
              </a:spcBef>
              <a:defRPr sz="1100"/>
            </a:lvl2pPr>
            <a:lvl3pPr>
              <a:lnSpc>
                <a:spcPct val="100000"/>
              </a:lnSpc>
              <a:defRPr sz="1100"/>
            </a:lvl3pPr>
            <a:lvl4pPr>
              <a:lnSpc>
                <a:spcPct val="100000"/>
              </a:lnSpc>
              <a:defRPr sz="1100"/>
            </a:lvl4pPr>
            <a:lvl5pPr>
              <a:lnSpc>
                <a:spcPct val="100000"/>
              </a:lnSpc>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4">
            <a:extLst>
              <a:ext uri="{FF2B5EF4-FFF2-40B4-BE49-F238E27FC236}">
                <a16:creationId xmlns:a16="http://schemas.microsoft.com/office/drawing/2014/main" id="{7953C0A1-993D-3C98-C331-16749B76A861}"/>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   |   Section Title</a:t>
            </a:r>
          </a:p>
        </p:txBody>
      </p:sp>
      <p:sp>
        <p:nvSpPr>
          <p:cNvPr id="5" name="Slide Number Placeholder 13">
            <a:extLst>
              <a:ext uri="{FF2B5EF4-FFF2-40B4-BE49-F238E27FC236}">
                <a16:creationId xmlns:a16="http://schemas.microsoft.com/office/drawing/2014/main" id="{15441E1C-321B-0C48-3C86-6A2676A09A5F}"/>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1915670516"/>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01A1D7-A824-48A0-3E0C-4A7C86CA63AB}"/>
              </a:ext>
            </a:extLst>
          </p:cNvPr>
          <p:cNvSpPr>
            <a:spLocks noGrp="1"/>
          </p:cNvSpPr>
          <p:nvPr>
            <p:ph type="title" hasCustomPrompt="1"/>
          </p:nvPr>
        </p:nvSpPr>
        <p:spPr>
          <a:xfrm>
            <a:off x="401883" y="-300748"/>
            <a:ext cx="5638005" cy="249299"/>
          </a:xfrm>
        </p:spPr>
        <p:txBody>
          <a:bodyPr wrap="square">
            <a:spAutoFit/>
          </a:bodyPr>
          <a:lstStyle>
            <a:lvl1pPr>
              <a:defRPr sz="1800" b="0"/>
            </a:lvl1pPr>
          </a:lstStyle>
          <a:p>
            <a:r>
              <a:rPr lang="en-US"/>
              <a:t>Title for accessibility</a:t>
            </a:r>
          </a:p>
        </p:txBody>
      </p:sp>
      <p:sp>
        <p:nvSpPr>
          <p:cNvPr id="10" name="TextBox 9">
            <a:extLst>
              <a:ext uri="{FF2B5EF4-FFF2-40B4-BE49-F238E27FC236}">
                <a16:creationId xmlns:a16="http://schemas.microsoft.com/office/drawing/2014/main" id="{83340C10-F5A2-1E40-474D-C57EC62F0F33}"/>
              </a:ext>
              <a:ext uri="{C183D7F6-B498-43B3-948B-1728B52AA6E4}">
                <adec:decorative xmlns:adec="http://schemas.microsoft.com/office/drawing/2017/decorative" val="1"/>
              </a:ext>
            </a:extLst>
          </p:cNvPr>
          <p:cNvSpPr txBox="1"/>
          <p:nvPr userDrawn="1"/>
        </p:nvSpPr>
        <p:spPr>
          <a:xfrm>
            <a:off x="6039888" y="593396"/>
            <a:ext cx="941937" cy="622957"/>
          </a:xfrm>
          <a:prstGeom prst="rect">
            <a:avLst/>
          </a:prstGeom>
          <a:noFill/>
        </p:spPr>
        <p:txBody>
          <a:bodyPr wrap="square" lIns="0" tIns="0" rIns="0" bIns="0" rtlCol="0" anchor="t">
            <a:noAutofit/>
          </a:bodyPr>
          <a:lstStyle/>
          <a:p>
            <a:pPr marL="12700" marR="5080" lvl="0" indent="0" defTabSz="914400" eaLnBrk="1" fontAlgn="auto" latinLnBrk="0" hangingPunct="1">
              <a:lnSpc>
                <a:spcPct val="80000"/>
              </a:lnSpc>
              <a:spcAft>
                <a:spcPts val="0"/>
              </a:spcAft>
              <a:buClrTx/>
              <a:buSzTx/>
              <a:buFontTx/>
              <a:buNone/>
              <a:tabLst/>
              <a:defRPr/>
            </a:pPr>
            <a:r>
              <a:rPr kumimoji="0" lang="en-US" sz="13800" b="1" u="none" strike="noStrike" kern="0" cap="none" spc="-105" normalizeH="0" baseline="0" noProof="0">
                <a:ln>
                  <a:noFill/>
                </a:ln>
                <a:solidFill>
                  <a:schemeClr val="accent1"/>
                </a:solidFill>
                <a:effectLst/>
                <a:uLnTx/>
                <a:uFillTx/>
                <a:cs typeface="Arial" panose="020B0604020202020204" pitchFamily="34" charset="0"/>
              </a:rPr>
              <a:t>“</a:t>
            </a:r>
            <a:endParaRPr lang="en-US" sz="6000" b="1">
              <a:solidFill>
                <a:schemeClr val="accent1"/>
              </a:solidFill>
              <a:cs typeface="Arial" panose="020B0604020202020204" pitchFamily="34" charset="0"/>
            </a:endParaRPr>
          </a:p>
        </p:txBody>
      </p:sp>
      <p:sp>
        <p:nvSpPr>
          <p:cNvPr id="3" name="Content Placeholder 2">
            <a:extLst>
              <a:ext uri="{FF2B5EF4-FFF2-40B4-BE49-F238E27FC236}">
                <a16:creationId xmlns:a16="http://schemas.microsoft.com/office/drawing/2014/main" id="{226E3B15-3502-F478-0302-DCABA0B41AD0}"/>
              </a:ext>
            </a:extLst>
          </p:cNvPr>
          <p:cNvSpPr>
            <a:spLocks noGrp="1"/>
          </p:cNvSpPr>
          <p:nvPr>
            <p:ph idx="1"/>
          </p:nvPr>
        </p:nvSpPr>
        <p:spPr>
          <a:xfrm>
            <a:off x="6163135" y="1317530"/>
            <a:ext cx="5668962" cy="3758184"/>
          </a:xfrm>
        </p:spPr>
        <p:txBody>
          <a:bodyPr/>
          <a:lstStyle>
            <a:lvl1pPr>
              <a:lnSpc>
                <a:spcPct val="100000"/>
              </a:lnSpc>
              <a:spcBef>
                <a:spcPts val="900"/>
              </a:spcBef>
              <a:spcAft>
                <a:spcPts val="0"/>
              </a:spcAft>
              <a:defRPr sz="4000" b="0" spc="-50" baseline="0">
                <a:latin typeface="+mj-lt"/>
              </a:defRPr>
            </a:lvl1pPr>
          </a:lstStyle>
          <a:p>
            <a:pPr lvl="0"/>
            <a:r>
              <a:rPr lang="en-US"/>
              <a:t>Click to edit Master text styles</a:t>
            </a:r>
          </a:p>
        </p:txBody>
      </p:sp>
      <p:sp>
        <p:nvSpPr>
          <p:cNvPr id="6" name="Content Placeholder 2">
            <a:extLst>
              <a:ext uri="{FF2B5EF4-FFF2-40B4-BE49-F238E27FC236}">
                <a16:creationId xmlns:a16="http://schemas.microsoft.com/office/drawing/2014/main" id="{FA9DB721-FE7A-8DE5-B433-99C88BFAE50D}"/>
              </a:ext>
            </a:extLst>
          </p:cNvPr>
          <p:cNvSpPr>
            <a:spLocks noGrp="1"/>
          </p:cNvSpPr>
          <p:nvPr>
            <p:ph idx="10"/>
          </p:nvPr>
        </p:nvSpPr>
        <p:spPr>
          <a:xfrm>
            <a:off x="353829" y="4983333"/>
            <a:ext cx="4702359" cy="1014843"/>
          </a:xfrm>
        </p:spPr>
        <p:txBody>
          <a:bodyPr/>
          <a:lstStyle>
            <a:lvl1pPr>
              <a:lnSpc>
                <a:spcPct val="100000"/>
              </a:lnSpc>
              <a:spcBef>
                <a:spcPts val="0"/>
              </a:spcBef>
              <a:spcAft>
                <a:spcPts val="0"/>
              </a:spcAft>
              <a:defRPr sz="1600"/>
            </a:lvl1pPr>
            <a:lvl2pPr>
              <a:lnSpc>
                <a:spcPct val="100000"/>
              </a:lnSpc>
              <a:spcBef>
                <a:spcPts val="0"/>
              </a:spcBef>
              <a:spcAft>
                <a:spcPts val="0"/>
              </a:spcAft>
              <a:defRPr sz="1600">
                <a:latin typeface="+mj-lt"/>
              </a:defRPr>
            </a:lvl2pPr>
            <a:lvl3pPr marL="0" indent="0">
              <a:buNone/>
              <a:defRPr/>
            </a:lvl3pPr>
          </a:lstStyle>
          <a:p>
            <a:pPr lvl="0"/>
            <a:r>
              <a:rPr lang="en-US"/>
              <a:t>Click to edit Master text styles</a:t>
            </a:r>
          </a:p>
          <a:p>
            <a:pPr lvl="1"/>
            <a:r>
              <a:rPr lang="en-US"/>
              <a:t>Second level</a:t>
            </a:r>
          </a:p>
        </p:txBody>
      </p:sp>
      <p:sp>
        <p:nvSpPr>
          <p:cNvPr id="7" name="Footer Placeholder 4">
            <a:extLst>
              <a:ext uri="{FF2B5EF4-FFF2-40B4-BE49-F238E27FC236}">
                <a16:creationId xmlns:a16="http://schemas.microsoft.com/office/drawing/2014/main" id="{D2B9EA5E-E423-D219-6037-CCB61AE3B50F}"/>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   |   Section Title</a:t>
            </a:r>
          </a:p>
        </p:txBody>
      </p:sp>
      <p:sp>
        <p:nvSpPr>
          <p:cNvPr id="8" name="Slide Number Placeholder 13">
            <a:extLst>
              <a:ext uri="{FF2B5EF4-FFF2-40B4-BE49-F238E27FC236}">
                <a16:creationId xmlns:a16="http://schemas.microsoft.com/office/drawing/2014/main" id="{C901CE32-26BB-268E-2590-66DB5ADDFD98}"/>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418015389"/>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Quote with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01A1D7-A824-48A0-3E0C-4A7C86CA63AB}"/>
              </a:ext>
            </a:extLst>
          </p:cNvPr>
          <p:cNvSpPr>
            <a:spLocks noGrp="1"/>
          </p:cNvSpPr>
          <p:nvPr>
            <p:ph type="title" hasCustomPrompt="1"/>
          </p:nvPr>
        </p:nvSpPr>
        <p:spPr>
          <a:xfrm>
            <a:off x="396516" y="-300748"/>
            <a:ext cx="5647097" cy="249299"/>
          </a:xfrm>
        </p:spPr>
        <p:txBody>
          <a:bodyPr wrap="square">
            <a:spAutoFit/>
          </a:bodyPr>
          <a:lstStyle>
            <a:lvl1pPr>
              <a:defRPr sz="1800" b="0"/>
            </a:lvl1pPr>
          </a:lstStyle>
          <a:p>
            <a:r>
              <a:rPr lang="en-US"/>
              <a:t>Title for accessibility</a:t>
            </a:r>
          </a:p>
        </p:txBody>
      </p:sp>
      <p:sp>
        <p:nvSpPr>
          <p:cNvPr id="25" name="TextBox 24">
            <a:extLst>
              <a:ext uri="{FF2B5EF4-FFF2-40B4-BE49-F238E27FC236}">
                <a16:creationId xmlns:a16="http://schemas.microsoft.com/office/drawing/2014/main" id="{554BAF2E-BAB1-C03F-41A7-B26DABB21BF6}"/>
              </a:ext>
              <a:ext uri="{C183D7F6-B498-43B3-948B-1728B52AA6E4}">
                <adec:decorative xmlns:adec="http://schemas.microsoft.com/office/drawing/2017/decorative" val="1"/>
              </a:ext>
            </a:extLst>
          </p:cNvPr>
          <p:cNvSpPr txBox="1"/>
          <p:nvPr userDrawn="1"/>
        </p:nvSpPr>
        <p:spPr>
          <a:xfrm>
            <a:off x="272991" y="2732672"/>
            <a:ext cx="941937" cy="622957"/>
          </a:xfrm>
          <a:prstGeom prst="rect">
            <a:avLst/>
          </a:prstGeom>
          <a:noFill/>
        </p:spPr>
        <p:txBody>
          <a:bodyPr wrap="square" lIns="0" tIns="0" rIns="0" bIns="0" rtlCol="0" anchor="t">
            <a:noAutofit/>
          </a:bodyPr>
          <a:lstStyle/>
          <a:p>
            <a:pPr marL="12700" marR="5080" lvl="0" indent="0" defTabSz="914400" eaLnBrk="1" fontAlgn="auto" latinLnBrk="0" hangingPunct="1">
              <a:lnSpc>
                <a:spcPct val="80000"/>
              </a:lnSpc>
              <a:spcAft>
                <a:spcPts val="0"/>
              </a:spcAft>
              <a:buClrTx/>
              <a:buSzTx/>
              <a:buFontTx/>
              <a:buNone/>
              <a:tabLst/>
              <a:defRPr/>
            </a:pPr>
            <a:r>
              <a:rPr kumimoji="0" lang="en-US" sz="13800" b="1" u="none" strike="noStrike" kern="0" cap="none" spc="-105" normalizeH="0" baseline="0" noProof="0">
                <a:ln>
                  <a:noFill/>
                </a:ln>
                <a:solidFill>
                  <a:schemeClr val="accent1"/>
                </a:solidFill>
                <a:effectLst/>
                <a:uLnTx/>
                <a:uFillTx/>
                <a:cs typeface="Arial" panose="020B0604020202020204" pitchFamily="34" charset="0"/>
              </a:rPr>
              <a:t>“</a:t>
            </a:r>
            <a:endParaRPr lang="en-US" sz="6000" b="1">
              <a:solidFill>
                <a:schemeClr val="accent1"/>
              </a:solidFill>
              <a:cs typeface="Arial" panose="020B0604020202020204" pitchFamily="34" charset="0"/>
            </a:endParaRPr>
          </a:p>
        </p:txBody>
      </p:sp>
      <p:sp>
        <p:nvSpPr>
          <p:cNvPr id="3" name="Content Placeholder 2">
            <a:extLst>
              <a:ext uri="{FF2B5EF4-FFF2-40B4-BE49-F238E27FC236}">
                <a16:creationId xmlns:a16="http://schemas.microsoft.com/office/drawing/2014/main" id="{226E3B15-3502-F478-0302-DCABA0B41AD0}"/>
              </a:ext>
            </a:extLst>
          </p:cNvPr>
          <p:cNvSpPr>
            <a:spLocks noGrp="1"/>
          </p:cNvSpPr>
          <p:nvPr>
            <p:ph idx="1"/>
          </p:nvPr>
        </p:nvSpPr>
        <p:spPr>
          <a:xfrm>
            <a:off x="396516" y="3485571"/>
            <a:ext cx="5498502" cy="2503272"/>
          </a:xfrm>
        </p:spPr>
        <p:txBody>
          <a:bodyPr/>
          <a:lstStyle>
            <a:lvl1pPr>
              <a:lnSpc>
                <a:spcPct val="100000"/>
              </a:lnSpc>
              <a:spcBef>
                <a:spcPts val="900"/>
              </a:spcBef>
              <a:spcAft>
                <a:spcPts val="0"/>
              </a:spcAft>
              <a:defRPr sz="3200" b="0" spc="-50" baseline="0">
                <a:latin typeface="+mj-lt"/>
              </a:defRPr>
            </a:lvl1pPr>
          </a:lstStyle>
          <a:p>
            <a:pPr lvl="0"/>
            <a:r>
              <a:rPr lang="en-US"/>
              <a:t>Click to edit Master text styles</a:t>
            </a:r>
          </a:p>
        </p:txBody>
      </p:sp>
      <p:sp>
        <p:nvSpPr>
          <p:cNvPr id="9" name="Picture Placeholder 14">
            <a:extLst>
              <a:ext uri="{FF2B5EF4-FFF2-40B4-BE49-F238E27FC236}">
                <a16:creationId xmlns:a16="http://schemas.microsoft.com/office/drawing/2014/main" id="{60655EE7-5FC0-8DDF-88F0-21ECCBD7D31D}"/>
              </a:ext>
              <a:ext uri="{C183D7F6-B498-43B3-948B-1728B52AA6E4}">
                <adec:decorative xmlns:adec="http://schemas.microsoft.com/office/drawing/2017/decorative" val="1"/>
              </a:ext>
            </a:extLst>
          </p:cNvPr>
          <p:cNvSpPr>
            <a:spLocks noGrp="1"/>
          </p:cNvSpPr>
          <p:nvPr>
            <p:ph type="pic" sz="quarter" idx="11" hasCustomPrompt="1"/>
          </p:nvPr>
        </p:nvSpPr>
        <p:spPr>
          <a:xfrm>
            <a:off x="6150276" y="393871"/>
            <a:ext cx="5660724" cy="4544842"/>
          </a:xfrm>
          <a:custGeom>
            <a:avLst/>
            <a:gdLst>
              <a:gd name="connsiteX0" fmla="*/ 0 w 5660724"/>
              <a:gd name="connsiteY0" fmla="*/ 0 h 4544842"/>
              <a:gd name="connsiteX1" fmla="*/ 5660724 w 5660724"/>
              <a:gd name="connsiteY1" fmla="*/ 0 h 4544842"/>
              <a:gd name="connsiteX2" fmla="*/ 5660724 w 5660724"/>
              <a:gd name="connsiteY2" fmla="*/ 4544842 h 4544842"/>
              <a:gd name="connsiteX3" fmla="*/ 0 w 5660724"/>
              <a:gd name="connsiteY3" fmla="*/ 4544842 h 4544842"/>
              <a:gd name="connsiteX4" fmla="*/ 0 w 5660724"/>
              <a:gd name="connsiteY4" fmla="*/ 0 h 4544842"/>
              <a:gd name="connsiteX0" fmla="*/ 0 w 5660724"/>
              <a:gd name="connsiteY0" fmla="*/ 0 h 4544842"/>
              <a:gd name="connsiteX1" fmla="*/ 5660724 w 5660724"/>
              <a:gd name="connsiteY1" fmla="*/ 0 h 4544842"/>
              <a:gd name="connsiteX2" fmla="*/ 5660724 w 5660724"/>
              <a:gd name="connsiteY2" fmla="*/ 4544842 h 4544842"/>
              <a:gd name="connsiteX3" fmla="*/ 2056464 w 5660724"/>
              <a:gd name="connsiteY3" fmla="*/ 4536269 h 4544842"/>
              <a:gd name="connsiteX4" fmla="*/ 0 w 5660724"/>
              <a:gd name="connsiteY4" fmla="*/ 4544842 h 4544842"/>
              <a:gd name="connsiteX5" fmla="*/ 0 w 5660724"/>
              <a:gd name="connsiteY5" fmla="*/ 0 h 4544842"/>
              <a:gd name="connsiteX0" fmla="*/ 0 w 5660724"/>
              <a:gd name="connsiteY0" fmla="*/ 0 h 4544842"/>
              <a:gd name="connsiteX1" fmla="*/ 5660724 w 5660724"/>
              <a:gd name="connsiteY1" fmla="*/ 0 h 4544842"/>
              <a:gd name="connsiteX2" fmla="*/ 5660724 w 5660724"/>
              <a:gd name="connsiteY2" fmla="*/ 4544842 h 4544842"/>
              <a:gd name="connsiteX3" fmla="*/ 2643204 w 5660724"/>
              <a:gd name="connsiteY3" fmla="*/ 4521029 h 4544842"/>
              <a:gd name="connsiteX4" fmla="*/ 2056464 w 5660724"/>
              <a:gd name="connsiteY4" fmla="*/ 4536269 h 4544842"/>
              <a:gd name="connsiteX5" fmla="*/ 0 w 5660724"/>
              <a:gd name="connsiteY5" fmla="*/ 4544842 h 4544842"/>
              <a:gd name="connsiteX6" fmla="*/ 0 w 5660724"/>
              <a:gd name="connsiteY6" fmla="*/ 0 h 4544842"/>
              <a:gd name="connsiteX0" fmla="*/ 0 w 5660724"/>
              <a:gd name="connsiteY0" fmla="*/ 0 h 4544842"/>
              <a:gd name="connsiteX1" fmla="*/ 5660724 w 5660724"/>
              <a:gd name="connsiteY1" fmla="*/ 0 h 4544842"/>
              <a:gd name="connsiteX2" fmla="*/ 5660724 w 5660724"/>
              <a:gd name="connsiteY2" fmla="*/ 4544842 h 4544842"/>
              <a:gd name="connsiteX3" fmla="*/ 2231724 w 5660724"/>
              <a:gd name="connsiteY3" fmla="*/ 4071449 h 4544842"/>
              <a:gd name="connsiteX4" fmla="*/ 2056464 w 5660724"/>
              <a:gd name="connsiteY4" fmla="*/ 4536269 h 4544842"/>
              <a:gd name="connsiteX5" fmla="*/ 0 w 5660724"/>
              <a:gd name="connsiteY5" fmla="*/ 4544842 h 4544842"/>
              <a:gd name="connsiteX6" fmla="*/ 0 w 5660724"/>
              <a:gd name="connsiteY6" fmla="*/ 0 h 4544842"/>
              <a:gd name="connsiteX0" fmla="*/ 0 w 5660724"/>
              <a:gd name="connsiteY0" fmla="*/ 0 h 4544842"/>
              <a:gd name="connsiteX1" fmla="*/ 5660724 w 5660724"/>
              <a:gd name="connsiteY1" fmla="*/ 0 h 4544842"/>
              <a:gd name="connsiteX2" fmla="*/ 5660724 w 5660724"/>
              <a:gd name="connsiteY2" fmla="*/ 4544842 h 4544842"/>
              <a:gd name="connsiteX3" fmla="*/ 2925144 w 5660724"/>
              <a:gd name="connsiteY3" fmla="*/ 3781889 h 4544842"/>
              <a:gd name="connsiteX4" fmla="*/ 2056464 w 5660724"/>
              <a:gd name="connsiteY4" fmla="*/ 4536269 h 4544842"/>
              <a:gd name="connsiteX5" fmla="*/ 0 w 5660724"/>
              <a:gd name="connsiteY5" fmla="*/ 4544842 h 4544842"/>
              <a:gd name="connsiteX6" fmla="*/ 0 w 5660724"/>
              <a:gd name="connsiteY6" fmla="*/ 0 h 4544842"/>
              <a:gd name="connsiteX0" fmla="*/ 0 w 5660724"/>
              <a:gd name="connsiteY0" fmla="*/ 0 h 4544842"/>
              <a:gd name="connsiteX1" fmla="*/ 5660724 w 5660724"/>
              <a:gd name="connsiteY1" fmla="*/ 0 h 4544842"/>
              <a:gd name="connsiteX2" fmla="*/ 5660724 w 5660724"/>
              <a:gd name="connsiteY2" fmla="*/ 4544842 h 4544842"/>
              <a:gd name="connsiteX3" fmla="*/ 2909904 w 5660724"/>
              <a:gd name="connsiteY3" fmla="*/ 4109549 h 4544842"/>
              <a:gd name="connsiteX4" fmla="*/ 2056464 w 5660724"/>
              <a:gd name="connsiteY4" fmla="*/ 4536269 h 4544842"/>
              <a:gd name="connsiteX5" fmla="*/ 0 w 5660724"/>
              <a:gd name="connsiteY5" fmla="*/ 4544842 h 4544842"/>
              <a:gd name="connsiteX6" fmla="*/ 0 w 5660724"/>
              <a:gd name="connsiteY6" fmla="*/ 0 h 4544842"/>
              <a:gd name="connsiteX0" fmla="*/ 0 w 5660724"/>
              <a:gd name="connsiteY0" fmla="*/ 0 h 4544842"/>
              <a:gd name="connsiteX1" fmla="*/ 5660724 w 5660724"/>
              <a:gd name="connsiteY1" fmla="*/ 0 h 4544842"/>
              <a:gd name="connsiteX2" fmla="*/ 5660724 w 5660724"/>
              <a:gd name="connsiteY2" fmla="*/ 4544842 h 4544842"/>
              <a:gd name="connsiteX3" fmla="*/ 2909904 w 5660724"/>
              <a:gd name="connsiteY3" fmla="*/ 4109549 h 4544842"/>
              <a:gd name="connsiteX4" fmla="*/ 2612724 w 5660724"/>
              <a:gd name="connsiteY4" fmla="*/ 4528649 h 4544842"/>
              <a:gd name="connsiteX5" fmla="*/ 0 w 5660724"/>
              <a:gd name="connsiteY5" fmla="*/ 4544842 h 4544842"/>
              <a:gd name="connsiteX6" fmla="*/ 0 w 5660724"/>
              <a:gd name="connsiteY6" fmla="*/ 0 h 4544842"/>
              <a:gd name="connsiteX0" fmla="*/ 0 w 5660724"/>
              <a:gd name="connsiteY0" fmla="*/ 0 h 4544842"/>
              <a:gd name="connsiteX1" fmla="*/ 5660724 w 5660724"/>
              <a:gd name="connsiteY1" fmla="*/ 0 h 4544842"/>
              <a:gd name="connsiteX2" fmla="*/ 5660724 w 5660724"/>
              <a:gd name="connsiteY2" fmla="*/ 4544842 h 4544842"/>
              <a:gd name="connsiteX3" fmla="*/ 2909904 w 5660724"/>
              <a:gd name="connsiteY3" fmla="*/ 4109549 h 4544842"/>
              <a:gd name="connsiteX4" fmla="*/ 2534143 w 5660724"/>
              <a:gd name="connsiteY4" fmla="*/ 4442924 h 4544842"/>
              <a:gd name="connsiteX5" fmla="*/ 0 w 5660724"/>
              <a:gd name="connsiteY5" fmla="*/ 4544842 h 4544842"/>
              <a:gd name="connsiteX6" fmla="*/ 0 w 5660724"/>
              <a:gd name="connsiteY6" fmla="*/ 0 h 4544842"/>
              <a:gd name="connsiteX0" fmla="*/ 0 w 5660724"/>
              <a:gd name="connsiteY0" fmla="*/ 0 h 4544842"/>
              <a:gd name="connsiteX1" fmla="*/ 5660724 w 5660724"/>
              <a:gd name="connsiteY1" fmla="*/ 0 h 4544842"/>
              <a:gd name="connsiteX2" fmla="*/ 5660724 w 5660724"/>
              <a:gd name="connsiteY2" fmla="*/ 4544842 h 4544842"/>
              <a:gd name="connsiteX3" fmla="*/ 2909904 w 5660724"/>
              <a:gd name="connsiteY3" fmla="*/ 4109549 h 4544842"/>
              <a:gd name="connsiteX4" fmla="*/ 2593674 w 5660724"/>
              <a:gd name="connsiteY4" fmla="*/ 4535793 h 4544842"/>
              <a:gd name="connsiteX5" fmla="*/ 0 w 5660724"/>
              <a:gd name="connsiteY5" fmla="*/ 4544842 h 4544842"/>
              <a:gd name="connsiteX6" fmla="*/ 0 w 5660724"/>
              <a:gd name="connsiteY6" fmla="*/ 0 h 4544842"/>
              <a:gd name="connsiteX0" fmla="*/ 0 w 5660724"/>
              <a:gd name="connsiteY0" fmla="*/ 0 h 4544842"/>
              <a:gd name="connsiteX1" fmla="*/ 5660724 w 5660724"/>
              <a:gd name="connsiteY1" fmla="*/ 0 h 4544842"/>
              <a:gd name="connsiteX2" fmla="*/ 5660724 w 5660724"/>
              <a:gd name="connsiteY2" fmla="*/ 4544842 h 4544842"/>
              <a:gd name="connsiteX3" fmla="*/ 2771791 w 5660724"/>
              <a:gd name="connsiteY3" fmla="*/ 3971436 h 4544842"/>
              <a:gd name="connsiteX4" fmla="*/ 2593674 w 5660724"/>
              <a:gd name="connsiteY4" fmla="*/ 4535793 h 4544842"/>
              <a:gd name="connsiteX5" fmla="*/ 0 w 5660724"/>
              <a:gd name="connsiteY5" fmla="*/ 4544842 h 4544842"/>
              <a:gd name="connsiteX6" fmla="*/ 0 w 5660724"/>
              <a:gd name="connsiteY6" fmla="*/ 0 h 4544842"/>
              <a:gd name="connsiteX0" fmla="*/ 0 w 5660724"/>
              <a:gd name="connsiteY0" fmla="*/ 0 h 4544842"/>
              <a:gd name="connsiteX1" fmla="*/ 5660724 w 5660724"/>
              <a:gd name="connsiteY1" fmla="*/ 0 h 4544842"/>
              <a:gd name="connsiteX2" fmla="*/ 5660724 w 5660724"/>
              <a:gd name="connsiteY2" fmla="*/ 4544842 h 4544842"/>
              <a:gd name="connsiteX3" fmla="*/ 2874185 w 5660724"/>
              <a:gd name="connsiteY3" fmla="*/ 4114311 h 4544842"/>
              <a:gd name="connsiteX4" fmla="*/ 2593674 w 5660724"/>
              <a:gd name="connsiteY4" fmla="*/ 4535793 h 4544842"/>
              <a:gd name="connsiteX5" fmla="*/ 0 w 5660724"/>
              <a:gd name="connsiteY5" fmla="*/ 4544842 h 4544842"/>
              <a:gd name="connsiteX6" fmla="*/ 0 w 5660724"/>
              <a:gd name="connsiteY6" fmla="*/ 0 h 4544842"/>
              <a:gd name="connsiteX0" fmla="*/ 0 w 5660724"/>
              <a:gd name="connsiteY0" fmla="*/ 0 h 4544842"/>
              <a:gd name="connsiteX1" fmla="*/ 5660724 w 5660724"/>
              <a:gd name="connsiteY1" fmla="*/ 0 h 4544842"/>
              <a:gd name="connsiteX2" fmla="*/ 5660724 w 5660724"/>
              <a:gd name="connsiteY2" fmla="*/ 4113836 h 4544842"/>
              <a:gd name="connsiteX3" fmla="*/ 2874185 w 5660724"/>
              <a:gd name="connsiteY3" fmla="*/ 4114311 h 4544842"/>
              <a:gd name="connsiteX4" fmla="*/ 2593674 w 5660724"/>
              <a:gd name="connsiteY4" fmla="*/ 4535793 h 4544842"/>
              <a:gd name="connsiteX5" fmla="*/ 0 w 5660724"/>
              <a:gd name="connsiteY5" fmla="*/ 4544842 h 4544842"/>
              <a:gd name="connsiteX6" fmla="*/ 0 w 5660724"/>
              <a:gd name="connsiteY6" fmla="*/ 0 h 4544842"/>
              <a:gd name="connsiteX0" fmla="*/ 0 w 5672631"/>
              <a:gd name="connsiteY0" fmla="*/ 0 h 4544842"/>
              <a:gd name="connsiteX1" fmla="*/ 5660724 w 5672631"/>
              <a:gd name="connsiteY1" fmla="*/ 0 h 4544842"/>
              <a:gd name="connsiteX2" fmla="*/ 5672631 w 5672631"/>
              <a:gd name="connsiteY2" fmla="*/ 4054305 h 4544842"/>
              <a:gd name="connsiteX3" fmla="*/ 2874185 w 5672631"/>
              <a:gd name="connsiteY3" fmla="*/ 4114311 h 4544842"/>
              <a:gd name="connsiteX4" fmla="*/ 2593674 w 5672631"/>
              <a:gd name="connsiteY4" fmla="*/ 4535793 h 4544842"/>
              <a:gd name="connsiteX5" fmla="*/ 0 w 5672631"/>
              <a:gd name="connsiteY5" fmla="*/ 4544842 h 4544842"/>
              <a:gd name="connsiteX6" fmla="*/ 0 w 5672631"/>
              <a:gd name="connsiteY6" fmla="*/ 0 h 4544842"/>
              <a:gd name="connsiteX0" fmla="*/ 0 w 5660724"/>
              <a:gd name="connsiteY0" fmla="*/ 0 h 4544842"/>
              <a:gd name="connsiteX1" fmla="*/ 5660724 w 5660724"/>
              <a:gd name="connsiteY1" fmla="*/ 0 h 4544842"/>
              <a:gd name="connsiteX2" fmla="*/ 5655963 w 5660724"/>
              <a:gd name="connsiteY2" fmla="*/ 4120980 h 4544842"/>
              <a:gd name="connsiteX3" fmla="*/ 2874185 w 5660724"/>
              <a:gd name="connsiteY3" fmla="*/ 4114311 h 4544842"/>
              <a:gd name="connsiteX4" fmla="*/ 2593674 w 5660724"/>
              <a:gd name="connsiteY4" fmla="*/ 4535793 h 4544842"/>
              <a:gd name="connsiteX5" fmla="*/ 0 w 5660724"/>
              <a:gd name="connsiteY5" fmla="*/ 4544842 h 4544842"/>
              <a:gd name="connsiteX6" fmla="*/ 0 w 5660724"/>
              <a:gd name="connsiteY6" fmla="*/ 0 h 4544842"/>
              <a:gd name="connsiteX0" fmla="*/ 0 w 5660724"/>
              <a:gd name="connsiteY0" fmla="*/ 0 h 4544842"/>
              <a:gd name="connsiteX1" fmla="*/ 5660724 w 5660724"/>
              <a:gd name="connsiteY1" fmla="*/ 0 h 4544842"/>
              <a:gd name="connsiteX2" fmla="*/ 5655963 w 5660724"/>
              <a:gd name="connsiteY2" fmla="*/ 4120980 h 4544842"/>
              <a:gd name="connsiteX3" fmla="*/ 2874185 w 5660724"/>
              <a:gd name="connsiteY3" fmla="*/ 4121455 h 4544842"/>
              <a:gd name="connsiteX4" fmla="*/ 2593674 w 5660724"/>
              <a:gd name="connsiteY4" fmla="*/ 4535793 h 4544842"/>
              <a:gd name="connsiteX5" fmla="*/ 0 w 5660724"/>
              <a:gd name="connsiteY5" fmla="*/ 4544842 h 4544842"/>
              <a:gd name="connsiteX6" fmla="*/ 0 w 5660724"/>
              <a:gd name="connsiteY6" fmla="*/ 0 h 4544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660724" h="4544842">
                <a:moveTo>
                  <a:pt x="0" y="0"/>
                </a:moveTo>
                <a:lnTo>
                  <a:pt x="5660724" y="0"/>
                </a:lnTo>
                <a:lnTo>
                  <a:pt x="5655963" y="4120980"/>
                </a:lnTo>
                <a:lnTo>
                  <a:pt x="2874185" y="4121455"/>
                </a:lnTo>
                <a:lnTo>
                  <a:pt x="2593674" y="4535793"/>
                </a:lnTo>
                <a:lnTo>
                  <a:pt x="0" y="4544842"/>
                </a:lnTo>
                <a:lnTo>
                  <a:pt x="0" y="0"/>
                </a:lnTo>
                <a:close/>
              </a:path>
            </a:pathLst>
          </a:custGeom>
          <a:solidFill>
            <a:schemeClr val="bg2"/>
          </a:solidFill>
        </p:spPr>
        <p:txBody>
          <a:bodyPr tIns="1280160"/>
          <a:lstStyle>
            <a:lvl1pPr algn="ctr">
              <a:defRPr b="0" i="0"/>
            </a:lvl1pPr>
          </a:lstStyle>
          <a:p>
            <a:r>
              <a:rPr lang="en-US"/>
              <a:t>Click icon to add picture—do</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not</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scale</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or</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stretch</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this</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photo</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placeholder</a:t>
            </a:r>
          </a:p>
        </p:txBody>
      </p:sp>
      <p:sp>
        <p:nvSpPr>
          <p:cNvPr id="6" name="Content Placeholder 2">
            <a:extLst>
              <a:ext uri="{FF2B5EF4-FFF2-40B4-BE49-F238E27FC236}">
                <a16:creationId xmlns:a16="http://schemas.microsoft.com/office/drawing/2014/main" id="{FA9DB721-FE7A-8DE5-B433-99C88BFAE50D}"/>
              </a:ext>
            </a:extLst>
          </p:cNvPr>
          <p:cNvSpPr>
            <a:spLocks noGrp="1"/>
          </p:cNvSpPr>
          <p:nvPr>
            <p:ph idx="10"/>
          </p:nvPr>
        </p:nvSpPr>
        <p:spPr>
          <a:xfrm>
            <a:off x="6150276" y="4987818"/>
            <a:ext cx="5660724" cy="730266"/>
          </a:xfrm>
        </p:spPr>
        <p:txBody>
          <a:bodyPr/>
          <a:lstStyle>
            <a:lvl1pPr>
              <a:lnSpc>
                <a:spcPct val="100000"/>
              </a:lnSpc>
              <a:spcBef>
                <a:spcPts val="100"/>
              </a:spcBef>
              <a:spcAft>
                <a:spcPts val="0"/>
              </a:spcAft>
              <a:defRPr sz="1600"/>
            </a:lvl1pPr>
            <a:lvl2pPr>
              <a:lnSpc>
                <a:spcPct val="100000"/>
              </a:lnSpc>
              <a:spcBef>
                <a:spcPts val="100"/>
              </a:spcBef>
              <a:spcAft>
                <a:spcPts val="0"/>
              </a:spcAft>
              <a:defRPr sz="1600">
                <a:latin typeface="+mj-lt"/>
              </a:defRPr>
            </a:lvl2pPr>
            <a:lvl3pPr marL="0" indent="0">
              <a:buNone/>
              <a:defRPr/>
            </a:lvl3pPr>
          </a:lstStyle>
          <a:p>
            <a:pPr lvl="0"/>
            <a:r>
              <a:rPr lang="en-US"/>
              <a:t>Click to edit Master text styles</a:t>
            </a:r>
          </a:p>
          <a:p>
            <a:pPr lvl="1"/>
            <a:r>
              <a:rPr lang="en-US"/>
              <a:t>Second level</a:t>
            </a:r>
          </a:p>
        </p:txBody>
      </p:sp>
      <p:sp>
        <p:nvSpPr>
          <p:cNvPr id="7" name="Footer Placeholder 4">
            <a:extLst>
              <a:ext uri="{FF2B5EF4-FFF2-40B4-BE49-F238E27FC236}">
                <a16:creationId xmlns:a16="http://schemas.microsoft.com/office/drawing/2014/main" id="{AE32291E-24B4-2FB8-4B35-A439686DB956}"/>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   |   Section Title</a:t>
            </a:r>
          </a:p>
        </p:txBody>
      </p:sp>
      <p:sp>
        <p:nvSpPr>
          <p:cNvPr id="8" name="Slide Number Placeholder 13">
            <a:extLst>
              <a:ext uri="{FF2B5EF4-FFF2-40B4-BE49-F238E27FC236}">
                <a16:creationId xmlns:a16="http://schemas.microsoft.com/office/drawing/2014/main" id="{61A378F0-4CD0-C4E0-D2F7-5959B577E15B}"/>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172031508"/>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Quote with Image Gray">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01A1D7-A824-48A0-3E0C-4A7C86CA63AB}"/>
              </a:ext>
            </a:extLst>
          </p:cNvPr>
          <p:cNvSpPr>
            <a:spLocks noGrp="1"/>
          </p:cNvSpPr>
          <p:nvPr>
            <p:ph type="title" hasCustomPrompt="1"/>
          </p:nvPr>
        </p:nvSpPr>
        <p:spPr>
          <a:xfrm>
            <a:off x="396516" y="-300748"/>
            <a:ext cx="5647097" cy="249299"/>
          </a:xfrm>
        </p:spPr>
        <p:txBody>
          <a:bodyPr wrap="square">
            <a:spAutoFit/>
          </a:bodyPr>
          <a:lstStyle>
            <a:lvl1pPr>
              <a:defRPr sz="1800" b="0"/>
            </a:lvl1pPr>
          </a:lstStyle>
          <a:p>
            <a:r>
              <a:rPr lang="en-US"/>
              <a:t>Title for accessibility</a:t>
            </a:r>
          </a:p>
        </p:txBody>
      </p:sp>
      <p:sp>
        <p:nvSpPr>
          <p:cNvPr id="25" name="TextBox 24">
            <a:extLst>
              <a:ext uri="{FF2B5EF4-FFF2-40B4-BE49-F238E27FC236}">
                <a16:creationId xmlns:a16="http://schemas.microsoft.com/office/drawing/2014/main" id="{554BAF2E-BAB1-C03F-41A7-B26DABB21BF6}"/>
              </a:ext>
              <a:ext uri="{C183D7F6-B498-43B3-948B-1728B52AA6E4}">
                <adec:decorative xmlns:adec="http://schemas.microsoft.com/office/drawing/2017/decorative" val="1"/>
              </a:ext>
            </a:extLst>
          </p:cNvPr>
          <p:cNvSpPr txBox="1"/>
          <p:nvPr userDrawn="1"/>
        </p:nvSpPr>
        <p:spPr>
          <a:xfrm>
            <a:off x="272991" y="2732672"/>
            <a:ext cx="941937" cy="622957"/>
          </a:xfrm>
          <a:prstGeom prst="rect">
            <a:avLst/>
          </a:prstGeom>
          <a:noFill/>
        </p:spPr>
        <p:txBody>
          <a:bodyPr wrap="square" lIns="0" tIns="0" rIns="0" bIns="0" rtlCol="0" anchor="t">
            <a:noAutofit/>
          </a:bodyPr>
          <a:lstStyle/>
          <a:p>
            <a:pPr marL="12700" marR="5080" lvl="0" indent="0" defTabSz="914400" eaLnBrk="1" fontAlgn="auto" latinLnBrk="0" hangingPunct="1">
              <a:lnSpc>
                <a:spcPct val="80000"/>
              </a:lnSpc>
              <a:spcAft>
                <a:spcPts val="0"/>
              </a:spcAft>
              <a:buClrTx/>
              <a:buSzTx/>
              <a:buFontTx/>
              <a:buNone/>
              <a:tabLst/>
              <a:defRPr/>
            </a:pPr>
            <a:r>
              <a:rPr kumimoji="0" lang="en-US" sz="13800" b="1" u="none" strike="noStrike" kern="0" cap="none" spc="-105" normalizeH="0" baseline="0" noProof="0">
                <a:ln>
                  <a:noFill/>
                </a:ln>
                <a:solidFill>
                  <a:schemeClr val="accent1"/>
                </a:solidFill>
                <a:effectLst/>
                <a:uLnTx/>
                <a:uFillTx/>
                <a:cs typeface="Arial" panose="020B0604020202020204" pitchFamily="34" charset="0"/>
              </a:rPr>
              <a:t>“</a:t>
            </a:r>
            <a:endParaRPr lang="en-US" sz="6000" b="1">
              <a:solidFill>
                <a:schemeClr val="accent1"/>
              </a:solidFill>
              <a:cs typeface="Arial" panose="020B0604020202020204" pitchFamily="34" charset="0"/>
            </a:endParaRPr>
          </a:p>
        </p:txBody>
      </p:sp>
      <p:sp>
        <p:nvSpPr>
          <p:cNvPr id="3" name="Content Placeholder 2">
            <a:extLst>
              <a:ext uri="{FF2B5EF4-FFF2-40B4-BE49-F238E27FC236}">
                <a16:creationId xmlns:a16="http://schemas.microsoft.com/office/drawing/2014/main" id="{226E3B15-3502-F478-0302-DCABA0B41AD0}"/>
              </a:ext>
            </a:extLst>
          </p:cNvPr>
          <p:cNvSpPr>
            <a:spLocks noGrp="1"/>
          </p:cNvSpPr>
          <p:nvPr>
            <p:ph idx="1"/>
          </p:nvPr>
        </p:nvSpPr>
        <p:spPr>
          <a:xfrm>
            <a:off x="396516" y="3485571"/>
            <a:ext cx="5498502" cy="2503272"/>
          </a:xfrm>
        </p:spPr>
        <p:txBody>
          <a:bodyPr/>
          <a:lstStyle>
            <a:lvl1pPr>
              <a:lnSpc>
                <a:spcPct val="100000"/>
              </a:lnSpc>
              <a:spcBef>
                <a:spcPts val="900"/>
              </a:spcBef>
              <a:spcAft>
                <a:spcPts val="0"/>
              </a:spcAft>
              <a:defRPr sz="3200" b="0" spc="-50" baseline="0">
                <a:latin typeface="+mj-lt"/>
              </a:defRPr>
            </a:lvl1pPr>
          </a:lstStyle>
          <a:p>
            <a:pPr lvl="0"/>
            <a:r>
              <a:rPr lang="en-US"/>
              <a:t>Click to edit Master text styles</a:t>
            </a:r>
          </a:p>
        </p:txBody>
      </p:sp>
      <p:sp>
        <p:nvSpPr>
          <p:cNvPr id="10" name="Picture Placeholder 9">
            <a:extLst>
              <a:ext uri="{FF2B5EF4-FFF2-40B4-BE49-F238E27FC236}">
                <a16:creationId xmlns:a16="http://schemas.microsoft.com/office/drawing/2014/main" id="{2AE626E5-51F6-0BEB-2AFE-FE78E1409E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p:cNvSpPr>
          <p:nvPr>
            <p:ph type="pic" sz="quarter" idx="11" hasCustomPrompt="1"/>
          </p:nvPr>
        </p:nvSpPr>
        <p:spPr>
          <a:xfrm>
            <a:off x="6163970" y="400050"/>
            <a:ext cx="5637503" cy="4521510"/>
          </a:xfrm>
          <a:custGeom>
            <a:avLst/>
            <a:gdLst>
              <a:gd name="connsiteX0" fmla="*/ 0 w 5637503"/>
              <a:gd name="connsiteY0" fmla="*/ 0 h 4521510"/>
              <a:gd name="connsiteX1" fmla="*/ 5637503 w 5637503"/>
              <a:gd name="connsiteY1" fmla="*/ 0 h 4521510"/>
              <a:gd name="connsiteX2" fmla="*/ 5636321 w 5637503"/>
              <a:gd name="connsiteY2" fmla="*/ 2101892 h 4521510"/>
              <a:gd name="connsiteX3" fmla="*/ 5635136 w 5637503"/>
              <a:gd name="connsiteY3" fmla="*/ 4208474 h 4521510"/>
              <a:gd name="connsiteX4" fmla="*/ 2786509 w 5637503"/>
              <a:gd name="connsiteY4" fmla="*/ 4206576 h 4521510"/>
              <a:gd name="connsiteX5" fmla="*/ 2583036 w 5637503"/>
              <a:gd name="connsiteY5" fmla="*/ 4512498 h 4521510"/>
              <a:gd name="connsiteX6" fmla="*/ 0 w 5637503"/>
              <a:gd name="connsiteY6" fmla="*/ 4521510 h 45215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637503" h="4521510">
                <a:moveTo>
                  <a:pt x="0" y="0"/>
                </a:moveTo>
                <a:lnTo>
                  <a:pt x="5637503" y="0"/>
                </a:lnTo>
                <a:lnTo>
                  <a:pt x="5636321" y="2101892"/>
                </a:lnTo>
                <a:cubicBezTo>
                  <a:pt x="5636518" y="2804481"/>
                  <a:pt x="5636716" y="3507070"/>
                  <a:pt x="5635136" y="4208474"/>
                </a:cubicBezTo>
                <a:lnTo>
                  <a:pt x="2786509" y="4206576"/>
                </a:lnTo>
                <a:lnTo>
                  <a:pt x="2583036" y="4512498"/>
                </a:lnTo>
                <a:lnTo>
                  <a:pt x="0" y="4521510"/>
                </a:lnTo>
                <a:close/>
              </a:path>
            </a:pathLst>
          </a:custGeom>
          <a:solidFill>
            <a:schemeClr val="bg2"/>
          </a:solidFill>
        </p:spPr>
        <p:txBody>
          <a:bodyPr wrap="square" tIns="1280160" bIns="2743200" anchor="t" anchorCtr="0">
            <a:noAutofit/>
          </a:bodyPr>
          <a:lstStyle>
            <a:lvl1pPr algn="ctr">
              <a:defRPr b="0" i="0"/>
            </a:lvl1pPr>
          </a:lstStyle>
          <a:p>
            <a:r>
              <a:rPr lang="en-US"/>
              <a:t>Click icon to add picture—do</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not</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scale</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or</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stretch</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this</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photo</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placeholder</a:t>
            </a:r>
          </a:p>
        </p:txBody>
      </p:sp>
      <p:sp>
        <p:nvSpPr>
          <p:cNvPr id="6" name="Content Placeholder 2">
            <a:extLst>
              <a:ext uri="{FF2B5EF4-FFF2-40B4-BE49-F238E27FC236}">
                <a16:creationId xmlns:a16="http://schemas.microsoft.com/office/drawing/2014/main" id="{FA9DB721-FE7A-8DE5-B433-99C88BFAE50D}"/>
              </a:ext>
            </a:extLst>
          </p:cNvPr>
          <p:cNvSpPr>
            <a:spLocks noGrp="1"/>
          </p:cNvSpPr>
          <p:nvPr>
            <p:ph idx="10"/>
          </p:nvPr>
        </p:nvSpPr>
        <p:spPr>
          <a:xfrm>
            <a:off x="6150276" y="4987818"/>
            <a:ext cx="5660724" cy="730266"/>
          </a:xfrm>
        </p:spPr>
        <p:txBody>
          <a:bodyPr/>
          <a:lstStyle>
            <a:lvl1pPr>
              <a:lnSpc>
                <a:spcPct val="100000"/>
              </a:lnSpc>
              <a:spcBef>
                <a:spcPts val="100"/>
              </a:spcBef>
              <a:spcAft>
                <a:spcPts val="0"/>
              </a:spcAft>
              <a:defRPr sz="1600"/>
            </a:lvl1pPr>
            <a:lvl2pPr>
              <a:lnSpc>
                <a:spcPct val="100000"/>
              </a:lnSpc>
              <a:spcBef>
                <a:spcPts val="100"/>
              </a:spcBef>
              <a:spcAft>
                <a:spcPts val="0"/>
              </a:spcAft>
              <a:defRPr sz="1600">
                <a:latin typeface="+mj-lt"/>
              </a:defRPr>
            </a:lvl2pPr>
            <a:lvl3pPr marL="0" indent="0">
              <a:buNone/>
              <a:defRPr/>
            </a:lvl3pPr>
          </a:lstStyle>
          <a:p>
            <a:pPr lvl="0"/>
            <a:r>
              <a:rPr lang="en-US"/>
              <a:t>Click to edit Master text styles</a:t>
            </a:r>
          </a:p>
          <a:p>
            <a:pPr lvl="1"/>
            <a:r>
              <a:rPr lang="en-US"/>
              <a:t>Second level</a:t>
            </a:r>
          </a:p>
        </p:txBody>
      </p:sp>
      <p:sp>
        <p:nvSpPr>
          <p:cNvPr id="7" name="Footer Placeholder 4">
            <a:extLst>
              <a:ext uri="{FF2B5EF4-FFF2-40B4-BE49-F238E27FC236}">
                <a16:creationId xmlns:a16="http://schemas.microsoft.com/office/drawing/2014/main" id="{0605F451-C7FA-B67A-7A4E-B4953B3BFEC1}"/>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   |   Section Title</a:t>
            </a:r>
          </a:p>
        </p:txBody>
      </p:sp>
      <p:sp>
        <p:nvSpPr>
          <p:cNvPr id="8" name="Slide Number Placeholder 13">
            <a:extLst>
              <a:ext uri="{FF2B5EF4-FFF2-40B4-BE49-F238E27FC236}">
                <a16:creationId xmlns:a16="http://schemas.microsoft.com/office/drawing/2014/main" id="{07A1FB0A-E7CA-63CD-DB09-C9F16CA915E0}"/>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980988190"/>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Quote Over Image">
    <p:spTree>
      <p:nvGrpSpPr>
        <p:cNvPr id="1" name=""/>
        <p:cNvGrpSpPr/>
        <p:nvPr/>
      </p:nvGrpSpPr>
      <p:grpSpPr>
        <a:xfrm>
          <a:off x="0" y="0"/>
          <a:ext cx="0" cy="0"/>
          <a:chOff x="0" y="0"/>
          <a:chExt cx="0" cy="0"/>
        </a:xfrm>
      </p:grpSpPr>
      <p:sp>
        <p:nvSpPr>
          <p:cNvPr id="13" name="Picture Placeholder 14">
            <a:extLst>
              <a:ext uri="{FF2B5EF4-FFF2-40B4-BE49-F238E27FC236}">
                <a16:creationId xmlns:a16="http://schemas.microsoft.com/office/drawing/2014/main" id="{743AD5A7-567D-9EC7-BECB-71D2480F2498}"/>
              </a:ext>
              <a:ext uri="{C183D7F6-B498-43B3-948B-1728B52AA6E4}">
                <adec:decorative xmlns:adec="http://schemas.microsoft.com/office/drawing/2017/decorative" val="1"/>
              </a:ext>
            </a:extLst>
          </p:cNvPr>
          <p:cNvSpPr>
            <a:spLocks noGrp="1"/>
          </p:cNvSpPr>
          <p:nvPr>
            <p:ph type="pic" sz="quarter" idx="11"/>
          </p:nvPr>
        </p:nvSpPr>
        <p:spPr>
          <a:xfrm>
            <a:off x="0" y="-1"/>
            <a:ext cx="12192000" cy="6857999"/>
          </a:xfrm>
          <a:solidFill>
            <a:schemeClr val="bg2"/>
          </a:solidFill>
        </p:spPr>
        <p:txBody>
          <a:bodyPr tIns="1554480"/>
          <a:lstStyle>
            <a:lvl1pPr algn="ctr">
              <a:defRPr/>
            </a:lvl1pPr>
          </a:lstStyle>
          <a:p>
            <a:r>
              <a:rPr lang="en-US"/>
              <a:t>Click icon to add picture</a:t>
            </a:r>
          </a:p>
        </p:txBody>
      </p:sp>
      <p:sp>
        <p:nvSpPr>
          <p:cNvPr id="2" name="Title 1">
            <a:extLst>
              <a:ext uri="{FF2B5EF4-FFF2-40B4-BE49-F238E27FC236}">
                <a16:creationId xmlns:a16="http://schemas.microsoft.com/office/drawing/2014/main" id="{3D01A1D7-A824-48A0-3E0C-4A7C86CA63AB}"/>
              </a:ext>
            </a:extLst>
          </p:cNvPr>
          <p:cNvSpPr>
            <a:spLocks noGrp="1"/>
          </p:cNvSpPr>
          <p:nvPr>
            <p:ph type="title" hasCustomPrompt="1"/>
          </p:nvPr>
        </p:nvSpPr>
        <p:spPr>
          <a:xfrm>
            <a:off x="400050" y="-300748"/>
            <a:ext cx="5634788" cy="249299"/>
          </a:xfrm>
        </p:spPr>
        <p:txBody>
          <a:bodyPr wrap="square">
            <a:spAutoFit/>
          </a:bodyPr>
          <a:lstStyle>
            <a:lvl1pPr>
              <a:defRPr sz="1800" b="0"/>
            </a:lvl1pPr>
          </a:lstStyle>
          <a:p>
            <a:r>
              <a:rPr lang="en-US"/>
              <a:t>Title for accessibility</a:t>
            </a:r>
          </a:p>
        </p:txBody>
      </p:sp>
      <p:sp>
        <p:nvSpPr>
          <p:cNvPr id="9" name="Content Placeholder 8">
            <a:extLst>
              <a:ext uri="{FF2B5EF4-FFF2-40B4-BE49-F238E27FC236}">
                <a16:creationId xmlns:a16="http://schemas.microsoft.com/office/drawing/2014/main" id="{F7339CEB-91F9-B7FD-86D6-A4C114DA3002}"/>
              </a:ext>
            </a:extLst>
          </p:cNvPr>
          <p:cNvSpPr>
            <a:spLocks noGrp="1"/>
          </p:cNvSpPr>
          <p:nvPr>
            <p:ph idx="1"/>
          </p:nvPr>
        </p:nvSpPr>
        <p:spPr>
          <a:xfrm>
            <a:off x="5733536" y="400051"/>
            <a:ext cx="6078018" cy="5024273"/>
          </a:xfrm>
          <a:custGeom>
            <a:avLst/>
            <a:gdLst>
              <a:gd name="connsiteX0" fmla="*/ 0 w 6078018"/>
              <a:gd name="connsiteY0" fmla="*/ 0 h 5024273"/>
              <a:gd name="connsiteX1" fmla="*/ 6078018 w 6078018"/>
              <a:gd name="connsiteY1" fmla="*/ 0 h 5024273"/>
              <a:gd name="connsiteX2" fmla="*/ 6078018 w 6078018"/>
              <a:gd name="connsiteY2" fmla="*/ 4662902 h 5024273"/>
              <a:gd name="connsiteX3" fmla="*/ 3041951 w 6078018"/>
              <a:gd name="connsiteY3" fmla="*/ 4663975 h 5024273"/>
              <a:gd name="connsiteX4" fmla="*/ 2829053 w 6078018"/>
              <a:gd name="connsiteY4" fmla="*/ 5023866 h 5024273"/>
              <a:gd name="connsiteX5" fmla="*/ 0 w 6078018"/>
              <a:gd name="connsiteY5" fmla="*/ 5024273 h 50242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078018" h="5024273">
                <a:moveTo>
                  <a:pt x="0" y="0"/>
                </a:moveTo>
                <a:lnTo>
                  <a:pt x="6078018" y="0"/>
                </a:lnTo>
                <a:lnTo>
                  <a:pt x="6078018" y="4662902"/>
                </a:lnTo>
                <a:lnTo>
                  <a:pt x="3041951" y="4663975"/>
                </a:lnTo>
                <a:lnTo>
                  <a:pt x="2829053" y="5023866"/>
                </a:lnTo>
                <a:lnTo>
                  <a:pt x="0" y="5024273"/>
                </a:lnTo>
                <a:close/>
              </a:path>
            </a:pathLst>
          </a:custGeom>
          <a:solidFill>
            <a:schemeClr val="bg1"/>
          </a:solidFill>
        </p:spPr>
        <p:txBody>
          <a:bodyPr wrap="square" lIns="411480" tIns="1170432" rIns="365760">
            <a:noAutofit/>
          </a:bodyPr>
          <a:lstStyle>
            <a:lvl1pPr>
              <a:lnSpc>
                <a:spcPct val="100000"/>
              </a:lnSpc>
              <a:spcBef>
                <a:spcPts val="900"/>
              </a:spcBef>
              <a:spcAft>
                <a:spcPts val="0"/>
              </a:spcAft>
              <a:defRPr sz="3200" b="0" spc="-50" baseline="0">
                <a:solidFill>
                  <a:schemeClr val="tx1"/>
                </a:solidFill>
                <a:latin typeface="+mj-lt"/>
              </a:defRPr>
            </a:lvl1pPr>
          </a:lstStyle>
          <a:p>
            <a:pPr lvl="0"/>
            <a:r>
              <a:rPr lang="en-US"/>
              <a:t>Click to edit Master text styles</a:t>
            </a:r>
          </a:p>
        </p:txBody>
      </p:sp>
      <p:sp>
        <p:nvSpPr>
          <p:cNvPr id="6" name="Content Placeholder 2">
            <a:extLst>
              <a:ext uri="{FF2B5EF4-FFF2-40B4-BE49-F238E27FC236}">
                <a16:creationId xmlns:a16="http://schemas.microsoft.com/office/drawing/2014/main" id="{FA9DB721-FE7A-8DE5-B433-99C88BFAE50D}"/>
              </a:ext>
            </a:extLst>
          </p:cNvPr>
          <p:cNvSpPr>
            <a:spLocks noGrp="1"/>
          </p:cNvSpPr>
          <p:nvPr>
            <p:ph idx="10"/>
          </p:nvPr>
        </p:nvSpPr>
        <p:spPr>
          <a:xfrm>
            <a:off x="6159197" y="4470739"/>
            <a:ext cx="4704858" cy="510836"/>
          </a:xfrm>
        </p:spPr>
        <p:txBody>
          <a:bodyPr/>
          <a:lstStyle>
            <a:lvl1pPr>
              <a:lnSpc>
                <a:spcPct val="100000"/>
              </a:lnSpc>
              <a:spcBef>
                <a:spcPts val="0"/>
              </a:spcBef>
              <a:spcAft>
                <a:spcPts val="0"/>
              </a:spcAft>
              <a:defRPr sz="1600">
                <a:solidFill>
                  <a:schemeClr val="tx1"/>
                </a:solidFill>
              </a:defRPr>
            </a:lvl1pPr>
            <a:lvl2pPr>
              <a:lnSpc>
                <a:spcPct val="100000"/>
              </a:lnSpc>
              <a:spcBef>
                <a:spcPts val="0"/>
              </a:spcBef>
              <a:spcAft>
                <a:spcPts val="0"/>
              </a:spcAft>
              <a:defRPr sz="1600">
                <a:solidFill>
                  <a:schemeClr val="tx1"/>
                </a:solidFill>
                <a:latin typeface="+mj-lt"/>
              </a:defRPr>
            </a:lvl2pPr>
            <a:lvl3pPr marL="0" indent="0">
              <a:buNone/>
              <a:defRPr/>
            </a:lvl3pPr>
          </a:lstStyle>
          <a:p>
            <a:pPr lvl="0"/>
            <a:r>
              <a:rPr lang="en-US"/>
              <a:t>Click to edit Master text styles</a:t>
            </a:r>
          </a:p>
          <a:p>
            <a:pPr lvl="1"/>
            <a:r>
              <a:rPr lang="en-US"/>
              <a:t>Second level</a:t>
            </a:r>
          </a:p>
        </p:txBody>
      </p:sp>
      <p:sp>
        <p:nvSpPr>
          <p:cNvPr id="17" name="Text Placeholder 15">
            <a:extLst>
              <a:ext uri="{FF2B5EF4-FFF2-40B4-BE49-F238E27FC236}">
                <a16:creationId xmlns:a16="http://schemas.microsoft.com/office/drawing/2014/main" id="{0D1BEFAC-D99F-7020-6110-CD8460311AFF}"/>
              </a:ext>
            </a:extLst>
          </p:cNvPr>
          <p:cNvSpPr>
            <a:spLocks noGrp="1"/>
          </p:cNvSpPr>
          <p:nvPr>
            <p:ph type="body" sz="quarter" idx="12" hasCustomPrompt="1"/>
          </p:nvPr>
        </p:nvSpPr>
        <p:spPr>
          <a:xfrm>
            <a:off x="394728" y="6501384"/>
            <a:ext cx="365760" cy="161583"/>
          </a:xfrm>
        </p:spPr>
        <p:txBody>
          <a:bodyPr anchor="b" anchorCtr="0">
            <a:noAutofit/>
          </a:bodyPr>
          <a:lstStyle>
            <a:lvl1pPr>
              <a:defRPr sz="1050">
                <a:solidFill>
                  <a:schemeClr val="bg1"/>
                </a:solidFill>
              </a:defRPr>
            </a:lvl1pPr>
          </a:lstStyle>
          <a:p>
            <a:pPr lvl="0"/>
            <a:r>
              <a:rPr lang="en-US"/>
              <a:t>PwC</a:t>
            </a:r>
          </a:p>
        </p:txBody>
      </p:sp>
      <p:sp>
        <p:nvSpPr>
          <p:cNvPr id="7" name="Footer Placeholder 4">
            <a:extLst>
              <a:ext uri="{FF2B5EF4-FFF2-40B4-BE49-F238E27FC236}">
                <a16:creationId xmlns:a16="http://schemas.microsoft.com/office/drawing/2014/main" id="{7DFE5ED4-420E-CADB-A68A-A7D421280793}"/>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chemeClr val="bg1"/>
                </a:solidFill>
                <a:latin typeface="+mn-lt"/>
                <a:cs typeface="Arial" panose="020B0604020202020204" pitchFamily="34" charset="0"/>
              </a:defRPr>
            </a:lvl1pPr>
          </a:lstStyle>
          <a:p>
            <a:r>
              <a:rPr lang="en-US"/>
              <a:t>Presentation Title   |   Section Title</a:t>
            </a:r>
          </a:p>
        </p:txBody>
      </p:sp>
      <p:sp>
        <p:nvSpPr>
          <p:cNvPr id="8" name="Slide Number Placeholder 13">
            <a:extLst>
              <a:ext uri="{FF2B5EF4-FFF2-40B4-BE49-F238E27FC236}">
                <a16:creationId xmlns:a16="http://schemas.microsoft.com/office/drawing/2014/main" id="{961284F9-299F-5762-4D10-4246CB963FFC}"/>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bg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12" name="TextBox 11">
            <a:extLst>
              <a:ext uri="{FF2B5EF4-FFF2-40B4-BE49-F238E27FC236}">
                <a16:creationId xmlns:a16="http://schemas.microsoft.com/office/drawing/2014/main" id="{7AEFB371-D664-A7CF-D5EE-BB0684D60FED}"/>
              </a:ext>
            </a:extLst>
          </p:cNvPr>
          <p:cNvSpPr txBox="1"/>
          <p:nvPr userDrawn="1"/>
        </p:nvSpPr>
        <p:spPr>
          <a:xfrm>
            <a:off x="6034838" y="299570"/>
            <a:ext cx="762000" cy="838200"/>
          </a:xfrm>
          <a:prstGeom prst="rect">
            <a:avLst/>
          </a:prstGeom>
          <a:noFill/>
        </p:spPr>
        <p:txBody>
          <a:bodyPr wrap="square" lIns="0" tIns="0" rIns="0" bIns="0" rtlCol="0" anchor="t">
            <a:noAutofit/>
          </a:bodyPr>
          <a:lstStyle/>
          <a:p>
            <a:pPr marL="12700" marR="5080" lvl="0" indent="0" defTabSz="914400" eaLnBrk="1" fontAlgn="auto" latinLnBrk="0" hangingPunct="1">
              <a:spcBef>
                <a:spcPts val="900"/>
              </a:spcBef>
              <a:spcAft>
                <a:spcPts val="0"/>
              </a:spcAft>
              <a:buClrTx/>
              <a:buSzTx/>
              <a:buFontTx/>
              <a:buNone/>
              <a:tabLst/>
              <a:defRPr/>
            </a:pPr>
            <a:r>
              <a:rPr kumimoji="0" lang="en-US" sz="13800" b="1" u="none" strike="noStrike" kern="0" cap="none" spc="-105" normalizeH="0" baseline="0" noProof="0">
                <a:ln>
                  <a:noFill/>
                </a:ln>
                <a:solidFill>
                  <a:srgbClr val="FC5108"/>
                </a:solidFill>
                <a:effectLst/>
                <a:uLnTx/>
                <a:uFillTx/>
                <a:latin typeface="+mn-lt"/>
                <a:cs typeface="Arial" panose="020B0604020202020204" pitchFamily="34" charset="0"/>
              </a:rPr>
              <a:t>“</a:t>
            </a:r>
            <a:endParaRPr kumimoji="0" lang="en-US" sz="13800" b="1" u="none" strike="noStrike" kern="0" cap="none" spc="0" normalizeH="0" baseline="0" noProof="0">
              <a:ln>
                <a:noFill/>
              </a:ln>
              <a:solidFill>
                <a:srgbClr val="FC5108"/>
              </a:solidFill>
              <a:effectLst/>
              <a:uLnTx/>
              <a:uFillTx/>
              <a:latin typeface="+mn-lt"/>
              <a:cs typeface="Arial" panose="020B0604020202020204" pitchFamily="34" charset="0"/>
            </a:endParaRPr>
          </a:p>
          <a:p>
            <a:endParaRPr lang="en-US" sz="6000" b="1">
              <a:solidFill>
                <a:srgbClr val="FC5108"/>
              </a:solidFill>
              <a:latin typeface="Georgia" panose="02040502050405020303" pitchFamily="18" charset="0"/>
              <a:cs typeface="Arial" panose="020B0604020202020204" pitchFamily="34" charset="0"/>
            </a:endParaRPr>
          </a:p>
        </p:txBody>
      </p:sp>
    </p:spTree>
    <p:extLst>
      <p:ext uri="{BB962C8B-B14F-4D97-AF65-F5344CB8AC3E}">
        <p14:creationId xmlns:p14="http://schemas.microsoft.com/office/powerpoint/2010/main" val="186759205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Big Statement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01A1D7-A824-48A0-3E0C-4A7C86CA63AB}"/>
              </a:ext>
            </a:extLst>
          </p:cNvPr>
          <p:cNvSpPr>
            <a:spLocks noGrp="1"/>
          </p:cNvSpPr>
          <p:nvPr>
            <p:ph type="title" hasCustomPrompt="1"/>
          </p:nvPr>
        </p:nvSpPr>
        <p:spPr>
          <a:xfrm>
            <a:off x="400050" y="-300748"/>
            <a:ext cx="5643563" cy="249299"/>
          </a:xfrm>
        </p:spPr>
        <p:txBody>
          <a:bodyPr wrap="square">
            <a:spAutoFit/>
          </a:bodyPr>
          <a:lstStyle>
            <a:lvl1pPr>
              <a:defRPr sz="1800" b="0"/>
            </a:lvl1pPr>
          </a:lstStyle>
          <a:p>
            <a:r>
              <a:rPr lang="en-US"/>
              <a:t>Title for accessibility</a:t>
            </a:r>
          </a:p>
        </p:txBody>
      </p:sp>
      <p:sp>
        <p:nvSpPr>
          <p:cNvPr id="6" name="Content Placeholder 2">
            <a:extLst>
              <a:ext uri="{FF2B5EF4-FFF2-40B4-BE49-F238E27FC236}">
                <a16:creationId xmlns:a16="http://schemas.microsoft.com/office/drawing/2014/main" id="{FA9DB721-FE7A-8DE5-B433-99C88BFAE50D}"/>
              </a:ext>
            </a:extLst>
          </p:cNvPr>
          <p:cNvSpPr>
            <a:spLocks noGrp="1"/>
          </p:cNvSpPr>
          <p:nvPr>
            <p:ph idx="10"/>
          </p:nvPr>
        </p:nvSpPr>
        <p:spPr>
          <a:xfrm>
            <a:off x="401694" y="4463448"/>
            <a:ext cx="4704858" cy="535897"/>
          </a:xfrm>
        </p:spPr>
        <p:txBody>
          <a:bodyPr/>
          <a:lstStyle>
            <a:lvl1pPr>
              <a:lnSpc>
                <a:spcPct val="100000"/>
              </a:lnSpc>
              <a:spcBef>
                <a:spcPts val="0"/>
              </a:spcBef>
              <a:spcAft>
                <a:spcPts val="0"/>
              </a:spcAft>
              <a:defRPr sz="1800">
                <a:solidFill>
                  <a:schemeClr val="tx1"/>
                </a:solidFill>
              </a:defRPr>
            </a:lvl1pPr>
            <a:lvl2pPr>
              <a:lnSpc>
                <a:spcPct val="100000"/>
              </a:lnSpc>
              <a:spcBef>
                <a:spcPts val="0"/>
              </a:spcBef>
              <a:spcAft>
                <a:spcPts val="0"/>
              </a:spcAft>
              <a:defRPr sz="1800">
                <a:solidFill>
                  <a:schemeClr val="tx1"/>
                </a:solidFill>
                <a:latin typeface="+mj-lt"/>
              </a:defRPr>
            </a:lvl2pPr>
            <a:lvl3pPr marL="0" indent="0">
              <a:buNone/>
              <a:defRPr/>
            </a:lvl3pPr>
          </a:lstStyle>
          <a:p>
            <a:pPr lvl="0"/>
            <a:r>
              <a:rPr lang="en-US"/>
              <a:t>Click to edit Master text styles</a:t>
            </a:r>
          </a:p>
          <a:p>
            <a:pPr lvl="1"/>
            <a:r>
              <a:rPr lang="en-US"/>
              <a:t>Second level</a:t>
            </a:r>
          </a:p>
        </p:txBody>
      </p:sp>
      <p:sp>
        <p:nvSpPr>
          <p:cNvPr id="16" name="Text Placeholder 15">
            <a:extLst>
              <a:ext uri="{FF2B5EF4-FFF2-40B4-BE49-F238E27FC236}">
                <a16:creationId xmlns:a16="http://schemas.microsoft.com/office/drawing/2014/main" id="{FCE2EE15-D090-23D5-91E1-84A48D697B36}"/>
              </a:ext>
            </a:extLst>
          </p:cNvPr>
          <p:cNvSpPr>
            <a:spLocks noGrp="1"/>
          </p:cNvSpPr>
          <p:nvPr>
            <p:ph type="body" sz="quarter" idx="12"/>
          </p:nvPr>
        </p:nvSpPr>
        <p:spPr>
          <a:xfrm>
            <a:off x="6161192" y="737608"/>
            <a:ext cx="5671976" cy="4744821"/>
          </a:xfrm>
          <a:prstGeom prst="rect">
            <a:avLst/>
          </a:prstGeom>
          <a:noFill/>
        </p:spPr>
        <p:txBody>
          <a:bodyPr/>
          <a:lstStyle>
            <a:lvl1pPr>
              <a:lnSpc>
                <a:spcPct val="100000"/>
              </a:lnSpc>
              <a:defRPr sz="6600" b="0">
                <a:latin typeface="+mj-lt"/>
              </a:defRPr>
            </a:lvl1pPr>
          </a:lstStyle>
          <a:p>
            <a:pPr lvl="0"/>
            <a:r>
              <a:rPr lang="en-US"/>
              <a:t>Click to edit Master text styles</a:t>
            </a:r>
          </a:p>
        </p:txBody>
      </p:sp>
      <p:sp>
        <p:nvSpPr>
          <p:cNvPr id="5" name="Footer Placeholder 4">
            <a:extLst>
              <a:ext uri="{FF2B5EF4-FFF2-40B4-BE49-F238E27FC236}">
                <a16:creationId xmlns:a16="http://schemas.microsoft.com/office/drawing/2014/main" id="{94CDF16A-3F0F-40AD-25BD-32F2F4A17D05}"/>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   |   Section Title</a:t>
            </a:r>
          </a:p>
        </p:txBody>
      </p:sp>
      <p:sp>
        <p:nvSpPr>
          <p:cNvPr id="7" name="Slide Number Placeholder 13">
            <a:extLst>
              <a:ext uri="{FF2B5EF4-FFF2-40B4-BE49-F238E27FC236}">
                <a16:creationId xmlns:a16="http://schemas.microsoft.com/office/drawing/2014/main" id="{E1340CD9-3B8A-B030-B8FC-EAD510678C81}"/>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2844920402"/>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Big Statement 2">
    <p:bg>
      <p:bgPr>
        <a:solidFill>
          <a:srgbClr val="DFE3E6"/>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01A1D7-A824-48A0-3E0C-4A7C86CA63AB}"/>
              </a:ext>
            </a:extLst>
          </p:cNvPr>
          <p:cNvSpPr>
            <a:spLocks noGrp="1"/>
          </p:cNvSpPr>
          <p:nvPr>
            <p:ph type="title" hasCustomPrompt="1"/>
          </p:nvPr>
        </p:nvSpPr>
        <p:spPr>
          <a:xfrm>
            <a:off x="400050" y="-300748"/>
            <a:ext cx="5643563" cy="249299"/>
          </a:xfrm>
        </p:spPr>
        <p:txBody>
          <a:bodyPr wrap="square">
            <a:spAutoFit/>
          </a:bodyPr>
          <a:lstStyle>
            <a:lvl1pPr>
              <a:defRPr sz="1800" b="0"/>
            </a:lvl1pPr>
          </a:lstStyle>
          <a:p>
            <a:r>
              <a:rPr lang="en-US"/>
              <a:t>Title for accessibility</a:t>
            </a:r>
          </a:p>
        </p:txBody>
      </p:sp>
      <p:sp>
        <p:nvSpPr>
          <p:cNvPr id="6" name="Content Placeholder 2">
            <a:extLst>
              <a:ext uri="{FF2B5EF4-FFF2-40B4-BE49-F238E27FC236}">
                <a16:creationId xmlns:a16="http://schemas.microsoft.com/office/drawing/2014/main" id="{FA9DB721-FE7A-8DE5-B433-99C88BFAE50D}"/>
              </a:ext>
            </a:extLst>
          </p:cNvPr>
          <p:cNvSpPr>
            <a:spLocks noGrp="1"/>
          </p:cNvSpPr>
          <p:nvPr>
            <p:ph idx="10"/>
          </p:nvPr>
        </p:nvSpPr>
        <p:spPr>
          <a:xfrm>
            <a:off x="402336" y="4462272"/>
            <a:ext cx="4704858" cy="535897"/>
          </a:xfrm>
        </p:spPr>
        <p:txBody>
          <a:bodyPr/>
          <a:lstStyle>
            <a:lvl1pPr>
              <a:lnSpc>
                <a:spcPct val="100000"/>
              </a:lnSpc>
              <a:spcBef>
                <a:spcPts val="0"/>
              </a:spcBef>
              <a:spcAft>
                <a:spcPts val="0"/>
              </a:spcAft>
              <a:defRPr sz="1800">
                <a:solidFill>
                  <a:schemeClr val="tx1"/>
                </a:solidFill>
              </a:defRPr>
            </a:lvl1pPr>
            <a:lvl2pPr>
              <a:lnSpc>
                <a:spcPct val="100000"/>
              </a:lnSpc>
              <a:spcBef>
                <a:spcPts val="0"/>
              </a:spcBef>
              <a:spcAft>
                <a:spcPts val="0"/>
              </a:spcAft>
              <a:defRPr sz="1800">
                <a:solidFill>
                  <a:schemeClr val="tx1"/>
                </a:solidFill>
                <a:latin typeface="+mj-lt"/>
              </a:defRPr>
            </a:lvl2pPr>
            <a:lvl3pPr marL="0" indent="0">
              <a:buNone/>
              <a:defRPr/>
            </a:lvl3pPr>
          </a:lstStyle>
          <a:p>
            <a:pPr lvl="0"/>
            <a:r>
              <a:rPr lang="en-US"/>
              <a:t>Click to edit Master text styles</a:t>
            </a:r>
          </a:p>
          <a:p>
            <a:pPr lvl="1"/>
            <a:r>
              <a:rPr lang="en-US"/>
              <a:t>Second level</a:t>
            </a:r>
          </a:p>
        </p:txBody>
      </p:sp>
      <p:sp>
        <p:nvSpPr>
          <p:cNvPr id="16" name="Text Placeholder 15">
            <a:extLst>
              <a:ext uri="{FF2B5EF4-FFF2-40B4-BE49-F238E27FC236}">
                <a16:creationId xmlns:a16="http://schemas.microsoft.com/office/drawing/2014/main" id="{FCE2EE15-D090-23D5-91E1-84A48D697B36}"/>
              </a:ext>
            </a:extLst>
          </p:cNvPr>
          <p:cNvSpPr>
            <a:spLocks noGrp="1"/>
          </p:cNvSpPr>
          <p:nvPr>
            <p:ph type="body" sz="quarter" idx="12"/>
          </p:nvPr>
        </p:nvSpPr>
        <p:spPr>
          <a:xfrm>
            <a:off x="6163056" y="740664"/>
            <a:ext cx="5671976" cy="4744821"/>
          </a:xfrm>
          <a:prstGeom prst="rect">
            <a:avLst/>
          </a:prstGeom>
          <a:noFill/>
        </p:spPr>
        <p:txBody>
          <a:bodyPr/>
          <a:lstStyle>
            <a:lvl1pPr>
              <a:lnSpc>
                <a:spcPct val="100000"/>
              </a:lnSpc>
              <a:defRPr sz="6600" b="0">
                <a:latin typeface="+mj-lt"/>
              </a:defRPr>
            </a:lvl1pPr>
          </a:lstStyle>
          <a:p>
            <a:pPr lvl="0"/>
            <a:r>
              <a:rPr lang="en-US"/>
              <a:t>Click to edit Master text styles</a:t>
            </a:r>
          </a:p>
        </p:txBody>
      </p:sp>
      <p:sp>
        <p:nvSpPr>
          <p:cNvPr id="5" name="Footer Placeholder 4">
            <a:extLst>
              <a:ext uri="{FF2B5EF4-FFF2-40B4-BE49-F238E27FC236}">
                <a16:creationId xmlns:a16="http://schemas.microsoft.com/office/drawing/2014/main" id="{A3CBD27D-46ED-F893-79F1-23481FEA9E3F}"/>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   |   Section Title</a:t>
            </a:r>
          </a:p>
        </p:txBody>
      </p:sp>
      <p:sp>
        <p:nvSpPr>
          <p:cNvPr id="7" name="Slide Number Placeholder 13">
            <a:extLst>
              <a:ext uri="{FF2B5EF4-FFF2-40B4-BE49-F238E27FC236}">
                <a16:creationId xmlns:a16="http://schemas.microsoft.com/office/drawing/2014/main" id="{8206B60F-A556-76A5-2FBC-4C736F4B16C5}"/>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677545723"/>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Big Statement 3">
    <p:bg>
      <p:bgPr>
        <a:solidFill>
          <a:srgbClr val="FFE8D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01A1D7-A824-48A0-3E0C-4A7C86CA63AB}"/>
              </a:ext>
            </a:extLst>
          </p:cNvPr>
          <p:cNvSpPr>
            <a:spLocks noGrp="1"/>
          </p:cNvSpPr>
          <p:nvPr>
            <p:ph type="title" hasCustomPrompt="1"/>
          </p:nvPr>
        </p:nvSpPr>
        <p:spPr>
          <a:xfrm>
            <a:off x="402336" y="-300748"/>
            <a:ext cx="5641277" cy="249299"/>
          </a:xfrm>
        </p:spPr>
        <p:txBody>
          <a:bodyPr wrap="square">
            <a:spAutoFit/>
          </a:bodyPr>
          <a:lstStyle>
            <a:lvl1pPr>
              <a:defRPr sz="1800" b="0"/>
            </a:lvl1pPr>
          </a:lstStyle>
          <a:p>
            <a:r>
              <a:rPr lang="en-US"/>
              <a:t>Title for accessibility</a:t>
            </a:r>
          </a:p>
        </p:txBody>
      </p:sp>
      <p:sp>
        <p:nvSpPr>
          <p:cNvPr id="6" name="Content Placeholder 2">
            <a:extLst>
              <a:ext uri="{FF2B5EF4-FFF2-40B4-BE49-F238E27FC236}">
                <a16:creationId xmlns:a16="http://schemas.microsoft.com/office/drawing/2014/main" id="{FA9DB721-FE7A-8DE5-B433-99C88BFAE50D}"/>
              </a:ext>
            </a:extLst>
          </p:cNvPr>
          <p:cNvSpPr>
            <a:spLocks noGrp="1"/>
          </p:cNvSpPr>
          <p:nvPr>
            <p:ph idx="10"/>
          </p:nvPr>
        </p:nvSpPr>
        <p:spPr>
          <a:xfrm>
            <a:off x="402336" y="4462272"/>
            <a:ext cx="4704858" cy="535897"/>
          </a:xfrm>
        </p:spPr>
        <p:txBody>
          <a:bodyPr/>
          <a:lstStyle>
            <a:lvl1pPr>
              <a:lnSpc>
                <a:spcPct val="100000"/>
              </a:lnSpc>
              <a:spcBef>
                <a:spcPts val="0"/>
              </a:spcBef>
              <a:spcAft>
                <a:spcPts val="0"/>
              </a:spcAft>
              <a:defRPr sz="1800">
                <a:solidFill>
                  <a:schemeClr val="tx1"/>
                </a:solidFill>
              </a:defRPr>
            </a:lvl1pPr>
            <a:lvl2pPr>
              <a:lnSpc>
                <a:spcPct val="100000"/>
              </a:lnSpc>
              <a:spcBef>
                <a:spcPts val="0"/>
              </a:spcBef>
              <a:spcAft>
                <a:spcPts val="0"/>
              </a:spcAft>
              <a:defRPr sz="1800">
                <a:solidFill>
                  <a:schemeClr val="tx1"/>
                </a:solidFill>
                <a:latin typeface="+mj-lt"/>
              </a:defRPr>
            </a:lvl2pPr>
            <a:lvl3pPr marL="0" indent="0">
              <a:buNone/>
              <a:defRPr/>
            </a:lvl3pPr>
          </a:lstStyle>
          <a:p>
            <a:pPr lvl="0"/>
            <a:r>
              <a:rPr lang="en-US"/>
              <a:t>Click to edit Master text styles</a:t>
            </a:r>
          </a:p>
          <a:p>
            <a:pPr lvl="1"/>
            <a:r>
              <a:rPr lang="en-US"/>
              <a:t>Second level</a:t>
            </a:r>
          </a:p>
        </p:txBody>
      </p:sp>
      <p:sp>
        <p:nvSpPr>
          <p:cNvPr id="16" name="Text Placeholder 15">
            <a:extLst>
              <a:ext uri="{FF2B5EF4-FFF2-40B4-BE49-F238E27FC236}">
                <a16:creationId xmlns:a16="http://schemas.microsoft.com/office/drawing/2014/main" id="{FCE2EE15-D090-23D5-91E1-84A48D697B36}"/>
              </a:ext>
            </a:extLst>
          </p:cNvPr>
          <p:cNvSpPr>
            <a:spLocks noGrp="1"/>
          </p:cNvSpPr>
          <p:nvPr>
            <p:ph type="body" sz="quarter" idx="12"/>
          </p:nvPr>
        </p:nvSpPr>
        <p:spPr>
          <a:xfrm>
            <a:off x="6163056" y="740664"/>
            <a:ext cx="5671976" cy="4744821"/>
          </a:xfrm>
          <a:prstGeom prst="rect">
            <a:avLst/>
          </a:prstGeom>
          <a:noFill/>
        </p:spPr>
        <p:txBody>
          <a:bodyPr/>
          <a:lstStyle>
            <a:lvl1pPr>
              <a:lnSpc>
                <a:spcPct val="100000"/>
              </a:lnSpc>
              <a:defRPr sz="6600" b="0">
                <a:latin typeface="+mj-lt"/>
              </a:defRPr>
            </a:lvl1pPr>
          </a:lstStyle>
          <a:p>
            <a:pPr lvl="0"/>
            <a:r>
              <a:rPr lang="en-US"/>
              <a:t>Click to edit Master text styles</a:t>
            </a:r>
          </a:p>
        </p:txBody>
      </p:sp>
      <p:sp>
        <p:nvSpPr>
          <p:cNvPr id="5" name="Footer Placeholder 4">
            <a:extLst>
              <a:ext uri="{FF2B5EF4-FFF2-40B4-BE49-F238E27FC236}">
                <a16:creationId xmlns:a16="http://schemas.microsoft.com/office/drawing/2014/main" id="{51A77249-98B8-FACA-4ACE-60FB5325B01A}"/>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   |   Section Title</a:t>
            </a:r>
          </a:p>
        </p:txBody>
      </p:sp>
      <p:sp>
        <p:nvSpPr>
          <p:cNvPr id="7" name="Slide Number Placeholder 13">
            <a:extLst>
              <a:ext uri="{FF2B5EF4-FFF2-40B4-BE49-F238E27FC236}">
                <a16:creationId xmlns:a16="http://schemas.microsoft.com/office/drawing/2014/main" id="{3427FF8A-B4F7-3F6B-6AC3-2F7EC1DCAAD1}"/>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1246559854"/>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Big Statement 4">
    <p:bg>
      <p:bgPr>
        <a:solidFill>
          <a:schemeClr val="bg1"/>
        </a:solidFill>
        <a:effectLst/>
      </p:bgPr>
    </p:bg>
    <p:spTree>
      <p:nvGrpSpPr>
        <p:cNvPr id="1" name=""/>
        <p:cNvGrpSpPr/>
        <p:nvPr/>
      </p:nvGrpSpPr>
      <p:grpSpPr>
        <a:xfrm>
          <a:off x="0" y="0"/>
          <a:ext cx="0" cy="0"/>
          <a:chOff x="0" y="0"/>
          <a:chExt cx="0" cy="0"/>
        </a:xfrm>
      </p:grpSpPr>
      <p:sp>
        <p:nvSpPr>
          <p:cNvPr id="3" name="Picture Placeholder 14">
            <a:extLst>
              <a:ext uri="{FF2B5EF4-FFF2-40B4-BE49-F238E27FC236}">
                <a16:creationId xmlns:a16="http://schemas.microsoft.com/office/drawing/2014/main" id="{F2C136D6-EB53-8EAB-067D-F21D72B54E2A}"/>
              </a:ext>
              <a:ext uri="{C183D7F6-B498-43B3-948B-1728B52AA6E4}">
                <adec:decorative xmlns:adec="http://schemas.microsoft.com/office/drawing/2017/decorative" val="1"/>
              </a:ext>
            </a:extLst>
          </p:cNvPr>
          <p:cNvSpPr>
            <a:spLocks noGrp="1"/>
          </p:cNvSpPr>
          <p:nvPr>
            <p:ph type="pic" sz="quarter" idx="11"/>
          </p:nvPr>
        </p:nvSpPr>
        <p:spPr>
          <a:xfrm>
            <a:off x="0" y="-1"/>
            <a:ext cx="12192000" cy="6857999"/>
          </a:xfrm>
          <a:solidFill>
            <a:schemeClr val="bg1">
              <a:lumMod val="85000"/>
            </a:schemeClr>
          </a:solidFill>
        </p:spPr>
        <p:txBody>
          <a:bodyPr tIns="1554480"/>
          <a:lstStyle>
            <a:lvl1pPr algn="ctr">
              <a:defRPr/>
            </a:lvl1pPr>
          </a:lstStyle>
          <a:p>
            <a:r>
              <a:rPr lang="en-US"/>
              <a:t>Click icon to add picture</a:t>
            </a:r>
          </a:p>
        </p:txBody>
      </p:sp>
      <p:sp>
        <p:nvSpPr>
          <p:cNvPr id="2" name="Title 1">
            <a:extLst>
              <a:ext uri="{FF2B5EF4-FFF2-40B4-BE49-F238E27FC236}">
                <a16:creationId xmlns:a16="http://schemas.microsoft.com/office/drawing/2014/main" id="{3D01A1D7-A824-48A0-3E0C-4A7C86CA63AB}"/>
              </a:ext>
            </a:extLst>
          </p:cNvPr>
          <p:cNvSpPr>
            <a:spLocks noGrp="1"/>
          </p:cNvSpPr>
          <p:nvPr>
            <p:ph type="title" hasCustomPrompt="1"/>
          </p:nvPr>
        </p:nvSpPr>
        <p:spPr>
          <a:xfrm>
            <a:off x="347663" y="-319682"/>
            <a:ext cx="5695950" cy="249299"/>
          </a:xfrm>
        </p:spPr>
        <p:txBody>
          <a:bodyPr wrap="square">
            <a:spAutoFit/>
          </a:bodyPr>
          <a:lstStyle>
            <a:lvl1pPr>
              <a:defRPr sz="1800" b="0"/>
            </a:lvl1pPr>
          </a:lstStyle>
          <a:p>
            <a:r>
              <a:rPr lang="en-US"/>
              <a:t>Title for accessibility</a:t>
            </a:r>
          </a:p>
        </p:txBody>
      </p:sp>
      <p:sp>
        <p:nvSpPr>
          <p:cNvPr id="6" name="Content Placeholder 2">
            <a:extLst>
              <a:ext uri="{FF2B5EF4-FFF2-40B4-BE49-F238E27FC236}">
                <a16:creationId xmlns:a16="http://schemas.microsoft.com/office/drawing/2014/main" id="{FA9DB721-FE7A-8DE5-B433-99C88BFAE50D}"/>
              </a:ext>
            </a:extLst>
          </p:cNvPr>
          <p:cNvSpPr>
            <a:spLocks noGrp="1"/>
          </p:cNvSpPr>
          <p:nvPr>
            <p:ph idx="10"/>
          </p:nvPr>
        </p:nvSpPr>
        <p:spPr>
          <a:xfrm>
            <a:off x="402336" y="4462272"/>
            <a:ext cx="4704858" cy="535897"/>
          </a:xfrm>
        </p:spPr>
        <p:txBody>
          <a:bodyPr/>
          <a:lstStyle>
            <a:lvl1pPr>
              <a:lnSpc>
                <a:spcPct val="100000"/>
              </a:lnSpc>
              <a:spcBef>
                <a:spcPts val="0"/>
              </a:spcBef>
              <a:spcAft>
                <a:spcPts val="0"/>
              </a:spcAft>
              <a:defRPr sz="1800">
                <a:solidFill>
                  <a:schemeClr val="bg1"/>
                </a:solidFill>
              </a:defRPr>
            </a:lvl1pPr>
            <a:lvl2pPr>
              <a:lnSpc>
                <a:spcPct val="100000"/>
              </a:lnSpc>
              <a:spcBef>
                <a:spcPts val="0"/>
              </a:spcBef>
              <a:spcAft>
                <a:spcPts val="0"/>
              </a:spcAft>
              <a:defRPr sz="1800">
                <a:solidFill>
                  <a:schemeClr val="bg1"/>
                </a:solidFill>
                <a:latin typeface="+mj-lt"/>
              </a:defRPr>
            </a:lvl2pPr>
            <a:lvl3pPr marL="0" indent="0">
              <a:buNone/>
              <a:defRPr/>
            </a:lvl3pPr>
          </a:lstStyle>
          <a:p>
            <a:pPr lvl="0"/>
            <a:r>
              <a:rPr lang="en-US"/>
              <a:t>Click to edit Master text styles</a:t>
            </a:r>
          </a:p>
          <a:p>
            <a:pPr lvl="1"/>
            <a:r>
              <a:rPr lang="en-US"/>
              <a:t>Second level</a:t>
            </a:r>
          </a:p>
        </p:txBody>
      </p:sp>
      <p:sp>
        <p:nvSpPr>
          <p:cNvPr id="16" name="Text Placeholder 15">
            <a:extLst>
              <a:ext uri="{FF2B5EF4-FFF2-40B4-BE49-F238E27FC236}">
                <a16:creationId xmlns:a16="http://schemas.microsoft.com/office/drawing/2014/main" id="{FCE2EE15-D090-23D5-91E1-84A48D697B36}"/>
              </a:ext>
            </a:extLst>
          </p:cNvPr>
          <p:cNvSpPr>
            <a:spLocks noGrp="1"/>
          </p:cNvSpPr>
          <p:nvPr>
            <p:ph type="body" sz="quarter" idx="12"/>
          </p:nvPr>
        </p:nvSpPr>
        <p:spPr>
          <a:xfrm>
            <a:off x="6163056" y="740664"/>
            <a:ext cx="5671976" cy="4744821"/>
          </a:xfrm>
          <a:prstGeom prst="rect">
            <a:avLst/>
          </a:prstGeom>
          <a:noFill/>
        </p:spPr>
        <p:txBody>
          <a:bodyPr/>
          <a:lstStyle>
            <a:lvl1pPr>
              <a:lnSpc>
                <a:spcPct val="100000"/>
              </a:lnSpc>
              <a:defRPr sz="6600" b="0">
                <a:solidFill>
                  <a:schemeClr val="bg1"/>
                </a:solidFill>
                <a:latin typeface="+mj-lt"/>
              </a:defRPr>
            </a:lvl1pPr>
          </a:lstStyle>
          <a:p>
            <a:pPr lvl="0"/>
            <a:r>
              <a:rPr lang="en-US"/>
              <a:t>Click to edit Master text styles</a:t>
            </a:r>
          </a:p>
        </p:txBody>
      </p:sp>
      <p:sp>
        <p:nvSpPr>
          <p:cNvPr id="7" name="TextBox 6">
            <a:extLst>
              <a:ext uri="{FF2B5EF4-FFF2-40B4-BE49-F238E27FC236}">
                <a16:creationId xmlns:a16="http://schemas.microsoft.com/office/drawing/2014/main" id="{FDD3CF2F-7A33-6AA8-EBBC-3A558D724586}"/>
              </a:ext>
            </a:extLst>
          </p:cNvPr>
          <p:cNvSpPr txBox="1"/>
          <p:nvPr userDrawn="1"/>
        </p:nvSpPr>
        <p:spPr>
          <a:xfrm>
            <a:off x="394728" y="6501384"/>
            <a:ext cx="431483" cy="161583"/>
          </a:xfrm>
          <a:prstGeom prst="rect">
            <a:avLst/>
          </a:prstGeom>
          <a:noFill/>
        </p:spPr>
        <p:txBody>
          <a:bodyPr wrap="square" lIns="0" tIns="0" rIns="0" bIns="0" rtlCol="0" anchor="b" anchorCtr="0">
            <a:spAutoFit/>
          </a:bodyPr>
          <a:lstStyle/>
          <a:p>
            <a:pPr algn="l"/>
            <a:r>
              <a:rPr lang="en-US" sz="1050" b="1">
                <a:solidFill>
                  <a:schemeClr val="bg1"/>
                </a:solidFill>
              </a:rPr>
              <a:t>PwC</a:t>
            </a:r>
          </a:p>
        </p:txBody>
      </p:sp>
      <p:sp>
        <p:nvSpPr>
          <p:cNvPr id="8" name="Footer Placeholder 4">
            <a:extLst>
              <a:ext uri="{FF2B5EF4-FFF2-40B4-BE49-F238E27FC236}">
                <a16:creationId xmlns:a16="http://schemas.microsoft.com/office/drawing/2014/main" id="{694593D8-AEB6-3CA5-7E3B-6BA6D552DB0C}"/>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chemeClr val="bg1"/>
                </a:solidFill>
                <a:latin typeface="+mn-lt"/>
                <a:cs typeface="Arial" panose="020B0604020202020204" pitchFamily="34" charset="0"/>
              </a:defRPr>
            </a:lvl1pPr>
          </a:lstStyle>
          <a:p>
            <a:r>
              <a:rPr lang="en-US"/>
              <a:t>Presentation Title   |   Section Title</a:t>
            </a:r>
          </a:p>
        </p:txBody>
      </p:sp>
      <p:sp>
        <p:nvSpPr>
          <p:cNvPr id="9" name="Slide Number Placeholder 13">
            <a:extLst>
              <a:ext uri="{FF2B5EF4-FFF2-40B4-BE49-F238E27FC236}">
                <a16:creationId xmlns:a16="http://schemas.microsoft.com/office/drawing/2014/main" id="{C1E67C1D-7D69-01C7-F212-8FD6EC41D5DD}"/>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bg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2872535336"/>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Content With Image">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BD055151-7117-866F-6824-F774A7F56F66}"/>
              </a:ext>
            </a:extLst>
          </p:cNvPr>
          <p:cNvSpPr>
            <a:spLocks noGrp="1"/>
          </p:cNvSpPr>
          <p:nvPr>
            <p:ph type="title" hasCustomPrompt="1"/>
          </p:nvPr>
        </p:nvSpPr>
        <p:spPr>
          <a:xfrm>
            <a:off x="401284" y="3480486"/>
            <a:ext cx="4499480" cy="2458352"/>
          </a:xfrm>
        </p:spPr>
        <p:txBody>
          <a:bodyPr/>
          <a:lstStyle>
            <a:lvl1pPr>
              <a:lnSpc>
                <a:spcPct val="100000"/>
              </a:lnSpc>
              <a:defRPr sz="3200" b="0"/>
            </a:lvl1pPr>
          </a:lstStyle>
          <a:p>
            <a:r>
              <a:rPr lang="en-US"/>
              <a:t>Click to edit title style</a:t>
            </a:r>
          </a:p>
        </p:txBody>
      </p:sp>
      <p:sp>
        <p:nvSpPr>
          <p:cNvPr id="3" name="Picture Placeholder 2">
            <a:extLst>
              <a:ext uri="{FF2B5EF4-FFF2-40B4-BE49-F238E27FC236}">
                <a16:creationId xmlns:a16="http://schemas.microsoft.com/office/drawing/2014/main" id="{CAF96854-0B82-0332-CB0D-B653A0471D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p:cNvSpPr>
          <p:nvPr>
            <p:ph type="pic" sz="quarter" idx="11" hasCustomPrompt="1"/>
          </p:nvPr>
        </p:nvSpPr>
        <p:spPr>
          <a:xfrm>
            <a:off x="5199063" y="400050"/>
            <a:ext cx="6614842" cy="5539040"/>
          </a:xfrm>
          <a:custGeom>
            <a:avLst/>
            <a:gdLst>
              <a:gd name="connsiteX0" fmla="*/ 2370 w 6614842"/>
              <a:gd name="connsiteY0" fmla="*/ 0 h 5539040"/>
              <a:gd name="connsiteX1" fmla="*/ 6614842 w 6614842"/>
              <a:gd name="connsiteY1" fmla="*/ 0 h 5539040"/>
              <a:gd name="connsiteX2" fmla="*/ 6611213 w 6614842"/>
              <a:gd name="connsiteY2" fmla="*/ 5179084 h 5539040"/>
              <a:gd name="connsiteX3" fmla="*/ 3320084 w 6614842"/>
              <a:gd name="connsiteY3" fmla="*/ 5175675 h 5539040"/>
              <a:gd name="connsiteX4" fmla="*/ 3075776 w 6614842"/>
              <a:gd name="connsiteY4" fmla="*/ 5539040 h 5539040"/>
              <a:gd name="connsiteX5" fmla="*/ 0 w 6614842"/>
              <a:gd name="connsiteY5" fmla="*/ 5536403 h 5539040"/>
              <a:gd name="connsiteX6" fmla="*/ 2078 w 6614842"/>
              <a:gd name="connsiteY6" fmla="*/ 2755139 h 5539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614842" h="5539040">
                <a:moveTo>
                  <a:pt x="2370" y="0"/>
                </a:moveTo>
                <a:lnTo>
                  <a:pt x="6614842" y="0"/>
                </a:lnTo>
                <a:lnTo>
                  <a:pt x="6611213" y="5179084"/>
                </a:lnTo>
                <a:lnTo>
                  <a:pt x="3320084" y="5175675"/>
                </a:lnTo>
                <a:lnTo>
                  <a:pt x="3075776" y="5539040"/>
                </a:lnTo>
                <a:lnTo>
                  <a:pt x="0" y="5536403"/>
                </a:lnTo>
                <a:cubicBezTo>
                  <a:pt x="1583" y="4615367"/>
                  <a:pt x="1979" y="3686592"/>
                  <a:pt x="2078" y="2755139"/>
                </a:cubicBezTo>
                <a:close/>
              </a:path>
            </a:pathLst>
          </a:custGeom>
          <a:solidFill>
            <a:schemeClr val="bg2"/>
          </a:solidFill>
        </p:spPr>
        <p:txBody>
          <a:bodyPr wrap="square" lIns="914400" tIns="1554480" rIns="914400">
            <a:noAutofit/>
          </a:bodyPr>
          <a:lstStyle>
            <a:lvl1pPr algn="ctr">
              <a:defRPr b="0" i="0"/>
            </a:lvl1pPr>
          </a:lstStyle>
          <a:p>
            <a:r>
              <a:rPr lang="en-US"/>
              <a:t>Click icon to add picture—do</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not</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scale</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or</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stretch</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this</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photo</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placeholder</a:t>
            </a:r>
          </a:p>
        </p:txBody>
      </p:sp>
      <p:sp>
        <p:nvSpPr>
          <p:cNvPr id="4" name="Footer Placeholder 4">
            <a:extLst>
              <a:ext uri="{FF2B5EF4-FFF2-40B4-BE49-F238E27FC236}">
                <a16:creationId xmlns:a16="http://schemas.microsoft.com/office/drawing/2014/main" id="{629E8A37-B7AE-34F5-AC2C-2C3307E45306}"/>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   |   Section Title</a:t>
            </a:r>
          </a:p>
        </p:txBody>
      </p:sp>
      <p:sp>
        <p:nvSpPr>
          <p:cNvPr id="5" name="Slide Number Placeholder 13">
            <a:extLst>
              <a:ext uri="{FF2B5EF4-FFF2-40B4-BE49-F238E27FC236}">
                <a16:creationId xmlns:a16="http://schemas.microsoft.com/office/drawing/2014/main" id="{83E901E5-0C0F-02C2-6E8B-66E81BE06A91}"/>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609372569"/>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Content With Image 2">
    <p:spTree>
      <p:nvGrpSpPr>
        <p:cNvPr id="1" name=""/>
        <p:cNvGrpSpPr/>
        <p:nvPr/>
      </p:nvGrpSpPr>
      <p:grpSpPr>
        <a:xfrm>
          <a:off x="0" y="0"/>
          <a:ext cx="0" cy="0"/>
          <a:chOff x="0" y="0"/>
          <a:chExt cx="0" cy="0"/>
        </a:xfrm>
      </p:grpSpPr>
      <p:sp>
        <p:nvSpPr>
          <p:cNvPr id="8" name="Title Placeholder 1">
            <a:extLst>
              <a:ext uri="{FF2B5EF4-FFF2-40B4-BE49-F238E27FC236}">
                <a16:creationId xmlns:a16="http://schemas.microsoft.com/office/drawing/2014/main" id="{AEA67855-93A6-BD43-750C-42D579FD028A}"/>
              </a:ext>
            </a:extLst>
          </p:cNvPr>
          <p:cNvSpPr>
            <a:spLocks noGrp="1"/>
          </p:cNvSpPr>
          <p:nvPr>
            <p:ph type="title"/>
          </p:nvPr>
        </p:nvSpPr>
        <p:spPr>
          <a:xfrm>
            <a:off x="402336" y="402336"/>
            <a:ext cx="3737453" cy="1295399"/>
          </a:xfrm>
          <a:prstGeom prst="rect">
            <a:avLst/>
          </a:prstGeom>
        </p:spPr>
        <p:txBody>
          <a:bodyPr vert="horz" lIns="0" tIns="0" rIns="0" bIns="0" rtlCol="0" anchor="t" anchorCtr="0">
            <a:noAutofit/>
          </a:bodyPr>
          <a:lstStyle>
            <a:lvl1pPr>
              <a:defRPr b="0"/>
            </a:lvl1pPr>
          </a:lstStyle>
          <a:p>
            <a:r>
              <a:rPr lang="en-US"/>
              <a:t>Click to edit Master title style</a:t>
            </a:r>
          </a:p>
        </p:txBody>
      </p:sp>
      <p:sp>
        <p:nvSpPr>
          <p:cNvPr id="6" name="Text Placeholder 5">
            <a:extLst>
              <a:ext uri="{FF2B5EF4-FFF2-40B4-BE49-F238E27FC236}">
                <a16:creationId xmlns:a16="http://schemas.microsoft.com/office/drawing/2014/main" id="{00E1A1E6-6268-D4D9-C145-1013364B1CD8}"/>
              </a:ext>
            </a:extLst>
          </p:cNvPr>
          <p:cNvSpPr>
            <a:spLocks noGrp="1"/>
          </p:cNvSpPr>
          <p:nvPr>
            <p:ph type="body" sz="quarter" idx="12"/>
          </p:nvPr>
        </p:nvSpPr>
        <p:spPr>
          <a:xfrm>
            <a:off x="407670" y="2979420"/>
            <a:ext cx="3727450" cy="2620963"/>
          </a:xfrm>
        </p:spPr>
        <p:txBody>
          <a:bodyPr/>
          <a:lstStyle>
            <a:lvl1pPr>
              <a:lnSpc>
                <a:spcPct val="100000"/>
              </a:lnSpc>
              <a:spcBef>
                <a:spcPts val="0"/>
              </a:spcBef>
              <a:defRPr sz="1500"/>
            </a:lvl1pPr>
            <a:lvl2pPr>
              <a:defRPr sz="1200">
                <a:latin typeface="+mj-lt"/>
              </a:defRPr>
            </a:lvl2pPr>
          </a:lstStyle>
          <a:p>
            <a:pPr lvl="0"/>
            <a:r>
              <a:rPr lang="en-US"/>
              <a:t>Click to edit Master text styles</a:t>
            </a:r>
          </a:p>
          <a:p>
            <a:pPr lvl="1"/>
            <a:r>
              <a:rPr lang="en-US"/>
              <a:t>Second level</a:t>
            </a:r>
          </a:p>
        </p:txBody>
      </p:sp>
      <p:sp>
        <p:nvSpPr>
          <p:cNvPr id="3" name="Picture Placeholder 2">
            <a:extLst>
              <a:ext uri="{FF2B5EF4-FFF2-40B4-BE49-F238E27FC236}">
                <a16:creationId xmlns:a16="http://schemas.microsoft.com/office/drawing/2014/main" id="{20FA2383-F769-2E5D-64C9-71C8F2AC63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p:cNvSpPr>
          <p:nvPr>
            <p:ph type="pic" sz="quarter" idx="11" hasCustomPrompt="1"/>
          </p:nvPr>
        </p:nvSpPr>
        <p:spPr>
          <a:xfrm>
            <a:off x="5199063" y="402336"/>
            <a:ext cx="6614837" cy="5532376"/>
          </a:xfrm>
          <a:custGeom>
            <a:avLst/>
            <a:gdLst>
              <a:gd name="connsiteX0" fmla="*/ 2369 w 6614837"/>
              <a:gd name="connsiteY0" fmla="*/ 0 h 5532376"/>
              <a:gd name="connsiteX1" fmla="*/ 6614837 w 6614837"/>
              <a:gd name="connsiteY1" fmla="*/ 0 h 5532376"/>
              <a:gd name="connsiteX2" fmla="*/ 6611213 w 6614837"/>
              <a:gd name="connsiteY2" fmla="*/ 5172420 h 5532376"/>
              <a:gd name="connsiteX3" fmla="*/ 3320084 w 6614837"/>
              <a:gd name="connsiteY3" fmla="*/ 5169011 h 5532376"/>
              <a:gd name="connsiteX4" fmla="*/ 3075776 w 6614837"/>
              <a:gd name="connsiteY4" fmla="*/ 5532376 h 5532376"/>
              <a:gd name="connsiteX5" fmla="*/ 0 w 6614837"/>
              <a:gd name="connsiteY5" fmla="*/ 5529739 h 5532376"/>
              <a:gd name="connsiteX6" fmla="*/ 2078 w 6614837"/>
              <a:gd name="connsiteY6" fmla="*/ 2748475 h 5532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614837" h="5532376">
                <a:moveTo>
                  <a:pt x="2369" y="0"/>
                </a:moveTo>
                <a:lnTo>
                  <a:pt x="6614837" y="0"/>
                </a:lnTo>
                <a:lnTo>
                  <a:pt x="6611213" y="5172420"/>
                </a:lnTo>
                <a:lnTo>
                  <a:pt x="3320084" y="5169011"/>
                </a:lnTo>
                <a:lnTo>
                  <a:pt x="3075776" y="5532376"/>
                </a:lnTo>
                <a:lnTo>
                  <a:pt x="0" y="5529739"/>
                </a:lnTo>
                <a:cubicBezTo>
                  <a:pt x="1583" y="4608703"/>
                  <a:pt x="1979" y="3679928"/>
                  <a:pt x="2078" y="2748475"/>
                </a:cubicBezTo>
                <a:close/>
              </a:path>
            </a:pathLst>
          </a:custGeom>
          <a:solidFill>
            <a:schemeClr val="bg2"/>
          </a:solidFill>
        </p:spPr>
        <p:txBody>
          <a:bodyPr wrap="square" lIns="914400" tIns="1554480" rIns="914400">
            <a:noAutofit/>
          </a:bodyPr>
          <a:lstStyle>
            <a:lvl1pPr algn="ctr">
              <a:defRPr b="0" i="0"/>
            </a:lvl1pPr>
          </a:lstStyle>
          <a:p>
            <a:r>
              <a:rPr lang="en-US"/>
              <a:t>Click icon to add picture—do</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not</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scale</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or</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stretch</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this</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photo</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placeholder</a:t>
            </a:r>
          </a:p>
        </p:txBody>
      </p:sp>
      <p:sp>
        <p:nvSpPr>
          <p:cNvPr id="4" name="Footer Placeholder 4">
            <a:extLst>
              <a:ext uri="{FF2B5EF4-FFF2-40B4-BE49-F238E27FC236}">
                <a16:creationId xmlns:a16="http://schemas.microsoft.com/office/drawing/2014/main" id="{4619E784-11F4-A104-BB77-5E8F8D397AEE}"/>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   |   Section Title</a:t>
            </a:r>
          </a:p>
        </p:txBody>
      </p:sp>
      <p:sp>
        <p:nvSpPr>
          <p:cNvPr id="5" name="Slide Number Placeholder 13">
            <a:extLst>
              <a:ext uri="{FF2B5EF4-FFF2-40B4-BE49-F238E27FC236}">
                <a16:creationId xmlns:a16="http://schemas.microsoft.com/office/drawing/2014/main" id="{BF37CFFA-3D80-3409-C50E-D2A382F2618E}"/>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1311106638"/>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Content With Image 3">
    <p:spTree>
      <p:nvGrpSpPr>
        <p:cNvPr id="1" name=""/>
        <p:cNvGrpSpPr/>
        <p:nvPr/>
      </p:nvGrpSpPr>
      <p:grpSpPr>
        <a:xfrm>
          <a:off x="0" y="0"/>
          <a:ext cx="0" cy="0"/>
          <a:chOff x="0" y="0"/>
          <a:chExt cx="0" cy="0"/>
        </a:xfrm>
      </p:grpSpPr>
      <p:sp>
        <p:nvSpPr>
          <p:cNvPr id="8" name="Title Placeholder 1">
            <a:extLst>
              <a:ext uri="{FF2B5EF4-FFF2-40B4-BE49-F238E27FC236}">
                <a16:creationId xmlns:a16="http://schemas.microsoft.com/office/drawing/2014/main" id="{AEA67855-93A6-BD43-750C-42D579FD028A}"/>
              </a:ext>
            </a:extLst>
          </p:cNvPr>
          <p:cNvSpPr>
            <a:spLocks noGrp="1"/>
          </p:cNvSpPr>
          <p:nvPr>
            <p:ph type="title"/>
          </p:nvPr>
        </p:nvSpPr>
        <p:spPr>
          <a:xfrm>
            <a:off x="397668" y="2457451"/>
            <a:ext cx="2767808" cy="765810"/>
          </a:xfrm>
          <a:prstGeom prst="rect">
            <a:avLst/>
          </a:prstGeom>
        </p:spPr>
        <p:txBody>
          <a:bodyPr vert="horz" lIns="0" tIns="0" rIns="0" bIns="0" rtlCol="0" anchor="t" anchorCtr="0">
            <a:noAutofit/>
          </a:bodyPr>
          <a:lstStyle>
            <a:lvl1pPr>
              <a:defRPr b="0"/>
            </a:lvl1pPr>
          </a:lstStyle>
          <a:p>
            <a:r>
              <a:rPr lang="en-US"/>
              <a:t>Click to edit Master title style</a:t>
            </a:r>
          </a:p>
        </p:txBody>
      </p:sp>
      <p:sp>
        <p:nvSpPr>
          <p:cNvPr id="6" name="Text Placeholder 5">
            <a:extLst>
              <a:ext uri="{FF2B5EF4-FFF2-40B4-BE49-F238E27FC236}">
                <a16:creationId xmlns:a16="http://schemas.microsoft.com/office/drawing/2014/main" id="{00E1A1E6-6268-D4D9-C145-1013364B1CD8}"/>
              </a:ext>
            </a:extLst>
          </p:cNvPr>
          <p:cNvSpPr>
            <a:spLocks noGrp="1"/>
          </p:cNvSpPr>
          <p:nvPr>
            <p:ph type="body" sz="quarter" idx="12"/>
          </p:nvPr>
        </p:nvSpPr>
        <p:spPr>
          <a:xfrm>
            <a:off x="407669" y="3492183"/>
            <a:ext cx="2757805" cy="2115820"/>
          </a:xfrm>
        </p:spPr>
        <p:txBody>
          <a:bodyPr/>
          <a:lstStyle>
            <a:lvl1pPr>
              <a:lnSpc>
                <a:spcPct val="120000"/>
              </a:lnSpc>
              <a:spcBef>
                <a:spcPts val="0"/>
              </a:spcBef>
              <a:defRPr sz="1200" b="0">
                <a:latin typeface="+mj-lt"/>
              </a:defRPr>
            </a:lvl1pPr>
            <a:lvl2pPr>
              <a:defRPr sz="1200">
                <a:latin typeface="+mn-lt"/>
              </a:defRPr>
            </a:lvl2pPr>
          </a:lstStyle>
          <a:p>
            <a:pPr lvl="0"/>
            <a:r>
              <a:rPr lang="en-US"/>
              <a:t>Click to edit Master text styles</a:t>
            </a:r>
          </a:p>
        </p:txBody>
      </p:sp>
      <p:sp>
        <p:nvSpPr>
          <p:cNvPr id="4" name="Footer Placeholder 4">
            <a:extLst>
              <a:ext uri="{FF2B5EF4-FFF2-40B4-BE49-F238E27FC236}">
                <a16:creationId xmlns:a16="http://schemas.microsoft.com/office/drawing/2014/main" id="{665F8295-3C5A-A1AE-F43F-1FA6D8B2F4F5}"/>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   |   Section Title</a:t>
            </a:r>
          </a:p>
        </p:txBody>
      </p:sp>
      <p:sp>
        <p:nvSpPr>
          <p:cNvPr id="5" name="Slide Number Placeholder 13">
            <a:extLst>
              <a:ext uri="{FF2B5EF4-FFF2-40B4-BE49-F238E27FC236}">
                <a16:creationId xmlns:a16="http://schemas.microsoft.com/office/drawing/2014/main" id="{30A1C61F-1977-8EC5-355B-66B6908EB52C}"/>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10" name="Picture Placeholder 9">
            <a:extLst>
              <a:ext uri="{FF2B5EF4-FFF2-40B4-BE49-F238E27FC236}">
                <a16:creationId xmlns:a16="http://schemas.microsoft.com/office/drawing/2014/main" id="{C8FF515D-AF08-494F-FFD1-C5F2FEFB42CE}"/>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p:ph type="pic" sz="quarter" idx="13" hasCustomPrompt="1"/>
          </p:nvPr>
        </p:nvSpPr>
        <p:spPr>
          <a:xfrm>
            <a:off x="3288471" y="400050"/>
            <a:ext cx="8513514" cy="5540196"/>
          </a:xfrm>
          <a:custGeom>
            <a:avLst/>
            <a:gdLst>
              <a:gd name="connsiteX0" fmla="*/ 3049 w 8513514"/>
              <a:gd name="connsiteY0" fmla="*/ 0 h 5540196"/>
              <a:gd name="connsiteX1" fmla="*/ 8513003 w 8513514"/>
              <a:gd name="connsiteY1" fmla="*/ 0 h 5540196"/>
              <a:gd name="connsiteX2" fmla="*/ 8512994 w 8513514"/>
              <a:gd name="connsiteY2" fmla="*/ 10458 h 5540196"/>
              <a:gd name="connsiteX3" fmla="*/ 8513514 w 8513514"/>
              <a:gd name="connsiteY3" fmla="*/ 10458 h 5540196"/>
              <a:gd name="connsiteX4" fmla="*/ 8508849 w 8513514"/>
              <a:gd name="connsiteY4" fmla="*/ 5182877 h 5540196"/>
              <a:gd name="connsiteX5" fmla="*/ 4273312 w 8513514"/>
              <a:gd name="connsiteY5" fmla="*/ 5179468 h 5540196"/>
              <a:gd name="connsiteX6" fmla="*/ 4037481 w 8513514"/>
              <a:gd name="connsiteY6" fmla="*/ 5538070 h 5540196"/>
              <a:gd name="connsiteX7" fmla="*/ 511 w 8513514"/>
              <a:gd name="connsiteY7" fmla="*/ 5540196 h 5540196"/>
              <a:gd name="connsiteX8" fmla="*/ 527 w 8513514"/>
              <a:gd name="connsiteY8" fmla="*/ 5529738 h 5540196"/>
              <a:gd name="connsiteX9" fmla="*/ 0 w 8513514"/>
              <a:gd name="connsiteY9" fmla="*/ 5529738 h 5540196"/>
              <a:gd name="connsiteX10" fmla="*/ 2674 w 8513514"/>
              <a:gd name="connsiteY10" fmla="*/ 2748474 h 55401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513514" h="5540196">
                <a:moveTo>
                  <a:pt x="3049" y="0"/>
                </a:moveTo>
                <a:lnTo>
                  <a:pt x="8513003" y="0"/>
                </a:lnTo>
                <a:lnTo>
                  <a:pt x="8512994" y="10458"/>
                </a:lnTo>
                <a:lnTo>
                  <a:pt x="8513514" y="10458"/>
                </a:lnTo>
                <a:lnTo>
                  <a:pt x="8508849" y="5182877"/>
                </a:lnTo>
                <a:lnTo>
                  <a:pt x="4273312" y="5179468"/>
                </a:lnTo>
                <a:lnTo>
                  <a:pt x="4037481" y="5538070"/>
                </a:lnTo>
                <a:lnTo>
                  <a:pt x="511" y="5540196"/>
                </a:lnTo>
                <a:lnTo>
                  <a:pt x="527" y="5529738"/>
                </a:lnTo>
                <a:lnTo>
                  <a:pt x="0" y="5529738"/>
                </a:lnTo>
                <a:cubicBezTo>
                  <a:pt x="2037" y="4608702"/>
                  <a:pt x="2547" y="3679927"/>
                  <a:pt x="2674" y="2748474"/>
                </a:cubicBezTo>
                <a:close/>
              </a:path>
            </a:pathLst>
          </a:custGeom>
          <a:solidFill>
            <a:schemeClr val="bg2"/>
          </a:solidFill>
        </p:spPr>
        <p:txBody>
          <a:bodyPr wrap="square" lIns="1188720" tIns="1554480" rIns="1188720">
            <a:noAutofit/>
          </a:bodyPr>
          <a:lstStyle>
            <a:lvl1pPr algn="ctr">
              <a:defRPr b="0" i="0"/>
            </a:lvl1pPr>
          </a:lstStyle>
          <a:p>
            <a:r>
              <a:rPr lang="en-US"/>
              <a:t>Click icon to add picture—do</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not</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scale</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or</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stretch</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this</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photo</a:t>
            </a:r>
            <a:r>
              <a:rPr lang="en-US" sz="1500" kern="100">
                <a:effectLst/>
                <a:latin typeface="Arial" panose="020B0604020202020204" pitchFamily="34" charset="0"/>
                <a:ea typeface="Aptos" panose="020B0004020202020204" pitchFamily="34" charset="0"/>
                <a:cs typeface="Times New Roman" panose="02020603050405020304" pitchFamily="18" charset="0"/>
              </a:rPr>
              <a:t> </a:t>
            </a:r>
            <a:r>
              <a:rPr lang="en-US"/>
              <a:t>placeholder</a:t>
            </a:r>
          </a:p>
        </p:txBody>
      </p:sp>
    </p:spTree>
    <p:extLst>
      <p:ext uri="{BB962C8B-B14F-4D97-AF65-F5344CB8AC3E}">
        <p14:creationId xmlns:p14="http://schemas.microsoft.com/office/powerpoint/2010/main" val="2692068524"/>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Big Dat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01A1D7-A824-48A0-3E0C-4A7C86CA63AB}"/>
              </a:ext>
            </a:extLst>
          </p:cNvPr>
          <p:cNvSpPr>
            <a:spLocks noGrp="1"/>
          </p:cNvSpPr>
          <p:nvPr>
            <p:ph type="title" hasCustomPrompt="1"/>
          </p:nvPr>
        </p:nvSpPr>
        <p:spPr>
          <a:xfrm>
            <a:off x="400050" y="-300748"/>
            <a:ext cx="5643563" cy="249299"/>
          </a:xfrm>
        </p:spPr>
        <p:txBody>
          <a:bodyPr wrap="square">
            <a:spAutoFit/>
          </a:bodyPr>
          <a:lstStyle>
            <a:lvl1pPr>
              <a:defRPr sz="1800" b="0"/>
            </a:lvl1pPr>
          </a:lstStyle>
          <a:p>
            <a:r>
              <a:rPr lang="en-US"/>
              <a:t>Title for accessibility</a:t>
            </a:r>
          </a:p>
        </p:txBody>
      </p:sp>
      <p:sp>
        <p:nvSpPr>
          <p:cNvPr id="8" name="Text Placeholder 2">
            <a:extLst>
              <a:ext uri="{FF2B5EF4-FFF2-40B4-BE49-F238E27FC236}">
                <a16:creationId xmlns:a16="http://schemas.microsoft.com/office/drawing/2014/main" id="{6949215D-624C-7D6A-5688-62477C18FAD8}"/>
              </a:ext>
            </a:extLst>
          </p:cNvPr>
          <p:cNvSpPr>
            <a:spLocks noGrp="1"/>
          </p:cNvSpPr>
          <p:nvPr>
            <p:ph type="body" idx="11" hasCustomPrompt="1"/>
          </p:nvPr>
        </p:nvSpPr>
        <p:spPr>
          <a:xfrm>
            <a:off x="6150275" y="918220"/>
            <a:ext cx="5660723" cy="1846659"/>
          </a:xfrm>
        </p:spPr>
        <p:txBody>
          <a:bodyPr wrap="square">
            <a:spAutoFit/>
          </a:bodyPr>
          <a:lstStyle>
            <a:lvl1pPr marL="0" indent="0" algn="l">
              <a:lnSpc>
                <a:spcPct val="80000"/>
              </a:lnSpc>
              <a:spcBef>
                <a:spcPts val="0"/>
              </a:spcBef>
              <a:spcAft>
                <a:spcPts val="0"/>
              </a:spcAft>
              <a:buNone/>
              <a:defRPr sz="15000" b="0" kern="100" spc="-50" baseline="0">
                <a:solidFill>
                  <a:schemeClr val="accent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0</a:t>
            </a:r>
          </a:p>
        </p:txBody>
      </p:sp>
      <p:sp>
        <p:nvSpPr>
          <p:cNvPr id="3" name="Content Placeholder 2">
            <a:extLst>
              <a:ext uri="{FF2B5EF4-FFF2-40B4-BE49-F238E27FC236}">
                <a16:creationId xmlns:a16="http://schemas.microsoft.com/office/drawing/2014/main" id="{226E3B15-3502-F478-0302-DCABA0B41AD0}"/>
              </a:ext>
            </a:extLst>
          </p:cNvPr>
          <p:cNvSpPr>
            <a:spLocks noGrp="1"/>
          </p:cNvSpPr>
          <p:nvPr>
            <p:ph idx="1"/>
          </p:nvPr>
        </p:nvSpPr>
        <p:spPr>
          <a:xfrm>
            <a:off x="6150276" y="2433637"/>
            <a:ext cx="5660724" cy="3027363"/>
          </a:xfrm>
        </p:spPr>
        <p:txBody>
          <a:bodyPr/>
          <a:lstStyle>
            <a:lvl1pPr>
              <a:lnSpc>
                <a:spcPct val="100000"/>
              </a:lnSpc>
              <a:spcBef>
                <a:spcPts val="900"/>
              </a:spcBef>
              <a:spcAft>
                <a:spcPts val="0"/>
              </a:spcAft>
              <a:defRPr sz="6600" b="0" spc="-50" baseline="0">
                <a:latin typeface="+mj-lt"/>
              </a:defRPr>
            </a:lvl1pPr>
          </a:lstStyle>
          <a:p>
            <a:pPr lvl="0"/>
            <a:r>
              <a:rPr lang="en-US"/>
              <a:t>Click to edit Master text styles</a:t>
            </a:r>
          </a:p>
        </p:txBody>
      </p:sp>
      <p:sp>
        <p:nvSpPr>
          <p:cNvPr id="7" name="Footer Placeholder 4">
            <a:extLst>
              <a:ext uri="{FF2B5EF4-FFF2-40B4-BE49-F238E27FC236}">
                <a16:creationId xmlns:a16="http://schemas.microsoft.com/office/drawing/2014/main" id="{9B293083-8587-219C-C524-D809D6A866A2}"/>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   |   Section Title</a:t>
            </a:r>
          </a:p>
        </p:txBody>
      </p:sp>
      <p:sp>
        <p:nvSpPr>
          <p:cNvPr id="9" name="Slide Number Placeholder 13">
            <a:extLst>
              <a:ext uri="{FF2B5EF4-FFF2-40B4-BE49-F238E27FC236}">
                <a16:creationId xmlns:a16="http://schemas.microsoft.com/office/drawing/2014/main" id="{5AC9A00F-F989-8AFC-7652-904E0B2E41F0}"/>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10" name="Content Placeholder 2">
            <a:extLst>
              <a:ext uri="{FF2B5EF4-FFF2-40B4-BE49-F238E27FC236}">
                <a16:creationId xmlns:a16="http://schemas.microsoft.com/office/drawing/2014/main" id="{F37C9592-01FB-4A3C-B7D0-60D0B86B7CC8}"/>
              </a:ext>
            </a:extLst>
          </p:cNvPr>
          <p:cNvSpPr>
            <a:spLocks noGrp="1"/>
          </p:cNvSpPr>
          <p:nvPr>
            <p:ph idx="10"/>
          </p:nvPr>
        </p:nvSpPr>
        <p:spPr>
          <a:xfrm>
            <a:off x="401967" y="4513993"/>
            <a:ext cx="4684384" cy="1432717"/>
          </a:xfrm>
        </p:spPr>
        <p:txBody>
          <a:bodyPr/>
          <a:lstStyle>
            <a:lvl1pPr>
              <a:lnSpc>
                <a:spcPct val="100000"/>
              </a:lnSpc>
              <a:spcBef>
                <a:spcPts val="0"/>
              </a:spcBef>
              <a:spcAft>
                <a:spcPts val="0"/>
              </a:spcAft>
              <a:defRPr sz="1800" b="1"/>
            </a:lvl1pPr>
            <a:lvl2pPr>
              <a:lnSpc>
                <a:spcPct val="100000"/>
              </a:lnSpc>
              <a:spcBef>
                <a:spcPts val="0"/>
              </a:spcBef>
              <a:spcAft>
                <a:spcPts val="0"/>
              </a:spcAft>
              <a:defRPr sz="1800" b="0">
                <a:latin typeface="+mj-lt"/>
              </a:defRPr>
            </a:lvl2pPr>
            <a:lvl3pPr marL="0" indent="0">
              <a:buNone/>
              <a:defRPr/>
            </a:lvl3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181359661"/>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Big Data 2">
    <p:bg>
      <p:bgPr>
        <a:solidFill>
          <a:srgbClr val="FFE8D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01A1D7-A824-48A0-3E0C-4A7C86CA63AB}"/>
              </a:ext>
            </a:extLst>
          </p:cNvPr>
          <p:cNvSpPr>
            <a:spLocks noGrp="1"/>
          </p:cNvSpPr>
          <p:nvPr>
            <p:ph type="title" hasCustomPrompt="1"/>
          </p:nvPr>
        </p:nvSpPr>
        <p:spPr>
          <a:xfrm>
            <a:off x="400050" y="-300748"/>
            <a:ext cx="5643563" cy="249299"/>
          </a:xfrm>
        </p:spPr>
        <p:txBody>
          <a:bodyPr wrap="square">
            <a:spAutoFit/>
          </a:bodyPr>
          <a:lstStyle>
            <a:lvl1pPr>
              <a:defRPr sz="1800" b="0"/>
            </a:lvl1pPr>
          </a:lstStyle>
          <a:p>
            <a:r>
              <a:rPr lang="en-US"/>
              <a:t>Title for accessibility</a:t>
            </a:r>
          </a:p>
        </p:txBody>
      </p:sp>
      <p:sp>
        <p:nvSpPr>
          <p:cNvPr id="6" name="Content Placeholder 2">
            <a:extLst>
              <a:ext uri="{FF2B5EF4-FFF2-40B4-BE49-F238E27FC236}">
                <a16:creationId xmlns:a16="http://schemas.microsoft.com/office/drawing/2014/main" id="{FA9DB721-FE7A-8DE5-B433-99C88BFAE50D}"/>
              </a:ext>
            </a:extLst>
          </p:cNvPr>
          <p:cNvSpPr>
            <a:spLocks noGrp="1"/>
          </p:cNvSpPr>
          <p:nvPr>
            <p:ph idx="10"/>
          </p:nvPr>
        </p:nvSpPr>
        <p:spPr>
          <a:xfrm>
            <a:off x="401967" y="4513993"/>
            <a:ext cx="4684384" cy="1432717"/>
          </a:xfrm>
        </p:spPr>
        <p:txBody>
          <a:bodyPr/>
          <a:lstStyle>
            <a:lvl1pPr>
              <a:lnSpc>
                <a:spcPct val="100000"/>
              </a:lnSpc>
              <a:spcBef>
                <a:spcPts val="0"/>
              </a:spcBef>
              <a:spcAft>
                <a:spcPts val="0"/>
              </a:spcAft>
              <a:defRPr sz="1800" b="1"/>
            </a:lvl1pPr>
            <a:lvl2pPr>
              <a:lnSpc>
                <a:spcPct val="100000"/>
              </a:lnSpc>
              <a:spcBef>
                <a:spcPts val="0"/>
              </a:spcBef>
              <a:spcAft>
                <a:spcPts val="0"/>
              </a:spcAft>
              <a:defRPr sz="1800" b="0">
                <a:latin typeface="+mj-lt"/>
              </a:defRPr>
            </a:lvl2pPr>
            <a:lvl3pPr marL="0" indent="0">
              <a:buNone/>
              <a:defRPr/>
            </a:lvl3pPr>
          </a:lstStyle>
          <a:p>
            <a:pPr lvl="0"/>
            <a:r>
              <a:rPr lang="en-US"/>
              <a:t>Click to edit Master text styles</a:t>
            </a:r>
          </a:p>
          <a:p>
            <a:pPr lvl="1"/>
            <a:r>
              <a:rPr lang="en-US"/>
              <a:t>Second level</a:t>
            </a:r>
          </a:p>
        </p:txBody>
      </p:sp>
      <p:sp>
        <p:nvSpPr>
          <p:cNvPr id="8" name="Text Placeholder 2">
            <a:extLst>
              <a:ext uri="{FF2B5EF4-FFF2-40B4-BE49-F238E27FC236}">
                <a16:creationId xmlns:a16="http://schemas.microsoft.com/office/drawing/2014/main" id="{6949215D-624C-7D6A-5688-62477C18FAD8}"/>
              </a:ext>
            </a:extLst>
          </p:cNvPr>
          <p:cNvSpPr>
            <a:spLocks noGrp="1"/>
          </p:cNvSpPr>
          <p:nvPr>
            <p:ph type="body" idx="11" hasCustomPrompt="1"/>
          </p:nvPr>
        </p:nvSpPr>
        <p:spPr>
          <a:xfrm>
            <a:off x="6150275" y="918220"/>
            <a:ext cx="5651199" cy="1846659"/>
          </a:xfrm>
        </p:spPr>
        <p:txBody>
          <a:bodyPr wrap="square">
            <a:spAutoFit/>
          </a:bodyPr>
          <a:lstStyle>
            <a:lvl1pPr marL="0" indent="0" algn="l">
              <a:lnSpc>
                <a:spcPct val="80000"/>
              </a:lnSpc>
              <a:spcBef>
                <a:spcPts val="0"/>
              </a:spcBef>
              <a:spcAft>
                <a:spcPts val="0"/>
              </a:spcAft>
              <a:buNone/>
              <a:defRPr sz="15000" b="0" kern="100" spc="-50" baseline="0">
                <a:solidFill>
                  <a:schemeClr val="accent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0</a:t>
            </a:r>
          </a:p>
        </p:txBody>
      </p:sp>
      <p:sp>
        <p:nvSpPr>
          <p:cNvPr id="3" name="Content Placeholder 2">
            <a:extLst>
              <a:ext uri="{FF2B5EF4-FFF2-40B4-BE49-F238E27FC236}">
                <a16:creationId xmlns:a16="http://schemas.microsoft.com/office/drawing/2014/main" id="{226E3B15-3502-F478-0302-DCABA0B41AD0}"/>
              </a:ext>
            </a:extLst>
          </p:cNvPr>
          <p:cNvSpPr>
            <a:spLocks noGrp="1"/>
          </p:cNvSpPr>
          <p:nvPr>
            <p:ph idx="1"/>
          </p:nvPr>
        </p:nvSpPr>
        <p:spPr>
          <a:xfrm>
            <a:off x="6150276" y="2433637"/>
            <a:ext cx="5660724" cy="3027363"/>
          </a:xfrm>
        </p:spPr>
        <p:txBody>
          <a:bodyPr/>
          <a:lstStyle>
            <a:lvl1pPr>
              <a:lnSpc>
                <a:spcPct val="100000"/>
              </a:lnSpc>
              <a:spcBef>
                <a:spcPts val="900"/>
              </a:spcBef>
              <a:spcAft>
                <a:spcPts val="0"/>
              </a:spcAft>
              <a:defRPr sz="6600" b="0" spc="-50" baseline="0">
                <a:latin typeface="+mj-lt"/>
              </a:defRPr>
            </a:lvl1pPr>
          </a:lstStyle>
          <a:p>
            <a:pPr lvl="0"/>
            <a:r>
              <a:rPr lang="en-US"/>
              <a:t>Click to edit Master text styles</a:t>
            </a:r>
          </a:p>
        </p:txBody>
      </p:sp>
      <p:sp>
        <p:nvSpPr>
          <p:cNvPr id="7" name="Footer Placeholder 4">
            <a:extLst>
              <a:ext uri="{FF2B5EF4-FFF2-40B4-BE49-F238E27FC236}">
                <a16:creationId xmlns:a16="http://schemas.microsoft.com/office/drawing/2014/main" id="{D88750FF-80B0-EEE6-F89F-A76248A4F83E}"/>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   |   Section Title</a:t>
            </a:r>
          </a:p>
        </p:txBody>
      </p:sp>
      <p:sp>
        <p:nvSpPr>
          <p:cNvPr id="9" name="Slide Number Placeholder 13">
            <a:extLst>
              <a:ext uri="{FF2B5EF4-FFF2-40B4-BE49-F238E27FC236}">
                <a16:creationId xmlns:a16="http://schemas.microsoft.com/office/drawing/2014/main" id="{5E9F5B4A-B723-2879-D7EE-D016027E28B5}"/>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2356524701"/>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Three Images Stacked">
    <p:spTree>
      <p:nvGrpSpPr>
        <p:cNvPr id="1" name=""/>
        <p:cNvGrpSpPr/>
        <p:nvPr/>
      </p:nvGrpSpPr>
      <p:grpSpPr>
        <a:xfrm>
          <a:off x="0" y="0"/>
          <a:ext cx="0" cy="0"/>
          <a:chOff x="0" y="0"/>
          <a:chExt cx="0" cy="0"/>
        </a:xfrm>
      </p:grpSpPr>
      <p:sp>
        <p:nvSpPr>
          <p:cNvPr id="6" name="Title Placeholder 1">
            <a:extLst>
              <a:ext uri="{FF2B5EF4-FFF2-40B4-BE49-F238E27FC236}">
                <a16:creationId xmlns:a16="http://schemas.microsoft.com/office/drawing/2014/main" id="{369B2012-7A09-E6A5-2473-4DB6823B0A7E}"/>
              </a:ext>
            </a:extLst>
          </p:cNvPr>
          <p:cNvSpPr>
            <a:spLocks noGrp="1"/>
          </p:cNvSpPr>
          <p:nvPr>
            <p:ph type="title"/>
          </p:nvPr>
        </p:nvSpPr>
        <p:spPr>
          <a:xfrm>
            <a:off x="397667" y="402336"/>
            <a:ext cx="4688683" cy="915289"/>
          </a:xfrm>
          <a:prstGeom prst="rect">
            <a:avLst/>
          </a:prstGeom>
        </p:spPr>
        <p:txBody>
          <a:bodyPr vert="horz" lIns="0" tIns="0" rIns="0" bIns="0" rtlCol="0" anchor="t" anchorCtr="0">
            <a:noAutofit/>
          </a:bodyPr>
          <a:lstStyle/>
          <a:p>
            <a:r>
              <a:rPr lang="en-US"/>
              <a:t>Click to edit Master title style</a:t>
            </a:r>
          </a:p>
        </p:txBody>
      </p:sp>
      <p:sp>
        <p:nvSpPr>
          <p:cNvPr id="22" name="Content Placeholder 2">
            <a:extLst>
              <a:ext uri="{FF2B5EF4-FFF2-40B4-BE49-F238E27FC236}">
                <a16:creationId xmlns:a16="http://schemas.microsoft.com/office/drawing/2014/main" id="{D806524E-A06F-7FE8-9CD5-2244991C1E3D}"/>
              </a:ext>
            </a:extLst>
          </p:cNvPr>
          <p:cNvSpPr>
            <a:spLocks noGrp="1"/>
          </p:cNvSpPr>
          <p:nvPr>
            <p:ph idx="17"/>
          </p:nvPr>
        </p:nvSpPr>
        <p:spPr>
          <a:xfrm>
            <a:off x="407670" y="3492183"/>
            <a:ext cx="3719830" cy="2446655"/>
          </a:xfrm>
        </p:spPr>
        <p:txBody>
          <a:bodyPr/>
          <a:lstStyle>
            <a:lvl1pPr>
              <a:lnSpc>
                <a:spcPct val="95000"/>
              </a:lnSpc>
              <a:spcBef>
                <a:spcPts val="0"/>
              </a:spcBef>
              <a:spcAft>
                <a:spcPts val="0"/>
              </a:spcAft>
              <a:defRPr sz="2400" b="1">
                <a:latin typeface="+mn-lt"/>
              </a:defRPr>
            </a:lvl1pPr>
            <a:lvl2pPr>
              <a:defRPr sz="1200"/>
            </a:lvl2pPr>
            <a:lvl3pPr>
              <a:defRPr sz="1200"/>
            </a:lvl3pPr>
            <a:lvl4pPr>
              <a:defRPr sz="1200"/>
            </a:lvl4pPr>
            <a:lvl5pPr>
              <a:defRPr sz="1200"/>
            </a:lvl5pPr>
          </a:lstStyle>
          <a:p>
            <a:pPr lvl="0"/>
            <a:r>
              <a:rPr lang="en-US"/>
              <a:t>Click to edit Master text styles</a:t>
            </a:r>
          </a:p>
        </p:txBody>
      </p:sp>
      <p:sp>
        <p:nvSpPr>
          <p:cNvPr id="13" name="Picture Placeholder 14">
            <a:extLst>
              <a:ext uri="{FF2B5EF4-FFF2-40B4-BE49-F238E27FC236}">
                <a16:creationId xmlns:a16="http://schemas.microsoft.com/office/drawing/2014/main" id="{099A4469-274E-EB1F-F85D-D95E959AA143}"/>
              </a:ext>
            </a:extLst>
          </p:cNvPr>
          <p:cNvSpPr>
            <a:spLocks noGrp="1"/>
          </p:cNvSpPr>
          <p:nvPr>
            <p:ph type="pic" sz="quarter" idx="12"/>
          </p:nvPr>
        </p:nvSpPr>
        <p:spPr>
          <a:xfrm>
            <a:off x="5199978" y="1424941"/>
            <a:ext cx="1804072" cy="1432560"/>
          </a:xfrm>
          <a:solidFill>
            <a:schemeClr val="bg2"/>
          </a:solidFill>
        </p:spPr>
        <p:txBody>
          <a:bodyPr tIns="457200"/>
          <a:lstStyle>
            <a:lvl1pPr algn="ctr">
              <a:defRPr/>
            </a:lvl1pPr>
          </a:lstStyle>
          <a:p>
            <a:r>
              <a:rPr lang="en-US"/>
              <a:t>Click icon to add picture</a:t>
            </a:r>
          </a:p>
        </p:txBody>
      </p:sp>
      <p:sp>
        <p:nvSpPr>
          <p:cNvPr id="17" name="Content Placeholder 2">
            <a:extLst>
              <a:ext uri="{FF2B5EF4-FFF2-40B4-BE49-F238E27FC236}">
                <a16:creationId xmlns:a16="http://schemas.microsoft.com/office/drawing/2014/main" id="{E0678072-A6EC-A7CF-E412-0D3F27A1A0A0}"/>
              </a:ext>
            </a:extLst>
          </p:cNvPr>
          <p:cNvSpPr>
            <a:spLocks noGrp="1"/>
          </p:cNvSpPr>
          <p:nvPr>
            <p:ph idx="10"/>
          </p:nvPr>
        </p:nvSpPr>
        <p:spPr>
          <a:xfrm>
            <a:off x="7127838" y="1446213"/>
            <a:ext cx="3711612" cy="1411287"/>
          </a:xfrm>
        </p:spPr>
        <p:txBody>
          <a:bodyPr/>
          <a:lstStyle>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p:txBody>
      </p:sp>
      <p:sp>
        <p:nvSpPr>
          <p:cNvPr id="20" name="Picture Placeholder 14">
            <a:extLst>
              <a:ext uri="{FF2B5EF4-FFF2-40B4-BE49-F238E27FC236}">
                <a16:creationId xmlns:a16="http://schemas.microsoft.com/office/drawing/2014/main" id="{750FAC0A-93E6-9A08-7990-0346002AB7C9}"/>
              </a:ext>
            </a:extLst>
          </p:cNvPr>
          <p:cNvSpPr>
            <a:spLocks noGrp="1"/>
          </p:cNvSpPr>
          <p:nvPr>
            <p:ph type="pic" sz="quarter" idx="15"/>
          </p:nvPr>
        </p:nvSpPr>
        <p:spPr>
          <a:xfrm>
            <a:off x="5199978" y="2981643"/>
            <a:ext cx="1804072" cy="1432560"/>
          </a:xfrm>
          <a:solidFill>
            <a:schemeClr val="bg2"/>
          </a:solidFill>
        </p:spPr>
        <p:txBody>
          <a:bodyPr tIns="457200"/>
          <a:lstStyle>
            <a:lvl1pPr algn="ctr">
              <a:defRPr/>
            </a:lvl1pPr>
          </a:lstStyle>
          <a:p>
            <a:r>
              <a:rPr lang="en-US"/>
              <a:t>Click icon to add picture</a:t>
            </a:r>
          </a:p>
        </p:txBody>
      </p:sp>
      <p:sp>
        <p:nvSpPr>
          <p:cNvPr id="18" name="Content Placeholder 2">
            <a:extLst>
              <a:ext uri="{FF2B5EF4-FFF2-40B4-BE49-F238E27FC236}">
                <a16:creationId xmlns:a16="http://schemas.microsoft.com/office/drawing/2014/main" id="{F62FE28B-1451-7A6D-A415-8DE9235897A9}"/>
              </a:ext>
            </a:extLst>
          </p:cNvPr>
          <p:cNvSpPr>
            <a:spLocks noGrp="1"/>
          </p:cNvSpPr>
          <p:nvPr>
            <p:ph idx="13"/>
          </p:nvPr>
        </p:nvSpPr>
        <p:spPr>
          <a:xfrm>
            <a:off x="7127838" y="2979420"/>
            <a:ext cx="3711612" cy="1411287"/>
          </a:xfrm>
        </p:spPr>
        <p:txBody>
          <a:bodyPr/>
          <a:lstStyle>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p:txBody>
      </p:sp>
      <p:sp>
        <p:nvSpPr>
          <p:cNvPr id="21" name="Picture Placeholder 14">
            <a:extLst>
              <a:ext uri="{FF2B5EF4-FFF2-40B4-BE49-F238E27FC236}">
                <a16:creationId xmlns:a16="http://schemas.microsoft.com/office/drawing/2014/main" id="{C66DD72C-97BB-14F2-361C-2441F75A4327}"/>
              </a:ext>
            </a:extLst>
          </p:cNvPr>
          <p:cNvSpPr>
            <a:spLocks noGrp="1"/>
          </p:cNvSpPr>
          <p:nvPr>
            <p:ph type="pic" sz="quarter" idx="16"/>
          </p:nvPr>
        </p:nvSpPr>
        <p:spPr>
          <a:xfrm>
            <a:off x="5199978" y="4521518"/>
            <a:ext cx="1804072" cy="1432560"/>
          </a:xfrm>
          <a:solidFill>
            <a:schemeClr val="bg2"/>
          </a:solidFill>
        </p:spPr>
        <p:txBody>
          <a:bodyPr tIns="457200"/>
          <a:lstStyle>
            <a:lvl1pPr algn="ctr">
              <a:defRPr/>
            </a:lvl1pPr>
          </a:lstStyle>
          <a:p>
            <a:r>
              <a:rPr lang="en-US"/>
              <a:t>Click icon to add picture</a:t>
            </a:r>
          </a:p>
        </p:txBody>
      </p:sp>
      <p:sp>
        <p:nvSpPr>
          <p:cNvPr id="19" name="Content Placeholder 2">
            <a:extLst>
              <a:ext uri="{FF2B5EF4-FFF2-40B4-BE49-F238E27FC236}">
                <a16:creationId xmlns:a16="http://schemas.microsoft.com/office/drawing/2014/main" id="{ADD78EAE-A704-D3CE-D6AA-6E6E52DCA211}"/>
              </a:ext>
            </a:extLst>
          </p:cNvPr>
          <p:cNvSpPr>
            <a:spLocks noGrp="1"/>
          </p:cNvSpPr>
          <p:nvPr>
            <p:ph idx="14"/>
          </p:nvPr>
        </p:nvSpPr>
        <p:spPr>
          <a:xfrm>
            <a:off x="7127838" y="4519931"/>
            <a:ext cx="3711612" cy="1411287"/>
          </a:xfrm>
        </p:spPr>
        <p:txBody>
          <a:bodyPr/>
          <a:lstStyle>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p:txBody>
      </p:sp>
      <p:sp>
        <p:nvSpPr>
          <p:cNvPr id="7" name="Footer Placeholder 4">
            <a:extLst>
              <a:ext uri="{FF2B5EF4-FFF2-40B4-BE49-F238E27FC236}">
                <a16:creationId xmlns:a16="http://schemas.microsoft.com/office/drawing/2014/main" id="{0A56C71D-1695-AE64-7C05-4DD0750A3DDA}"/>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   |   Section Title</a:t>
            </a:r>
          </a:p>
        </p:txBody>
      </p:sp>
      <p:sp>
        <p:nvSpPr>
          <p:cNvPr id="8" name="Slide Number Placeholder 13">
            <a:extLst>
              <a:ext uri="{FF2B5EF4-FFF2-40B4-BE49-F238E27FC236}">
                <a16:creationId xmlns:a16="http://schemas.microsoft.com/office/drawing/2014/main" id="{3EB5F658-B8CE-7FB5-990E-79F690D1E17E}"/>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1346653484"/>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Text and Large Stat">
    <p:spTree>
      <p:nvGrpSpPr>
        <p:cNvPr id="1" name=""/>
        <p:cNvGrpSpPr/>
        <p:nvPr/>
      </p:nvGrpSpPr>
      <p:grpSpPr>
        <a:xfrm>
          <a:off x="0" y="0"/>
          <a:ext cx="0" cy="0"/>
          <a:chOff x="0" y="0"/>
          <a:chExt cx="0" cy="0"/>
        </a:xfrm>
      </p:grpSpPr>
      <p:sp>
        <p:nvSpPr>
          <p:cNvPr id="5" name="Title Placeholder 1">
            <a:extLst>
              <a:ext uri="{FF2B5EF4-FFF2-40B4-BE49-F238E27FC236}">
                <a16:creationId xmlns:a16="http://schemas.microsoft.com/office/drawing/2014/main" id="{F0A5006C-1C3A-4674-032E-590F9BDB859A}"/>
              </a:ext>
            </a:extLst>
          </p:cNvPr>
          <p:cNvSpPr>
            <a:spLocks noGrp="1"/>
          </p:cNvSpPr>
          <p:nvPr>
            <p:ph type="title"/>
          </p:nvPr>
        </p:nvSpPr>
        <p:spPr>
          <a:xfrm>
            <a:off x="397667" y="3444092"/>
            <a:ext cx="4688683" cy="2449025"/>
          </a:xfrm>
          <a:prstGeom prst="rect">
            <a:avLst/>
          </a:prstGeom>
        </p:spPr>
        <p:txBody>
          <a:bodyPr vert="horz" lIns="0" tIns="0" rIns="0" bIns="0" rtlCol="0" anchor="t" anchorCtr="0">
            <a:noAutofit/>
          </a:bodyPr>
          <a:lstStyle>
            <a:lvl1pPr>
              <a:defRPr sz="4000"/>
            </a:lvl1pPr>
          </a:lstStyle>
          <a:p>
            <a:r>
              <a:rPr lang="en-US"/>
              <a:t>Click to edit Master title style</a:t>
            </a:r>
          </a:p>
        </p:txBody>
      </p:sp>
      <p:sp>
        <p:nvSpPr>
          <p:cNvPr id="10" name="Content Placeholder 2">
            <a:extLst>
              <a:ext uri="{FF2B5EF4-FFF2-40B4-BE49-F238E27FC236}">
                <a16:creationId xmlns:a16="http://schemas.microsoft.com/office/drawing/2014/main" id="{1E8B33F3-7C1D-479F-3B92-0DE073C2E4F5}"/>
              </a:ext>
            </a:extLst>
          </p:cNvPr>
          <p:cNvSpPr>
            <a:spLocks noGrp="1"/>
          </p:cNvSpPr>
          <p:nvPr>
            <p:ph idx="1" hasCustomPrompt="1"/>
          </p:nvPr>
        </p:nvSpPr>
        <p:spPr>
          <a:xfrm>
            <a:off x="6165533" y="880660"/>
            <a:ext cx="5636494" cy="2045420"/>
          </a:xfrm>
        </p:spPr>
        <p:txBody>
          <a:bodyPr/>
          <a:lstStyle>
            <a:lvl1pPr>
              <a:lnSpc>
                <a:spcPct val="80000"/>
              </a:lnSpc>
              <a:spcBef>
                <a:spcPts val="0"/>
              </a:spcBef>
              <a:spcAft>
                <a:spcPts val="0"/>
              </a:spcAft>
              <a:defRPr sz="20000" b="0" spc="-390" baseline="0">
                <a:solidFill>
                  <a:schemeClr val="accent1"/>
                </a:solidFill>
              </a:defRPr>
            </a:lvl1pPr>
          </a:lstStyle>
          <a:p>
            <a:pPr lvl="0"/>
            <a:r>
              <a:rPr lang="en-US"/>
              <a:t>00</a:t>
            </a:r>
          </a:p>
        </p:txBody>
      </p:sp>
      <p:sp>
        <p:nvSpPr>
          <p:cNvPr id="4" name="Footer Placeholder 4">
            <a:extLst>
              <a:ext uri="{FF2B5EF4-FFF2-40B4-BE49-F238E27FC236}">
                <a16:creationId xmlns:a16="http://schemas.microsoft.com/office/drawing/2014/main" id="{505126B4-5061-ACE1-29DB-F4E4B9305070}"/>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   |   Section Title</a:t>
            </a:r>
          </a:p>
        </p:txBody>
      </p:sp>
      <p:sp>
        <p:nvSpPr>
          <p:cNvPr id="6" name="Slide Number Placeholder 13">
            <a:extLst>
              <a:ext uri="{FF2B5EF4-FFF2-40B4-BE49-F238E27FC236}">
                <a16:creationId xmlns:a16="http://schemas.microsoft.com/office/drawing/2014/main" id="{A318CA9E-32E8-938F-0187-CE5990310D19}"/>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9" name="Text Placeholder 8">
            <a:extLst>
              <a:ext uri="{FF2B5EF4-FFF2-40B4-BE49-F238E27FC236}">
                <a16:creationId xmlns:a16="http://schemas.microsoft.com/office/drawing/2014/main" id="{9D440408-8D82-6FAB-8574-86AD0978A5D2}"/>
              </a:ext>
            </a:extLst>
          </p:cNvPr>
          <p:cNvSpPr>
            <a:spLocks noGrp="1"/>
          </p:cNvSpPr>
          <p:nvPr>
            <p:ph type="body" sz="quarter" idx="10"/>
          </p:nvPr>
        </p:nvSpPr>
        <p:spPr>
          <a:xfrm>
            <a:off x="6165850" y="3500447"/>
            <a:ext cx="5635625" cy="24383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256774154"/>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Text and Sidebar">
    <p:spTree>
      <p:nvGrpSpPr>
        <p:cNvPr id="1" name=""/>
        <p:cNvGrpSpPr/>
        <p:nvPr/>
      </p:nvGrpSpPr>
      <p:grpSpPr>
        <a:xfrm>
          <a:off x="0" y="0"/>
          <a:ext cx="0" cy="0"/>
          <a:chOff x="0" y="0"/>
          <a:chExt cx="0" cy="0"/>
        </a:xfrm>
      </p:grpSpPr>
      <p:sp>
        <p:nvSpPr>
          <p:cNvPr id="5" name="Title Placeholder 1">
            <a:extLst>
              <a:ext uri="{FF2B5EF4-FFF2-40B4-BE49-F238E27FC236}">
                <a16:creationId xmlns:a16="http://schemas.microsoft.com/office/drawing/2014/main" id="{F0A5006C-1C3A-4674-032E-590F9BDB859A}"/>
              </a:ext>
            </a:extLst>
          </p:cNvPr>
          <p:cNvSpPr>
            <a:spLocks noGrp="1"/>
          </p:cNvSpPr>
          <p:nvPr>
            <p:ph type="title"/>
          </p:nvPr>
        </p:nvSpPr>
        <p:spPr>
          <a:xfrm>
            <a:off x="397667" y="3492183"/>
            <a:ext cx="5645946" cy="2446655"/>
          </a:xfrm>
          <a:prstGeom prst="rect">
            <a:avLst/>
          </a:prstGeom>
        </p:spPr>
        <p:txBody>
          <a:bodyPr vert="horz" lIns="0" tIns="0" rIns="0" bIns="0" rtlCol="0" anchor="t" anchorCtr="0">
            <a:noAutofit/>
          </a:bodyPr>
          <a:lstStyle>
            <a:lvl1pPr>
              <a:defRPr sz="4000"/>
            </a:lvl1pPr>
          </a:lstStyle>
          <a:p>
            <a:r>
              <a:rPr lang="en-US"/>
              <a:t>Click to edit Master title style</a:t>
            </a:r>
          </a:p>
        </p:txBody>
      </p:sp>
      <p:sp>
        <p:nvSpPr>
          <p:cNvPr id="7" name="Text Placeholder 6">
            <a:extLst>
              <a:ext uri="{FF2B5EF4-FFF2-40B4-BE49-F238E27FC236}">
                <a16:creationId xmlns:a16="http://schemas.microsoft.com/office/drawing/2014/main" id="{F61931EA-4F62-CD08-4165-33E086404500}"/>
              </a:ext>
            </a:extLst>
          </p:cNvPr>
          <p:cNvSpPr>
            <a:spLocks noGrp="1"/>
          </p:cNvSpPr>
          <p:nvPr>
            <p:ph type="body" sz="quarter" idx="11" hasCustomPrompt="1"/>
          </p:nvPr>
        </p:nvSpPr>
        <p:spPr>
          <a:xfrm>
            <a:off x="7118350" y="400050"/>
            <a:ext cx="4683125" cy="2970213"/>
          </a:xfrm>
          <a:solidFill>
            <a:schemeClr val="accent1"/>
          </a:solidFill>
        </p:spPr>
        <p:txBody>
          <a:bodyPr lIns="274320" tIns="274320"/>
          <a:lstStyle>
            <a:lvl1pPr>
              <a:spcAft>
                <a:spcPts val="6000"/>
              </a:spcAft>
              <a:defRPr sz="8600" b="0">
                <a:solidFill>
                  <a:schemeClr val="bg1"/>
                </a:solidFill>
              </a:defRPr>
            </a:lvl1pPr>
            <a:lvl2pPr>
              <a:spcBef>
                <a:spcPts val="0"/>
              </a:spcBef>
              <a:defRPr b="1">
                <a:latin typeface="+mn-lt"/>
              </a:defRPr>
            </a:lvl2pPr>
          </a:lstStyle>
          <a:p>
            <a:pPr lvl="0"/>
            <a:r>
              <a:rPr lang="en-US"/>
              <a:t>0,000</a:t>
            </a:r>
          </a:p>
          <a:p>
            <a:pPr lvl="1"/>
            <a:r>
              <a:rPr lang="en-US"/>
              <a:t>Second level</a:t>
            </a:r>
          </a:p>
        </p:txBody>
      </p:sp>
      <p:sp>
        <p:nvSpPr>
          <p:cNvPr id="4" name="Footer Placeholder 4">
            <a:extLst>
              <a:ext uri="{FF2B5EF4-FFF2-40B4-BE49-F238E27FC236}">
                <a16:creationId xmlns:a16="http://schemas.microsoft.com/office/drawing/2014/main" id="{E2A3DA15-4C69-255A-358A-480458D2DFE9}"/>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   |   Section Title</a:t>
            </a:r>
          </a:p>
        </p:txBody>
      </p:sp>
      <p:sp>
        <p:nvSpPr>
          <p:cNvPr id="6" name="Slide Number Placeholder 13">
            <a:extLst>
              <a:ext uri="{FF2B5EF4-FFF2-40B4-BE49-F238E27FC236}">
                <a16:creationId xmlns:a16="http://schemas.microsoft.com/office/drawing/2014/main" id="{B39A73BF-92D5-1C5F-A374-82FF2405936F}"/>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10" name="Text Placeholder 9">
            <a:extLst>
              <a:ext uri="{FF2B5EF4-FFF2-40B4-BE49-F238E27FC236}">
                <a16:creationId xmlns:a16="http://schemas.microsoft.com/office/drawing/2014/main" id="{5B8C705A-7501-8BB2-360F-85F75D8C5472}"/>
              </a:ext>
            </a:extLst>
          </p:cNvPr>
          <p:cNvSpPr>
            <a:spLocks noGrp="1"/>
          </p:cNvSpPr>
          <p:nvPr>
            <p:ph type="body" sz="quarter" idx="12"/>
          </p:nvPr>
        </p:nvSpPr>
        <p:spPr>
          <a:xfrm>
            <a:off x="9037638" y="3484563"/>
            <a:ext cx="2757487" cy="19399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95395489"/>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Four Stat Boxes">
    <p:spTree>
      <p:nvGrpSpPr>
        <p:cNvPr id="1" name=""/>
        <p:cNvGrpSpPr/>
        <p:nvPr/>
      </p:nvGrpSpPr>
      <p:grpSpPr>
        <a:xfrm>
          <a:off x="0" y="0"/>
          <a:ext cx="0" cy="0"/>
          <a:chOff x="0" y="0"/>
          <a:chExt cx="0" cy="0"/>
        </a:xfrm>
      </p:grpSpPr>
      <p:sp>
        <p:nvSpPr>
          <p:cNvPr id="5" name="Title Placeholder 1">
            <a:extLst>
              <a:ext uri="{FF2B5EF4-FFF2-40B4-BE49-F238E27FC236}">
                <a16:creationId xmlns:a16="http://schemas.microsoft.com/office/drawing/2014/main" id="{F0A5006C-1C3A-4674-032E-590F9BDB859A}"/>
              </a:ext>
            </a:extLst>
          </p:cNvPr>
          <p:cNvSpPr>
            <a:spLocks noGrp="1"/>
          </p:cNvSpPr>
          <p:nvPr>
            <p:ph type="title"/>
          </p:nvPr>
        </p:nvSpPr>
        <p:spPr>
          <a:xfrm>
            <a:off x="397667" y="3492183"/>
            <a:ext cx="5241133" cy="2446655"/>
          </a:xfrm>
          <a:prstGeom prst="rect">
            <a:avLst/>
          </a:prstGeom>
        </p:spPr>
        <p:txBody>
          <a:bodyPr vert="horz" lIns="0" tIns="0" rIns="0" bIns="0" rtlCol="0" anchor="t" anchorCtr="0">
            <a:noAutofit/>
          </a:bodyPr>
          <a:lstStyle>
            <a:lvl1pPr>
              <a:defRPr sz="4000"/>
            </a:lvl1pPr>
          </a:lstStyle>
          <a:p>
            <a:r>
              <a:rPr lang="en-US"/>
              <a:t>Click to edit Master title style</a:t>
            </a:r>
          </a:p>
        </p:txBody>
      </p:sp>
      <p:sp>
        <p:nvSpPr>
          <p:cNvPr id="7" name="Text Placeholder 6">
            <a:extLst>
              <a:ext uri="{FF2B5EF4-FFF2-40B4-BE49-F238E27FC236}">
                <a16:creationId xmlns:a16="http://schemas.microsoft.com/office/drawing/2014/main" id="{F61931EA-4F62-CD08-4165-33E086404500}"/>
              </a:ext>
            </a:extLst>
          </p:cNvPr>
          <p:cNvSpPr>
            <a:spLocks noGrp="1"/>
          </p:cNvSpPr>
          <p:nvPr>
            <p:ph type="body" sz="quarter" idx="11" hasCustomPrompt="1"/>
          </p:nvPr>
        </p:nvSpPr>
        <p:spPr>
          <a:xfrm>
            <a:off x="6157914" y="400050"/>
            <a:ext cx="2765424" cy="2777490"/>
          </a:xfrm>
          <a:solidFill>
            <a:srgbClr val="B5BCC4"/>
          </a:solidFill>
        </p:spPr>
        <p:txBody>
          <a:bodyPr lIns="274320" tIns="91440"/>
          <a:lstStyle>
            <a:lvl1pPr>
              <a:spcAft>
                <a:spcPts val="1200"/>
              </a:spcAft>
              <a:tabLst>
                <a:tab pos="457200" algn="l"/>
              </a:tabLst>
              <a:defRPr sz="5400" b="0" baseline="0">
                <a:solidFill>
                  <a:schemeClr val="tx1"/>
                </a:solidFill>
              </a:defRPr>
            </a:lvl1pPr>
            <a:lvl2pPr>
              <a:spcBef>
                <a:spcPts val="0"/>
              </a:spcBef>
              <a:defRPr sz="1000" b="1"/>
            </a:lvl2pPr>
          </a:lstStyle>
          <a:p>
            <a:pPr lvl="0"/>
            <a:r>
              <a:rPr lang="en-US"/>
              <a:t>0,000</a:t>
            </a:r>
          </a:p>
        </p:txBody>
      </p:sp>
      <p:sp>
        <p:nvSpPr>
          <p:cNvPr id="10" name="Text Placeholder 9">
            <a:extLst>
              <a:ext uri="{FF2B5EF4-FFF2-40B4-BE49-F238E27FC236}">
                <a16:creationId xmlns:a16="http://schemas.microsoft.com/office/drawing/2014/main" id="{BCA5BD2F-F935-E22A-B6DD-EB0D8C3A4750}"/>
              </a:ext>
            </a:extLst>
          </p:cNvPr>
          <p:cNvSpPr>
            <a:spLocks noGrp="1"/>
          </p:cNvSpPr>
          <p:nvPr>
            <p:ph type="body" sz="quarter" idx="12"/>
          </p:nvPr>
        </p:nvSpPr>
        <p:spPr>
          <a:xfrm>
            <a:off x="6320155" y="2457450"/>
            <a:ext cx="2481263" cy="552451"/>
          </a:xfrm>
        </p:spPr>
        <p:txBody>
          <a:bodyPr anchor="b" anchorCtr="0"/>
          <a:lstStyle>
            <a:lvl1pPr>
              <a:spcBef>
                <a:spcPts val="0"/>
              </a:spcBef>
              <a:spcAft>
                <a:spcPts val="600"/>
              </a:spcAft>
              <a:defRPr sz="1000" b="0">
                <a:latin typeface="+mj-lt"/>
              </a:defRPr>
            </a:lvl1pPr>
          </a:lstStyle>
          <a:p>
            <a:pPr lvl="0"/>
            <a:r>
              <a:rPr lang="en-US"/>
              <a:t>Click to edit Master text styles</a:t>
            </a:r>
          </a:p>
        </p:txBody>
      </p:sp>
      <p:sp>
        <p:nvSpPr>
          <p:cNvPr id="16" name="Text Placeholder 6">
            <a:extLst>
              <a:ext uri="{FF2B5EF4-FFF2-40B4-BE49-F238E27FC236}">
                <a16:creationId xmlns:a16="http://schemas.microsoft.com/office/drawing/2014/main" id="{8C582E75-9A43-D86C-AB0D-17BB800A571C}"/>
              </a:ext>
            </a:extLst>
          </p:cNvPr>
          <p:cNvSpPr>
            <a:spLocks noGrp="1"/>
          </p:cNvSpPr>
          <p:nvPr>
            <p:ph type="body" sz="quarter" idx="13" hasCustomPrompt="1"/>
          </p:nvPr>
        </p:nvSpPr>
        <p:spPr>
          <a:xfrm>
            <a:off x="9036051" y="400050"/>
            <a:ext cx="2765424" cy="2777490"/>
          </a:xfrm>
          <a:solidFill>
            <a:schemeClr val="accent1"/>
          </a:solidFill>
        </p:spPr>
        <p:txBody>
          <a:bodyPr lIns="274320" tIns="91440"/>
          <a:lstStyle>
            <a:lvl1pPr>
              <a:spcAft>
                <a:spcPts val="1200"/>
              </a:spcAft>
              <a:tabLst>
                <a:tab pos="457200" algn="l"/>
              </a:tabLst>
              <a:defRPr sz="5400" b="0" baseline="0">
                <a:solidFill>
                  <a:schemeClr val="tx1"/>
                </a:solidFill>
              </a:defRPr>
            </a:lvl1pPr>
            <a:lvl2pPr>
              <a:spcBef>
                <a:spcPts val="0"/>
              </a:spcBef>
              <a:defRPr sz="1000" b="1"/>
            </a:lvl2pPr>
          </a:lstStyle>
          <a:p>
            <a:pPr lvl="0"/>
            <a:r>
              <a:rPr lang="en-US"/>
              <a:t>0,000</a:t>
            </a:r>
          </a:p>
        </p:txBody>
      </p:sp>
      <p:sp>
        <p:nvSpPr>
          <p:cNvPr id="18" name="Text Placeholder 9">
            <a:extLst>
              <a:ext uri="{FF2B5EF4-FFF2-40B4-BE49-F238E27FC236}">
                <a16:creationId xmlns:a16="http://schemas.microsoft.com/office/drawing/2014/main" id="{2F01FD17-7652-99C0-4EF4-C1ABF553BDA4}"/>
              </a:ext>
            </a:extLst>
          </p:cNvPr>
          <p:cNvSpPr>
            <a:spLocks noGrp="1"/>
          </p:cNvSpPr>
          <p:nvPr>
            <p:ph type="body" sz="quarter" idx="14"/>
          </p:nvPr>
        </p:nvSpPr>
        <p:spPr>
          <a:xfrm>
            <a:off x="9198292" y="2457450"/>
            <a:ext cx="2481263" cy="552451"/>
          </a:xfrm>
        </p:spPr>
        <p:txBody>
          <a:bodyPr anchor="b" anchorCtr="0"/>
          <a:lstStyle>
            <a:lvl1pPr>
              <a:spcBef>
                <a:spcPts val="0"/>
              </a:spcBef>
              <a:spcAft>
                <a:spcPts val="600"/>
              </a:spcAft>
              <a:defRPr sz="1000" b="0">
                <a:latin typeface="+mj-lt"/>
              </a:defRPr>
            </a:lvl1pPr>
          </a:lstStyle>
          <a:p>
            <a:pPr lvl="0"/>
            <a:r>
              <a:rPr lang="en-US"/>
              <a:t>Click to edit Master text styles</a:t>
            </a:r>
          </a:p>
        </p:txBody>
      </p:sp>
      <p:sp>
        <p:nvSpPr>
          <p:cNvPr id="19" name="Text Placeholder 6">
            <a:extLst>
              <a:ext uri="{FF2B5EF4-FFF2-40B4-BE49-F238E27FC236}">
                <a16:creationId xmlns:a16="http://schemas.microsoft.com/office/drawing/2014/main" id="{DED57F60-7B48-DB96-E422-6BF4821C028A}"/>
              </a:ext>
            </a:extLst>
          </p:cNvPr>
          <p:cNvSpPr>
            <a:spLocks noGrp="1"/>
          </p:cNvSpPr>
          <p:nvPr>
            <p:ph type="body" sz="quarter" idx="15" hasCustomPrompt="1"/>
          </p:nvPr>
        </p:nvSpPr>
        <p:spPr>
          <a:xfrm>
            <a:off x="6157914" y="3308287"/>
            <a:ext cx="2765424" cy="2777490"/>
          </a:xfrm>
          <a:solidFill>
            <a:srgbClr val="FFE8D4"/>
          </a:solidFill>
        </p:spPr>
        <p:txBody>
          <a:bodyPr lIns="274320" tIns="91440"/>
          <a:lstStyle>
            <a:lvl1pPr>
              <a:spcAft>
                <a:spcPts val="1200"/>
              </a:spcAft>
              <a:tabLst>
                <a:tab pos="457200" algn="l"/>
              </a:tabLst>
              <a:defRPr sz="5400" b="0" baseline="0">
                <a:solidFill>
                  <a:schemeClr val="tx1"/>
                </a:solidFill>
              </a:defRPr>
            </a:lvl1pPr>
            <a:lvl2pPr>
              <a:spcBef>
                <a:spcPts val="0"/>
              </a:spcBef>
              <a:defRPr sz="1000" b="1"/>
            </a:lvl2pPr>
          </a:lstStyle>
          <a:p>
            <a:pPr lvl="0"/>
            <a:r>
              <a:rPr lang="en-US"/>
              <a:t>0,000</a:t>
            </a:r>
          </a:p>
        </p:txBody>
      </p:sp>
      <p:sp>
        <p:nvSpPr>
          <p:cNvPr id="21" name="Text Placeholder 9">
            <a:extLst>
              <a:ext uri="{FF2B5EF4-FFF2-40B4-BE49-F238E27FC236}">
                <a16:creationId xmlns:a16="http://schemas.microsoft.com/office/drawing/2014/main" id="{3EC6947C-841E-3FA9-114B-E3D478A0F9F5}"/>
              </a:ext>
            </a:extLst>
          </p:cNvPr>
          <p:cNvSpPr>
            <a:spLocks noGrp="1"/>
          </p:cNvSpPr>
          <p:nvPr>
            <p:ph type="body" sz="quarter" idx="16"/>
          </p:nvPr>
        </p:nvSpPr>
        <p:spPr>
          <a:xfrm>
            <a:off x="6320155" y="5365687"/>
            <a:ext cx="2481263" cy="552451"/>
          </a:xfrm>
        </p:spPr>
        <p:txBody>
          <a:bodyPr anchor="b" anchorCtr="0"/>
          <a:lstStyle>
            <a:lvl1pPr>
              <a:spcBef>
                <a:spcPts val="0"/>
              </a:spcBef>
              <a:spcAft>
                <a:spcPts val="600"/>
              </a:spcAft>
              <a:defRPr sz="1000" b="0">
                <a:latin typeface="+mj-lt"/>
              </a:defRPr>
            </a:lvl1pPr>
          </a:lstStyle>
          <a:p>
            <a:pPr lvl="0"/>
            <a:r>
              <a:rPr lang="en-US"/>
              <a:t>Click to edit Master text styles</a:t>
            </a:r>
          </a:p>
        </p:txBody>
      </p:sp>
      <p:sp>
        <p:nvSpPr>
          <p:cNvPr id="22" name="Text Placeholder 6">
            <a:extLst>
              <a:ext uri="{FF2B5EF4-FFF2-40B4-BE49-F238E27FC236}">
                <a16:creationId xmlns:a16="http://schemas.microsoft.com/office/drawing/2014/main" id="{4E2EFFE0-4881-5E4A-962D-11FF92C9F877}"/>
              </a:ext>
            </a:extLst>
          </p:cNvPr>
          <p:cNvSpPr>
            <a:spLocks noGrp="1"/>
          </p:cNvSpPr>
          <p:nvPr>
            <p:ph type="body" sz="quarter" idx="17" hasCustomPrompt="1"/>
          </p:nvPr>
        </p:nvSpPr>
        <p:spPr>
          <a:xfrm>
            <a:off x="9036051" y="3308287"/>
            <a:ext cx="2765424" cy="2777490"/>
          </a:xfrm>
          <a:solidFill>
            <a:srgbClr val="DFE3E6"/>
          </a:solidFill>
        </p:spPr>
        <p:txBody>
          <a:bodyPr lIns="274320" tIns="91440"/>
          <a:lstStyle>
            <a:lvl1pPr>
              <a:spcAft>
                <a:spcPts val="1200"/>
              </a:spcAft>
              <a:tabLst>
                <a:tab pos="457200" algn="l"/>
              </a:tabLst>
              <a:defRPr sz="5400" b="0" baseline="0">
                <a:solidFill>
                  <a:schemeClr val="tx1"/>
                </a:solidFill>
              </a:defRPr>
            </a:lvl1pPr>
            <a:lvl2pPr>
              <a:spcBef>
                <a:spcPts val="0"/>
              </a:spcBef>
              <a:defRPr sz="1000" b="1"/>
            </a:lvl2pPr>
          </a:lstStyle>
          <a:p>
            <a:pPr lvl="0"/>
            <a:r>
              <a:rPr lang="en-US"/>
              <a:t>0,000</a:t>
            </a:r>
          </a:p>
        </p:txBody>
      </p:sp>
      <p:sp>
        <p:nvSpPr>
          <p:cNvPr id="24" name="Text Placeholder 9">
            <a:extLst>
              <a:ext uri="{FF2B5EF4-FFF2-40B4-BE49-F238E27FC236}">
                <a16:creationId xmlns:a16="http://schemas.microsoft.com/office/drawing/2014/main" id="{C5905E4E-9C03-893D-2D65-9DF29B1CD2BF}"/>
              </a:ext>
            </a:extLst>
          </p:cNvPr>
          <p:cNvSpPr>
            <a:spLocks noGrp="1"/>
          </p:cNvSpPr>
          <p:nvPr>
            <p:ph type="body" sz="quarter" idx="18"/>
          </p:nvPr>
        </p:nvSpPr>
        <p:spPr>
          <a:xfrm>
            <a:off x="9198292" y="5365687"/>
            <a:ext cx="2481263" cy="552451"/>
          </a:xfrm>
        </p:spPr>
        <p:txBody>
          <a:bodyPr anchor="b" anchorCtr="0"/>
          <a:lstStyle>
            <a:lvl1pPr>
              <a:spcBef>
                <a:spcPts val="0"/>
              </a:spcBef>
              <a:spcAft>
                <a:spcPts val="600"/>
              </a:spcAft>
              <a:defRPr sz="1000" b="0">
                <a:latin typeface="+mj-lt"/>
              </a:defRPr>
            </a:lvl1pPr>
          </a:lstStyle>
          <a:p>
            <a:pPr lvl="0"/>
            <a:r>
              <a:rPr lang="en-US"/>
              <a:t>Click to edit Master text styles</a:t>
            </a:r>
          </a:p>
        </p:txBody>
      </p:sp>
      <p:sp>
        <p:nvSpPr>
          <p:cNvPr id="4" name="Footer Placeholder 4">
            <a:extLst>
              <a:ext uri="{FF2B5EF4-FFF2-40B4-BE49-F238E27FC236}">
                <a16:creationId xmlns:a16="http://schemas.microsoft.com/office/drawing/2014/main" id="{8DEF9E9E-37B4-DAB9-8C1D-1576E02EB067}"/>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   |   Section Title</a:t>
            </a:r>
          </a:p>
        </p:txBody>
      </p:sp>
      <p:sp>
        <p:nvSpPr>
          <p:cNvPr id="6" name="Slide Number Placeholder 13">
            <a:extLst>
              <a:ext uri="{FF2B5EF4-FFF2-40B4-BE49-F238E27FC236}">
                <a16:creationId xmlns:a16="http://schemas.microsoft.com/office/drawing/2014/main" id="{B40D576B-0FB8-2293-FB69-1C5178F9E41B}"/>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476517321"/>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Three Content Infographic">
    <p:spTree>
      <p:nvGrpSpPr>
        <p:cNvPr id="1" name=""/>
        <p:cNvGrpSpPr/>
        <p:nvPr/>
      </p:nvGrpSpPr>
      <p:grpSpPr>
        <a:xfrm>
          <a:off x="0" y="0"/>
          <a:ext cx="0" cy="0"/>
          <a:chOff x="0" y="0"/>
          <a:chExt cx="0" cy="0"/>
        </a:xfrm>
      </p:grpSpPr>
      <p:sp>
        <p:nvSpPr>
          <p:cNvPr id="9" name="Title Placeholder 1">
            <a:extLst>
              <a:ext uri="{FF2B5EF4-FFF2-40B4-BE49-F238E27FC236}">
                <a16:creationId xmlns:a16="http://schemas.microsoft.com/office/drawing/2014/main" id="{DACEF0AF-E2A8-B95F-9038-793C9FF94FBE}"/>
              </a:ext>
            </a:extLst>
          </p:cNvPr>
          <p:cNvSpPr>
            <a:spLocks noGrp="1"/>
          </p:cNvSpPr>
          <p:nvPr>
            <p:ph type="title"/>
          </p:nvPr>
        </p:nvSpPr>
        <p:spPr>
          <a:xfrm>
            <a:off x="397667" y="402336"/>
            <a:ext cx="5645946" cy="915289"/>
          </a:xfrm>
          <a:prstGeom prst="rect">
            <a:avLst/>
          </a:prstGeom>
        </p:spPr>
        <p:txBody>
          <a:bodyPr vert="horz" lIns="0" tIns="0" rIns="0" bIns="0" rtlCol="0" anchor="t" anchorCtr="0">
            <a:noAutofit/>
          </a:bodyPr>
          <a:lstStyle/>
          <a:p>
            <a:r>
              <a:rPr lang="en-US"/>
              <a:t>Click to edit Master title style</a:t>
            </a:r>
          </a:p>
        </p:txBody>
      </p:sp>
      <p:sp>
        <p:nvSpPr>
          <p:cNvPr id="10" name="Content Placeholder 2">
            <a:extLst>
              <a:ext uri="{FF2B5EF4-FFF2-40B4-BE49-F238E27FC236}">
                <a16:creationId xmlns:a16="http://schemas.microsoft.com/office/drawing/2014/main" id="{1E8B33F3-7C1D-479F-3B92-0DE073C2E4F5}"/>
              </a:ext>
            </a:extLst>
          </p:cNvPr>
          <p:cNvSpPr>
            <a:spLocks noGrp="1"/>
          </p:cNvSpPr>
          <p:nvPr>
            <p:ph idx="1" hasCustomPrompt="1"/>
          </p:nvPr>
        </p:nvSpPr>
        <p:spPr>
          <a:xfrm>
            <a:off x="407448" y="2459736"/>
            <a:ext cx="3310128" cy="969264"/>
          </a:xfrm>
        </p:spPr>
        <p:txBody>
          <a:bodyPr/>
          <a:lstStyle>
            <a:lvl1pPr>
              <a:lnSpc>
                <a:spcPct val="80000"/>
              </a:lnSpc>
              <a:spcBef>
                <a:spcPts val="0"/>
              </a:spcBef>
              <a:spcAft>
                <a:spcPts val="0"/>
              </a:spcAft>
              <a:defRPr sz="7600" b="0" spc="-390" baseline="0">
                <a:solidFill>
                  <a:schemeClr val="accent1"/>
                </a:solidFill>
              </a:defRPr>
            </a:lvl1pPr>
          </a:lstStyle>
          <a:p>
            <a:pPr lvl="0"/>
            <a:r>
              <a:rPr lang="en-US"/>
              <a:t>00</a:t>
            </a:r>
          </a:p>
        </p:txBody>
      </p:sp>
      <p:sp>
        <p:nvSpPr>
          <p:cNvPr id="5" name="Content Placeholder 2">
            <a:extLst>
              <a:ext uri="{FF2B5EF4-FFF2-40B4-BE49-F238E27FC236}">
                <a16:creationId xmlns:a16="http://schemas.microsoft.com/office/drawing/2014/main" id="{1A99FF79-E280-3938-1C31-43318E483BD3}"/>
              </a:ext>
            </a:extLst>
          </p:cNvPr>
          <p:cNvSpPr>
            <a:spLocks noGrp="1"/>
          </p:cNvSpPr>
          <p:nvPr>
            <p:ph idx="10"/>
          </p:nvPr>
        </p:nvSpPr>
        <p:spPr>
          <a:xfrm>
            <a:off x="407448" y="3497972"/>
            <a:ext cx="3310128" cy="2752344"/>
          </a:xfrm>
        </p:spPr>
        <p:txBody>
          <a:bodyPr/>
          <a:lstStyle>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2">
            <a:extLst>
              <a:ext uri="{FF2B5EF4-FFF2-40B4-BE49-F238E27FC236}">
                <a16:creationId xmlns:a16="http://schemas.microsoft.com/office/drawing/2014/main" id="{07C7F8D0-E3EF-7617-C2AE-022970D36D32}"/>
              </a:ext>
            </a:extLst>
          </p:cNvPr>
          <p:cNvSpPr>
            <a:spLocks noGrp="1"/>
          </p:cNvSpPr>
          <p:nvPr>
            <p:ph idx="13" hasCustomPrompt="1"/>
          </p:nvPr>
        </p:nvSpPr>
        <p:spPr>
          <a:xfrm>
            <a:off x="4247643" y="2459736"/>
            <a:ext cx="3310128" cy="969264"/>
          </a:xfrm>
        </p:spPr>
        <p:txBody>
          <a:bodyPr/>
          <a:lstStyle>
            <a:lvl1pPr>
              <a:lnSpc>
                <a:spcPct val="80000"/>
              </a:lnSpc>
              <a:spcBef>
                <a:spcPts val="0"/>
              </a:spcBef>
              <a:spcAft>
                <a:spcPts val="0"/>
              </a:spcAft>
              <a:defRPr sz="7600" b="0" spc="-390" baseline="0">
                <a:solidFill>
                  <a:schemeClr val="accent1"/>
                </a:solidFill>
              </a:defRPr>
            </a:lvl1pPr>
          </a:lstStyle>
          <a:p>
            <a:pPr lvl="0"/>
            <a:r>
              <a:rPr lang="en-US"/>
              <a:t>00</a:t>
            </a:r>
          </a:p>
        </p:txBody>
      </p:sp>
      <p:sp>
        <p:nvSpPr>
          <p:cNvPr id="6" name="Content Placeholder 2">
            <a:extLst>
              <a:ext uri="{FF2B5EF4-FFF2-40B4-BE49-F238E27FC236}">
                <a16:creationId xmlns:a16="http://schemas.microsoft.com/office/drawing/2014/main" id="{1110A441-AAF8-956B-4228-2D18EE689485}"/>
              </a:ext>
            </a:extLst>
          </p:cNvPr>
          <p:cNvSpPr>
            <a:spLocks noGrp="1"/>
          </p:cNvSpPr>
          <p:nvPr>
            <p:ph idx="11"/>
          </p:nvPr>
        </p:nvSpPr>
        <p:spPr>
          <a:xfrm>
            <a:off x="4247643" y="3497972"/>
            <a:ext cx="3310128" cy="2752344"/>
          </a:xfrm>
        </p:spPr>
        <p:txBody>
          <a:bodyPr/>
          <a:lstStyle>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2">
            <a:extLst>
              <a:ext uri="{FF2B5EF4-FFF2-40B4-BE49-F238E27FC236}">
                <a16:creationId xmlns:a16="http://schemas.microsoft.com/office/drawing/2014/main" id="{ADB98D30-AF89-AE84-76DB-5252AE8FD14F}"/>
              </a:ext>
            </a:extLst>
          </p:cNvPr>
          <p:cNvSpPr>
            <a:spLocks noGrp="1"/>
          </p:cNvSpPr>
          <p:nvPr>
            <p:ph idx="14" hasCustomPrompt="1"/>
          </p:nvPr>
        </p:nvSpPr>
        <p:spPr>
          <a:xfrm>
            <a:off x="8087598" y="2459736"/>
            <a:ext cx="3310128" cy="969264"/>
          </a:xfrm>
        </p:spPr>
        <p:txBody>
          <a:bodyPr/>
          <a:lstStyle>
            <a:lvl1pPr>
              <a:lnSpc>
                <a:spcPct val="80000"/>
              </a:lnSpc>
              <a:spcBef>
                <a:spcPts val="0"/>
              </a:spcBef>
              <a:spcAft>
                <a:spcPts val="0"/>
              </a:spcAft>
              <a:defRPr sz="7600" b="0" spc="-390" baseline="0">
                <a:solidFill>
                  <a:schemeClr val="accent1"/>
                </a:solidFill>
              </a:defRPr>
            </a:lvl1pPr>
          </a:lstStyle>
          <a:p>
            <a:pPr lvl="0"/>
            <a:r>
              <a:rPr lang="en-US"/>
              <a:t>00</a:t>
            </a:r>
          </a:p>
        </p:txBody>
      </p:sp>
      <p:sp>
        <p:nvSpPr>
          <p:cNvPr id="7" name="Content Placeholder 2">
            <a:extLst>
              <a:ext uri="{FF2B5EF4-FFF2-40B4-BE49-F238E27FC236}">
                <a16:creationId xmlns:a16="http://schemas.microsoft.com/office/drawing/2014/main" id="{9E0B2565-5D1B-BDBB-F14A-0C38A487F366}"/>
              </a:ext>
            </a:extLst>
          </p:cNvPr>
          <p:cNvSpPr>
            <a:spLocks noGrp="1"/>
          </p:cNvSpPr>
          <p:nvPr>
            <p:ph idx="12"/>
          </p:nvPr>
        </p:nvSpPr>
        <p:spPr>
          <a:xfrm>
            <a:off x="8087598" y="3497972"/>
            <a:ext cx="3310128" cy="2752344"/>
          </a:xfrm>
        </p:spPr>
        <p:txBody>
          <a:bodyPr/>
          <a:lstStyle>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4">
            <a:extLst>
              <a:ext uri="{FF2B5EF4-FFF2-40B4-BE49-F238E27FC236}">
                <a16:creationId xmlns:a16="http://schemas.microsoft.com/office/drawing/2014/main" id="{C70956B3-9491-9C33-FC6E-9462B54246F5}"/>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   |   Section Title</a:t>
            </a:r>
          </a:p>
        </p:txBody>
      </p:sp>
      <p:sp>
        <p:nvSpPr>
          <p:cNvPr id="11" name="Slide Number Placeholder 13">
            <a:extLst>
              <a:ext uri="{FF2B5EF4-FFF2-40B4-BE49-F238E27FC236}">
                <a16:creationId xmlns:a16="http://schemas.microsoft.com/office/drawing/2014/main" id="{D54FC496-336B-9871-8C69-A6D0113CD123}"/>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2901045457"/>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Four Content Infographic">
    <p:spTree>
      <p:nvGrpSpPr>
        <p:cNvPr id="1" name=""/>
        <p:cNvGrpSpPr/>
        <p:nvPr/>
      </p:nvGrpSpPr>
      <p:grpSpPr>
        <a:xfrm>
          <a:off x="0" y="0"/>
          <a:ext cx="0" cy="0"/>
          <a:chOff x="0" y="0"/>
          <a:chExt cx="0" cy="0"/>
        </a:xfrm>
      </p:grpSpPr>
      <p:sp>
        <p:nvSpPr>
          <p:cNvPr id="14" name="Title Placeholder 1">
            <a:extLst>
              <a:ext uri="{FF2B5EF4-FFF2-40B4-BE49-F238E27FC236}">
                <a16:creationId xmlns:a16="http://schemas.microsoft.com/office/drawing/2014/main" id="{25B5614F-1512-8F64-6245-6374F3844E2C}"/>
              </a:ext>
            </a:extLst>
          </p:cNvPr>
          <p:cNvSpPr>
            <a:spLocks noGrp="1"/>
          </p:cNvSpPr>
          <p:nvPr>
            <p:ph type="title"/>
          </p:nvPr>
        </p:nvSpPr>
        <p:spPr>
          <a:xfrm>
            <a:off x="397667" y="402335"/>
            <a:ext cx="5645946" cy="915289"/>
          </a:xfrm>
          <a:prstGeom prst="rect">
            <a:avLst/>
          </a:prstGeom>
        </p:spPr>
        <p:txBody>
          <a:bodyPr vert="horz" lIns="0" tIns="0" rIns="0" bIns="0" rtlCol="0" anchor="t" anchorCtr="0">
            <a:noAutofit/>
          </a:bodyPr>
          <a:lstStyle/>
          <a:p>
            <a:r>
              <a:rPr lang="en-US"/>
              <a:t>Click to edit Master title style</a:t>
            </a:r>
          </a:p>
        </p:txBody>
      </p:sp>
      <p:sp>
        <p:nvSpPr>
          <p:cNvPr id="10" name="Content Placeholder 2">
            <a:extLst>
              <a:ext uri="{FF2B5EF4-FFF2-40B4-BE49-F238E27FC236}">
                <a16:creationId xmlns:a16="http://schemas.microsoft.com/office/drawing/2014/main" id="{1E8B33F3-7C1D-479F-3B92-0DE073C2E4F5}"/>
              </a:ext>
            </a:extLst>
          </p:cNvPr>
          <p:cNvSpPr>
            <a:spLocks noGrp="1"/>
          </p:cNvSpPr>
          <p:nvPr>
            <p:ph idx="1" hasCustomPrompt="1"/>
          </p:nvPr>
        </p:nvSpPr>
        <p:spPr>
          <a:xfrm>
            <a:off x="407448" y="2459736"/>
            <a:ext cx="2396050" cy="898948"/>
          </a:xfrm>
        </p:spPr>
        <p:txBody>
          <a:bodyPr/>
          <a:lstStyle>
            <a:lvl1pPr>
              <a:lnSpc>
                <a:spcPct val="80000"/>
              </a:lnSpc>
              <a:spcBef>
                <a:spcPts val="0"/>
              </a:spcBef>
              <a:spcAft>
                <a:spcPts val="0"/>
              </a:spcAft>
              <a:defRPr sz="6600" b="0" spc="-390" baseline="0">
                <a:solidFill>
                  <a:schemeClr val="accent1"/>
                </a:solidFill>
              </a:defRPr>
            </a:lvl1pPr>
          </a:lstStyle>
          <a:p>
            <a:pPr lvl="0"/>
            <a:r>
              <a:rPr lang="en-US"/>
              <a:t>00</a:t>
            </a:r>
          </a:p>
        </p:txBody>
      </p:sp>
      <p:sp>
        <p:nvSpPr>
          <p:cNvPr id="5" name="Content Placeholder 2">
            <a:extLst>
              <a:ext uri="{FF2B5EF4-FFF2-40B4-BE49-F238E27FC236}">
                <a16:creationId xmlns:a16="http://schemas.microsoft.com/office/drawing/2014/main" id="{1A99FF79-E280-3938-1C31-43318E483BD3}"/>
              </a:ext>
            </a:extLst>
          </p:cNvPr>
          <p:cNvSpPr>
            <a:spLocks noGrp="1"/>
          </p:cNvSpPr>
          <p:nvPr>
            <p:ph idx="10"/>
          </p:nvPr>
        </p:nvSpPr>
        <p:spPr>
          <a:xfrm>
            <a:off x="407448" y="3499316"/>
            <a:ext cx="2378112" cy="2752344"/>
          </a:xfrm>
        </p:spPr>
        <p:txBody>
          <a:bodyPr/>
          <a:lstStyle>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2">
            <a:extLst>
              <a:ext uri="{FF2B5EF4-FFF2-40B4-BE49-F238E27FC236}">
                <a16:creationId xmlns:a16="http://schemas.microsoft.com/office/drawing/2014/main" id="{07C7F8D0-E3EF-7617-C2AE-022970D36D32}"/>
              </a:ext>
            </a:extLst>
          </p:cNvPr>
          <p:cNvSpPr>
            <a:spLocks noGrp="1"/>
          </p:cNvSpPr>
          <p:nvPr>
            <p:ph idx="13" hasCustomPrompt="1"/>
          </p:nvPr>
        </p:nvSpPr>
        <p:spPr>
          <a:xfrm>
            <a:off x="3288624" y="2459736"/>
            <a:ext cx="2396050" cy="898948"/>
          </a:xfrm>
        </p:spPr>
        <p:txBody>
          <a:bodyPr/>
          <a:lstStyle>
            <a:lvl1pPr>
              <a:lnSpc>
                <a:spcPct val="80000"/>
              </a:lnSpc>
              <a:spcBef>
                <a:spcPts val="0"/>
              </a:spcBef>
              <a:spcAft>
                <a:spcPts val="0"/>
              </a:spcAft>
              <a:defRPr sz="6600" b="0" spc="-390" baseline="0">
                <a:solidFill>
                  <a:schemeClr val="accent1"/>
                </a:solidFill>
              </a:defRPr>
            </a:lvl1pPr>
          </a:lstStyle>
          <a:p>
            <a:pPr lvl="0"/>
            <a:r>
              <a:rPr lang="en-US"/>
              <a:t>00</a:t>
            </a:r>
          </a:p>
        </p:txBody>
      </p:sp>
      <p:sp>
        <p:nvSpPr>
          <p:cNvPr id="6" name="Content Placeholder 2">
            <a:extLst>
              <a:ext uri="{FF2B5EF4-FFF2-40B4-BE49-F238E27FC236}">
                <a16:creationId xmlns:a16="http://schemas.microsoft.com/office/drawing/2014/main" id="{1110A441-AAF8-956B-4228-2D18EE689485}"/>
              </a:ext>
            </a:extLst>
          </p:cNvPr>
          <p:cNvSpPr>
            <a:spLocks noGrp="1"/>
          </p:cNvSpPr>
          <p:nvPr>
            <p:ph idx="11"/>
          </p:nvPr>
        </p:nvSpPr>
        <p:spPr>
          <a:xfrm>
            <a:off x="3288624" y="3499316"/>
            <a:ext cx="2378112" cy="2752344"/>
          </a:xfrm>
        </p:spPr>
        <p:txBody>
          <a:bodyPr/>
          <a:lstStyle>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2">
            <a:extLst>
              <a:ext uri="{FF2B5EF4-FFF2-40B4-BE49-F238E27FC236}">
                <a16:creationId xmlns:a16="http://schemas.microsoft.com/office/drawing/2014/main" id="{ADB98D30-AF89-AE84-76DB-5252AE8FD14F}"/>
              </a:ext>
            </a:extLst>
          </p:cNvPr>
          <p:cNvSpPr>
            <a:spLocks noGrp="1"/>
          </p:cNvSpPr>
          <p:nvPr>
            <p:ph idx="14" hasCustomPrompt="1"/>
          </p:nvPr>
        </p:nvSpPr>
        <p:spPr>
          <a:xfrm>
            <a:off x="6169800" y="2459736"/>
            <a:ext cx="2396050" cy="898948"/>
          </a:xfrm>
        </p:spPr>
        <p:txBody>
          <a:bodyPr/>
          <a:lstStyle>
            <a:lvl1pPr>
              <a:lnSpc>
                <a:spcPct val="80000"/>
              </a:lnSpc>
              <a:spcBef>
                <a:spcPts val="0"/>
              </a:spcBef>
              <a:spcAft>
                <a:spcPts val="0"/>
              </a:spcAft>
              <a:defRPr sz="6600" b="0" spc="-390" baseline="0">
                <a:solidFill>
                  <a:schemeClr val="accent1"/>
                </a:solidFill>
              </a:defRPr>
            </a:lvl1pPr>
          </a:lstStyle>
          <a:p>
            <a:pPr lvl="0"/>
            <a:r>
              <a:rPr lang="en-US"/>
              <a:t>00</a:t>
            </a:r>
          </a:p>
        </p:txBody>
      </p:sp>
      <p:sp>
        <p:nvSpPr>
          <p:cNvPr id="7" name="Content Placeholder 2">
            <a:extLst>
              <a:ext uri="{FF2B5EF4-FFF2-40B4-BE49-F238E27FC236}">
                <a16:creationId xmlns:a16="http://schemas.microsoft.com/office/drawing/2014/main" id="{9E0B2565-5D1B-BDBB-F14A-0C38A487F366}"/>
              </a:ext>
            </a:extLst>
          </p:cNvPr>
          <p:cNvSpPr>
            <a:spLocks noGrp="1"/>
          </p:cNvSpPr>
          <p:nvPr>
            <p:ph idx="12"/>
          </p:nvPr>
        </p:nvSpPr>
        <p:spPr>
          <a:xfrm>
            <a:off x="6169800" y="3499316"/>
            <a:ext cx="2378112" cy="2752344"/>
          </a:xfrm>
        </p:spPr>
        <p:txBody>
          <a:bodyPr/>
          <a:lstStyle>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2">
            <a:extLst>
              <a:ext uri="{FF2B5EF4-FFF2-40B4-BE49-F238E27FC236}">
                <a16:creationId xmlns:a16="http://schemas.microsoft.com/office/drawing/2014/main" id="{11C89EB2-461C-D9DB-DBF2-EA17EA40A6C1}"/>
              </a:ext>
            </a:extLst>
          </p:cNvPr>
          <p:cNvSpPr>
            <a:spLocks noGrp="1"/>
          </p:cNvSpPr>
          <p:nvPr>
            <p:ph idx="16" hasCustomPrompt="1"/>
          </p:nvPr>
        </p:nvSpPr>
        <p:spPr>
          <a:xfrm>
            <a:off x="9050976" y="2459736"/>
            <a:ext cx="2396050" cy="898948"/>
          </a:xfrm>
        </p:spPr>
        <p:txBody>
          <a:bodyPr/>
          <a:lstStyle>
            <a:lvl1pPr>
              <a:lnSpc>
                <a:spcPct val="80000"/>
              </a:lnSpc>
              <a:spcBef>
                <a:spcPts val="0"/>
              </a:spcBef>
              <a:spcAft>
                <a:spcPts val="0"/>
              </a:spcAft>
              <a:defRPr sz="6600" b="0" spc="-390" baseline="0">
                <a:solidFill>
                  <a:schemeClr val="accent1"/>
                </a:solidFill>
              </a:defRPr>
            </a:lvl1pPr>
          </a:lstStyle>
          <a:p>
            <a:pPr lvl="0"/>
            <a:r>
              <a:rPr lang="en-US"/>
              <a:t>00</a:t>
            </a:r>
          </a:p>
        </p:txBody>
      </p:sp>
      <p:sp>
        <p:nvSpPr>
          <p:cNvPr id="4" name="Content Placeholder 2">
            <a:extLst>
              <a:ext uri="{FF2B5EF4-FFF2-40B4-BE49-F238E27FC236}">
                <a16:creationId xmlns:a16="http://schemas.microsoft.com/office/drawing/2014/main" id="{B19B3672-1BF6-5E8D-DC7D-048381D2695A}"/>
              </a:ext>
            </a:extLst>
          </p:cNvPr>
          <p:cNvSpPr>
            <a:spLocks noGrp="1"/>
          </p:cNvSpPr>
          <p:nvPr>
            <p:ph idx="15"/>
          </p:nvPr>
        </p:nvSpPr>
        <p:spPr>
          <a:xfrm>
            <a:off x="9050976" y="3499316"/>
            <a:ext cx="2378112" cy="2752344"/>
          </a:xfrm>
        </p:spPr>
        <p:txBody>
          <a:bodyPr/>
          <a:lstStyle>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4">
            <a:extLst>
              <a:ext uri="{FF2B5EF4-FFF2-40B4-BE49-F238E27FC236}">
                <a16:creationId xmlns:a16="http://schemas.microsoft.com/office/drawing/2014/main" id="{850DA203-9211-4FDA-05C5-46A210422ACC}"/>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   |   Section Title</a:t>
            </a:r>
          </a:p>
        </p:txBody>
      </p:sp>
      <p:sp>
        <p:nvSpPr>
          <p:cNvPr id="13" name="Slide Number Placeholder 13">
            <a:extLst>
              <a:ext uri="{FF2B5EF4-FFF2-40B4-BE49-F238E27FC236}">
                <a16:creationId xmlns:a16="http://schemas.microsoft.com/office/drawing/2014/main" id="{B4612D97-4010-1226-69CD-B037A384C2DD}"/>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3897499865"/>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One Column Chart">
    <p:spTree>
      <p:nvGrpSpPr>
        <p:cNvPr id="1" name=""/>
        <p:cNvGrpSpPr/>
        <p:nvPr/>
      </p:nvGrpSpPr>
      <p:grpSpPr>
        <a:xfrm>
          <a:off x="0" y="0"/>
          <a:ext cx="0" cy="0"/>
          <a:chOff x="0" y="0"/>
          <a:chExt cx="0" cy="0"/>
        </a:xfrm>
      </p:grpSpPr>
      <p:sp>
        <p:nvSpPr>
          <p:cNvPr id="5" name="Title Placeholder 1">
            <a:extLst>
              <a:ext uri="{FF2B5EF4-FFF2-40B4-BE49-F238E27FC236}">
                <a16:creationId xmlns:a16="http://schemas.microsoft.com/office/drawing/2014/main" id="{09F1385C-E183-4949-1E52-945BDAAEC82D}"/>
              </a:ext>
            </a:extLst>
          </p:cNvPr>
          <p:cNvSpPr>
            <a:spLocks noGrp="1"/>
          </p:cNvSpPr>
          <p:nvPr>
            <p:ph type="title"/>
          </p:nvPr>
        </p:nvSpPr>
        <p:spPr>
          <a:xfrm>
            <a:off x="397667" y="402336"/>
            <a:ext cx="5645946" cy="915289"/>
          </a:xfrm>
          <a:prstGeom prst="rect">
            <a:avLst/>
          </a:prstGeom>
        </p:spPr>
        <p:txBody>
          <a:bodyPr vert="horz" lIns="0" tIns="0" rIns="0" bIns="0" rtlCol="0" anchor="t" anchorCtr="0">
            <a:noAutofit/>
          </a:bodyPr>
          <a:lstStyle/>
          <a:p>
            <a:r>
              <a:rPr lang="en-US"/>
              <a:t>Click to edit Master title style</a:t>
            </a:r>
          </a:p>
        </p:txBody>
      </p:sp>
      <p:sp>
        <p:nvSpPr>
          <p:cNvPr id="10" name="Content Placeholder 2">
            <a:extLst>
              <a:ext uri="{FF2B5EF4-FFF2-40B4-BE49-F238E27FC236}">
                <a16:creationId xmlns:a16="http://schemas.microsoft.com/office/drawing/2014/main" id="{1E8B33F3-7C1D-479F-3B92-0DE073C2E4F5}"/>
              </a:ext>
            </a:extLst>
          </p:cNvPr>
          <p:cNvSpPr>
            <a:spLocks noGrp="1"/>
          </p:cNvSpPr>
          <p:nvPr>
            <p:ph idx="1"/>
          </p:nvPr>
        </p:nvSpPr>
        <p:spPr>
          <a:xfrm>
            <a:off x="408425" y="3495320"/>
            <a:ext cx="3719076" cy="2451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hart Placeholder 5">
            <a:extLst>
              <a:ext uri="{FF2B5EF4-FFF2-40B4-BE49-F238E27FC236}">
                <a16:creationId xmlns:a16="http://schemas.microsoft.com/office/drawing/2014/main" id="{DCC47810-5636-CCFE-D491-CAD999BC70CF}"/>
              </a:ext>
            </a:extLst>
          </p:cNvPr>
          <p:cNvSpPr>
            <a:spLocks noGrp="1"/>
          </p:cNvSpPr>
          <p:nvPr>
            <p:ph type="chart" sz="quarter" idx="10"/>
          </p:nvPr>
        </p:nvSpPr>
        <p:spPr>
          <a:xfrm>
            <a:off x="5199063" y="1946275"/>
            <a:ext cx="5640387" cy="3992563"/>
          </a:xfrm>
        </p:spPr>
        <p:txBody>
          <a:bodyPr/>
          <a:lstStyle>
            <a:lvl1pPr algn="ctr">
              <a:defRPr/>
            </a:lvl1pPr>
          </a:lstStyle>
          <a:p>
            <a:r>
              <a:rPr lang="en-US"/>
              <a:t>Click icon to add chart</a:t>
            </a:r>
          </a:p>
        </p:txBody>
      </p:sp>
      <p:sp>
        <p:nvSpPr>
          <p:cNvPr id="2" name="Footer Placeholder 4">
            <a:extLst>
              <a:ext uri="{FF2B5EF4-FFF2-40B4-BE49-F238E27FC236}">
                <a16:creationId xmlns:a16="http://schemas.microsoft.com/office/drawing/2014/main" id="{6125A049-51AB-8CE0-1E82-0861CFA1A20A}"/>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   |   Section Title</a:t>
            </a:r>
          </a:p>
        </p:txBody>
      </p:sp>
      <p:sp>
        <p:nvSpPr>
          <p:cNvPr id="3" name="Slide Number Placeholder 13">
            <a:extLst>
              <a:ext uri="{FF2B5EF4-FFF2-40B4-BE49-F238E27FC236}">
                <a16:creationId xmlns:a16="http://schemas.microsoft.com/office/drawing/2014/main" id="{370151B8-84D5-0F32-8BA4-AF23D992BD36}"/>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255566185"/>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Four Team Images">
    <p:spTree>
      <p:nvGrpSpPr>
        <p:cNvPr id="1" name=""/>
        <p:cNvGrpSpPr/>
        <p:nvPr/>
      </p:nvGrpSpPr>
      <p:grpSpPr>
        <a:xfrm>
          <a:off x="0" y="0"/>
          <a:ext cx="0" cy="0"/>
          <a:chOff x="0" y="0"/>
          <a:chExt cx="0" cy="0"/>
        </a:xfrm>
      </p:grpSpPr>
      <p:sp>
        <p:nvSpPr>
          <p:cNvPr id="7" name="Title Placeholder 1">
            <a:extLst>
              <a:ext uri="{FF2B5EF4-FFF2-40B4-BE49-F238E27FC236}">
                <a16:creationId xmlns:a16="http://schemas.microsoft.com/office/drawing/2014/main" id="{B78DDC8F-4B6A-28FC-A391-BC1BA03194A0}"/>
              </a:ext>
            </a:extLst>
          </p:cNvPr>
          <p:cNvSpPr>
            <a:spLocks noGrp="1"/>
          </p:cNvSpPr>
          <p:nvPr>
            <p:ph type="title"/>
          </p:nvPr>
        </p:nvSpPr>
        <p:spPr>
          <a:xfrm>
            <a:off x="397667" y="402336"/>
            <a:ext cx="5645946" cy="915289"/>
          </a:xfrm>
          <a:prstGeom prst="rect">
            <a:avLst/>
          </a:prstGeom>
        </p:spPr>
        <p:txBody>
          <a:bodyPr vert="horz" lIns="0" tIns="0" rIns="0" bIns="0" rtlCol="0" anchor="t" anchorCtr="0">
            <a:noAutofit/>
          </a:bodyPr>
          <a:lstStyle/>
          <a:p>
            <a:r>
              <a:rPr lang="en-US"/>
              <a:t>Click to edit Master title style</a:t>
            </a:r>
          </a:p>
        </p:txBody>
      </p:sp>
      <p:sp>
        <p:nvSpPr>
          <p:cNvPr id="5" name="Picture Placeholder 14">
            <a:extLst>
              <a:ext uri="{FF2B5EF4-FFF2-40B4-BE49-F238E27FC236}">
                <a16:creationId xmlns:a16="http://schemas.microsoft.com/office/drawing/2014/main" id="{BE205ACB-F0DD-E11C-8562-1A67F4F828CD}"/>
              </a:ext>
              <a:ext uri="{C183D7F6-B498-43B3-948B-1728B52AA6E4}">
                <adec:decorative xmlns:adec="http://schemas.microsoft.com/office/drawing/2017/decorative" val="1"/>
              </a:ext>
            </a:extLst>
          </p:cNvPr>
          <p:cNvSpPr>
            <a:spLocks noGrp="1"/>
          </p:cNvSpPr>
          <p:nvPr>
            <p:ph type="pic" sz="quarter" idx="11"/>
          </p:nvPr>
        </p:nvSpPr>
        <p:spPr>
          <a:xfrm>
            <a:off x="411484" y="1970667"/>
            <a:ext cx="2696610" cy="2403473"/>
          </a:xfrm>
          <a:solidFill>
            <a:schemeClr val="bg1">
              <a:lumMod val="85000"/>
            </a:schemeClr>
          </a:solidFill>
        </p:spPr>
        <p:txBody>
          <a:bodyPr tIns="365760"/>
          <a:lstStyle>
            <a:lvl1pPr algn="ctr">
              <a:defRPr/>
            </a:lvl1pPr>
          </a:lstStyle>
          <a:p>
            <a:r>
              <a:rPr lang="en-US"/>
              <a:t>Click icon to add picture</a:t>
            </a:r>
          </a:p>
        </p:txBody>
      </p:sp>
      <p:sp>
        <p:nvSpPr>
          <p:cNvPr id="11" name="Content Placeholder 2">
            <a:extLst>
              <a:ext uri="{FF2B5EF4-FFF2-40B4-BE49-F238E27FC236}">
                <a16:creationId xmlns:a16="http://schemas.microsoft.com/office/drawing/2014/main" id="{CE07336A-CA43-BA10-15BC-4A7C003A2346}"/>
              </a:ext>
            </a:extLst>
          </p:cNvPr>
          <p:cNvSpPr>
            <a:spLocks noGrp="1"/>
          </p:cNvSpPr>
          <p:nvPr>
            <p:ph idx="10"/>
          </p:nvPr>
        </p:nvSpPr>
        <p:spPr>
          <a:xfrm>
            <a:off x="411484" y="4513263"/>
            <a:ext cx="2752324" cy="1433514"/>
          </a:xfrm>
        </p:spPr>
        <p:txBody>
          <a:bodyPr/>
          <a:lstStyle>
            <a:lvl1pPr>
              <a:spcBef>
                <a:spcPts val="0"/>
              </a:spcBef>
              <a:spcAft>
                <a:spcPts val="0"/>
              </a:spcAft>
              <a:defRPr/>
            </a:lvl1pPr>
            <a:lvl2pPr>
              <a:lnSpc>
                <a:spcPct val="100000"/>
              </a:lnSpc>
              <a:spcBef>
                <a:spcPts val="0"/>
              </a:spcBef>
              <a:defRPr sz="1200">
                <a:latin typeface="+mj-lt"/>
              </a:defRPr>
            </a:lvl2pPr>
            <a:lvl3pPr>
              <a:defRPr sz="1200">
                <a:latin typeface="+mj-lt"/>
              </a:defRPr>
            </a:lvl3pPr>
            <a:lvl4pPr>
              <a:defRPr sz="1200"/>
            </a:lvl4pPr>
            <a:lvl5pPr>
              <a:defRPr sz="1200"/>
            </a:lvl5pPr>
          </a:lstStyle>
          <a:p>
            <a:pPr lvl="0"/>
            <a:r>
              <a:rPr lang="en-US"/>
              <a:t>Click to edit Master text styles</a:t>
            </a:r>
          </a:p>
          <a:p>
            <a:pPr lvl="1"/>
            <a:r>
              <a:rPr lang="en-US"/>
              <a:t>Second level</a:t>
            </a:r>
          </a:p>
          <a:p>
            <a:pPr lvl="2"/>
            <a:r>
              <a:rPr lang="en-US"/>
              <a:t>Third level</a:t>
            </a:r>
          </a:p>
        </p:txBody>
      </p:sp>
      <p:sp>
        <p:nvSpPr>
          <p:cNvPr id="15" name="Picture Placeholder 14">
            <a:extLst>
              <a:ext uri="{FF2B5EF4-FFF2-40B4-BE49-F238E27FC236}">
                <a16:creationId xmlns:a16="http://schemas.microsoft.com/office/drawing/2014/main" id="{32429DBE-FCD7-24A1-1559-A263A915F0EA}"/>
              </a:ext>
              <a:ext uri="{C183D7F6-B498-43B3-948B-1728B52AA6E4}">
                <adec:decorative xmlns:adec="http://schemas.microsoft.com/office/drawing/2017/decorative" val="1"/>
              </a:ext>
            </a:extLst>
          </p:cNvPr>
          <p:cNvSpPr>
            <a:spLocks noGrp="1"/>
          </p:cNvSpPr>
          <p:nvPr>
            <p:ph type="pic" sz="quarter" idx="19"/>
          </p:nvPr>
        </p:nvSpPr>
        <p:spPr>
          <a:xfrm>
            <a:off x="3288643" y="1970667"/>
            <a:ext cx="2696610" cy="2403473"/>
          </a:xfrm>
          <a:solidFill>
            <a:schemeClr val="bg1">
              <a:lumMod val="85000"/>
            </a:schemeClr>
          </a:solidFill>
        </p:spPr>
        <p:txBody>
          <a:bodyPr tIns="365760"/>
          <a:lstStyle>
            <a:lvl1pPr algn="ctr">
              <a:defRPr/>
            </a:lvl1pPr>
          </a:lstStyle>
          <a:p>
            <a:r>
              <a:rPr lang="en-US"/>
              <a:t>Click icon to add picture</a:t>
            </a:r>
          </a:p>
        </p:txBody>
      </p:sp>
      <p:sp>
        <p:nvSpPr>
          <p:cNvPr id="12" name="Content Placeholder 2">
            <a:extLst>
              <a:ext uri="{FF2B5EF4-FFF2-40B4-BE49-F238E27FC236}">
                <a16:creationId xmlns:a16="http://schemas.microsoft.com/office/drawing/2014/main" id="{00288663-0E16-0C59-085F-F9A84A37B9FB}"/>
              </a:ext>
            </a:extLst>
          </p:cNvPr>
          <p:cNvSpPr>
            <a:spLocks noGrp="1"/>
          </p:cNvSpPr>
          <p:nvPr>
            <p:ph idx="24"/>
          </p:nvPr>
        </p:nvSpPr>
        <p:spPr>
          <a:xfrm>
            <a:off x="3288643" y="4513263"/>
            <a:ext cx="2752324" cy="1433514"/>
          </a:xfrm>
        </p:spPr>
        <p:txBody>
          <a:bodyPr/>
          <a:lstStyle>
            <a:lvl1pPr>
              <a:spcBef>
                <a:spcPts val="0"/>
              </a:spcBef>
              <a:spcAft>
                <a:spcPts val="0"/>
              </a:spcAft>
              <a:defRPr/>
            </a:lvl1pPr>
            <a:lvl2pPr>
              <a:lnSpc>
                <a:spcPct val="100000"/>
              </a:lnSpc>
              <a:spcBef>
                <a:spcPts val="0"/>
              </a:spcBef>
              <a:defRPr sz="1200">
                <a:latin typeface="+mj-lt"/>
              </a:defRPr>
            </a:lvl2pPr>
            <a:lvl3pPr>
              <a:defRPr sz="1200">
                <a:latin typeface="+mj-lt"/>
              </a:defRPr>
            </a:lvl3pPr>
            <a:lvl4pPr>
              <a:defRPr sz="1200"/>
            </a:lvl4pPr>
            <a:lvl5pPr>
              <a:defRPr sz="1200"/>
            </a:lvl5pPr>
          </a:lstStyle>
          <a:p>
            <a:pPr lvl="0"/>
            <a:r>
              <a:rPr lang="en-US"/>
              <a:t>Click to edit Master text styles</a:t>
            </a:r>
          </a:p>
          <a:p>
            <a:pPr lvl="1"/>
            <a:r>
              <a:rPr lang="en-US"/>
              <a:t>Second level</a:t>
            </a:r>
          </a:p>
          <a:p>
            <a:pPr lvl="2"/>
            <a:r>
              <a:rPr lang="en-US"/>
              <a:t>Third level</a:t>
            </a:r>
          </a:p>
        </p:txBody>
      </p:sp>
      <p:sp>
        <p:nvSpPr>
          <p:cNvPr id="17" name="Picture Placeholder 14">
            <a:extLst>
              <a:ext uri="{FF2B5EF4-FFF2-40B4-BE49-F238E27FC236}">
                <a16:creationId xmlns:a16="http://schemas.microsoft.com/office/drawing/2014/main" id="{CD839F68-5525-1FC6-7F47-6058F961EBE1}"/>
              </a:ext>
              <a:ext uri="{C183D7F6-B498-43B3-948B-1728B52AA6E4}">
                <adec:decorative xmlns:adec="http://schemas.microsoft.com/office/drawing/2017/decorative" val="1"/>
              </a:ext>
            </a:extLst>
          </p:cNvPr>
          <p:cNvSpPr>
            <a:spLocks noGrp="1"/>
          </p:cNvSpPr>
          <p:nvPr>
            <p:ph type="pic" sz="quarter" idx="21"/>
          </p:nvPr>
        </p:nvSpPr>
        <p:spPr>
          <a:xfrm>
            <a:off x="6165802" y="1970667"/>
            <a:ext cx="2696610" cy="2403473"/>
          </a:xfrm>
          <a:solidFill>
            <a:schemeClr val="bg1">
              <a:lumMod val="85000"/>
            </a:schemeClr>
          </a:solidFill>
        </p:spPr>
        <p:txBody>
          <a:bodyPr tIns="365760"/>
          <a:lstStyle>
            <a:lvl1pPr algn="ctr">
              <a:defRPr/>
            </a:lvl1pPr>
          </a:lstStyle>
          <a:p>
            <a:r>
              <a:rPr lang="en-US"/>
              <a:t>Click icon to add picture</a:t>
            </a:r>
          </a:p>
        </p:txBody>
      </p:sp>
      <p:sp>
        <p:nvSpPr>
          <p:cNvPr id="21" name="Content Placeholder 2">
            <a:extLst>
              <a:ext uri="{FF2B5EF4-FFF2-40B4-BE49-F238E27FC236}">
                <a16:creationId xmlns:a16="http://schemas.microsoft.com/office/drawing/2014/main" id="{E38614DA-316C-FC85-3F42-B262BEAC7A89}"/>
              </a:ext>
            </a:extLst>
          </p:cNvPr>
          <p:cNvSpPr>
            <a:spLocks noGrp="1"/>
          </p:cNvSpPr>
          <p:nvPr>
            <p:ph idx="26"/>
          </p:nvPr>
        </p:nvSpPr>
        <p:spPr>
          <a:xfrm>
            <a:off x="6165805" y="4513263"/>
            <a:ext cx="2752324" cy="1433514"/>
          </a:xfrm>
        </p:spPr>
        <p:txBody>
          <a:bodyPr/>
          <a:lstStyle>
            <a:lvl1pPr>
              <a:spcBef>
                <a:spcPts val="0"/>
              </a:spcBef>
              <a:spcAft>
                <a:spcPts val="0"/>
              </a:spcAft>
              <a:defRPr/>
            </a:lvl1pPr>
            <a:lvl2pPr>
              <a:lnSpc>
                <a:spcPct val="100000"/>
              </a:lnSpc>
              <a:spcBef>
                <a:spcPts val="0"/>
              </a:spcBef>
              <a:defRPr sz="1200">
                <a:latin typeface="+mj-lt"/>
              </a:defRPr>
            </a:lvl2pPr>
            <a:lvl3pPr>
              <a:defRPr sz="1200">
                <a:latin typeface="+mj-lt"/>
              </a:defRPr>
            </a:lvl3pPr>
            <a:lvl4pPr>
              <a:defRPr sz="1200"/>
            </a:lvl4pPr>
            <a:lvl5pPr>
              <a:defRPr sz="1200"/>
            </a:lvl5pPr>
          </a:lstStyle>
          <a:p>
            <a:pPr lvl="0"/>
            <a:r>
              <a:rPr lang="en-US"/>
              <a:t>Click to edit Master text styles</a:t>
            </a:r>
          </a:p>
          <a:p>
            <a:pPr lvl="1"/>
            <a:r>
              <a:rPr lang="en-US"/>
              <a:t>Second level</a:t>
            </a:r>
          </a:p>
          <a:p>
            <a:pPr lvl="2"/>
            <a:r>
              <a:rPr lang="en-US"/>
              <a:t>Third level</a:t>
            </a:r>
          </a:p>
        </p:txBody>
      </p:sp>
      <p:sp>
        <p:nvSpPr>
          <p:cNvPr id="19" name="Picture Placeholder 14">
            <a:extLst>
              <a:ext uri="{FF2B5EF4-FFF2-40B4-BE49-F238E27FC236}">
                <a16:creationId xmlns:a16="http://schemas.microsoft.com/office/drawing/2014/main" id="{AEC3DEC0-C14C-0D3D-E77D-C65F7FA1089D}"/>
              </a:ext>
              <a:ext uri="{C183D7F6-B498-43B3-948B-1728B52AA6E4}">
                <adec:decorative xmlns:adec="http://schemas.microsoft.com/office/drawing/2017/decorative" val="1"/>
              </a:ext>
            </a:extLst>
          </p:cNvPr>
          <p:cNvSpPr>
            <a:spLocks noGrp="1"/>
          </p:cNvSpPr>
          <p:nvPr>
            <p:ph type="pic" sz="quarter" idx="23"/>
          </p:nvPr>
        </p:nvSpPr>
        <p:spPr>
          <a:xfrm>
            <a:off x="9042961" y="1970667"/>
            <a:ext cx="2696610" cy="2403473"/>
          </a:xfrm>
          <a:solidFill>
            <a:schemeClr val="bg1">
              <a:lumMod val="85000"/>
            </a:schemeClr>
          </a:solidFill>
        </p:spPr>
        <p:txBody>
          <a:bodyPr tIns="365760"/>
          <a:lstStyle>
            <a:lvl1pPr algn="ctr">
              <a:defRPr/>
            </a:lvl1pPr>
          </a:lstStyle>
          <a:p>
            <a:r>
              <a:rPr lang="en-US"/>
              <a:t>Click icon to add picture</a:t>
            </a:r>
          </a:p>
        </p:txBody>
      </p:sp>
      <p:sp>
        <p:nvSpPr>
          <p:cNvPr id="23" name="Content Placeholder 2">
            <a:extLst>
              <a:ext uri="{FF2B5EF4-FFF2-40B4-BE49-F238E27FC236}">
                <a16:creationId xmlns:a16="http://schemas.microsoft.com/office/drawing/2014/main" id="{519D1C7E-BE40-062C-9607-4651359E8EAD}"/>
              </a:ext>
            </a:extLst>
          </p:cNvPr>
          <p:cNvSpPr>
            <a:spLocks noGrp="1"/>
          </p:cNvSpPr>
          <p:nvPr>
            <p:ph idx="28"/>
          </p:nvPr>
        </p:nvSpPr>
        <p:spPr>
          <a:xfrm>
            <a:off x="9050247" y="4513263"/>
            <a:ext cx="2752324" cy="1433514"/>
          </a:xfrm>
        </p:spPr>
        <p:txBody>
          <a:bodyPr/>
          <a:lstStyle>
            <a:lvl1pPr>
              <a:spcBef>
                <a:spcPts val="0"/>
              </a:spcBef>
              <a:spcAft>
                <a:spcPts val="0"/>
              </a:spcAft>
              <a:defRPr/>
            </a:lvl1pPr>
            <a:lvl2pPr>
              <a:lnSpc>
                <a:spcPct val="100000"/>
              </a:lnSpc>
              <a:spcBef>
                <a:spcPts val="0"/>
              </a:spcBef>
              <a:defRPr sz="1200">
                <a:latin typeface="+mj-lt"/>
              </a:defRPr>
            </a:lvl2pPr>
            <a:lvl3pPr>
              <a:defRPr sz="1200">
                <a:latin typeface="+mj-lt"/>
              </a:defRPr>
            </a:lvl3pPr>
            <a:lvl4pPr>
              <a:defRPr sz="1200"/>
            </a:lvl4pPr>
            <a:lvl5pPr>
              <a:defRPr sz="1200"/>
            </a:lvl5pPr>
          </a:lstStyle>
          <a:p>
            <a:pPr lvl="0"/>
            <a:r>
              <a:rPr lang="en-US"/>
              <a:t>Click to edit Master text styles</a:t>
            </a:r>
          </a:p>
          <a:p>
            <a:pPr lvl="1"/>
            <a:r>
              <a:rPr lang="en-US"/>
              <a:t>Second level</a:t>
            </a:r>
          </a:p>
          <a:p>
            <a:pPr lvl="2"/>
            <a:r>
              <a:rPr lang="en-US"/>
              <a:t>Third level</a:t>
            </a:r>
          </a:p>
        </p:txBody>
      </p:sp>
      <p:sp>
        <p:nvSpPr>
          <p:cNvPr id="4" name="Footer Placeholder 4">
            <a:extLst>
              <a:ext uri="{FF2B5EF4-FFF2-40B4-BE49-F238E27FC236}">
                <a16:creationId xmlns:a16="http://schemas.microsoft.com/office/drawing/2014/main" id="{9475B69A-CAC3-88B9-5B3E-2AF1362EFDB6}"/>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   |   Section Title</a:t>
            </a:r>
          </a:p>
        </p:txBody>
      </p:sp>
      <p:sp>
        <p:nvSpPr>
          <p:cNvPr id="6" name="Slide Number Placeholder 13">
            <a:extLst>
              <a:ext uri="{FF2B5EF4-FFF2-40B4-BE49-F238E27FC236}">
                <a16:creationId xmlns:a16="http://schemas.microsoft.com/office/drawing/2014/main" id="{07859335-E39D-1388-375F-FAA342F28BBF}"/>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3949415049"/>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Four Team Images 2">
    <p:spTree>
      <p:nvGrpSpPr>
        <p:cNvPr id="1" name=""/>
        <p:cNvGrpSpPr/>
        <p:nvPr/>
      </p:nvGrpSpPr>
      <p:grpSpPr>
        <a:xfrm>
          <a:off x="0" y="0"/>
          <a:ext cx="0" cy="0"/>
          <a:chOff x="0" y="0"/>
          <a:chExt cx="0" cy="0"/>
        </a:xfrm>
      </p:grpSpPr>
      <p:sp>
        <p:nvSpPr>
          <p:cNvPr id="7" name="Title Placeholder 1">
            <a:extLst>
              <a:ext uri="{FF2B5EF4-FFF2-40B4-BE49-F238E27FC236}">
                <a16:creationId xmlns:a16="http://schemas.microsoft.com/office/drawing/2014/main" id="{B78DDC8F-4B6A-28FC-A391-BC1BA03194A0}"/>
              </a:ext>
            </a:extLst>
          </p:cNvPr>
          <p:cNvSpPr>
            <a:spLocks noGrp="1"/>
          </p:cNvSpPr>
          <p:nvPr>
            <p:ph type="title"/>
          </p:nvPr>
        </p:nvSpPr>
        <p:spPr>
          <a:xfrm>
            <a:off x="397667" y="402336"/>
            <a:ext cx="5645946" cy="915289"/>
          </a:xfrm>
          <a:prstGeom prst="rect">
            <a:avLst/>
          </a:prstGeom>
        </p:spPr>
        <p:txBody>
          <a:bodyPr vert="horz" lIns="0" tIns="0" rIns="0" bIns="0" rtlCol="0" anchor="t" anchorCtr="0">
            <a:noAutofit/>
          </a:bodyPr>
          <a:lstStyle/>
          <a:p>
            <a:r>
              <a:rPr lang="en-US"/>
              <a:t>Click to edit Master title style</a:t>
            </a:r>
          </a:p>
        </p:txBody>
      </p:sp>
      <p:sp>
        <p:nvSpPr>
          <p:cNvPr id="5" name="Picture Placeholder 14">
            <a:extLst>
              <a:ext uri="{FF2B5EF4-FFF2-40B4-BE49-F238E27FC236}">
                <a16:creationId xmlns:a16="http://schemas.microsoft.com/office/drawing/2014/main" id="{BE205ACB-F0DD-E11C-8562-1A67F4F828CD}"/>
              </a:ext>
              <a:ext uri="{C183D7F6-B498-43B3-948B-1728B52AA6E4}">
                <adec:decorative xmlns:adec="http://schemas.microsoft.com/office/drawing/2017/decorative" val="1"/>
              </a:ext>
            </a:extLst>
          </p:cNvPr>
          <p:cNvSpPr>
            <a:spLocks noGrp="1"/>
          </p:cNvSpPr>
          <p:nvPr>
            <p:ph type="pic" sz="quarter" idx="11"/>
          </p:nvPr>
        </p:nvSpPr>
        <p:spPr>
          <a:xfrm>
            <a:off x="411484" y="1442398"/>
            <a:ext cx="2696610" cy="1927865"/>
          </a:xfrm>
          <a:solidFill>
            <a:schemeClr val="bg1">
              <a:lumMod val="85000"/>
            </a:schemeClr>
          </a:solidFill>
        </p:spPr>
        <p:txBody>
          <a:bodyPr tIns="365760"/>
          <a:lstStyle>
            <a:lvl1pPr algn="ctr">
              <a:defRPr/>
            </a:lvl1pPr>
          </a:lstStyle>
          <a:p>
            <a:r>
              <a:rPr lang="en-US"/>
              <a:t>Click icon to add picture</a:t>
            </a:r>
          </a:p>
        </p:txBody>
      </p:sp>
      <p:sp>
        <p:nvSpPr>
          <p:cNvPr id="12" name="Content Placeholder 2">
            <a:extLst>
              <a:ext uri="{FF2B5EF4-FFF2-40B4-BE49-F238E27FC236}">
                <a16:creationId xmlns:a16="http://schemas.microsoft.com/office/drawing/2014/main" id="{00288663-0E16-0C59-085F-F9A84A37B9FB}"/>
              </a:ext>
            </a:extLst>
          </p:cNvPr>
          <p:cNvSpPr>
            <a:spLocks noGrp="1"/>
          </p:cNvSpPr>
          <p:nvPr>
            <p:ph idx="24"/>
          </p:nvPr>
        </p:nvSpPr>
        <p:spPr>
          <a:xfrm>
            <a:off x="3288643" y="1433352"/>
            <a:ext cx="2752324" cy="1928779"/>
          </a:xfrm>
        </p:spPr>
        <p:txBody>
          <a:bodyPr/>
          <a:lstStyle>
            <a:lvl1pPr>
              <a:spcBef>
                <a:spcPts val="0"/>
              </a:spcBef>
              <a:spcAft>
                <a:spcPts val="0"/>
              </a:spcAft>
              <a:defRPr sz="1500"/>
            </a:lvl1pPr>
            <a:lvl2pPr>
              <a:lnSpc>
                <a:spcPct val="100000"/>
              </a:lnSpc>
              <a:spcBef>
                <a:spcPts val="0"/>
              </a:spcBef>
              <a:defRPr sz="1200">
                <a:latin typeface="+mj-lt"/>
              </a:defRPr>
            </a:lvl2pPr>
            <a:lvl3pPr>
              <a:defRPr sz="1200">
                <a:latin typeface="+mj-lt"/>
              </a:defRPr>
            </a:lvl3pPr>
            <a:lvl4pPr>
              <a:defRPr sz="1200"/>
            </a:lvl4pPr>
            <a:lvl5pPr>
              <a:defRPr sz="1200"/>
            </a:lvl5pPr>
          </a:lstStyle>
          <a:p>
            <a:pPr lvl="0"/>
            <a:r>
              <a:rPr lang="en-US"/>
              <a:t>Click to edit Master text styles</a:t>
            </a:r>
          </a:p>
          <a:p>
            <a:pPr lvl="1"/>
            <a:r>
              <a:rPr lang="en-US"/>
              <a:t>Second level</a:t>
            </a:r>
          </a:p>
          <a:p>
            <a:pPr lvl="2"/>
            <a:r>
              <a:rPr lang="en-US"/>
              <a:t>Third level</a:t>
            </a:r>
          </a:p>
        </p:txBody>
      </p:sp>
      <p:sp>
        <p:nvSpPr>
          <p:cNvPr id="15" name="Picture Placeholder 14">
            <a:extLst>
              <a:ext uri="{FF2B5EF4-FFF2-40B4-BE49-F238E27FC236}">
                <a16:creationId xmlns:a16="http://schemas.microsoft.com/office/drawing/2014/main" id="{32429DBE-FCD7-24A1-1559-A263A915F0EA}"/>
              </a:ext>
              <a:ext uri="{C183D7F6-B498-43B3-948B-1728B52AA6E4}">
                <adec:decorative xmlns:adec="http://schemas.microsoft.com/office/drawing/2017/decorative" val="1"/>
              </a:ext>
            </a:extLst>
          </p:cNvPr>
          <p:cNvSpPr>
            <a:spLocks noGrp="1"/>
          </p:cNvSpPr>
          <p:nvPr>
            <p:ph type="pic" sz="quarter" idx="19"/>
          </p:nvPr>
        </p:nvSpPr>
        <p:spPr>
          <a:xfrm>
            <a:off x="411484" y="3494738"/>
            <a:ext cx="2696610" cy="1927865"/>
          </a:xfrm>
          <a:solidFill>
            <a:schemeClr val="bg1">
              <a:lumMod val="85000"/>
            </a:schemeClr>
          </a:solidFill>
        </p:spPr>
        <p:txBody>
          <a:bodyPr tIns="365760"/>
          <a:lstStyle>
            <a:lvl1pPr algn="ctr">
              <a:defRPr/>
            </a:lvl1pPr>
          </a:lstStyle>
          <a:p>
            <a:r>
              <a:rPr lang="en-US"/>
              <a:t>Click icon to add picture</a:t>
            </a:r>
          </a:p>
        </p:txBody>
      </p:sp>
      <p:sp>
        <p:nvSpPr>
          <p:cNvPr id="4" name="Content Placeholder 2">
            <a:extLst>
              <a:ext uri="{FF2B5EF4-FFF2-40B4-BE49-F238E27FC236}">
                <a16:creationId xmlns:a16="http://schemas.microsoft.com/office/drawing/2014/main" id="{7C31502B-FAB9-8313-90B7-D7C06363AE17}"/>
              </a:ext>
            </a:extLst>
          </p:cNvPr>
          <p:cNvSpPr>
            <a:spLocks noGrp="1"/>
          </p:cNvSpPr>
          <p:nvPr>
            <p:ph idx="25"/>
          </p:nvPr>
        </p:nvSpPr>
        <p:spPr>
          <a:xfrm>
            <a:off x="3288643" y="3495709"/>
            <a:ext cx="2752324" cy="1928779"/>
          </a:xfrm>
        </p:spPr>
        <p:txBody>
          <a:bodyPr/>
          <a:lstStyle>
            <a:lvl1pPr>
              <a:spcBef>
                <a:spcPts val="0"/>
              </a:spcBef>
              <a:spcAft>
                <a:spcPts val="0"/>
              </a:spcAft>
              <a:defRPr sz="1500"/>
            </a:lvl1pPr>
            <a:lvl2pPr>
              <a:lnSpc>
                <a:spcPct val="100000"/>
              </a:lnSpc>
              <a:spcBef>
                <a:spcPts val="0"/>
              </a:spcBef>
              <a:defRPr sz="1200">
                <a:latin typeface="+mj-lt"/>
              </a:defRPr>
            </a:lvl2pPr>
            <a:lvl3pPr>
              <a:defRPr sz="1200">
                <a:latin typeface="+mj-lt"/>
              </a:defRPr>
            </a:lvl3pPr>
            <a:lvl4pPr>
              <a:defRPr sz="1200"/>
            </a:lvl4pPr>
            <a:lvl5pPr>
              <a:defRPr sz="1200"/>
            </a:lvl5pPr>
          </a:lstStyle>
          <a:p>
            <a:pPr lvl="0"/>
            <a:r>
              <a:rPr lang="en-US"/>
              <a:t>Click to edit Master text styles</a:t>
            </a:r>
          </a:p>
          <a:p>
            <a:pPr lvl="1"/>
            <a:r>
              <a:rPr lang="en-US"/>
              <a:t>Second level</a:t>
            </a:r>
          </a:p>
          <a:p>
            <a:pPr lvl="2"/>
            <a:r>
              <a:rPr lang="en-US"/>
              <a:t>Third level</a:t>
            </a:r>
          </a:p>
        </p:txBody>
      </p:sp>
      <p:sp>
        <p:nvSpPr>
          <p:cNvPr id="6" name="Picture Placeholder 14">
            <a:extLst>
              <a:ext uri="{FF2B5EF4-FFF2-40B4-BE49-F238E27FC236}">
                <a16:creationId xmlns:a16="http://schemas.microsoft.com/office/drawing/2014/main" id="{62EEDF93-D482-938D-D6D4-B8B66CA7643D}"/>
              </a:ext>
              <a:ext uri="{C183D7F6-B498-43B3-948B-1728B52AA6E4}">
                <adec:decorative xmlns:adec="http://schemas.microsoft.com/office/drawing/2017/decorative" val="1"/>
              </a:ext>
            </a:extLst>
          </p:cNvPr>
          <p:cNvSpPr>
            <a:spLocks noGrp="1"/>
          </p:cNvSpPr>
          <p:nvPr>
            <p:ph type="pic" sz="quarter" idx="26"/>
          </p:nvPr>
        </p:nvSpPr>
        <p:spPr>
          <a:xfrm>
            <a:off x="6166924" y="1442398"/>
            <a:ext cx="2696610" cy="1927865"/>
          </a:xfrm>
          <a:solidFill>
            <a:schemeClr val="bg1">
              <a:lumMod val="85000"/>
            </a:schemeClr>
          </a:solidFill>
        </p:spPr>
        <p:txBody>
          <a:bodyPr tIns="365760"/>
          <a:lstStyle>
            <a:lvl1pPr algn="ctr">
              <a:defRPr/>
            </a:lvl1pPr>
          </a:lstStyle>
          <a:p>
            <a:r>
              <a:rPr lang="en-US"/>
              <a:t>Click icon to add picture</a:t>
            </a:r>
          </a:p>
        </p:txBody>
      </p:sp>
      <p:sp>
        <p:nvSpPr>
          <p:cNvPr id="10" name="Content Placeholder 2">
            <a:extLst>
              <a:ext uri="{FF2B5EF4-FFF2-40B4-BE49-F238E27FC236}">
                <a16:creationId xmlns:a16="http://schemas.microsoft.com/office/drawing/2014/main" id="{3DF40A1F-2110-372D-0359-94789B6D9CD7}"/>
              </a:ext>
            </a:extLst>
          </p:cNvPr>
          <p:cNvSpPr>
            <a:spLocks noGrp="1"/>
          </p:cNvSpPr>
          <p:nvPr>
            <p:ph idx="28"/>
          </p:nvPr>
        </p:nvSpPr>
        <p:spPr>
          <a:xfrm>
            <a:off x="9049151" y="1433352"/>
            <a:ext cx="2752324" cy="1928779"/>
          </a:xfrm>
        </p:spPr>
        <p:txBody>
          <a:bodyPr/>
          <a:lstStyle>
            <a:lvl1pPr>
              <a:spcBef>
                <a:spcPts val="0"/>
              </a:spcBef>
              <a:spcAft>
                <a:spcPts val="0"/>
              </a:spcAft>
              <a:defRPr sz="1500"/>
            </a:lvl1pPr>
            <a:lvl2pPr>
              <a:lnSpc>
                <a:spcPct val="100000"/>
              </a:lnSpc>
              <a:spcBef>
                <a:spcPts val="0"/>
              </a:spcBef>
              <a:defRPr sz="1200">
                <a:latin typeface="+mj-lt"/>
              </a:defRPr>
            </a:lvl2pPr>
            <a:lvl3pPr>
              <a:defRPr sz="1200">
                <a:latin typeface="+mj-lt"/>
              </a:defRPr>
            </a:lvl3pPr>
            <a:lvl4pPr>
              <a:defRPr sz="1200"/>
            </a:lvl4pPr>
            <a:lvl5pPr>
              <a:defRPr sz="1200"/>
            </a:lvl5pPr>
          </a:lstStyle>
          <a:p>
            <a:pPr lvl="0"/>
            <a:r>
              <a:rPr lang="en-US"/>
              <a:t>Click to edit Master text styles</a:t>
            </a:r>
          </a:p>
          <a:p>
            <a:pPr lvl="1"/>
            <a:r>
              <a:rPr lang="en-US"/>
              <a:t>Second level</a:t>
            </a:r>
          </a:p>
          <a:p>
            <a:pPr lvl="2"/>
            <a:r>
              <a:rPr lang="en-US"/>
              <a:t>Third level</a:t>
            </a:r>
          </a:p>
        </p:txBody>
      </p:sp>
      <p:sp>
        <p:nvSpPr>
          <p:cNvPr id="9" name="Picture Placeholder 14">
            <a:extLst>
              <a:ext uri="{FF2B5EF4-FFF2-40B4-BE49-F238E27FC236}">
                <a16:creationId xmlns:a16="http://schemas.microsoft.com/office/drawing/2014/main" id="{AA220CD4-7D0B-916C-42A1-97C04399E704}"/>
              </a:ext>
              <a:ext uri="{C183D7F6-B498-43B3-948B-1728B52AA6E4}">
                <adec:decorative xmlns:adec="http://schemas.microsoft.com/office/drawing/2017/decorative" val="1"/>
              </a:ext>
            </a:extLst>
          </p:cNvPr>
          <p:cNvSpPr>
            <a:spLocks noGrp="1"/>
          </p:cNvSpPr>
          <p:nvPr>
            <p:ph type="pic" sz="quarter" idx="27"/>
          </p:nvPr>
        </p:nvSpPr>
        <p:spPr>
          <a:xfrm>
            <a:off x="6166924" y="3494738"/>
            <a:ext cx="2696610" cy="1927865"/>
          </a:xfrm>
          <a:solidFill>
            <a:schemeClr val="bg1">
              <a:lumMod val="85000"/>
            </a:schemeClr>
          </a:solidFill>
        </p:spPr>
        <p:txBody>
          <a:bodyPr tIns="365760"/>
          <a:lstStyle>
            <a:lvl1pPr algn="ctr">
              <a:defRPr/>
            </a:lvl1pPr>
          </a:lstStyle>
          <a:p>
            <a:r>
              <a:rPr lang="en-US"/>
              <a:t>Click icon to add picture</a:t>
            </a:r>
          </a:p>
        </p:txBody>
      </p:sp>
      <p:sp>
        <p:nvSpPr>
          <p:cNvPr id="14" name="Content Placeholder 2">
            <a:extLst>
              <a:ext uri="{FF2B5EF4-FFF2-40B4-BE49-F238E27FC236}">
                <a16:creationId xmlns:a16="http://schemas.microsoft.com/office/drawing/2014/main" id="{FCAFF494-77C5-F797-6FAA-D4D42743AB5D}"/>
              </a:ext>
            </a:extLst>
          </p:cNvPr>
          <p:cNvSpPr>
            <a:spLocks noGrp="1"/>
          </p:cNvSpPr>
          <p:nvPr>
            <p:ph idx="29"/>
          </p:nvPr>
        </p:nvSpPr>
        <p:spPr>
          <a:xfrm>
            <a:off x="9044083" y="3495709"/>
            <a:ext cx="2752324" cy="1928779"/>
          </a:xfrm>
        </p:spPr>
        <p:txBody>
          <a:bodyPr/>
          <a:lstStyle>
            <a:lvl1pPr>
              <a:spcBef>
                <a:spcPts val="0"/>
              </a:spcBef>
              <a:spcAft>
                <a:spcPts val="0"/>
              </a:spcAft>
              <a:defRPr sz="1500"/>
            </a:lvl1pPr>
            <a:lvl2pPr>
              <a:lnSpc>
                <a:spcPct val="100000"/>
              </a:lnSpc>
              <a:spcBef>
                <a:spcPts val="0"/>
              </a:spcBef>
              <a:defRPr sz="1200">
                <a:latin typeface="+mj-lt"/>
              </a:defRPr>
            </a:lvl2pPr>
            <a:lvl3pPr>
              <a:defRPr sz="1200">
                <a:latin typeface="+mj-lt"/>
              </a:defRPr>
            </a:lvl3pPr>
            <a:lvl4pPr>
              <a:defRPr sz="1200"/>
            </a:lvl4pPr>
            <a:lvl5pPr>
              <a:defRPr sz="1200"/>
            </a:lvl5pPr>
          </a:lstStyle>
          <a:p>
            <a:pPr lvl="0"/>
            <a:r>
              <a:rPr lang="en-US"/>
              <a:t>Click to edit Master text styles</a:t>
            </a:r>
          </a:p>
          <a:p>
            <a:pPr lvl="1"/>
            <a:r>
              <a:rPr lang="en-US"/>
              <a:t>Second level</a:t>
            </a:r>
          </a:p>
          <a:p>
            <a:pPr lvl="2"/>
            <a:r>
              <a:rPr lang="en-US"/>
              <a:t>Third level</a:t>
            </a:r>
          </a:p>
        </p:txBody>
      </p:sp>
      <p:sp>
        <p:nvSpPr>
          <p:cNvPr id="3" name="Footer Placeholder 4">
            <a:extLst>
              <a:ext uri="{FF2B5EF4-FFF2-40B4-BE49-F238E27FC236}">
                <a16:creationId xmlns:a16="http://schemas.microsoft.com/office/drawing/2014/main" id="{1CE233FD-F166-12B7-E028-644C10A7A496}"/>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   |   Section Title</a:t>
            </a:r>
          </a:p>
        </p:txBody>
      </p:sp>
      <p:sp>
        <p:nvSpPr>
          <p:cNvPr id="8" name="Slide Number Placeholder 13">
            <a:extLst>
              <a:ext uri="{FF2B5EF4-FFF2-40B4-BE49-F238E27FC236}">
                <a16:creationId xmlns:a16="http://schemas.microsoft.com/office/drawing/2014/main" id="{6D9BE817-73F1-BA98-D196-7E3B7737E8EF}"/>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1242329933"/>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5" name="Title Placeholder 1">
            <a:extLst>
              <a:ext uri="{FF2B5EF4-FFF2-40B4-BE49-F238E27FC236}">
                <a16:creationId xmlns:a16="http://schemas.microsoft.com/office/drawing/2014/main" id="{5E5D8444-089B-403E-0473-39C61239140F}"/>
              </a:ext>
            </a:extLst>
          </p:cNvPr>
          <p:cNvSpPr>
            <a:spLocks noGrp="1"/>
          </p:cNvSpPr>
          <p:nvPr>
            <p:ph type="title"/>
          </p:nvPr>
        </p:nvSpPr>
        <p:spPr>
          <a:xfrm>
            <a:off x="397667" y="402336"/>
            <a:ext cx="5645946" cy="915289"/>
          </a:xfrm>
          <a:prstGeom prst="rect">
            <a:avLst/>
          </a:prstGeom>
        </p:spPr>
        <p:txBody>
          <a:bodyPr vert="horz" lIns="0" tIns="0" rIns="0" bIns="0" rtlCol="0" anchor="t" anchorCtr="0">
            <a:noAutofit/>
          </a:bodyPr>
          <a:lstStyle/>
          <a:p>
            <a:r>
              <a:rPr lang="en-US"/>
              <a:t>Click to edit Master title style</a:t>
            </a:r>
          </a:p>
        </p:txBody>
      </p:sp>
      <p:sp>
        <p:nvSpPr>
          <p:cNvPr id="4" name="Footer Placeholder 4">
            <a:extLst>
              <a:ext uri="{FF2B5EF4-FFF2-40B4-BE49-F238E27FC236}">
                <a16:creationId xmlns:a16="http://schemas.microsoft.com/office/drawing/2014/main" id="{E57B29C1-93EA-1886-CD27-23CE023225D9}"/>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   |   Section Title</a:t>
            </a:r>
          </a:p>
        </p:txBody>
      </p:sp>
      <p:sp>
        <p:nvSpPr>
          <p:cNvPr id="6" name="Slide Number Placeholder 13">
            <a:extLst>
              <a:ext uri="{FF2B5EF4-FFF2-40B4-BE49-F238E27FC236}">
                <a16:creationId xmlns:a16="http://schemas.microsoft.com/office/drawing/2014/main" id="{D15FEAD4-DFB9-ED08-EBEE-A4E5DE31E318}"/>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2367789876"/>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Footer Placeholder 4">
            <a:extLst>
              <a:ext uri="{FF2B5EF4-FFF2-40B4-BE49-F238E27FC236}">
                <a16:creationId xmlns:a16="http://schemas.microsoft.com/office/drawing/2014/main" id="{F688FCD4-650D-9754-A431-CE452572FB6E}"/>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   |   Section Title</a:t>
            </a:r>
          </a:p>
        </p:txBody>
      </p:sp>
      <p:sp>
        <p:nvSpPr>
          <p:cNvPr id="5" name="Slide Number Placeholder 13">
            <a:extLst>
              <a:ext uri="{FF2B5EF4-FFF2-40B4-BE49-F238E27FC236}">
                <a16:creationId xmlns:a16="http://schemas.microsoft.com/office/drawing/2014/main" id="{E49962D1-3866-8382-AE37-FC366FF574BC}"/>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3980964248"/>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Conclusion 1">
    <p:spTree>
      <p:nvGrpSpPr>
        <p:cNvPr id="1" name=""/>
        <p:cNvGrpSpPr/>
        <p:nvPr/>
      </p:nvGrpSpPr>
      <p:grpSpPr>
        <a:xfrm>
          <a:off x="0" y="0"/>
          <a:ext cx="0" cy="0"/>
          <a:chOff x="0" y="0"/>
          <a:chExt cx="0" cy="0"/>
        </a:xfrm>
      </p:grpSpPr>
      <p:pic>
        <p:nvPicPr>
          <p:cNvPr id="9" name="object 2">
            <a:extLst>
              <a:ext uri="{FF2B5EF4-FFF2-40B4-BE49-F238E27FC236}">
                <a16:creationId xmlns:a16="http://schemas.microsoft.com/office/drawing/2014/main" id="{F8F99880-94B3-9D84-6F85-4EE14C59C385}"/>
              </a:ext>
            </a:extLst>
          </p:cNvPr>
          <p:cNvPicPr/>
          <p:nvPr userDrawn="1"/>
        </p:nvPicPr>
        <p:blipFill>
          <a:blip r:embed="rId2" cstate="print"/>
          <a:stretch>
            <a:fillRect/>
          </a:stretch>
        </p:blipFill>
        <p:spPr>
          <a:xfrm>
            <a:off x="0" y="0"/>
            <a:ext cx="12188952" cy="6858000"/>
          </a:xfrm>
          <a:prstGeom prst="rect">
            <a:avLst/>
          </a:prstGeom>
        </p:spPr>
      </p:pic>
      <p:sp>
        <p:nvSpPr>
          <p:cNvPr id="2" name="Title 1">
            <a:extLst>
              <a:ext uri="{FF2B5EF4-FFF2-40B4-BE49-F238E27FC236}">
                <a16:creationId xmlns:a16="http://schemas.microsoft.com/office/drawing/2014/main" id="{5AEF2F32-23D2-85EF-3071-5C6939DCE4A4}"/>
              </a:ext>
            </a:extLst>
          </p:cNvPr>
          <p:cNvSpPr>
            <a:spLocks noGrp="1"/>
          </p:cNvSpPr>
          <p:nvPr>
            <p:ph type="ctrTitle" hasCustomPrompt="1"/>
          </p:nvPr>
        </p:nvSpPr>
        <p:spPr>
          <a:xfrm>
            <a:off x="353658" y="1946275"/>
            <a:ext cx="6629400" cy="1482725"/>
          </a:xfrm>
        </p:spPr>
        <p:txBody>
          <a:bodyPr anchor="t" anchorCtr="0"/>
          <a:lstStyle>
            <a:lvl1pPr algn="l">
              <a:lnSpc>
                <a:spcPct val="80000"/>
              </a:lnSpc>
              <a:spcBef>
                <a:spcPts val="1200"/>
              </a:spcBef>
              <a:defRPr sz="6600"/>
            </a:lvl1pPr>
          </a:lstStyle>
          <a:p>
            <a:r>
              <a:rPr lang="en-US"/>
              <a:t>Click to edit title</a:t>
            </a:r>
          </a:p>
        </p:txBody>
      </p:sp>
      <p:sp>
        <p:nvSpPr>
          <p:cNvPr id="8" name="Subtitle 2">
            <a:extLst>
              <a:ext uri="{FF2B5EF4-FFF2-40B4-BE49-F238E27FC236}">
                <a16:creationId xmlns:a16="http://schemas.microsoft.com/office/drawing/2014/main" id="{569CAC8B-F77D-45CC-57A9-E9AE5795949C}"/>
              </a:ext>
            </a:extLst>
          </p:cNvPr>
          <p:cNvSpPr>
            <a:spLocks noGrp="1"/>
          </p:cNvSpPr>
          <p:nvPr>
            <p:ph type="subTitle" idx="1" hasCustomPrompt="1"/>
          </p:nvPr>
        </p:nvSpPr>
        <p:spPr>
          <a:xfrm>
            <a:off x="5197150" y="4823926"/>
            <a:ext cx="6604325" cy="1655540"/>
          </a:xfrm>
        </p:spPr>
        <p:txBody>
          <a:bodyPr bIns="36576" anchor="b" anchorCtr="0"/>
          <a:lstStyle>
            <a:lvl1pPr marL="0" indent="0" algn="l">
              <a:lnSpc>
                <a:spcPct val="125000"/>
              </a:lnSpc>
              <a:spcBef>
                <a:spcPts val="100"/>
              </a:spcBef>
              <a:spcAft>
                <a:spcPts val="0"/>
              </a:spcAft>
              <a:buNone/>
              <a:defRPr sz="1100" b="0">
                <a:latin typeface="+mj-lt"/>
              </a:defRPr>
            </a:lvl1pPr>
            <a:lvl2pPr marL="0" indent="0" algn="l">
              <a:lnSpc>
                <a:spcPct val="100000"/>
              </a:lnSpc>
              <a:spcBef>
                <a:spcPts val="100"/>
              </a:spcBef>
              <a:buNone/>
              <a:defRPr sz="1400" b="1">
                <a:latin typeface="+mn-lt"/>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legal style</a:t>
            </a:r>
          </a:p>
        </p:txBody>
      </p:sp>
      <p:sp>
        <p:nvSpPr>
          <p:cNvPr id="11" name="TextBox 10">
            <a:extLst>
              <a:ext uri="{FF2B5EF4-FFF2-40B4-BE49-F238E27FC236}">
                <a16:creationId xmlns:a16="http://schemas.microsoft.com/office/drawing/2014/main" id="{A1A70850-E861-F5DA-10A1-A92566AB983E}"/>
              </a:ext>
            </a:extLst>
          </p:cNvPr>
          <p:cNvSpPr txBox="1"/>
          <p:nvPr userDrawn="1"/>
        </p:nvSpPr>
        <p:spPr>
          <a:xfrm>
            <a:off x="402431" y="6216754"/>
            <a:ext cx="987450" cy="276999"/>
          </a:xfrm>
          <a:prstGeom prst="rect">
            <a:avLst/>
          </a:prstGeom>
          <a:noFill/>
        </p:spPr>
        <p:txBody>
          <a:bodyPr wrap="none" lIns="0" tIns="0" rIns="0" bIns="0" rtlCol="0">
            <a:noAutofit/>
          </a:bodyPr>
          <a:lstStyle/>
          <a:p>
            <a:r>
              <a:rPr lang="en-US" sz="1600" b="1">
                <a:solidFill>
                  <a:schemeClr val="tx1"/>
                </a:solidFill>
                <a:latin typeface="+mn-lt"/>
                <a:cs typeface="Arial" panose="020B0604020202020204" pitchFamily="34" charset="0"/>
              </a:rPr>
              <a:t>pwc.com</a:t>
            </a:r>
          </a:p>
        </p:txBody>
      </p:sp>
    </p:spTree>
    <p:extLst>
      <p:ext uri="{BB962C8B-B14F-4D97-AF65-F5344CB8AC3E}">
        <p14:creationId xmlns:p14="http://schemas.microsoft.com/office/powerpoint/2010/main" val="3495544488"/>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Conclusion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EF2F32-23D2-85EF-3071-5C6939DCE4A4}"/>
              </a:ext>
            </a:extLst>
          </p:cNvPr>
          <p:cNvSpPr>
            <a:spLocks noGrp="1"/>
          </p:cNvSpPr>
          <p:nvPr>
            <p:ph type="ctrTitle" hasCustomPrompt="1"/>
          </p:nvPr>
        </p:nvSpPr>
        <p:spPr>
          <a:xfrm>
            <a:off x="402431" y="1428750"/>
            <a:ext cx="8520907" cy="1933344"/>
          </a:xfrm>
        </p:spPr>
        <p:txBody>
          <a:bodyPr anchor="b" anchorCtr="0"/>
          <a:lstStyle>
            <a:lvl1pPr algn="l">
              <a:lnSpc>
                <a:spcPct val="80000"/>
              </a:lnSpc>
              <a:spcBef>
                <a:spcPts val="1200"/>
              </a:spcBef>
              <a:defRPr sz="6600">
                <a:solidFill>
                  <a:schemeClr val="tx1"/>
                </a:solidFill>
              </a:defRPr>
            </a:lvl1pPr>
          </a:lstStyle>
          <a:p>
            <a:r>
              <a:rPr lang="en-US"/>
              <a:t>Click to edit title</a:t>
            </a:r>
          </a:p>
        </p:txBody>
      </p:sp>
      <p:sp>
        <p:nvSpPr>
          <p:cNvPr id="8" name="Subtitle 2">
            <a:extLst>
              <a:ext uri="{FF2B5EF4-FFF2-40B4-BE49-F238E27FC236}">
                <a16:creationId xmlns:a16="http://schemas.microsoft.com/office/drawing/2014/main" id="{569CAC8B-F77D-45CC-57A9-E9AE5795949C}"/>
              </a:ext>
            </a:extLst>
          </p:cNvPr>
          <p:cNvSpPr>
            <a:spLocks noGrp="1"/>
          </p:cNvSpPr>
          <p:nvPr>
            <p:ph type="subTitle" idx="1"/>
          </p:nvPr>
        </p:nvSpPr>
        <p:spPr>
          <a:xfrm>
            <a:off x="402432" y="3490335"/>
            <a:ext cx="8520908" cy="1422978"/>
          </a:xfrm>
        </p:spPr>
        <p:txBody>
          <a:bodyPr/>
          <a:lstStyle>
            <a:lvl1pPr marL="0" indent="0" algn="l">
              <a:lnSpc>
                <a:spcPct val="125000"/>
              </a:lnSpc>
              <a:spcBef>
                <a:spcPts val="100"/>
              </a:spcBef>
              <a:spcAft>
                <a:spcPts val="0"/>
              </a:spcAft>
              <a:buNone/>
              <a:defRPr sz="2400" b="1">
                <a:solidFill>
                  <a:schemeClr val="tx1"/>
                </a:solidFill>
                <a:latin typeface="+mn-lt"/>
              </a:defRPr>
            </a:lvl1pPr>
            <a:lvl2pPr marL="0" indent="0" algn="l">
              <a:lnSpc>
                <a:spcPct val="100000"/>
              </a:lnSpc>
              <a:spcBef>
                <a:spcPts val="100"/>
              </a:spcBef>
              <a:buNone/>
              <a:defRPr sz="1400" b="1">
                <a:latin typeface="+mn-lt"/>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1" name="TextBox 10">
            <a:extLst>
              <a:ext uri="{FF2B5EF4-FFF2-40B4-BE49-F238E27FC236}">
                <a16:creationId xmlns:a16="http://schemas.microsoft.com/office/drawing/2014/main" id="{A1A70850-E861-F5DA-10A1-A92566AB983E}"/>
              </a:ext>
            </a:extLst>
          </p:cNvPr>
          <p:cNvSpPr txBox="1"/>
          <p:nvPr userDrawn="1"/>
        </p:nvSpPr>
        <p:spPr>
          <a:xfrm>
            <a:off x="402431" y="6216754"/>
            <a:ext cx="987450" cy="276999"/>
          </a:xfrm>
          <a:prstGeom prst="rect">
            <a:avLst/>
          </a:prstGeom>
          <a:noFill/>
        </p:spPr>
        <p:txBody>
          <a:bodyPr wrap="none" lIns="0" tIns="0" rIns="0" bIns="0" rtlCol="0">
            <a:noAutofit/>
          </a:bodyPr>
          <a:lstStyle/>
          <a:p>
            <a:r>
              <a:rPr lang="en-US" sz="1600" b="1">
                <a:solidFill>
                  <a:schemeClr val="tx1"/>
                </a:solidFill>
                <a:latin typeface="+mn-lt"/>
                <a:cs typeface="Arial" panose="020B0604020202020204" pitchFamily="34" charset="0"/>
              </a:rPr>
              <a:t>pwc.com</a:t>
            </a:r>
          </a:p>
        </p:txBody>
      </p:sp>
    </p:spTree>
    <p:extLst>
      <p:ext uri="{BB962C8B-B14F-4D97-AF65-F5344CB8AC3E}">
        <p14:creationId xmlns:p14="http://schemas.microsoft.com/office/powerpoint/2010/main" val="961864663"/>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reserve="1" userDrawn="1">
  <p:cSld name="Conclusion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EF2F32-23D2-85EF-3071-5C6939DCE4A4}"/>
              </a:ext>
            </a:extLst>
          </p:cNvPr>
          <p:cNvSpPr>
            <a:spLocks noGrp="1"/>
          </p:cNvSpPr>
          <p:nvPr>
            <p:ph type="ctrTitle" hasCustomPrompt="1"/>
          </p:nvPr>
        </p:nvSpPr>
        <p:spPr>
          <a:xfrm>
            <a:off x="402431" y="1957425"/>
            <a:ext cx="5229304" cy="2441537"/>
          </a:xfrm>
        </p:spPr>
        <p:txBody>
          <a:bodyPr anchor="t" anchorCtr="0"/>
          <a:lstStyle>
            <a:lvl1pPr algn="l">
              <a:lnSpc>
                <a:spcPct val="80000"/>
              </a:lnSpc>
              <a:spcBef>
                <a:spcPts val="1200"/>
              </a:spcBef>
              <a:defRPr sz="6600">
                <a:solidFill>
                  <a:schemeClr val="tx1"/>
                </a:solidFill>
              </a:defRPr>
            </a:lvl1pPr>
          </a:lstStyle>
          <a:p>
            <a:r>
              <a:rPr lang="en-US"/>
              <a:t>Click to edit title</a:t>
            </a:r>
          </a:p>
        </p:txBody>
      </p:sp>
      <p:sp>
        <p:nvSpPr>
          <p:cNvPr id="8" name="Subtitle 2">
            <a:extLst>
              <a:ext uri="{FF2B5EF4-FFF2-40B4-BE49-F238E27FC236}">
                <a16:creationId xmlns:a16="http://schemas.microsoft.com/office/drawing/2014/main" id="{569CAC8B-F77D-45CC-57A9-E9AE5795949C}"/>
              </a:ext>
            </a:extLst>
          </p:cNvPr>
          <p:cNvSpPr>
            <a:spLocks noGrp="1"/>
          </p:cNvSpPr>
          <p:nvPr>
            <p:ph type="subTitle" idx="1"/>
          </p:nvPr>
        </p:nvSpPr>
        <p:spPr>
          <a:xfrm>
            <a:off x="6157914" y="1957425"/>
            <a:ext cx="4681536" cy="2441538"/>
          </a:xfrm>
        </p:spPr>
        <p:txBody>
          <a:bodyPr anchor="t" anchorCtr="0"/>
          <a:lstStyle>
            <a:lvl1pPr marL="0" indent="0" algn="l">
              <a:lnSpc>
                <a:spcPct val="125000"/>
              </a:lnSpc>
              <a:spcBef>
                <a:spcPts val="100"/>
              </a:spcBef>
              <a:spcAft>
                <a:spcPts val="0"/>
              </a:spcAft>
              <a:buNone/>
              <a:defRPr sz="2400" b="1">
                <a:solidFill>
                  <a:schemeClr val="tx1"/>
                </a:solidFill>
                <a:latin typeface="+mn-lt"/>
              </a:defRPr>
            </a:lvl1pPr>
            <a:lvl2pPr marL="0" indent="0" algn="l">
              <a:lnSpc>
                <a:spcPct val="100000"/>
              </a:lnSpc>
              <a:spcBef>
                <a:spcPts val="100"/>
              </a:spcBef>
              <a:buNone/>
              <a:defRPr sz="1400" b="1">
                <a:latin typeface="+mn-lt"/>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1" name="TextBox 10">
            <a:extLst>
              <a:ext uri="{FF2B5EF4-FFF2-40B4-BE49-F238E27FC236}">
                <a16:creationId xmlns:a16="http://schemas.microsoft.com/office/drawing/2014/main" id="{A1A70850-E861-F5DA-10A1-A92566AB983E}"/>
              </a:ext>
            </a:extLst>
          </p:cNvPr>
          <p:cNvSpPr txBox="1"/>
          <p:nvPr userDrawn="1"/>
        </p:nvSpPr>
        <p:spPr>
          <a:xfrm>
            <a:off x="402431" y="6216754"/>
            <a:ext cx="987450" cy="276999"/>
          </a:xfrm>
          <a:prstGeom prst="rect">
            <a:avLst/>
          </a:prstGeom>
          <a:noFill/>
        </p:spPr>
        <p:txBody>
          <a:bodyPr wrap="none" lIns="0" tIns="0" rIns="0" bIns="0" rtlCol="0">
            <a:noAutofit/>
          </a:bodyPr>
          <a:lstStyle/>
          <a:p>
            <a:r>
              <a:rPr lang="en-US" sz="1600" b="1">
                <a:solidFill>
                  <a:schemeClr val="tx1"/>
                </a:solidFill>
                <a:latin typeface="+mn-lt"/>
                <a:cs typeface="Arial" panose="020B0604020202020204" pitchFamily="34" charset="0"/>
              </a:rPr>
              <a:t>pwc.com</a:t>
            </a:r>
          </a:p>
        </p:txBody>
      </p:sp>
    </p:spTree>
    <p:extLst>
      <p:ext uri="{BB962C8B-B14F-4D97-AF65-F5344CB8AC3E}">
        <p14:creationId xmlns:p14="http://schemas.microsoft.com/office/powerpoint/2010/main" val="2563232865"/>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preserve="1" userDrawn="1">
  <p:cSld name="Conclusion Photo 1">
    <p:spTree>
      <p:nvGrpSpPr>
        <p:cNvPr id="1" name=""/>
        <p:cNvGrpSpPr/>
        <p:nvPr/>
      </p:nvGrpSpPr>
      <p:grpSpPr>
        <a:xfrm>
          <a:off x="0" y="0"/>
          <a:ext cx="0" cy="0"/>
          <a:chOff x="0" y="0"/>
          <a:chExt cx="0" cy="0"/>
        </a:xfrm>
      </p:grpSpPr>
      <p:sp>
        <p:nvSpPr>
          <p:cNvPr id="5" name="Picture Placeholder 14">
            <a:extLst>
              <a:ext uri="{FF2B5EF4-FFF2-40B4-BE49-F238E27FC236}">
                <a16:creationId xmlns:a16="http://schemas.microsoft.com/office/drawing/2014/main" id="{0978934B-5525-9236-62EF-C2B06F0BCC18}"/>
              </a:ext>
              <a:ext uri="{C183D7F6-B498-43B3-948B-1728B52AA6E4}">
                <adec:decorative xmlns:adec="http://schemas.microsoft.com/office/drawing/2017/decorative" val="1"/>
              </a:ext>
            </a:extLst>
          </p:cNvPr>
          <p:cNvSpPr>
            <a:spLocks noGrp="1"/>
          </p:cNvSpPr>
          <p:nvPr>
            <p:ph type="pic" sz="quarter" idx="11"/>
          </p:nvPr>
        </p:nvSpPr>
        <p:spPr>
          <a:xfrm>
            <a:off x="413582" y="400050"/>
            <a:ext cx="11387893" cy="3484563"/>
          </a:xfrm>
          <a:solidFill>
            <a:schemeClr val="bg2"/>
          </a:solidFill>
        </p:spPr>
        <p:txBody>
          <a:bodyPr tIns="1554480"/>
          <a:lstStyle>
            <a:lvl1pPr algn="ctr">
              <a:defRPr/>
            </a:lvl1pPr>
          </a:lstStyle>
          <a:p>
            <a:r>
              <a:rPr lang="en-US"/>
              <a:t>Click icon to add picture</a:t>
            </a:r>
          </a:p>
        </p:txBody>
      </p:sp>
      <p:sp>
        <p:nvSpPr>
          <p:cNvPr id="2" name="Title 1">
            <a:extLst>
              <a:ext uri="{FF2B5EF4-FFF2-40B4-BE49-F238E27FC236}">
                <a16:creationId xmlns:a16="http://schemas.microsoft.com/office/drawing/2014/main" id="{5AEF2F32-23D2-85EF-3071-5C6939DCE4A4}"/>
              </a:ext>
            </a:extLst>
          </p:cNvPr>
          <p:cNvSpPr>
            <a:spLocks noGrp="1"/>
          </p:cNvSpPr>
          <p:nvPr>
            <p:ph type="ctrTitle" hasCustomPrompt="1"/>
          </p:nvPr>
        </p:nvSpPr>
        <p:spPr>
          <a:xfrm>
            <a:off x="413582" y="4410115"/>
            <a:ext cx="5630031" cy="1541462"/>
          </a:xfrm>
        </p:spPr>
        <p:txBody>
          <a:bodyPr anchor="t" anchorCtr="0"/>
          <a:lstStyle>
            <a:lvl1pPr algn="l">
              <a:lnSpc>
                <a:spcPct val="80000"/>
              </a:lnSpc>
              <a:spcBef>
                <a:spcPts val="1200"/>
              </a:spcBef>
              <a:defRPr sz="6600">
                <a:solidFill>
                  <a:schemeClr val="tx1"/>
                </a:solidFill>
              </a:defRPr>
            </a:lvl1pPr>
          </a:lstStyle>
          <a:p>
            <a:r>
              <a:rPr lang="en-US"/>
              <a:t>Click to edit title</a:t>
            </a:r>
          </a:p>
        </p:txBody>
      </p:sp>
      <p:sp>
        <p:nvSpPr>
          <p:cNvPr id="8" name="Subtitle 2">
            <a:extLst>
              <a:ext uri="{FF2B5EF4-FFF2-40B4-BE49-F238E27FC236}">
                <a16:creationId xmlns:a16="http://schemas.microsoft.com/office/drawing/2014/main" id="{569CAC8B-F77D-45CC-57A9-E9AE5795949C}"/>
              </a:ext>
            </a:extLst>
          </p:cNvPr>
          <p:cNvSpPr>
            <a:spLocks noGrp="1"/>
          </p:cNvSpPr>
          <p:nvPr>
            <p:ph type="subTitle" idx="1"/>
          </p:nvPr>
        </p:nvSpPr>
        <p:spPr>
          <a:xfrm>
            <a:off x="7119939" y="4410114"/>
            <a:ext cx="4681536" cy="1541463"/>
          </a:xfrm>
        </p:spPr>
        <p:txBody>
          <a:bodyPr anchor="t" anchorCtr="0"/>
          <a:lstStyle>
            <a:lvl1pPr marL="0" indent="0" algn="l">
              <a:lnSpc>
                <a:spcPct val="125000"/>
              </a:lnSpc>
              <a:spcBef>
                <a:spcPts val="100"/>
              </a:spcBef>
              <a:spcAft>
                <a:spcPts val="0"/>
              </a:spcAft>
              <a:buNone/>
              <a:defRPr sz="2400" b="1">
                <a:solidFill>
                  <a:schemeClr val="tx1"/>
                </a:solidFill>
                <a:latin typeface="+mn-lt"/>
              </a:defRPr>
            </a:lvl1pPr>
            <a:lvl2pPr marL="0" indent="0" algn="l">
              <a:lnSpc>
                <a:spcPct val="100000"/>
              </a:lnSpc>
              <a:spcBef>
                <a:spcPts val="100"/>
              </a:spcBef>
              <a:buNone/>
              <a:defRPr sz="1400" b="1">
                <a:latin typeface="+mn-lt"/>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1" name="TextBox 10">
            <a:extLst>
              <a:ext uri="{FF2B5EF4-FFF2-40B4-BE49-F238E27FC236}">
                <a16:creationId xmlns:a16="http://schemas.microsoft.com/office/drawing/2014/main" id="{A1A70850-E861-F5DA-10A1-A92566AB983E}"/>
              </a:ext>
            </a:extLst>
          </p:cNvPr>
          <p:cNvSpPr txBox="1"/>
          <p:nvPr userDrawn="1"/>
        </p:nvSpPr>
        <p:spPr>
          <a:xfrm>
            <a:off x="402431" y="6216754"/>
            <a:ext cx="987450" cy="276999"/>
          </a:xfrm>
          <a:prstGeom prst="rect">
            <a:avLst/>
          </a:prstGeom>
          <a:noFill/>
        </p:spPr>
        <p:txBody>
          <a:bodyPr wrap="none" lIns="0" tIns="0" rIns="0" bIns="0" rtlCol="0">
            <a:noAutofit/>
          </a:bodyPr>
          <a:lstStyle/>
          <a:p>
            <a:r>
              <a:rPr lang="en-US" sz="1600" b="1">
                <a:solidFill>
                  <a:schemeClr val="tx1"/>
                </a:solidFill>
                <a:latin typeface="+mn-lt"/>
                <a:cs typeface="Arial" panose="020B0604020202020204" pitchFamily="34" charset="0"/>
              </a:rPr>
              <a:t>pwc.com</a:t>
            </a:r>
          </a:p>
        </p:txBody>
      </p:sp>
    </p:spTree>
    <p:extLst>
      <p:ext uri="{BB962C8B-B14F-4D97-AF65-F5344CB8AC3E}">
        <p14:creationId xmlns:p14="http://schemas.microsoft.com/office/powerpoint/2010/main" val="4225202532"/>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Conclusion 5">
    <p:spTree>
      <p:nvGrpSpPr>
        <p:cNvPr id="1" name=""/>
        <p:cNvGrpSpPr/>
        <p:nvPr/>
      </p:nvGrpSpPr>
      <p:grpSpPr>
        <a:xfrm>
          <a:off x="0" y="0"/>
          <a:ext cx="0" cy="0"/>
          <a:chOff x="0" y="0"/>
          <a:chExt cx="0" cy="0"/>
        </a:xfrm>
      </p:grpSpPr>
      <p:pic>
        <p:nvPicPr>
          <p:cNvPr id="3" name="object 2">
            <a:extLst>
              <a:ext uri="{FF2B5EF4-FFF2-40B4-BE49-F238E27FC236}">
                <a16:creationId xmlns:a16="http://schemas.microsoft.com/office/drawing/2014/main" id="{1873B9CA-C271-768C-0B16-88845540153B}"/>
              </a:ext>
            </a:extLst>
          </p:cNvPr>
          <p:cNvPicPr/>
          <p:nvPr userDrawn="1"/>
        </p:nvPicPr>
        <p:blipFill>
          <a:blip r:embed="rId2" cstate="print"/>
          <a:stretch>
            <a:fillRect/>
          </a:stretch>
        </p:blipFill>
        <p:spPr>
          <a:xfrm>
            <a:off x="0" y="0"/>
            <a:ext cx="12188952" cy="6858000"/>
          </a:xfrm>
          <a:prstGeom prst="rect">
            <a:avLst/>
          </a:prstGeom>
        </p:spPr>
      </p:pic>
      <p:sp>
        <p:nvSpPr>
          <p:cNvPr id="9" name="Title Placeholder 1">
            <a:extLst>
              <a:ext uri="{FF2B5EF4-FFF2-40B4-BE49-F238E27FC236}">
                <a16:creationId xmlns:a16="http://schemas.microsoft.com/office/drawing/2014/main" id="{0FCB0834-B748-0F65-C02A-23EC83C03DC2}"/>
              </a:ext>
            </a:extLst>
          </p:cNvPr>
          <p:cNvSpPr>
            <a:spLocks noGrp="1"/>
          </p:cNvSpPr>
          <p:nvPr>
            <p:ph type="title"/>
          </p:nvPr>
        </p:nvSpPr>
        <p:spPr>
          <a:xfrm>
            <a:off x="397666" y="402337"/>
            <a:ext cx="6606383" cy="915288"/>
          </a:xfrm>
          <a:prstGeom prst="rect">
            <a:avLst/>
          </a:prstGeom>
        </p:spPr>
        <p:txBody>
          <a:bodyPr vert="horz" lIns="0" tIns="0" rIns="0" bIns="0" rtlCol="0" anchor="t" anchorCtr="0">
            <a:noAutofit/>
          </a:bodyPr>
          <a:lstStyle/>
          <a:p>
            <a:r>
              <a:rPr lang="en-US"/>
              <a:t>Click to edit Master title style</a:t>
            </a:r>
          </a:p>
        </p:txBody>
      </p:sp>
      <p:sp>
        <p:nvSpPr>
          <p:cNvPr id="2" name="Content Placeholder 2">
            <a:extLst>
              <a:ext uri="{FF2B5EF4-FFF2-40B4-BE49-F238E27FC236}">
                <a16:creationId xmlns:a16="http://schemas.microsoft.com/office/drawing/2014/main" id="{E87E41F5-DD37-DB45-FC81-6078FAA35748}"/>
              </a:ext>
            </a:extLst>
          </p:cNvPr>
          <p:cNvSpPr>
            <a:spLocks noGrp="1"/>
          </p:cNvSpPr>
          <p:nvPr>
            <p:ph idx="1"/>
          </p:nvPr>
        </p:nvSpPr>
        <p:spPr>
          <a:xfrm>
            <a:off x="397665" y="1946276"/>
            <a:ext cx="9482935" cy="3992562"/>
          </a:xfrm>
        </p:spPr>
        <p:txBody>
          <a:bodyPr/>
          <a:lstStyle>
            <a:lvl1pPr>
              <a:spcAft>
                <a:spcPts val="1200"/>
              </a:spcAft>
              <a:defRPr sz="1400"/>
            </a:lvl1pPr>
            <a:lvl2pPr>
              <a:defRPr sz="1200">
                <a:latin typeface="+mn-lt"/>
              </a:defRPr>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0556A229-FEBB-D152-453C-CB7311E22927}"/>
              </a:ext>
            </a:extLst>
          </p:cNvPr>
          <p:cNvSpPr txBox="1"/>
          <p:nvPr userDrawn="1"/>
        </p:nvSpPr>
        <p:spPr>
          <a:xfrm>
            <a:off x="402431" y="6216754"/>
            <a:ext cx="987450" cy="276999"/>
          </a:xfrm>
          <a:prstGeom prst="rect">
            <a:avLst/>
          </a:prstGeom>
          <a:noFill/>
        </p:spPr>
        <p:txBody>
          <a:bodyPr wrap="none" lIns="0" tIns="0" rIns="0" bIns="0" rtlCol="0">
            <a:noAutofit/>
          </a:bodyPr>
          <a:lstStyle/>
          <a:p>
            <a:r>
              <a:rPr lang="en-US" sz="1600" b="1">
                <a:solidFill>
                  <a:schemeClr val="tx1"/>
                </a:solidFill>
                <a:latin typeface="+mn-lt"/>
                <a:cs typeface="Arial" panose="020B0604020202020204" pitchFamily="34" charset="0"/>
              </a:rPr>
              <a:t>pwc.com</a:t>
            </a:r>
          </a:p>
        </p:txBody>
      </p:sp>
    </p:spTree>
    <p:extLst>
      <p:ext uri="{BB962C8B-B14F-4D97-AF65-F5344CB8AC3E}">
        <p14:creationId xmlns:p14="http://schemas.microsoft.com/office/powerpoint/2010/main" val="3680461558"/>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userDrawn="1">
  <p:cSld name="CV-Two people">
    <p:spTree>
      <p:nvGrpSpPr>
        <p:cNvPr id="1" name=""/>
        <p:cNvGrpSpPr/>
        <p:nvPr/>
      </p:nvGrpSpPr>
      <p:grpSpPr>
        <a:xfrm>
          <a:off x="0" y="0"/>
          <a:ext cx="0" cy="0"/>
          <a:chOff x="0" y="0"/>
          <a:chExt cx="0" cy="0"/>
        </a:xfrm>
      </p:grpSpPr>
      <p:sp>
        <p:nvSpPr>
          <p:cNvPr id="4" name="Footer Placeholder 4">
            <a:extLst>
              <a:ext uri="{FF2B5EF4-FFF2-40B4-BE49-F238E27FC236}">
                <a16:creationId xmlns:a16="http://schemas.microsoft.com/office/drawing/2014/main" id="{E57B29C1-93EA-1886-CD27-23CE023225D9}"/>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a:t>
            </a:r>
          </a:p>
        </p:txBody>
      </p:sp>
      <p:sp>
        <p:nvSpPr>
          <p:cNvPr id="6" name="Slide Number Placeholder 13">
            <a:extLst>
              <a:ext uri="{FF2B5EF4-FFF2-40B4-BE49-F238E27FC236}">
                <a16:creationId xmlns:a16="http://schemas.microsoft.com/office/drawing/2014/main" id="{D15FEAD4-DFB9-ED08-EBEE-A4E5DE31E318}"/>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2" name="Title 1">
            <a:extLst>
              <a:ext uri="{FF2B5EF4-FFF2-40B4-BE49-F238E27FC236}">
                <a16:creationId xmlns:a16="http://schemas.microsoft.com/office/drawing/2014/main" id="{5ECC09D1-D416-9CC2-AE0F-767B5D629195}"/>
              </a:ext>
            </a:extLst>
          </p:cNvPr>
          <p:cNvSpPr>
            <a:spLocks noGrp="1"/>
          </p:cNvSpPr>
          <p:nvPr>
            <p:ph type="title"/>
          </p:nvPr>
        </p:nvSpPr>
        <p:spPr/>
        <p:txBody>
          <a:bodyPr/>
          <a:lstStyle/>
          <a:p>
            <a:r>
              <a:rPr lang="en-US"/>
              <a:t>Click to edit Master title style</a:t>
            </a:r>
            <a:endParaRPr lang="en-GB"/>
          </a:p>
        </p:txBody>
      </p:sp>
      <p:sp>
        <p:nvSpPr>
          <p:cNvPr id="5" name="Picture Placeholder 4">
            <a:extLst>
              <a:ext uri="{FF2B5EF4-FFF2-40B4-BE49-F238E27FC236}">
                <a16:creationId xmlns:a16="http://schemas.microsoft.com/office/drawing/2014/main" id="{D7563439-724C-2457-DE6C-1D6DFEC7B42F}"/>
              </a:ext>
            </a:extLst>
          </p:cNvPr>
          <p:cNvSpPr>
            <a:spLocks noGrp="1"/>
          </p:cNvSpPr>
          <p:nvPr>
            <p:ph type="pic" sz="quarter" idx="10"/>
          </p:nvPr>
        </p:nvSpPr>
        <p:spPr>
          <a:xfrm>
            <a:off x="407988" y="1953154"/>
            <a:ext cx="1800225" cy="1938338"/>
          </a:xfrm>
          <a:solidFill>
            <a:srgbClr val="EEEFF1"/>
          </a:solidFill>
        </p:spPr>
        <p:txBody>
          <a:bodyPr/>
          <a:lstStyle/>
          <a:p>
            <a:r>
              <a:rPr lang="en-US"/>
              <a:t>Click icon to add picture</a:t>
            </a:r>
            <a:endParaRPr lang="en-GB"/>
          </a:p>
        </p:txBody>
      </p:sp>
      <p:sp>
        <p:nvSpPr>
          <p:cNvPr id="8" name="Content Placeholder 7">
            <a:extLst>
              <a:ext uri="{FF2B5EF4-FFF2-40B4-BE49-F238E27FC236}">
                <a16:creationId xmlns:a16="http://schemas.microsoft.com/office/drawing/2014/main" id="{5EF96802-B1ED-64D7-1B0C-B613133475BE}"/>
              </a:ext>
            </a:extLst>
          </p:cNvPr>
          <p:cNvSpPr>
            <a:spLocks noGrp="1"/>
          </p:cNvSpPr>
          <p:nvPr>
            <p:ph sz="quarter" idx="11"/>
          </p:nvPr>
        </p:nvSpPr>
        <p:spPr>
          <a:xfrm>
            <a:off x="398463" y="3998913"/>
            <a:ext cx="1800225" cy="1939925"/>
          </a:xfrm>
        </p:spPr>
        <p:txBody>
          <a:bodyPr/>
          <a:lstStyle/>
          <a:p>
            <a:pPr lvl="0"/>
            <a:r>
              <a:rPr lang="en-US"/>
              <a:t>Click to edit Master text styles</a:t>
            </a:r>
          </a:p>
          <a:p>
            <a:pPr lvl="1"/>
            <a:r>
              <a:rPr lang="en-US"/>
              <a:t>Second level</a:t>
            </a:r>
          </a:p>
        </p:txBody>
      </p:sp>
      <p:sp>
        <p:nvSpPr>
          <p:cNvPr id="12" name="Content Placeholder 11">
            <a:extLst>
              <a:ext uri="{FF2B5EF4-FFF2-40B4-BE49-F238E27FC236}">
                <a16:creationId xmlns:a16="http://schemas.microsoft.com/office/drawing/2014/main" id="{09220BB3-7853-D956-8C4C-B3FD38875615}"/>
              </a:ext>
            </a:extLst>
          </p:cNvPr>
          <p:cNvSpPr>
            <a:spLocks noGrp="1"/>
          </p:cNvSpPr>
          <p:nvPr>
            <p:ph sz="quarter" idx="13"/>
          </p:nvPr>
        </p:nvSpPr>
        <p:spPr>
          <a:xfrm>
            <a:off x="2508918" y="1946275"/>
            <a:ext cx="3276935" cy="3992563"/>
          </a:xfrm>
        </p:spPr>
        <p:txBody>
          <a:bodyPr/>
          <a:lstStyle>
            <a:lvl1pPr>
              <a:spcAft>
                <a:spcPts val="400"/>
              </a:spcAft>
              <a:defRPr/>
            </a:lvl1pPr>
          </a:lstStyle>
          <a:p>
            <a:pPr lvl="0"/>
            <a:r>
              <a:rPr lang="en-US"/>
              <a:t>Click to edit Master text styles</a:t>
            </a:r>
          </a:p>
          <a:p>
            <a:pPr lvl="1"/>
            <a:r>
              <a:rPr lang="en-US"/>
              <a:t>Second level</a:t>
            </a:r>
          </a:p>
        </p:txBody>
      </p:sp>
      <p:sp>
        <p:nvSpPr>
          <p:cNvPr id="3" name="Picture Placeholder 4">
            <a:extLst>
              <a:ext uri="{FF2B5EF4-FFF2-40B4-BE49-F238E27FC236}">
                <a16:creationId xmlns:a16="http://schemas.microsoft.com/office/drawing/2014/main" id="{2BA4CE36-EFF2-1254-C89C-04B58ADD5437}"/>
              </a:ext>
            </a:extLst>
          </p:cNvPr>
          <p:cNvSpPr>
            <a:spLocks noGrp="1"/>
          </p:cNvSpPr>
          <p:nvPr>
            <p:ph type="pic" sz="quarter" idx="14"/>
          </p:nvPr>
        </p:nvSpPr>
        <p:spPr>
          <a:xfrm>
            <a:off x="6161756" y="1953154"/>
            <a:ext cx="1800225" cy="1938338"/>
          </a:xfrm>
          <a:solidFill>
            <a:srgbClr val="EEEFF1"/>
          </a:solidFill>
        </p:spPr>
        <p:txBody>
          <a:bodyPr/>
          <a:lstStyle/>
          <a:p>
            <a:r>
              <a:rPr lang="en-US"/>
              <a:t>Click icon to add picture</a:t>
            </a:r>
            <a:endParaRPr lang="en-GB"/>
          </a:p>
        </p:txBody>
      </p:sp>
      <p:sp>
        <p:nvSpPr>
          <p:cNvPr id="7" name="Content Placeholder 7">
            <a:extLst>
              <a:ext uri="{FF2B5EF4-FFF2-40B4-BE49-F238E27FC236}">
                <a16:creationId xmlns:a16="http://schemas.microsoft.com/office/drawing/2014/main" id="{888EBCEF-BA40-9584-6AE5-C7A98252EEB8}"/>
              </a:ext>
            </a:extLst>
          </p:cNvPr>
          <p:cNvSpPr>
            <a:spLocks noGrp="1"/>
          </p:cNvSpPr>
          <p:nvPr>
            <p:ph sz="quarter" idx="15"/>
          </p:nvPr>
        </p:nvSpPr>
        <p:spPr>
          <a:xfrm>
            <a:off x="6161756" y="3998913"/>
            <a:ext cx="1800225" cy="1939925"/>
          </a:xfrm>
        </p:spPr>
        <p:txBody>
          <a:bodyPr/>
          <a:lstStyle/>
          <a:p>
            <a:pPr lvl="0"/>
            <a:r>
              <a:rPr lang="en-US"/>
              <a:t>Click to edit Master text styles</a:t>
            </a:r>
          </a:p>
          <a:p>
            <a:pPr lvl="1"/>
            <a:r>
              <a:rPr lang="en-US"/>
              <a:t>Second level</a:t>
            </a:r>
          </a:p>
        </p:txBody>
      </p:sp>
      <p:sp>
        <p:nvSpPr>
          <p:cNvPr id="9" name="Content Placeholder 11">
            <a:extLst>
              <a:ext uri="{FF2B5EF4-FFF2-40B4-BE49-F238E27FC236}">
                <a16:creationId xmlns:a16="http://schemas.microsoft.com/office/drawing/2014/main" id="{B9101461-B876-7D7A-B834-0387E08CC08E}"/>
              </a:ext>
            </a:extLst>
          </p:cNvPr>
          <p:cNvSpPr>
            <a:spLocks noGrp="1"/>
          </p:cNvSpPr>
          <p:nvPr>
            <p:ph sz="quarter" idx="16"/>
          </p:nvPr>
        </p:nvSpPr>
        <p:spPr>
          <a:xfrm>
            <a:off x="8262686" y="1946275"/>
            <a:ext cx="3276935" cy="3992563"/>
          </a:xfrm>
        </p:spPr>
        <p:txBody>
          <a:bodyPr/>
          <a:lstStyle>
            <a:lvl1pPr>
              <a:spcAft>
                <a:spcPts val="400"/>
              </a:spcAft>
              <a:defRPr/>
            </a:lvl1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2060323811"/>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showMasterSp="0" matchingName="2_Blank No Footer">
  <p:cSld name="2_Blank No Footer">
    <p:bg>
      <p:bgPr>
        <a:solidFill>
          <a:schemeClr val="bg1"/>
        </a:solidFill>
        <a:effectLst/>
      </p:bgPr>
    </p:bg>
    <p:spTree>
      <p:nvGrpSpPr>
        <p:cNvPr id="1" name="Shape 17"/>
        <p:cNvGrpSpPr/>
        <p:nvPr/>
      </p:nvGrpSpPr>
      <p:grpSpPr>
        <a:xfrm>
          <a:off x="0" y="0"/>
          <a:ext cx="0" cy="0"/>
          <a:chOff x="0" y="0"/>
          <a:chExt cx="0" cy="0"/>
        </a:xfrm>
      </p:grpSpPr>
      <p:sp>
        <p:nvSpPr>
          <p:cNvPr id="20" name="Google Shape;20;p34"/>
          <p:cNvSpPr>
            <a:spLocks noGrp="1"/>
          </p:cNvSpPr>
          <p:nvPr>
            <p:ph type="pic" idx="2"/>
          </p:nvPr>
        </p:nvSpPr>
        <p:spPr>
          <a:xfrm>
            <a:off x="5916614" y="0"/>
            <a:ext cx="6275386" cy="6858000"/>
          </a:xfrm>
          <a:prstGeom prst="rect">
            <a:avLst/>
          </a:prstGeom>
          <a:solidFill>
            <a:srgbClr val="DEDEDE"/>
          </a:solidFill>
          <a:ln>
            <a:noFill/>
          </a:ln>
        </p:spPr>
        <p:txBody>
          <a:bodyPr/>
          <a:lstStyle/>
          <a:p>
            <a:endParaRPr lang="en-US"/>
          </a:p>
        </p:txBody>
      </p:sp>
      <p:sp>
        <p:nvSpPr>
          <p:cNvPr id="21" name="Google Shape;21;p34"/>
          <p:cNvSpPr txBox="1">
            <a:spLocks noGrp="1"/>
          </p:cNvSpPr>
          <p:nvPr>
            <p:ph type="ctrTitle"/>
          </p:nvPr>
        </p:nvSpPr>
        <p:spPr>
          <a:xfrm>
            <a:off x="442913" y="2154197"/>
            <a:ext cx="5195887" cy="738664"/>
          </a:xfrm>
          <a:prstGeom prst="rect">
            <a:avLst/>
          </a:prstGeom>
          <a:noFill/>
          <a:ln>
            <a:noFill/>
          </a:ln>
        </p:spPr>
        <p:txBody>
          <a:bodyPr spcFirstLastPara="1" wrap="square" lIns="0" tIns="0" rIns="0" bIns="0" anchor="ctr" anchorCtr="0">
            <a:spAutoFit/>
          </a:bodyPr>
          <a:lstStyle>
            <a:lvl1pPr lvl="0" algn="l">
              <a:lnSpc>
                <a:spcPct val="100000"/>
              </a:lnSpc>
              <a:spcBef>
                <a:spcPts val="0"/>
              </a:spcBef>
              <a:spcAft>
                <a:spcPts val="0"/>
              </a:spcAft>
              <a:buClr>
                <a:schemeClr val="lt1"/>
              </a:buClr>
              <a:buSzPts val="4800"/>
              <a:buFont typeface="Georgia"/>
              <a:buNone/>
              <a:defRPr sz="48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2" name="Google Shape;22;p34"/>
          <p:cNvSpPr txBox="1">
            <a:spLocks noGrp="1"/>
          </p:cNvSpPr>
          <p:nvPr>
            <p:ph type="subTitle" idx="1"/>
          </p:nvPr>
        </p:nvSpPr>
        <p:spPr>
          <a:xfrm>
            <a:off x="442913" y="4072026"/>
            <a:ext cx="4814887" cy="59436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lt1"/>
              </a:buClr>
              <a:buSzPts val="2000"/>
              <a:buNone/>
              <a:defRPr sz="2000" b="0">
                <a:solidFill>
                  <a:schemeClr val="lt1"/>
                </a:solidFill>
              </a:defRPr>
            </a:lvl1pPr>
            <a:lvl2pPr lvl="1" algn="l">
              <a:lnSpc>
                <a:spcPct val="100000"/>
              </a:lnSpc>
              <a:spcBef>
                <a:spcPts val="900"/>
              </a:spcBef>
              <a:spcAft>
                <a:spcPts val="0"/>
              </a:spcAft>
              <a:buClr>
                <a:schemeClr val="lt1"/>
              </a:buClr>
              <a:buSzPts val="1600"/>
              <a:buNone/>
              <a:defRPr sz="1600">
                <a:solidFill>
                  <a:schemeClr val="lt1"/>
                </a:solidFill>
              </a:defRPr>
            </a:lvl2pPr>
            <a:lvl3pPr lvl="2" algn="l">
              <a:lnSpc>
                <a:spcPct val="100000"/>
              </a:lnSpc>
              <a:spcBef>
                <a:spcPts val="0"/>
              </a:spcBef>
              <a:spcAft>
                <a:spcPts val="0"/>
              </a:spcAft>
              <a:buClr>
                <a:schemeClr val="lt1"/>
              </a:buClr>
              <a:buSzPts val="1600"/>
              <a:buNone/>
              <a:defRPr sz="1600">
                <a:solidFill>
                  <a:schemeClr val="lt1"/>
                </a:solidFill>
              </a:defRPr>
            </a:lvl3pPr>
            <a:lvl4pPr lvl="3" algn="l">
              <a:lnSpc>
                <a:spcPct val="100000"/>
              </a:lnSpc>
              <a:spcBef>
                <a:spcPts val="0"/>
              </a:spcBef>
              <a:spcAft>
                <a:spcPts val="0"/>
              </a:spcAft>
              <a:buClr>
                <a:schemeClr val="lt1"/>
              </a:buClr>
              <a:buSzPts val="1600"/>
              <a:buNone/>
              <a:defRPr sz="1600">
                <a:solidFill>
                  <a:schemeClr val="lt1"/>
                </a:solidFill>
              </a:defRPr>
            </a:lvl4pPr>
            <a:lvl5pPr lvl="4" algn="l">
              <a:lnSpc>
                <a:spcPct val="100000"/>
              </a:lnSpc>
              <a:spcBef>
                <a:spcPts val="0"/>
              </a:spcBef>
              <a:spcAft>
                <a:spcPts val="0"/>
              </a:spcAft>
              <a:buClr>
                <a:schemeClr val="lt1"/>
              </a:buClr>
              <a:buSzPts val="1600"/>
              <a:buNone/>
              <a:defRPr sz="1600">
                <a:solidFill>
                  <a:schemeClr val="lt1"/>
                </a:solidFill>
              </a:defRPr>
            </a:lvl5pPr>
            <a:lvl6pPr lvl="5" algn="l">
              <a:lnSpc>
                <a:spcPct val="100000"/>
              </a:lnSpc>
              <a:spcBef>
                <a:spcPts val="0"/>
              </a:spcBef>
              <a:spcAft>
                <a:spcPts val="0"/>
              </a:spcAft>
              <a:buClr>
                <a:schemeClr val="lt1"/>
              </a:buClr>
              <a:buSzPts val="1600"/>
              <a:buNone/>
              <a:defRPr sz="1600">
                <a:solidFill>
                  <a:schemeClr val="lt1"/>
                </a:solidFill>
              </a:defRPr>
            </a:lvl6pPr>
            <a:lvl7pPr lvl="6" algn="l">
              <a:lnSpc>
                <a:spcPct val="100000"/>
              </a:lnSpc>
              <a:spcBef>
                <a:spcPts val="0"/>
              </a:spcBef>
              <a:spcAft>
                <a:spcPts val="0"/>
              </a:spcAft>
              <a:buClr>
                <a:schemeClr val="lt1"/>
              </a:buClr>
              <a:buSzPts val="1600"/>
              <a:buNone/>
              <a:defRPr sz="1600">
                <a:solidFill>
                  <a:schemeClr val="lt1"/>
                </a:solidFill>
              </a:defRPr>
            </a:lvl7pPr>
            <a:lvl8pPr lvl="7" algn="l">
              <a:lnSpc>
                <a:spcPct val="100000"/>
              </a:lnSpc>
              <a:spcBef>
                <a:spcPts val="0"/>
              </a:spcBef>
              <a:spcAft>
                <a:spcPts val="0"/>
              </a:spcAft>
              <a:buClr>
                <a:schemeClr val="lt1"/>
              </a:buClr>
              <a:buSzPts val="1600"/>
              <a:buNone/>
              <a:defRPr sz="1600">
                <a:solidFill>
                  <a:schemeClr val="lt1"/>
                </a:solidFill>
              </a:defRPr>
            </a:lvl8pPr>
            <a:lvl9pPr lvl="8" algn="l">
              <a:lnSpc>
                <a:spcPct val="100000"/>
              </a:lnSpc>
              <a:spcBef>
                <a:spcPts val="0"/>
              </a:spcBef>
              <a:spcAft>
                <a:spcPts val="0"/>
              </a:spcAft>
              <a:buClr>
                <a:schemeClr val="lt1"/>
              </a:buClr>
              <a:buSzPts val="1600"/>
              <a:buNone/>
              <a:defRPr sz="1600">
                <a:solidFill>
                  <a:schemeClr val="lt1"/>
                </a:solidFill>
              </a:defRPr>
            </a:lvl9pPr>
          </a:lstStyle>
          <a:p>
            <a:endParaRPr/>
          </a:p>
        </p:txBody>
      </p:sp>
    </p:spTree>
    <p:extLst>
      <p:ext uri="{BB962C8B-B14F-4D97-AF65-F5344CB8AC3E}">
        <p14:creationId xmlns:p14="http://schemas.microsoft.com/office/powerpoint/2010/main" val="4109821285"/>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3" name="Title Placeholder 1">
            <a:extLst>
              <a:ext uri="{FF2B5EF4-FFF2-40B4-BE49-F238E27FC236}">
                <a16:creationId xmlns:a16="http://schemas.microsoft.com/office/drawing/2014/main" id="{A2DA3D03-AB78-7C46-B707-E68C316B4FDB}"/>
              </a:ext>
            </a:extLst>
          </p:cNvPr>
          <p:cNvSpPr>
            <a:spLocks noGrp="1"/>
          </p:cNvSpPr>
          <p:nvPr>
            <p:ph type="title"/>
          </p:nvPr>
        </p:nvSpPr>
        <p:spPr>
          <a:xfrm>
            <a:off x="508000" y="402594"/>
            <a:ext cx="10515600" cy="365125"/>
          </a:xfrm>
          <a:prstGeom prst="rect">
            <a:avLst/>
          </a:prstGeom>
        </p:spPr>
        <p:txBody>
          <a:bodyPr vert="horz" lIns="91440" tIns="45720" rIns="91440" bIns="45720" rtlCol="0" anchor="ctr">
            <a:normAutofit/>
          </a:bodyPr>
          <a:lstStyle/>
          <a:p>
            <a:endParaRPr lang="en-IN"/>
          </a:p>
        </p:txBody>
      </p:sp>
    </p:spTree>
    <p:extLst>
      <p:ext uri="{BB962C8B-B14F-4D97-AF65-F5344CB8AC3E}">
        <p14:creationId xmlns:p14="http://schemas.microsoft.com/office/powerpoint/2010/main" val="1488077367"/>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userDrawn="1">
  <p:cSld name="2_Agenda">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42913" y="432000"/>
            <a:ext cx="11306175" cy="1387275"/>
          </a:xfrm>
          <a:prstGeom prst="rect">
            <a:avLst/>
          </a:prstGeom>
        </p:spPr>
        <p:txBody>
          <a:bodyPr/>
          <a:lstStyle>
            <a:lvl1pPr>
              <a:defRPr>
                <a:solidFill>
                  <a:schemeClr val="tx1"/>
                </a:solidFill>
              </a:defRPr>
            </a:lvl1pPr>
          </a:lstStyle>
          <a:p>
            <a:r>
              <a:rPr lang="en-US"/>
              <a:t>[Slide title]</a:t>
            </a:r>
            <a:endParaRPr lang="en-GB"/>
          </a:p>
        </p:txBody>
      </p:sp>
    </p:spTree>
    <p:extLst>
      <p:ext uri="{BB962C8B-B14F-4D97-AF65-F5344CB8AC3E}">
        <p14:creationId xmlns:p14="http://schemas.microsoft.com/office/powerpoint/2010/main" val="1247511752"/>
      </p:ext>
    </p:extLst>
  </p:cSld>
  <p:clrMapOvr>
    <a:masterClrMapping/>
  </p:clrMapOvr>
  <mc:AlternateContent xmlns:mc="http://schemas.openxmlformats.org/markup-compatibility/2006" xmlns:p14="http://schemas.microsoft.com/office/powerpoint/2010/main">
    <mc:Choice Requires="p14">
      <p:transition spd="slow" p14:dur="1500" advClick="0" advTm="4000">
        <p:split orient="vert"/>
      </p:transition>
    </mc:Choice>
    <mc:Fallback xmlns="">
      <p:transition spd="slow" advClick="0" advTm="4000">
        <p:split orient="vert"/>
      </p:transition>
    </mc:Fallback>
  </mc:AlternateContent>
</p:sldLayout>
</file>

<file path=ppt/slideLayouts/slideLayout74.xml><?xml version="1.0" encoding="utf-8"?>
<p:sldLayout xmlns:a="http://schemas.openxmlformats.org/drawingml/2006/main" xmlns:r="http://schemas.openxmlformats.org/officeDocument/2006/relationships" xmlns:p="http://schemas.openxmlformats.org/presentationml/2006/main" userDrawn="1">
  <p:cSld name="Four Content Subtitle">
    <p:spTree>
      <p:nvGrpSpPr>
        <p:cNvPr id="1" name=""/>
        <p:cNvGrpSpPr/>
        <p:nvPr/>
      </p:nvGrpSpPr>
      <p:grpSpPr>
        <a:xfrm>
          <a:off x="0" y="0"/>
          <a:ext cx="0" cy="0"/>
          <a:chOff x="0" y="0"/>
          <a:chExt cx="0" cy="0"/>
        </a:xfrm>
      </p:grpSpPr>
      <p:sp>
        <p:nvSpPr>
          <p:cNvPr id="13" name="Title Placeholder 1">
            <a:extLst>
              <a:ext uri="{FF2B5EF4-FFF2-40B4-BE49-F238E27FC236}">
                <a16:creationId xmlns:a16="http://schemas.microsoft.com/office/drawing/2014/main" id="{663492E0-8524-F0F0-654F-078445BB721B}"/>
              </a:ext>
            </a:extLst>
          </p:cNvPr>
          <p:cNvSpPr>
            <a:spLocks noGrp="1"/>
          </p:cNvSpPr>
          <p:nvPr>
            <p:ph type="title"/>
          </p:nvPr>
        </p:nvSpPr>
        <p:spPr>
          <a:xfrm>
            <a:off x="402335" y="402337"/>
            <a:ext cx="11406322" cy="457200"/>
          </a:xfrm>
          <a:prstGeom prst="rect">
            <a:avLst/>
          </a:prstGeom>
        </p:spPr>
        <p:txBody>
          <a:bodyPr vert="horz" lIns="0" tIns="0" rIns="0" bIns="0" rtlCol="0" anchor="t" anchorCtr="0">
            <a:noAutofit/>
          </a:bodyPr>
          <a:lstStyle/>
          <a:p>
            <a:r>
              <a:rPr lang="en-US"/>
              <a:t>Click to edit Master title style</a:t>
            </a:r>
          </a:p>
        </p:txBody>
      </p:sp>
      <p:sp>
        <p:nvSpPr>
          <p:cNvPr id="2" name="Content Placeholder 2">
            <a:extLst>
              <a:ext uri="{FF2B5EF4-FFF2-40B4-BE49-F238E27FC236}">
                <a16:creationId xmlns:a16="http://schemas.microsoft.com/office/drawing/2014/main" id="{E87E41F5-DD37-DB45-FC81-6078FAA35748}"/>
              </a:ext>
            </a:extLst>
          </p:cNvPr>
          <p:cNvSpPr>
            <a:spLocks noGrp="1"/>
          </p:cNvSpPr>
          <p:nvPr>
            <p:ph idx="1"/>
          </p:nvPr>
        </p:nvSpPr>
        <p:spPr>
          <a:xfrm>
            <a:off x="402336" y="1946275"/>
            <a:ext cx="2757805" cy="4035425"/>
          </a:xfrm>
        </p:spPr>
        <p:txBody>
          <a:bodyPr rIns="91440"/>
          <a:lstStyle>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2">
            <a:extLst>
              <a:ext uri="{FF2B5EF4-FFF2-40B4-BE49-F238E27FC236}">
                <a16:creationId xmlns:a16="http://schemas.microsoft.com/office/drawing/2014/main" id="{A5DA3B61-E81A-0B10-D611-AF1F185E4D0A}"/>
              </a:ext>
            </a:extLst>
          </p:cNvPr>
          <p:cNvSpPr>
            <a:spLocks noGrp="1"/>
          </p:cNvSpPr>
          <p:nvPr>
            <p:ph idx="10"/>
          </p:nvPr>
        </p:nvSpPr>
        <p:spPr>
          <a:xfrm>
            <a:off x="3289821" y="1946275"/>
            <a:ext cx="2752324" cy="4035425"/>
          </a:xfrm>
        </p:spPr>
        <p:txBody>
          <a:bodyPr rIns="91440"/>
          <a:lstStyle>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2">
            <a:extLst>
              <a:ext uri="{FF2B5EF4-FFF2-40B4-BE49-F238E27FC236}">
                <a16:creationId xmlns:a16="http://schemas.microsoft.com/office/drawing/2014/main" id="{0BF0C713-EACB-22E0-3AE1-304A75F202F8}"/>
              </a:ext>
            </a:extLst>
          </p:cNvPr>
          <p:cNvSpPr>
            <a:spLocks noGrp="1"/>
          </p:cNvSpPr>
          <p:nvPr>
            <p:ph idx="11"/>
          </p:nvPr>
        </p:nvSpPr>
        <p:spPr>
          <a:xfrm>
            <a:off x="6166511" y="1946275"/>
            <a:ext cx="2749927" cy="4035425"/>
          </a:xfrm>
        </p:spPr>
        <p:txBody>
          <a:bodyPr rIns="91440"/>
          <a:lstStyle>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2">
            <a:extLst>
              <a:ext uri="{FF2B5EF4-FFF2-40B4-BE49-F238E27FC236}">
                <a16:creationId xmlns:a16="http://schemas.microsoft.com/office/drawing/2014/main" id="{5C2AF188-3D2C-76B0-48DA-0C564B177921}"/>
              </a:ext>
            </a:extLst>
          </p:cNvPr>
          <p:cNvSpPr>
            <a:spLocks noGrp="1"/>
          </p:cNvSpPr>
          <p:nvPr>
            <p:ph idx="12"/>
          </p:nvPr>
        </p:nvSpPr>
        <p:spPr>
          <a:xfrm>
            <a:off x="9058730" y="1946275"/>
            <a:ext cx="2749927" cy="4035425"/>
          </a:xfrm>
        </p:spPr>
        <p:txBody>
          <a:bodyPr rIns="91440"/>
          <a:lstStyle>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4">
            <a:extLst>
              <a:ext uri="{FF2B5EF4-FFF2-40B4-BE49-F238E27FC236}">
                <a16:creationId xmlns:a16="http://schemas.microsoft.com/office/drawing/2014/main" id="{34BACFA0-1865-CA7A-660A-9F840AA5ED52}"/>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a:t>
            </a:r>
          </a:p>
        </p:txBody>
      </p:sp>
      <p:sp>
        <p:nvSpPr>
          <p:cNvPr id="9" name="Slide Number Placeholder 13">
            <a:extLst>
              <a:ext uri="{FF2B5EF4-FFF2-40B4-BE49-F238E27FC236}">
                <a16:creationId xmlns:a16="http://schemas.microsoft.com/office/drawing/2014/main" id="{BCCFAC37-C331-299A-576E-FB4D9E873FC0}"/>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7" name="Text Placeholder 6">
            <a:extLst>
              <a:ext uri="{FF2B5EF4-FFF2-40B4-BE49-F238E27FC236}">
                <a16:creationId xmlns:a16="http://schemas.microsoft.com/office/drawing/2014/main" id="{5AAE7EEF-B347-4D56-A6AE-448368A5BED2}"/>
              </a:ext>
            </a:extLst>
          </p:cNvPr>
          <p:cNvSpPr>
            <a:spLocks noGrp="1"/>
          </p:cNvSpPr>
          <p:nvPr>
            <p:ph type="body" sz="quarter" idx="13"/>
          </p:nvPr>
        </p:nvSpPr>
        <p:spPr>
          <a:xfrm>
            <a:off x="401638" y="886968"/>
            <a:ext cx="11407775" cy="685800"/>
          </a:xfrm>
        </p:spPr>
        <p:txBody>
          <a:bodyPr/>
          <a:lstStyle>
            <a:lvl1pPr>
              <a:defRPr sz="1800"/>
            </a:lvl1pPr>
          </a:lstStyle>
          <a:p>
            <a:pPr lvl="0"/>
            <a:r>
              <a:rPr lang="en-US"/>
              <a:t>Click to edit Master text styles</a:t>
            </a:r>
          </a:p>
        </p:txBody>
      </p:sp>
    </p:spTree>
    <p:extLst>
      <p:ext uri="{BB962C8B-B14F-4D97-AF65-F5344CB8AC3E}">
        <p14:creationId xmlns:p14="http://schemas.microsoft.com/office/powerpoint/2010/main" val="872282228"/>
      </p:ext>
    </p:extLst>
  </p:cSld>
  <p:clrMapOvr>
    <a:masterClrMapping/>
  </p:clrMapOvr>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66" Type="http://schemas.openxmlformats.org/officeDocument/2006/relationships/slideLayout" Target="../slideLayouts/slideLayout66.xml"/><Relationship Id="rId74" Type="http://schemas.openxmlformats.org/officeDocument/2006/relationships/slideLayout" Target="../slideLayouts/slideLayout74.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slideLayout" Target="../slideLayouts/slideLayout69.xml"/><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slideLayout" Target="../slideLayouts/slideLayout72.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slideLayout" Target="../slideLayouts/slideLayout70.xml"/><Relationship Id="rId75"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73" Type="http://schemas.openxmlformats.org/officeDocument/2006/relationships/slideLayout" Target="../slideLayouts/slideLayout73.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71" Type="http://schemas.openxmlformats.org/officeDocument/2006/relationships/slideLayout" Target="../slideLayouts/slideLayout7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F494A4F-D3DB-0774-9A49-3731CB00A89B}"/>
              </a:ext>
            </a:extLst>
          </p:cNvPr>
          <p:cNvSpPr>
            <a:spLocks noGrp="1"/>
          </p:cNvSpPr>
          <p:nvPr>
            <p:ph type="title"/>
          </p:nvPr>
        </p:nvSpPr>
        <p:spPr>
          <a:xfrm>
            <a:off x="397667" y="402336"/>
            <a:ext cx="5645946" cy="1295399"/>
          </a:xfrm>
          <a:prstGeom prst="rect">
            <a:avLst/>
          </a:prstGeom>
        </p:spPr>
        <p:txBody>
          <a:bodyPr vert="horz" lIns="0" tIns="0" rIns="0" bIns="0" rtlCol="0" anchor="t" anchorCtr="0">
            <a:noAutofit/>
          </a:bodyPr>
          <a:lstStyle/>
          <a:p>
            <a:r>
              <a:rPr lang="en-US"/>
              <a:t>Click to edit Master title style</a:t>
            </a:r>
          </a:p>
        </p:txBody>
      </p:sp>
      <p:sp>
        <p:nvSpPr>
          <p:cNvPr id="3" name="Text Placeholder 2">
            <a:extLst>
              <a:ext uri="{FF2B5EF4-FFF2-40B4-BE49-F238E27FC236}">
                <a16:creationId xmlns:a16="http://schemas.microsoft.com/office/drawing/2014/main" id="{C66E56D0-2D08-E67F-5DF1-B3B408351D90}"/>
              </a:ext>
            </a:extLst>
          </p:cNvPr>
          <p:cNvSpPr>
            <a:spLocks noGrp="1"/>
          </p:cNvSpPr>
          <p:nvPr>
            <p:ph type="body" idx="1"/>
          </p:nvPr>
        </p:nvSpPr>
        <p:spPr>
          <a:xfrm>
            <a:off x="397668" y="1953895"/>
            <a:ext cx="6606382" cy="3984943"/>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Footer Placeholder 4">
            <a:extLst>
              <a:ext uri="{FF2B5EF4-FFF2-40B4-BE49-F238E27FC236}">
                <a16:creationId xmlns:a16="http://schemas.microsoft.com/office/drawing/2014/main" id="{596148DB-FA68-371C-8BF4-E293FC9AFA61}"/>
              </a:ext>
            </a:extLst>
          </p:cNvPr>
          <p:cNvSpPr>
            <a:spLocks noGrp="1"/>
          </p:cNvSpPr>
          <p:nvPr>
            <p:ph type="ftr" sz="quarter" idx="3"/>
          </p:nvPr>
        </p:nvSpPr>
        <p:spPr>
          <a:xfrm>
            <a:off x="1066800" y="6497441"/>
            <a:ext cx="8814816" cy="161583"/>
          </a:xfrm>
          <a:prstGeom prst="rect">
            <a:avLst/>
          </a:prstGeom>
        </p:spPr>
        <p:txBody>
          <a:bodyPr vert="horz" wrap="square" lIns="0" tIns="0" rIns="0" bIns="0" rtlCol="0" anchor="b" anchorCtr="0">
            <a:spAutoFit/>
          </a:bodyPr>
          <a:lstStyle>
            <a:lvl1pPr algn="l">
              <a:defRPr sz="1050" b="0">
                <a:solidFill>
                  <a:sysClr val="windowText" lastClr="000000"/>
                </a:solidFill>
                <a:latin typeface="+mn-lt"/>
                <a:cs typeface="Arial" panose="020B0604020202020204" pitchFamily="34" charset="0"/>
              </a:defRPr>
            </a:lvl1pPr>
          </a:lstStyle>
          <a:p>
            <a:r>
              <a:rPr lang="en-US"/>
              <a:t>Presentation Title   |   Section Title</a:t>
            </a:r>
          </a:p>
        </p:txBody>
      </p:sp>
      <p:sp>
        <p:nvSpPr>
          <p:cNvPr id="9" name="Slide Number Placeholder 13">
            <a:extLst>
              <a:ext uri="{FF2B5EF4-FFF2-40B4-BE49-F238E27FC236}">
                <a16:creationId xmlns:a16="http://schemas.microsoft.com/office/drawing/2014/main" id="{E24FE0F2-07AD-8A4E-A9FB-C7018A821F6E}"/>
              </a:ext>
            </a:extLst>
          </p:cNvPr>
          <p:cNvSpPr>
            <a:spLocks noGrp="1"/>
          </p:cNvSpPr>
          <p:nvPr>
            <p:ph type="sldNum" sz="quarter" idx="4"/>
          </p:nvPr>
        </p:nvSpPr>
        <p:spPr>
          <a:xfrm>
            <a:off x="11503818" y="6501384"/>
            <a:ext cx="298209" cy="161583"/>
          </a:xfrm>
          <a:prstGeom prst="rect">
            <a:avLst/>
          </a:prstGeom>
        </p:spPr>
        <p:txBody>
          <a:bodyPr vert="horz" wrap="square" lIns="0" tIns="0" rIns="0" bIns="0" rtlCol="0" anchor="b" anchorCtr="0">
            <a:spAutoFit/>
          </a:bodyPr>
          <a:lstStyle>
            <a:lvl1pPr algn="r">
              <a:defRPr sz="1050">
                <a:solidFill>
                  <a:schemeClr val="tx1"/>
                </a:solidFill>
                <a:latin typeface="+mn-lt"/>
                <a:cs typeface="Arial" panose="020B0604020202020204" pitchFamily="34" charset="0"/>
              </a:defRPr>
            </a:lvl1pPr>
          </a:lstStyle>
          <a:p>
            <a:fld id="{3E6AC032-1535-134B-A583-D5E1DDD0D167}" type="slidenum">
              <a:rPr lang="en-US" smtClean="0"/>
              <a:pPr/>
              <a:t>‹#›</a:t>
            </a:fld>
            <a:endParaRPr lang="en-US"/>
          </a:p>
        </p:txBody>
      </p:sp>
      <p:sp>
        <p:nvSpPr>
          <p:cNvPr id="72" name="Date Placeholder 71">
            <a:extLst>
              <a:ext uri="{FF2B5EF4-FFF2-40B4-BE49-F238E27FC236}">
                <a16:creationId xmlns:a16="http://schemas.microsoft.com/office/drawing/2014/main" id="{DAB00A56-EB9F-33C3-88B3-D8EB0A54BA49}"/>
              </a:ext>
            </a:extLst>
          </p:cNvPr>
          <p:cNvSpPr>
            <a:spLocks noGrp="1"/>
          </p:cNvSpPr>
          <p:nvPr>
            <p:ph type="dt" sz="half" idx="2"/>
          </p:nvPr>
        </p:nvSpPr>
        <p:spPr>
          <a:xfrm>
            <a:off x="5265850" y="7056786"/>
            <a:ext cx="2743200" cy="161583"/>
          </a:xfrm>
          <a:prstGeom prst="rect">
            <a:avLst/>
          </a:prstGeom>
        </p:spPr>
        <p:txBody>
          <a:bodyPr vert="horz" lIns="0" tIns="0" rIns="0" bIns="0" rtlCol="0" anchor="ctr">
            <a:spAutoFit/>
          </a:bodyPr>
          <a:lstStyle>
            <a:lvl1pPr algn="l">
              <a:defRPr sz="1050">
                <a:solidFill>
                  <a:schemeClr val="tx1"/>
                </a:solidFill>
              </a:defRPr>
            </a:lvl1pPr>
          </a:lstStyle>
          <a:p>
            <a:endParaRPr lang="en-US"/>
          </a:p>
        </p:txBody>
      </p:sp>
    </p:spTree>
    <p:extLst>
      <p:ext uri="{BB962C8B-B14F-4D97-AF65-F5344CB8AC3E}">
        <p14:creationId xmlns:p14="http://schemas.microsoft.com/office/powerpoint/2010/main" val="1643058329"/>
      </p:ext>
    </p:extLst>
  </p:cSld>
  <p:clrMap bg1="lt1" tx1="dk1" bg2="lt2" tx2="dk2" accent1="accent1" accent2="accent2" accent3="accent3" accent4="accent4" accent5="accent5" accent6="accent6" hlink="hlink" folHlink="folHlink"/>
  <p:sldLayoutIdLst>
    <p:sldLayoutId id="2147483747" r:id="rId1"/>
    <p:sldLayoutId id="2147483748" r:id="rId2"/>
    <p:sldLayoutId id="2147483683" r:id="rId3"/>
    <p:sldLayoutId id="2147483743" r:id="rId4"/>
    <p:sldLayoutId id="2147483744" r:id="rId5"/>
    <p:sldLayoutId id="2147483745" r:id="rId6"/>
    <p:sldLayoutId id="2147483746" r:id="rId7"/>
    <p:sldLayoutId id="2147483651" r:id="rId8"/>
    <p:sldLayoutId id="2147483659" r:id="rId9"/>
    <p:sldLayoutId id="2147483660" r:id="rId10"/>
    <p:sldLayoutId id="2147483733" r:id="rId11"/>
    <p:sldLayoutId id="2147483738" r:id="rId12"/>
    <p:sldLayoutId id="2147483739" r:id="rId13"/>
    <p:sldLayoutId id="2147483741" r:id="rId14"/>
    <p:sldLayoutId id="2147483740" r:id="rId15"/>
    <p:sldLayoutId id="2147483696" r:id="rId16"/>
    <p:sldLayoutId id="2147483697" r:id="rId17"/>
    <p:sldLayoutId id="2147483723" r:id="rId18"/>
    <p:sldLayoutId id="2147483724" r:id="rId19"/>
    <p:sldLayoutId id="2147483702" r:id="rId20"/>
    <p:sldLayoutId id="2147483684" r:id="rId21"/>
    <p:sldLayoutId id="2147483703" r:id="rId22"/>
    <p:sldLayoutId id="2147483704" r:id="rId23"/>
    <p:sldLayoutId id="2147483705" r:id="rId24"/>
    <p:sldLayoutId id="2147483685" r:id="rId25"/>
    <p:sldLayoutId id="2147483706" r:id="rId26"/>
    <p:sldLayoutId id="2147483719" r:id="rId27"/>
    <p:sldLayoutId id="2147483717" r:id="rId28"/>
    <p:sldLayoutId id="2147483718" r:id="rId29"/>
    <p:sldLayoutId id="2147483707" r:id="rId30"/>
    <p:sldLayoutId id="2147483708" r:id="rId31"/>
    <p:sldLayoutId id="2147483709" r:id="rId32"/>
    <p:sldLayoutId id="2147483686" r:id="rId33"/>
    <p:sldLayoutId id="2147483722" r:id="rId34"/>
    <p:sldLayoutId id="2147483721" r:id="rId35"/>
    <p:sldLayoutId id="2147483714" r:id="rId36"/>
    <p:sldLayoutId id="2147483710" r:id="rId37"/>
    <p:sldLayoutId id="2147483711" r:id="rId38"/>
    <p:sldLayoutId id="2147483687" r:id="rId39"/>
    <p:sldLayoutId id="2147483713" r:id="rId40"/>
    <p:sldLayoutId id="2147483662" r:id="rId41"/>
    <p:sldLayoutId id="2147483699" r:id="rId42"/>
    <p:sldLayoutId id="2147483663" r:id="rId43"/>
    <p:sldLayoutId id="2147483689" r:id="rId44"/>
    <p:sldLayoutId id="2147483664" r:id="rId45"/>
    <p:sldLayoutId id="2147483690" r:id="rId46"/>
    <p:sldLayoutId id="2147483691" r:id="rId47"/>
    <p:sldLayoutId id="2147483692" r:id="rId48"/>
    <p:sldLayoutId id="2147483671" r:id="rId49"/>
    <p:sldLayoutId id="2147483700" r:id="rId50"/>
    <p:sldLayoutId id="2147483701" r:id="rId51"/>
    <p:sldLayoutId id="2147483693" r:id="rId52"/>
    <p:sldLayoutId id="2147483694" r:id="rId53"/>
    <p:sldLayoutId id="2147483673" r:id="rId54"/>
    <p:sldLayoutId id="2147483676" r:id="rId55"/>
    <p:sldLayoutId id="2147483715" r:id="rId56"/>
    <p:sldLayoutId id="2147483716" r:id="rId57"/>
    <p:sldLayoutId id="2147483678" r:id="rId58"/>
    <p:sldLayoutId id="2147483679" r:id="rId59"/>
    <p:sldLayoutId id="2147483680" r:id="rId60"/>
    <p:sldLayoutId id="2147483666" r:id="rId61"/>
    <p:sldLayoutId id="2147483720" r:id="rId62"/>
    <p:sldLayoutId id="2147483654" r:id="rId63"/>
    <p:sldLayoutId id="2147483655" r:id="rId64"/>
    <p:sldLayoutId id="2147483681" r:id="rId65"/>
    <p:sldLayoutId id="2147483725" r:id="rId66"/>
    <p:sldLayoutId id="2147483726" r:id="rId67"/>
    <p:sldLayoutId id="2147483727" r:id="rId68"/>
    <p:sldLayoutId id="2147483742" r:id="rId69"/>
    <p:sldLayoutId id="2147483752" r:id="rId70"/>
    <p:sldLayoutId id="2147483756" r:id="rId71"/>
    <p:sldLayoutId id="2147483757" r:id="rId72"/>
    <p:sldLayoutId id="2147483759" r:id="rId73"/>
    <p:sldLayoutId id="2147483760" r:id="rId74"/>
  </p:sldLayoutIdLst>
  <p:hf hdr="0" dt="0"/>
  <p:txStyles>
    <p:titleStyle>
      <a:lvl1pPr algn="l" defTabSz="914400" rtl="0" eaLnBrk="1" latinLnBrk="0" hangingPunct="1">
        <a:lnSpc>
          <a:spcPct val="90000"/>
        </a:lnSpc>
        <a:spcBef>
          <a:spcPct val="0"/>
        </a:spcBef>
        <a:buNone/>
        <a:defRPr sz="2800" b="0" kern="1200">
          <a:solidFill>
            <a:schemeClr val="tx1"/>
          </a:solidFill>
          <a:latin typeface="+mj-lt"/>
          <a:ea typeface="+mj-ea"/>
          <a:cs typeface="+mj-cs"/>
        </a:defRPr>
      </a:lvl1pPr>
    </p:titleStyle>
    <p:bodyStyle>
      <a:lvl1pPr marL="0" indent="0" algn="l" defTabSz="914400" rtl="0" eaLnBrk="1" latinLnBrk="0" hangingPunct="1">
        <a:lnSpc>
          <a:spcPct val="100000"/>
        </a:lnSpc>
        <a:spcBef>
          <a:spcPts val="300"/>
        </a:spcBef>
        <a:spcAft>
          <a:spcPts val="1200"/>
        </a:spcAft>
        <a:buFont typeface="Arial" panose="020B0604020202020204" pitchFamily="34" charset="0"/>
        <a:buNone/>
        <a:defRPr sz="1500" b="1" kern="1200">
          <a:solidFill>
            <a:schemeClr val="tx1"/>
          </a:solidFill>
          <a:latin typeface="+mn-lt"/>
          <a:ea typeface="+mn-ea"/>
          <a:cs typeface="+mn-cs"/>
        </a:defRPr>
      </a:lvl1pPr>
      <a:lvl2pPr marL="0" indent="0" algn="l" defTabSz="914400" rtl="0" eaLnBrk="1" latinLnBrk="0" hangingPunct="1">
        <a:lnSpc>
          <a:spcPct val="125000"/>
        </a:lnSpc>
        <a:spcBef>
          <a:spcPts val="600"/>
        </a:spcBef>
        <a:buFont typeface="Arial" panose="020B0604020202020204" pitchFamily="34" charset="0"/>
        <a:buNone/>
        <a:defRPr sz="1400" kern="1200">
          <a:solidFill>
            <a:schemeClr val="tx1"/>
          </a:solidFill>
          <a:latin typeface="+mj-lt"/>
          <a:ea typeface="+mn-ea"/>
          <a:cs typeface="+mn-cs"/>
        </a:defRPr>
      </a:lvl2pPr>
      <a:lvl3pPr marL="171450" indent="-171450" algn="l" defTabSz="914400" rtl="0" eaLnBrk="1" latinLnBrk="0" hangingPunct="1">
        <a:lnSpc>
          <a:spcPct val="125000"/>
        </a:lnSpc>
        <a:spcBef>
          <a:spcPts val="600"/>
        </a:spcBef>
        <a:buFont typeface="Arial" panose="020B0604020202020204" pitchFamily="34" charset="0"/>
        <a:buChar char="•"/>
        <a:defRPr sz="1400" kern="1200">
          <a:solidFill>
            <a:schemeClr val="tx1"/>
          </a:solidFill>
          <a:latin typeface="+mj-lt"/>
          <a:ea typeface="+mn-ea"/>
          <a:cs typeface="+mn-cs"/>
        </a:defRPr>
      </a:lvl3pPr>
      <a:lvl4pPr marL="344488" indent="-173038" algn="l" defTabSz="914400" rtl="0" eaLnBrk="1" latinLnBrk="0" hangingPunct="1">
        <a:lnSpc>
          <a:spcPct val="125000"/>
        </a:lnSpc>
        <a:spcBef>
          <a:spcPts val="600"/>
        </a:spcBef>
        <a:buFont typeface="Georgia" panose="02040502050405020303" pitchFamily="18" charset="0"/>
        <a:buChar char="–"/>
        <a:defRPr sz="1400" kern="1200">
          <a:solidFill>
            <a:schemeClr val="tx1"/>
          </a:solidFill>
          <a:latin typeface="+mj-lt"/>
          <a:ea typeface="+mn-ea"/>
          <a:cs typeface="+mn-cs"/>
        </a:defRPr>
      </a:lvl4pPr>
      <a:lvl5pPr marL="515938" indent="-171450" algn="l" defTabSz="914400" rtl="0" eaLnBrk="1" latinLnBrk="0" hangingPunct="1">
        <a:lnSpc>
          <a:spcPct val="125000"/>
        </a:lnSpc>
        <a:spcBef>
          <a:spcPts val="600"/>
        </a:spcBef>
        <a:buFont typeface="Wingdings" panose="05000000000000000000" pitchFamily="2" charset="2"/>
        <a:buChar char="§"/>
        <a:defRPr sz="14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52">
          <p15:clr>
            <a:srgbClr val="F26B43"/>
          </p15:clr>
        </p15:guide>
        <p15:guide id="3" pos="252">
          <p15:clr>
            <a:srgbClr val="F26B43"/>
          </p15:clr>
        </p15:guide>
        <p15:guide id="4" pos="7434">
          <p15:clr>
            <a:srgbClr val="F26B43"/>
          </p15:clr>
        </p15:guide>
        <p15:guide id="11" orient="horz" pos="4065">
          <p15:clr>
            <a:srgbClr val="F26B43"/>
          </p15:clr>
        </p15:guide>
        <p15:guide id="12" pos="786">
          <p15:clr>
            <a:srgbClr val="F26B43"/>
          </p15:clr>
        </p15:guide>
        <p15:guide id="13" pos="858">
          <p15:clr>
            <a:srgbClr val="F26B43"/>
          </p15:clr>
        </p15:guide>
        <p15:guide id="14" pos="1391">
          <p15:clr>
            <a:srgbClr val="F26B43"/>
          </p15:clr>
        </p15:guide>
        <p15:guide id="15" pos="1461">
          <p15:clr>
            <a:srgbClr val="F26B43"/>
          </p15:clr>
        </p15:guide>
        <p15:guide id="16" pos="1994">
          <p15:clr>
            <a:srgbClr val="F26B43"/>
          </p15:clr>
        </p15:guide>
        <p15:guide id="17" pos="2067">
          <p15:clr>
            <a:srgbClr val="F26B43"/>
          </p15:clr>
        </p15:guide>
        <p15:guide id="18" pos="2600">
          <p15:clr>
            <a:srgbClr val="F26B43"/>
          </p15:clr>
        </p15:guide>
        <p15:guide id="19" pos="2670">
          <p15:clr>
            <a:srgbClr val="F26B43"/>
          </p15:clr>
        </p15:guide>
        <p15:guide id="20" pos="3204">
          <p15:clr>
            <a:srgbClr val="F26B43"/>
          </p15:clr>
        </p15:guide>
        <p15:guide id="21" pos="3275">
          <p15:clr>
            <a:srgbClr val="F26B43"/>
          </p15:clr>
        </p15:guide>
        <p15:guide id="22" pos="3807">
          <p15:clr>
            <a:srgbClr val="F26B43"/>
          </p15:clr>
        </p15:guide>
        <p15:guide id="23" pos="3879">
          <p15:clr>
            <a:srgbClr val="F26B43"/>
          </p15:clr>
        </p15:guide>
        <p15:guide id="24" pos="4412">
          <p15:clr>
            <a:srgbClr val="F26B43"/>
          </p15:clr>
        </p15:guide>
        <p15:guide id="25" pos="5016">
          <p15:clr>
            <a:srgbClr val="F26B43"/>
          </p15:clr>
        </p15:guide>
        <p15:guide id="26" pos="4484">
          <p15:clr>
            <a:srgbClr val="F26B43"/>
          </p15:clr>
        </p15:guide>
        <p15:guide id="27" pos="5088">
          <p15:clr>
            <a:srgbClr val="F26B43"/>
          </p15:clr>
        </p15:guide>
        <p15:guide id="28" pos="5621">
          <p15:clr>
            <a:srgbClr val="F26B43"/>
          </p15:clr>
        </p15:guide>
        <p15:guide id="29" pos="5693">
          <p15:clr>
            <a:srgbClr val="F26B43"/>
          </p15:clr>
        </p15:guide>
        <p15:guide id="30" pos="6224">
          <p15:clr>
            <a:srgbClr val="F26B43"/>
          </p15:clr>
        </p15:guide>
        <p15:guide id="31" pos="6297">
          <p15:clr>
            <a:srgbClr val="F26B43"/>
          </p15:clr>
        </p15:guide>
        <p15:guide id="32" pos="6828">
          <p15:clr>
            <a:srgbClr val="F26B43"/>
          </p15:clr>
        </p15:guide>
        <p15:guide id="33" pos="6900">
          <p15:clr>
            <a:srgbClr val="F26B43"/>
          </p15:clr>
        </p15:guide>
        <p15:guide id="34" orient="horz" pos="506">
          <p15:clr>
            <a:srgbClr val="F26B43"/>
          </p15:clr>
        </p15:guide>
        <p15:guide id="35" orient="horz" pos="578">
          <p15:clr>
            <a:srgbClr val="F26B43"/>
          </p15:clr>
        </p15:guide>
        <p15:guide id="36" orient="horz" pos="830">
          <p15:clr>
            <a:srgbClr val="F26B43"/>
          </p15:clr>
        </p15:guide>
        <p15:guide id="37" orient="horz" pos="900">
          <p15:clr>
            <a:srgbClr val="F26B43"/>
          </p15:clr>
        </p15:guide>
        <p15:guide id="38" orient="horz" pos="1152">
          <p15:clr>
            <a:srgbClr val="F26B43"/>
          </p15:clr>
        </p15:guide>
        <p15:guide id="39" orient="horz" pos="1226">
          <p15:clr>
            <a:srgbClr val="F26B43"/>
          </p15:clr>
        </p15:guide>
        <p15:guide id="40" orient="horz" pos="1476">
          <p15:clr>
            <a:srgbClr val="F26B43"/>
          </p15:clr>
        </p15:guide>
        <p15:guide id="41" orient="horz" pos="1800">
          <p15:clr>
            <a:srgbClr val="F26B43"/>
          </p15:clr>
        </p15:guide>
        <p15:guide id="42" orient="horz" pos="1872">
          <p15:clr>
            <a:srgbClr val="F26B43"/>
          </p15:clr>
        </p15:guide>
        <p15:guide id="43" orient="horz" pos="2123">
          <p15:clr>
            <a:srgbClr val="F26B43"/>
          </p15:clr>
        </p15:guide>
        <p15:guide id="44" orient="horz" pos="2195">
          <p15:clr>
            <a:srgbClr val="F26B43"/>
          </p15:clr>
        </p15:guide>
        <p15:guide id="45" orient="horz" pos="2447">
          <p15:clr>
            <a:srgbClr val="F26B43"/>
          </p15:clr>
        </p15:guide>
        <p15:guide id="46" orient="horz" pos="2519">
          <p15:clr>
            <a:srgbClr val="F26B43"/>
          </p15:clr>
        </p15:guide>
        <p15:guide id="47" orient="horz" pos="2771">
          <p15:clr>
            <a:srgbClr val="F26B43"/>
          </p15:clr>
        </p15:guide>
        <p15:guide id="48" orient="horz" pos="2843">
          <p15:clr>
            <a:srgbClr val="F26B43"/>
          </p15:clr>
        </p15:guide>
        <p15:guide id="49" orient="horz" pos="3095">
          <p15:clr>
            <a:srgbClr val="F26B43"/>
          </p15:clr>
        </p15:guide>
        <p15:guide id="50" orient="horz" pos="3167">
          <p15:clr>
            <a:srgbClr val="F26B43"/>
          </p15:clr>
        </p15:guide>
        <p15:guide id="51" orient="horz" pos="3417">
          <p15:clr>
            <a:srgbClr val="F26B43"/>
          </p15:clr>
        </p15:guide>
        <p15:guide id="52" orient="horz" pos="3489">
          <p15:clr>
            <a:srgbClr val="F26B43"/>
          </p15:clr>
        </p15:guide>
        <p15:guide id="53" orient="horz" pos="3741">
          <p15:clr>
            <a:srgbClr val="F26B43"/>
          </p15:clr>
        </p15:guide>
        <p15:guide id="54" orient="horz" pos="3813">
          <p15:clr>
            <a:srgbClr val="F26B43"/>
          </p15:clr>
        </p15:guide>
        <p15:guide id="55" orient="horz" pos="1548">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71.xml"/><Relationship Id="rId1" Type="http://schemas.openxmlformats.org/officeDocument/2006/relationships/customXml" Target="../../customXml/item59.xml"/><Relationship Id="rId5" Type="http://schemas.microsoft.com/office/2007/relationships/hdphoto" Target="../media/hdphoto1.wdp"/><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72.xml"/><Relationship Id="rId1" Type="http://schemas.openxmlformats.org/officeDocument/2006/relationships/customXml" Target="../../customXml/item58.xml"/><Relationship Id="rId5" Type="http://schemas.openxmlformats.org/officeDocument/2006/relationships/image" Target="../media/image5.sv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8.xml"/><Relationship Id="rId1" Type="http://schemas.openxmlformats.org/officeDocument/2006/relationships/customXml" Target="../../customXml/item4.xml"/></Relationships>
</file>

<file path=ppt/slides/_rels/slide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Layout" Target="../slideLayouts/slideLayout71.xml"/><Relationship Id="rId1" Type="http://schemas.openxmlformats.org/officeDocument/2006/relationships/customXml" Target="../../customXml/item9.xml"/><Relationship Id="rId5" Type="http://schemas.openxmlformats.org/officeDocument/2006/relationships/image" Target="../media/image8.sv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slideLayout" Target="../slideLayouts/slideLayout71.xml"/><Relationship Id="rId1" Type="http://schemas.openxmlformats.org/officeDocument/2006/relationships/customXml" Target="../../customXml/item68.xml"/><Relationship Id="rId4" Type="http://schemas.microsoft.com/office/2007/relationships/hdphoto" Target="../media/hdphoto2.wdp"/></Relationships>
</file>

<file path=ppt/slides/_rels/slide6.xml.rels><?xml version="1.0" encoding="UTF-8" standalone="yes"?>
<Relationships xmlns="http://schemas.openxmlformats.org/package/2006/relationships"><Relationship Id="rId8" Type="http://schemas.openxmlformats.org/officeDocument/2006/relationships/image" Target="../media/image15.sv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slideLayout" Target="../slideLayouts/slideLayout71.xml"/><Relationship Id="rId1" Type="http://schemas.openxmlformats.org/officeDocument/2006/relationships/customXml" Target="../../customXml/item49.xml"/><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11.sv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71.xml"/><Relationship Id="rId1" Type="http://schemas.openxmlformats.org/officeDocument/2006/relationships/customXml" Target="../../customXml/item2.xml"/><Relationship Id="rId5" Type="http://schemas.openxmlformats.org/officeDocument/2006/relationships/image" Target="../media/image17.svg"/><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8.xml"/><Relationship Id="rId1" Type="http://schemas.openxmlformats.org/officeDocument/2006/relationships/customXml" Target="../../customXml/item20.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63.xml"/><Relationship Id="rId1" Type="http://schemas.openxmlformats.org/officeDocument/2006/relationships/customXml" Target="../../customXml/item76.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0.xml"/><Relationship Id="rId1" Type="http://schemas.openxmlformats.org/officeDocument/2006/relationships/customXml" Target="../../customXml/item64.xml"/></Relationships>
</file>

<file path=ppt/slides/_rels/slide11.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notesSlide" Target="../notesSlides/notesSlide6.xml"/><Relationship Id="rId7" Type="http://schemas.openxmlformats.org/officeDocument/2006/relationships/diagramColors" Target="../diagrams/colors1.xml"/><Relationship Id="rId2" Type="http://schemas.openxmlformats.org/officeDocument/2006/relationships/slideLayout" Target="../slideLayouts/slideLayout60.xml"/><Relationship Id="rId1" Type="http://schemas.openxmlformats.org/officeDocument/2006/relationships/customXml" Target="../../customXml/item54.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7.xml"/><Relationship Id="rId1" Type="http://schemas.openxmlformats.org/officeDocument/2006/relationships/customXml" Target="../../customXml/item38.xml"/><Relationship Id="rId4" Type="http://schemas.openxmlformats.org/officeDocument/2006/relationships/image" Target="../media/image18.jpe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8.xml"/><Relationship Id="rId7" Type="http://schemas.openxmlformats.org/officeDocument/2006/relationships/image" Target="../media/image22.svg"/><Relationship Id="rId2" Type="http://schemas.openxmlformats.org/officeDocument/2006/relationships/slideLayout" Target="../slideLayouts/slideLayout7.xml"/><Relationship Id="rId1" Type="http://schemas.openxmlformats.org/officeDocument/2006/relationships/customXml" Target="../../customXml/item72.xml"/><Relationship Id="rId6" Type="http://schemas.openxmlformats.org/officeDocument/2006/relationships/image" Target="../media/image21.png"/><Relationship Id="rId5" Type="http://schemas.openxmlformats.org/officeDocument/2006/relationships/image" Target="../media/image20.svg"/><Relationship Id="rId4" Type="http://schemas.openxmlformats.org/officeDocument/2006/relationships/image" Target="../media/image19.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63.xml"/><Relationship Id="rId1" Type="http://schemas.openxmlformats.org/officeDocument/2006/relationships/customXml" Target="../../customXml/item29.xml"/></Relationships>
</file>

<file path=ppt/slides/_rels/slide15.xml.rels><?xml version="1.0" encoding="UTF-8" standalone="yes"?>
<Relationships xmlns="http://schemas.openxmlformats.org/package/2006/relationships"><Relationship Id="rId8" Type="http://schemas.openxmlformats.org/officeDocument/2006/relationships/image" Target="../media/image26.png"/><Relationship Id="rId13" Type="http://schemas.openxmlformats.org/officeDocument/2006/relationships/image" Target="../media/image31.svg"/><Relationship Id="rId3" Type="http://schemas.openxmlformats.org/officeDocument/2006/relationships/slideLayout" Target="../slideLayouts/slideLayout73.xml"/><Relationship Id="rId7" Type="http://schemas.openxmlformats.org/officeDocument/2006/relationships/image" Target="../media/image25.svg"/><Relationship Id="rId12" Type="http://schemas.openxmlformats.org/officeDocument/2006/relationships/image" Target="../media/image30.png"/><Relationship Id="rId2" Type="http://schemas.openxmlformats.org/officeDocument/2006/relationships/tags" Target="../tags/tag1.xml"/><Relationship Id="rId1" Type="http://schemas.openxmlformats.org/officeDocument/2006/relationships/customXml" Target="../../customXml/item8.xml"/><Relationship Id="rId6" Type="http://schemas.openxmlformats.org/officeDocument/2006/relationships/image" Target="../media/image24.png"/><Relationship Id="rId11" Type="http://schemas.openxmlformats.org/officeDocument/2006/relationships/image" Target="../media/image29.svg"/><Relationship Id="rId5" Type="http://schemas.openxmlformats.org/officeDocument/2006/relationships/image" Target="../media/image23.emf"/><Relationship Id="rId15" Type="http://schemas.openxmlformats.org/officeDocument/2006/relationships/image" Target="../media/image33.svg"/><Relationship Id="rId10" Type="http://schemas.openxmlformats.org/officeDocument/2006/relationships/image" Target="../media/image28.png"/><Relationship Id="rId4" Type="http://schemas.openxmlformats.org/officeDocument/2006/relationships/oleObject" Target="../embeddings/oleObject1.bin"/><Relationship Id="rId9" Type="http://schemas.openxmlformats.org/officeDocument/2006/relationships/image" Target="../media/image27.svg"/><Relationship Id="rId14" Type="http://schemas.openxmlformats.org/officeDocument/2006/relationships/image" Target="../media/image32.png"/></Relationships>
</file>

<file path=ppt/slides/_rels/slide16.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slideLayout" Target="../slideLayouts/slideLayout36.xml"/><Relationship Id="rId1" Type="http://schemas.openxmlformats.org/officeDocument/2006/relationships/customXml" Target="../../customXml/item82.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63.xml"/><Relationship Id="rId1" Type="http://schemas.openxmlformats.org/officeDocument/2006/relationships/customXml" Target="../../customXml/item60.xml"/></Relationships>
</file>

<file path=ppt/slides/_rels/slide18.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notesSlide" Target="../notesSlides/notesSlide9.xml"/><Relationship Id="rId7" Type="http://schemas.openxmlformats.org/officeDocument/2006/relationships/image" Target="../media/image38.svg"/><Relationship Id="rId2" Type="http://schemas.openxmlformats.org/officeDocument/2006/relationships/slideLayout" Target="../slideLayouts/slideLayout74.xml"/><Relationship Id="rId1" Type="http://schemas.openxmlformats.org/officeDocument/2006/relationships/customXml" Target="../../customXml/item79.xml"/><Relationship Id="rId6" Type="http://schemas.openxmlformats.org/officeDocument/2006/relationships/image" Target="../media/image37.png"/><Relationship Id="rId11" Type="http://schemas.openxmlformats.org/officeDocument/2006/relationships/image" Target="../media/image42.svg"/><Relationship Id="rId5" Type="http://schemas.openxmlformats.org/officeDocument/2006/relationships/image" Target="../media/image36.svg"/><Relationship Id="rId10" Type="http://schemas.openxmlformats.org/officeDocument/2006/relationships/image" Target="../media/image41.png"/><Relationship Id="rId4" Type="http://schemas.openxmlformats.org/officeDocument/2006/relationships/image" Target="../media/image35.png"/><Relationship Id="rId9" Type="http://schemas.openxmlformats.org/officeDocument/2006/relationships/image" Target="../media/image40.sv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63.xml"/><Relationship Id="rId1" Type="http://schemas.openxmlformats.org/officeDocument/2006/relationships/customXml" Target="../../customXml/item61.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63.xml"/><Relationship Id="rId1" Type="http://schemas.openxmlformats.org/officeDocument/2006/relationships/customXml" Target="../../customXml/item15.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63.xml"/><Relationship Id="rId1" Type="http://schemas.openxmlformats.org/officeDocument/2006/relationships/customXml" Target="../../customXml/item43.xml"/></Relationships>
</file>

<file path=ppt/slides/_rels/slide22.xml.rels><?xml version="1.0" encoding="UTF-8" standalone="yes"?>
<Relationships xmlns="http://schemas.openxmlformats.org/package/2006/relationships"><Relationship Id="rId8" Type="http://schemas.openxmlformats.org/officeDocument/2006/relationships/image" Target="../media/image47.png"/><Relationship Id="rId3" Type="http://schemas.openxmlformats.org/officeDocument/2006/relationships/notesSlide" Target="../notesSlides/notesSlide12.xml"/><Relationship Id="rId7" Type="http://schemas.openxmlformats.org/officeDocument/2006/relationships/image" Target="../media/image46.svg"/><Relationship Id="rId2" Type="http://schemas.openxmlformats.org/officeDocument/2006/relationships/slideLayout" Target="../slideLayouts/slideLayout63.xml"/><Relationship Id="rId1" Type="http://schemas.openxmlformats.org/officeDocument/2006/relationships/customXml" Target="../../customXml/item57.xml"/><Relationship Id="rId6" Type="http://schemas.openxmlformats.org/officeDocument/2006/relationships/image" Target="../media/image45.png"/><Relationship Id="rId5" Type="http://schemas.openxmlformats.org/officeDocument/2006/relationships/image" Target="../media/image44.svg"/><Relationship Id="rId4" Type="http://schemas.openxmlformats.org/officeDocument/2006/relationships/image" Target="../media/image43.png"/><Relationship Id="rId9" Type="http://schemas.openxmlformats.org/officeDocument/2006/relationships/image" Target="../media/image48.svg"/></Relationships>
</file>

<file path=ppt/slides/_rels/slide23.xml.rels><?xml version="1.0" encoding="UTF-8" standalone="yes"?>
<Relationships xmlns="http://schemas.openxmlformats.org/package/2006/relationships"><Relationship Id="rId8" Type="http://schemas.openxmlformats.org/officeDocument/2006/relationships/image" Target="../media/image53.png"/><Relationship Id="rId3" Type="http://schemas.openxmlformats.org/officeDocument/2006/relationships/notesSlide" Target="../notesSlides/notesSlide13.xml"/><Relationship Id="rId7" Type="http://schemas.openxmlformats.org/officeDocument/2006/relationships/image" Target="../media/image52.png"/><Relationship Id="rId2" Type="http://schemas.openxmlformats.org/officeDocument/2006/relationships/slideLayout" Target="../slideLayouts/slideLayout63.xml"/><Relationship Id="rId1" Type="http://schemas.openxmlformats.org/officeDocument/2006/relationships/customXml" Target="../../customXml/item51.xml"/><Relationship Id="rId6" Type="http://schemas.openxmlformats.org/officeDocument/2006/relationships/image" Target="../media/image51.png"/><Relationship Id="rId5" Type="http://schemas.openxmlformats.org/officeDocument/2006/relationships/image" Target="../media/image50.png"/><Relationship Id="rId10" Type="http://schemas.openxmlformats.org/officeDocument/2006/relationships/image" Target="../media/image55.png"/><Relationship Id="rId4" Type="http://schemas.openxmlformats.org/officeDocument/2006/relationships/image" Target="../media/image49.png"/><Relationship Id="rId9" Type="http://schemas.openxmlformats.org/officeDocument/2006/relationships/image" Target="../media/image54.png"/></Relationships>
</file>

<file path=ppt/slides/_rels/slide24.xml.rels><?xml version="1.0" encoding="UTF-8" standalone="yes"?>
<Relationships xmlns="http://schemas.openxmlformats.org/package/2006/relationships"><Relationship Id="rId8" Type="http://schemas.openxmlformats.org/officeDocument/2006/relationships/image" Target="../media/image60.png"/><Relationship Id="rId13" Type="http://schemas.openxmlformats.org/officeDocument/2006/relationships/image" Target="../media/image36.svg"/><Relationship Id="rId18" Type="http://schemas.openxmlformats.org/officeDocument/2006/relationships/image" Target="../media/image68.jpeg"/><Relationship Id="rId3" Type="http://schemas.openxmlformats.org/officeDocument/2006/relationships/notesSlide" Target="../notesSlides/notesSlide14.xml"/><Relationship Id="rId7" Type="http://schemas.openxmlformats.org/officeDocument/2006/relationships/image" Target="../media/image59.svg"/><Relationship Id="rId12" Type="http://schemas.openxmlformats.org/officeDocument/2006/relationships/image" Target="../media/image35.png"/><Relationship Id="rId17" Type="http://schemas.openxmlformats.org/officeDocument/2006/relationships/image" Target="../media/image67.svg"/><Relationship Id="rId2" Type="http://schemas.openxmlformats.org/officeDocument/2006/relationships/slideLayout" Target="../slideLayouts/slideLayout20.xml"/><Relationship Id="rId16" Type="http://schemas.openxmlformats.org/officeDocument/2006/relationships/image" Target="../media/image66.png"/><Relationship Id="rId1" Type="http://schemas.openxmlformats.org/officeDocument/2006/relationships/customXml" Target="../../customXml/item18.xml"/><Relationship Id="rId6" Type="http://schemas.openxmlformats.org/officeDocument/2006/relationships/image" Target="../media/image58.png"/><Relationship Id="rId11" Type="http://schemas.openxmlformats.org/officeDocument/2006/relationships/image" Target="../media/image63.svg"/><Relationship Id="rId5" Type="http://schemas.openxmlformats.org/officeDocument/2006/relationships/image" Target="../media/image57.svg"/><Relationship Id="rId15" Type="http://schemas.openxmlformats.org/officeDocument/2006/relationships/image" Target="../media/image65.svg"/><Relationship Id="rId10" Type="http://schemas.openxmlformats.org/officeDocument/2006/relationships/image" Target="../media/image62.png"/><Relationship Id="rId4" Type="http://schemas.openxmlformats.org/officeDocument/2006/relationships/image" Target="../media/image56.png"/><Relationship Id="rId9" Type="http://schemas.openxmlformats.org/officeDocument/2006/relationships/image" Target="../media/image61.svg"/><Relationship Id="rId14" Type="http://schemas.openxmlformats.org/officeDocument/2006/relationships/image" Target="../media/image64.pn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63.xml"/><Relationship Id="rId1" Type="http://schemas.openxmlformats.org/officeDocument/2006/relationships/customXml" Target="../../customXml/item73.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8.xml"/><Relationship Id="rId1" Type="http://schemas.openxmlformats.org/officeDocument/2006/relationships/customXml" Target="../../customXml/item14.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63.xml"/><Relationship Id="rId1" Type="http://schemas.openxmlformats.org/officeDocument/2006/relationships/customXml" Target="../../customXml/item69.xml"/></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73.xml"/><Relationship Id="rId2" Type="http://schemas.openxmlformats.org/officeDocument/2006/relationships/tags" Target="../tags/tag2.xml"/><Relationship Id="rId1" Type="http://schemas.openxmlformats.org/officeDocument/2006/relationships/customXml" Target="../../customXml/item50.xml"/><Relationship Id="rId6" Type="http://schemas.openxmlformats.org/officeDocument/2006/relationships/image" Target="../media/image69.jpeg"/><Relationship Id="rId5" Type="http://schemas.openxmlformats.org/officeDocument/2006/relationships/image" Target="../media/image23.emf"/><Relationship Id="rId4" Type="http://schemas.openxmlformats.org/officeDocument/2006/relationships/oleObject" Target="../embeddings/oleObject2.bin"/></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20.xml"/><Relationship Id="rId1" Type="http://schemas.openxmlformats.org/officeDocument/2006/relationships/customXml" Target="../../customXml/item3.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0.xml"/><Relationship Id="rId1" Type="http://schemas.openxmlformats.org/officeDocument/2006/relationships/customXml" Target="../../customXml/item45.xml"/></Relationships>
</file>

<file path=ppt/slides/_rels/slide31.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slideLayout" Target="../slideLayouts/slideLayout20.xml"/><Relationship Id="rId1" Type="http://schemas.openxmlformats.org/officeDocument/2006/relationships/customXml" Target="../../customXml/item13.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32.xml.rels><?xml version="1.0" encoding="UTF-8" standalone="yes"?>
<Relationships xmlns="http://schemas.openxmlformats.org/package/2006/relationships"><Relationship Id="rId8" Type="http://schemas.microsoft.com/office/2007/relationships/diagramDrawing" Target="../diagrams/drawing3.xml"/><Relationship Id="rId13" Type="http://schemas.openxmlformats.org/officeDocument/2006/relationships/image" Target="../media/image75.png"/><Relationship Id="rId3" Type="http://schemas.openxmlformats.org/officeDocument/2006/relationships/image" Target="../media/image70.jpeg"/><Relationship Id="rId7" Type="http://schemas.openxmlformats.org/officeDocument/2006/relationships/diagramColors" Target="../diagrams/colors3.xml"/><Relationship Id="rId12" Type="http://schemas.openxmlformats.org/officeDocument/2006/relationships/image" Target="../media/image74.svg"/><Relationship Id="rId2" Type="http://schemas.openxmlformats.org/officeDocument/2006/relationships/slideLayout" Target="../slideLayouts/slideLayout20.xml"/><Relationship Id="rId1" Type="http://schemas.openxmlformats.org/officeDocument/2006/relationships/customXml" Target="../../customXml/item84.xml"/><Relationship Id="rId6" Type="http://schemas.openxmlformats.org/officeDocument/2006/relationships/diagramQuickStyle" Target="../diagrams/quickStyle3.xml"/><Relationship Id="rId11" Type="http://schemas.openxmlformats.org/officeDocument/2006/relationships/image" Target="../media/image73.png"/><Relationship Id="rId5" Type="http://schemas.openxmlformats.org/officeDocument/2006/relationships/diagramLayout" Target="../diagrams/layout3.xml"/><Relationship Id="rId10" Type="http://schemas.openxmlformats.org/officeDocument/2006/relationships/image" Target="../media/image72.svg"/><Relationship Id="rId4" Type="http://schemas.openxmlformats.org/officeDocument/2006/relationships/diagramData" Target="../diagrams/data3.xml"/><Relationship Id="rId9" Type="http://schemas.openxmlformats.org/officeDocument/2006/relationships/image" Target="../media/image71.png"/><Relationship Id="rId14" Type="http://schemas.openxmlformats.org/officeDocument/2006/relationships/image" Target="../media/image76.svg"/></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63.xml"/><Relationship Id="rId1" Type="http://schemas.openxmlformats.org/officeDocument/2006/relationships/customXml" Target="../../customXml/item30.xml"/></Relationships>
</file>

<file path=ppt/slides/_rels/slide34.xml.rels><?xml version="1.0" encoding="UTF-8" standalone="yes"?>
<Relationships xmlns="http://schemas.openxmlformats.org/package/2006/relationships"><Relationship Id="rId3" Type="http://schemas.openxmlformats.org/officeDocument/2006/relationships/slideLayout" Target="../slideLayouts/slideLayout73.xml"/><Relationship Id="rId2" Type="http://schemas.openxmlformats.org/officeDocument/2006/relationships/tags" Target="../tags/tag3.xml"/><Relationship Id="rId1" Type="http://schemas.openxmlformats.org/officeDocument/2006/relationships/customXml" Target="../../customXml/item62.xml"/><Relationship Id="rId6" Type="http://schemas.openxmlformats.org/officeDocument/2006/relationships/image" Target="../media/image23.emf"/><Relationship Id="rId5" Type="http://schemas.openxmlformats.org/officeDocument/2006/relationships/oleObject" Target="../embeddings/oleObject3.bin"/><Relationship Id="rId4" Type="http://schemas.openxmlformats.org/officeDocument/2006/relationships/notesSlide" Target="../notesSlides/notesSlide18.xml"/></Relationships>
</file>

<file path=ppt/slides/_rels/slide35.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slideLayout" Target="../slideLayouts/slideLayout63.xml"/><Relationship Id="rId1" Type="http://schemas.openxmlformats.org/officeDocument/2006/relationships/customXml" Target="../../customXml/item55.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63.xml"/><Relationship Id="rId1" Type="http://schemas.openxmlformats.org/officeDocument/2006/relationships/customXml" Target="../../customXml/item44.xml"/></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63.xml"/><Relationship Id="rId1" Type="http://schemas.openxmlformats.org/officeDocument/2006/relationships/customXml" Target="../../customXml/item21.xml"/></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63.xml"/><Relationship Id="rId1" Type="http://schemas.openxmlformats.org/officeDocument/2006/relationships/customXml" Target="../../customXml/item66.xml"/></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8.xml"/><Relationship Id="rId1" Type="http://schemas.openxmlformats.org/officeDocument/2006/relationships/customXml" Target="../../customXml/item16.xml"/></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20.xml"/><Relationship Id="rId1" Type="http://schemas.openxmlformats.org/officeDocument/2006/relationships/customXml" Target="../../customXml/item17.xml"/></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20.xml"/><Relationship Id="rId1" Type="http://schemas.openxmlformats.org/officeDocument/2006/relationships/customXml" Target="../../customXml/item75.xml"/></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63.xml"/><Relationship Id="rId1" Type="http://schemas.openxmlformats.org/officeDocument/2006/relationships/customXml" Target="../../customXml/item10.xml"/></Relationships>
</file>

<file path=ppt/slides/_rels/slide43.xml.rels><?xml version="1.0" encoding="UTF-8" standalone="yes"?>
<Relationships xmlns="http://schemas.openxmlformats.org/package/2006/relationships"><Relationship Id="rId8" Type="http://schemas.microsoft.com/office/2007/relationships/diagramDrawing" Target="../diagrams/drawing5.xml"/><Relationship Id="rId13" Type="http://schemas.microsoft.com/office/2007/relationships/diagramDrawing" Target="../diagrams/drawing6.xml"/><Relationship Id="rId3" Type="http://schemas.openxmlformats.org/officeDocument/2006/relationships/notesSlide" Target="../notesSlides/notesSlide22.xml"/><Relationship Id="rId7" Type="http://schemas.openxmlformats.org/officeDocument/2006/relationships/diagramColors" Target="../diagrams/colors5.xml"/><Relationship Id="rId12" Type="http://schemas.openxmlformats.org/officeDocument/2006/relationships/diagramColors" Target="../diagrams/colors6.xml"/><Relationship Id="rId2" Type="http://schemas.openxmlformats.org/officeDocument/2006/relationships/slideLayout" Target="../slideLayouts/slideLayout38.xml"/><Relationship Id="rId1" Type="http://schemas.openxmlformats.org/officeDocument/2006/relationships/customXml" Target="../../customXml/item31.xml"/><Relationship Id="rId6" Type="http://schemas.openxmlformats.org/officeDocument/2006/relationships/diagramQuickStyle" Target="../diagrams/quickStyle5.xml"/><Relationship Id="rId11" Type="http://schemas.openxmlformats.org/officeDocument/2006/relationships/diagramQuickStyle" Target="../diagrams/quickStyle6.xml"/><Relationship Id="rId5" Type="http://schemas.openxmlformats.org/officeDocument/2006/relationships/diagramLayout" Target="../diagrams/layout5.xml"/><Relationship Id="rId10" Type="http://schemas.openxmlformats.org/officeDocument/2006/relationships/diagramLayout" Target="../diagrams/layout6.xml"/><Relationship Id="rId4" Type="http://schemas.openxmlformats.org/officeDocument/2006/relationships/diagramData" Target="../diagrams/data5.xml"/><Relationship Id="rId9" Type="http://schemas.openxmlformats.org/officeDocument/2006/relationships/diagramData" Target="../diagrams/data6.xml"/></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63.xml"/><Relationship Id="rId1" Type="http://schemas.openxmlformats.org/officeDocument/2006/relationships/customXml" Target="../../customXml/item25.xml"/></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63.xml"/><Relationship Id="rId1" Type="http://schemas.openxmlformats.org/officeDocument/2006/relationships/customXml" Target="../../customXml/item48.xml"/><Relationship Id="rId4" Type="http://schemas.openxmlformats.org/officeDocument/2006/relationships/image" Target="../media/image77.jpeg"/></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63.xml"/><Relationship Id="rId1" Type="http://schemas.openxmlformats.org/officeDocument/2006/relationships/customXml" Target="../../customXml/item24.xml"/><Relationship Id="rId4" Type="http://schemas.openxmlformats.org/officeDocument/2006/relationships/image" Target="../media/image78.png"/></Relationships>
</file>

<file path=ppt/slides/_rels/slide47.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slideLayout" Target="../slideLayouts/slideLayout63.xml"/><Relationship Id="rId1" Type="http://schemas.openxmlformats.org/officeDocument/2006/relationships/customXml" Target="../../customXml/item46.xml"/><Relationship Id="rId4" Type="http://schemas.microsoft.com/office/2007/relationships/hdphoto" Target="../media/hdphoto3.wdp"/></Relationships>
</file>

<file path=ppt/slides/_rels/slide48.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slideLayout" Target="../slideLayouts/slideLayout3.xml"/><Relationship Id="rId1" Type="http://schemas.openxmlformats.org/officeDocument/2006/relationships/customXml" Target="../../customXml/item27.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3.xml"/><Relationship Id="rId1" Type="http://schemas.openxmlformats.org/officeDocument/2006/relationships/customXml" Target="../../customXml/item80.xml"/></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3.xml"/><Relationship Id="rId1" Type="http://schemas.openxmlformats.org/officeDocument/2006/relationships/customXml" Target="../../customXml/item1.xml"/></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65.xml"/><Relationship Id="rId1" Type="http://schemas.openxmlformats.org/officeDocument/2006/relationships/customXml" Target="../../customXml/item3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1F7DE7-CA73-8BF6-7E64-8FE989E9282B}"/>
            </a:ext>
          </a:extLst>
        </p:cNvPr>
        <p:cNvGrpSpPr/>
        <p:nvPr/>
      </p:nvGrpSpPr>
      <p:grpSpPr>
        <a:xfrm>
          <a:off x="0" y="0"/>
          <a:ext cx="0" cy="0"/>
          <a:chOff x="0" y="0"/>
          <a:chExt cx="0" cy="0"/>
        </a:xfrm>
      </p:grpSpPr>
      <p:pic>
        <p:nvPicPr>
          <p:cNvPr id="27" name="Picture 26" descr="Spreadsheet and calculator">
            <a:extLst>
              <a:ext uri="{FF2B5EF4-FFF2-40B4-BE49-F238E27FC236}">
                <a16:creationId xmlns:a16="http://schemas.microsoft.com/office/drawing/2014/main" id="{61950481-51BE-901A-E50C-4746549766C7}"/>
              </a:ext>
            </a:extLst>
          </p:cNvPr>
          <p:cNvPicPr>
            <a:picLocks noChangeAspect="1"/>
          </p:cNvPicPr>
          <p:nvPr/>
        </p:nvPicPr>
        <p:blipFill>
          <a:blip r:embed="rId4">
            <a:extLst>
              <a:ext uri="{BEBA8EAE-BF5A-486C-A8C5-ECC9F3942E4B}">
                <a14:imgProps xmlns:a14="http://schemas.microsoft.com/office/drawing/2010/main">
                  <a14:imgLayer r:embed="rId5">
                    <a14:imgEffect>
                      <a14:brightnessContrast bright="-20000" contrast="-20000"/>
                    </a14:imgEffect>
                  </a14:imgLayer>
                </a14:imgProps>
              </a:ext>
              <a:ext uri="{28A0092B-C50C-407E-A947-70E740481C1C}">
                <a14:useLocalDpi xmlns:a14="http://schemas.microsoft.com/office/drawing/2010/main" val="0"/>
              </a:ext>
            </a:extLst>
          </a:blip>
          <a:srcRect b="15625"/>
          <a:stretch>
            <a:fillRect/>
          </a:stretch>
        </p:blipFill>
        <p:spPr>
          <a:xfrm>
            <a:off x="-2" y="0"/>
            <a:ext cx="12192000" cy="6858000"/>
          </a:xfrm>
          <a:prstGeom prst="rect">
            <a:avLst/>
          </a:prstGeom>
        </p:spPr>
      </p:pic>
      <p:sp>
        <p:nvSpPr>
          <p:cNvPr id="6" name="Rectangle 5">
            <a:extLst>
              <a:ext uri="{FF2B5EF4-FFF2-40B4-BE49-F238E27FC236}">
                <a16:creationId xmlns:a16="http://schemas.microsoft.com/office/drawing/2014/main" id="{C93536F2-5366-72C8-39A4-C7380F1CB0E4}"/>
              </a:ext>
            </a:extLst>
          </p:cNvPr>
          <p:cNvSpPr/>
          <p:nvPr/>
        </p:nvSpPr>
        <p:spPr>
          <a:xfrm>
            <a:off x="0" y="4026317"/>
            <a:ext cx="8282763" cy="992255"/>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200" b="1">
                <a:latin typeface="+mj-lt"/>
              </a:rPr>
              <a:t>Board Oversight - Finance, Risk and Regulatory </a:t>
            </a:r>
          </a:p>
        </p:txBody>
      </p:sp>
      <p:sp>
        <p:nvSpPr>
          <p:cNvPr id="16" name="Rectangle 15">
            <a:extLst>
              <a:ext uri="{FF2B5EF4-FFF2-40B4-BE49-F238E27FC236}">
                <a16:creationId xmlns:a16="http://schemas.microsoft.com/office/drawing/2014/main" id="{0AB46F8C-5F8E-399E-A694-9B99AFCF4192}"/>
              </a:ext>
            </a:extLst>
          </p:cNvPr>
          <p:cNvSpPr/>
          <p:nvPr/>
        </p:nvSpPr>
        <p:spPr>
          <a:xfrm rot="16200000">
            <a:off x="4072271" y="-120381"/>
            <a:ext cx="74428" cy="821897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Rectangle 16">
            <a:extLst>
              <a:ext uri="{FF2B5EF4-FFF2-40B4-BE49-F238E27FC236}">
                <a16:creationId xmlns:a16="http://schemas.microsoft.com/office/drawing/2014/main" id="{EFBDBCCE-A1EB-BA6E-408B-EB617FC11E5A}"/>
              </a:ext>
            </a:extLst>
          </p:cNvPr>
          <p:cNvSpPr/>
          <p:nvPr/>
        </p:nvSpPr>
        <p:spPr>
          <a:xfrm rot="16200000">
            <a:off x="4072269" y="946301"/>
            <a:ext cx="74428" cy="821897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 name="Rectangle 27">
            <a:extLst>
              <a:ext uri="{FF2B5EF4-FFF2-40B4-BE49-F238E27FC236}">
                <a16:creationId xmlns:a16="http://schemas.microsoft.com/office/drawing/2014/main" id="{F3902E9C-F4B8-041A-A959-3DF9091528E5}"/>
              </a:ext>
            </a:extLst>
          </p:cNvPr>
          <p:cNvSpPr/>
          <p:nvPr/>
        </p:nvSpPr>
        <p:spPr>
          <a:xfrm>
            <a:off x="8205263" y="3962818"/>
            <a:ext cx="77500" cy="113018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custDataLst>
      <p:custData r:id="rId1"/>
    </p:custDataLst>
    <p:extLst>
      <p:ext uri="{BB962C8B-B14F-4D97-AF65-F5344CB8AC3E}">
        <p14:creationId xmlns:p14="http://schemas.microsoft.com/office/powerpoint/2010/main" val="33269350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4EA525-6C73-455E-30D6-CD891B6112EE}"/>
            </a:ext>
          </a:extLst>
        </p:cNvPr>
        <p:cNvGrpSpPr/>
        <p:nvPr/>
      </p:nvGrpSpPr>
      <p:grpSpPr>
        <a:xfrm>
          <a:off x="0" y="0"/>
          <a:ext cx="0" cy="0"/>
          <a:chOff x="0" y="0"/>
          <a:chExt cx="0" cy="0"/>
        </a:xfrm>
      </p:grpSpPr>
      <p:cxnSp>
        <p:nvCxnSpPr>
          <p:cNvPr id="67" name="Straight Connector 66">
            <a:extLst>
              <a:ext uri="{FF2B5EF4-FFF2-40B4-BE49-F238E27FC236}">
                <a16:creationId xmlns:a16="http://schemas.microsoft.com/office/drawing/2014/main" id="{BA8E8394-3133-6310-E796-13F1CD4163FD}"/>
              </a:ext>
            </a:extLst>
          </p:cNvPr>
          <p:cNvCxnSpPr>
            <a:cxnSpLocks/>
          </p:cNvCxnSpPr>
          <p:nvPr/>
        </p:nvCxnSpPr>
        <p:spPr>
          <a:xfrm>
            <a:off x="5045231" y="4420716"/>
            <a:ext cx="0" cy="370987"/>
          </a:xfrm>
          <a:prstGeom prst="line">
            <a:avLst/>
          </a:prstGeom>
          <a:ln/>
        </p:spPr>
        <p:style>
          <a:lnRef idx="1">
            <a:schemeClr val="accent5"/>
          </a:lnRef>
          <a:fillRef idx="0">
            <a:schemeClr val="accent5"/>
          </a:fillRef>
          <a:effectRef idx="0">
            <a:schemeClr val="accent5"/>
          </a:effectRef>
          <a:fontRef idx="minor">
            <a:schemeClr val="tx1"/>
          </a:fontRef>
        </p:style>
      </p:cxnSp>
      <p:cxnSp>
        <p:nvCxnSpPr>
          <p:cNvPr id="76" name="Straight Connector 75">
            <a:extLst>
              <a:ext uri="{FF2B5EF4-FFF2-40B4-BE49-F238E27FC236}">
                <a16:creationId xmlns:a16="http://schemas.microsoft.com/office/drawing/2014/main" id="{504490EF-4AD3-A852-6674-4A41D3FAF763}"/>
              </a:ext>
            </a:extLst>
          </p:cNvPr>
          <p:cNvCxnSpPr>
            <a:cxnSpLocks/>
          </p:cNvCxnSpPr>
          <p:nvPr/>
        </p:nvCxnSpPr>
        <p:spPr>
          <a:xfrm>
            <a:off x="5015504" y="2183756"/>
            <a:ext cx="0" cy="370987"/>
          </a:xfrm>
          <a:prstGeom prst="line">
            <a:avLst/>
          </a:prstGeom>
          <a:ln/>
        </p:spPr>
        <p:style>
          <a:lnRef idx="1">
            <a:schemeClr val="accent5"/>
          </a:lnRef>
          <a:fillRef idx="0">
            <a:schemeClr val="accent5"/>
          </a:fillRef>
          <a:effectRef idx="0">
            <a:schemeClr val="accent5"/>
          </a:effectRef>
          <a:fontRef idx="minor">
            <a:schemeClr val="tx1"/>
          </a:fontRef>
        </p:style>
      </p:cxnSp>
      <p:cxnSp>
        <p:nvCxnSpPr>
          <p:cNvPr id="69" name="Straight Connector 68">
            <a:extLst>
              <a:ext uri="{FF2B5EF4-FFF2-40B4-BE49-F238E27FC236}">
                <a16:creationId xmlns:a16="http://schemas.microsoft.com/office/drawing/2014/main" id="{7FAE8B29-72BF-9204-7B05-AB37AFC6E6EA}"/>
              </a:ext>
            </a:extLst>
          </p:cNvPr>
          <p:cNvCxnSpPr>
            <a:cxnSpLocks/>
          </p:cNvCxnSpPr>
          <p:nvPr/>
        </p:nvCxnSpPr>
        <p:spPr>
          <a:xfrm flipV="1">
            <a:off x="3491734" y="5191364"/>
            <a:ext cx="8686800" cy="0"/>
          </a:xfrm>
          <a:prstGeom prst="line">
            <a:avLst/>
          </a:prstGeom>
          <a:ln w="19050" cap="flat" cmpd="sng" algn="ctr">
            <a:solidFill>
              <a:schemeClr val="tx1">
                <a:lumMod val="75000"/>
                <a:lumOff val="25000"/>
              </a:schemeClr>
            </a:solidFill>
            <a:prstDash val="sysDot"/>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48" name="Straight Connector 47">
            <a:extLst>
              <a:ext uri="{FF2B5EF4-FFF2-40B4-BE49-F238E27FC236}">
                <a16:creationId xmlns:a16="http://schemas.microsoft.com/office/drawing/2014/main" id="{86A13A37-C3A7-70AF-4117-F47652E2FD19}"/>
              </a:ext>
            </a:extLst>
          </p:cNvPr>
          <p:cNvCxnSpPr>
            <a:cxnSpLocks/>
          </p:cNvCxnSpPr>
          <p:nvPr/>
        </p:nvCxnSpPr>
        <p:spPr>
          <a:xfrm flipH="1">
            <a:off x="3749739" y="1446805"/>
            <a:ext cx="18302" cy="2788920"/>
          </a:xfrm>
          <a:prstGeom prst="line">
            <a:avLst/>
          </a:prstGeom>
          <a:ln/>
        </p:spPr>
        <p:style>
          <a:lnRef idx="2">
            <a:schemeClr val="accent1"/>
          </a:lnRef>
          <a:fillRef idx="0">
            <a:schemeClr val="accent1"/>
          </a:fillRef>
          <a:effectRef idx="1">
            <a:schemeClr val="accent1"/>
          </a:effectRef>
          <a:fontRef idx="minor">
            <a:schemeClr val="tx1"/>
          </a:fontRef>
        </p:style>
      </p:cxnSp>
      <p:cxnSp>
        <p:nvCxnSpPr>
          <p:cNvPr id="49" name="Straight Connector 48">
            <a:extLst>
              <a:ext uri="{FF2B5EF4-FFF2-40B4-BE49-F238E27FC236}">
                <a16:creationId xmlns:a16="http://schemas.microsoft.com/office/drawing/2014/main" id="{E911CE54-AF96-92AA-CBBE-ABC29BC5E034}"/>
              </a:ext>
            </a:extLst>
          </p:cNvPr>
          <p:cNvCxnSpPr>
            <a:cxnSpLocks/>
          </p:cNvCxnSpPr>
          <p:nvPr/>
        </p:nvCxnSpPr>
        <p:spPr>
          <a:xfrm>
            <a:off x="3763926" y="1989064"/>
            <a:ext cx="265815" cy="0"/>
          </a:xfrm>
          <a:prstGeom prst="line">
            <a:avLst/>
          </a:prstGeom>
          <a:ln/>
        </p:spPr>
        <p:style>
          <a:lnRef idx="2">
            <a:schemeClr val="accent1"/>
          </a:lnRef>
          <a:fillRef idx="0">
            <a:schemeClr val="accent1"/>
          </a:fillRef>
          <a:effectRef idx="1">
            <a:schemeClr val="accent1"/>
          </a:effectRef>
          <a:fontRef idx="minor">
            <a:schemeClr val="tx1"/>
          </a:fontRef>
        </p:style>
      </p:cxnSp>
      <p:cxnSp>
        <p:nvCxnSpPr>
          <p:cNvPr id="52" name="Straight Connector 51">
            <a:extLst>
              <a:ext uri="{FF2B5EF4-FFF2-40B4-BE49-F238E27FC236}">
                <a16:creationId xmlns:a16="http://schemas.microsoft.com/office/drawing/2014/main" id="{C12A4A34-D1BC-45C3-DD23-16500788F278}"/>
              </a:ext>
            </a:extLst>
          </p:cNvPr>
          <p:cNvCxnSpPr>
            <a:cxnSpLocks/>
          </p:cNvCxnSpPr>
          <p:nvPr/>
        </p:nvCxnSpPr>
        <p:spPr>
          <a:xfrm>
            <a:off x="3774559" y="3172177"/>
            <a:ext cx="265815" cy="0"/>
          </a:xfrm>
          <a:prstGeom prst="line">
            <a:avLst/>
          </a:prstGeom>
          <a:ln/>
        </p:spPr>
        <p:style>
          <a:lnRef idx="2">
            <a:schemeClr val="accent1"/>
          </a:lnRef>
          <a:fillRef idx="0">
            <a:schemeClr val="accent1"/>
          </a:fillRef>
          <a:effectRef idx="1">
            <a:schemeClr val="accent1"/>
          </a:effectRef>
          <a:fontRef idx="minor">
            <a:schemeClr val="tx1"/>
          </a:fontRef>
        </p:style>
      </p:cxnSp>
      <p:cxnSp>
        <p:nvCxnSpPr>
          <p:cNvPr id="53" name="Straight Connector 52">
            <a:extLst>
              <a:ext uri="{FF2B5EF4-FFF2-40B4-BE49-F238E27FC236}">
                <a16:creationId xmlns:a16="http://schemas.microsoft.com/office/drawing/2014/main" id="{B2227EFF-23BC-7221-70CB-8D2F511F9C25}"/>
              </a:ext>
            </a:extLst>
          </p:cNvPr>
          <p:cNvCxnSpPr>
            <a:cxnSpLocks/>
          </p:cNvCxnSpPr>
          <p:nvPr/>
        </p:nvCxnSpPr>
        <p:spPr>
          <a:xfrm>
            <a:off x="3749739" y="4228988"/>
            <a:ext cx="265815" cy="0"/>
          </a:xfrm>
          <a:prstGeom prst="line">
            <a:avLst/>
          </a:prstGeom>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5CDA9FEA-D2F6-0447-42EE-C157225FEDE3}"/>
              </a:ext>
            </a:extLst>
          </p:cNvPr>
          <p:cNvCxnSpPr>
            <a:cxnSpLocks/>
          </p:cNvCxnSpPr>
          <p:nvPr/>
        </p:nvCxnSpPr>
        <p:spPr>
          <a:xfrm>
            <a:off x="5885243" y="1982820"/>
            <a:ext cx="261365" cy="1"/>
          </a:xfrm>
          <a:prstGeom prst="line">
            <a:avLst/>
          </a:prstGeom>
          <a:ln/>
        </p:spPr>
        <p:style>
          <a:lnRef idx="1">
            <a:schemeClr val="accent5"/>
          </a:lnRef>
          <a:fillRef idx="0">
            <a:schemeClr val="accent5"/>
          </a:fillRef>
          <a:effectRef idx="0">
            <a:schemeClr val="accent5"/>
          </a:effectRef>
          <a:fontRef idx="minor">
            <a:schemeClr val="tx1"/>
          </a:fontRef>
        </p:style>
      </p:cxnSp>
      <p:cxnSp>
        <p:nvCxnSpPr>
          <p:cNvPr id="21" name="Straight Connector 20">
            <a:extLst>
              <a:ext uri="{FF2B5EF4-FFF2-40B4-BE49-F238E27FC236}">
                <a16:creationId xmlns:a16="http://schemas.microsoft.com/office/drawing/2014/main" id="{D4277212-9069-C449-8087-4F99623AE6C5}"/>
              </a:ext>
            </a:extLst>
          </p:cNvPr>
          <p:cNvCxnSpPr>
            <a:cxnSpLocks/>
          </p:cNvCxnSpPr>
          <p:nvPr/>
        </p:nvCxnSpPr>
        <p:spPr>
          <a:xfrm>
            <a:off x="5863977" y="1225354"/>
            <a:ext cx="261366" cy="1"/>
          </a:xfrm>
          <a:prstGeom prst="line">
            <a:avLst/>
          </a:prstGeom>
          <a:ln/>
        </p:spPr>
        <p:style>
          <a:lnRef idx="1">
            <a:schemeClr val="accent5"/>
          </a:lnRef>
          <a:fillRef idx="0">
            <a:schemeClr val="accent5"/>
          </a:fillRef>
          <a:effectRef idx="0">
            <a:schemeClr val="accent5"/>
          </a:effectRef>
          <a:fontRef idx="minor">
            <a:schemeClr val="tx1"/>
          </a:fontRef>
        </p:style>
      </p:cxnSp>
      <p:cxnSp>
        <p:nvCxnSpPr>
          <p:cNvPr id="22" name="Straight Connector 21">
            <a:extLst>
              <a:ext uri="{FF2B5EF4-FFF2-40B4-BE49-F238E27FC236}">
                <a16:creationId xmlns:a16="http://schemas.microsoft.com/office/drawing/2014/main" id="{68EF2673-A1BA-622F-2508-70135E75E588}"/>
              </a:ext>
            </a:extLst>
          </p:cNvPr>
          <p:cNvCxnSpPr>
            <a:cxnSpLocks/>
          </p:cNvCxnSpPr>
          <p:nvPr/>
        </p:nvCxnSpPr>
        <p:spPr>
          <a:xfrm>
            <a:off x="5936206" y="3197469"/>
            <a:ext cx="261366" cy="1"/>
          </a:xfrm>
          <a:prstGeom prst="line">
            <a:avLst/>
          </a:prstGeom>
          <a:ln/>
        </p:spPr>
        <p:style>
          <a:lnRef idx="1">
            <a:schemeClr val="accent5"/>
          </a:lnRef>
          <a:fillRef idx="0">
            <a:schemeClr val="accent5"/>
          </a:fillRef>
          <a:effectRef idx="0">
            <a:schemeClr val="accent5"/>
          </a:effectRef>
          <a:fontRef idx="minor">
            <a:schemeClr val="tx1"/>
          </a:fontRef>
        </p:style>
      </p:cxnSp>
      <p:cxnSp>
        <p:nvCxnSpPr>
          <p:cNvPr id="41" name="Straight Connector 40">
            <a:extLst>
              <a:ext uri="{FF2B5EF4-FFF2-40B4-BE49-F238E27FC236}">
                <a16:creationId xmlns:a16="http://schemas.microsoft.com/office/drawing/2014/main" id="{F29A3E58-A7B4-BE60-1059-5BED57C60E4C}"/>
              </a:ext>
            </a:extLst>
          </p:cNvPr>
          <p:cNvCxnSpPr>
            <a:cxnSpLocks/>
          </p:cNvCxnSpPr>
          <p:nvPr/>
        </p:nvCxnSpPr>
        <p:spPr>
          <a:xfrm>
            <a:off x="5915216" y="4216620"/>
            <a:ext cx="261366" cy="1"/>
          </a:xfrm>
          <a:prstGeom prst="line">
            <a:avLst/>
          </a:prstGeom>
          <a:ln/>
        </p:spPr>
        <p:style>
          <a:lnRef idx="1">
            <a:schemeClr val="accent5"/>
          </a:lnRef>
          <a:fillRef idx="0">
            <a:schemeClr val="accent5"/>
          </a:fillRef>
          <a:effectRef idx="0">
            <a:schemeClr val="accent5"/>
          </a:effectRef>
          <a:fontRef idx="minor">
            <a:schemeClr val="tx1"/>
          </a:fontRef>
        </p:style>
      </p:cxnSp>
      <p:cxnSp>
        <p:nvCxnSpPr>
          <p:cNvPr id="56" name="Straight Connector 55">
            <a:extLst>
              <a:ext uri="{FF2B5EF4-FFF2-40B4-BE49-F238E27FC236}">
                <a16:creationId xmlns:a16="http://schemas.microsoft.com/office/drawing/2014/main" id="{1BE0389C-E069-662D-6CD5-5E23C9403912}"/>
              </a:ext>
            </a:extLst>
          </p:cNvPr>
          <p:cNvCxnSpPr>
            <a:cxnSpLocks/>
          </p:cNvCxnSpPr>
          <p:nvPr/>
        </p:nvCxnSpPr>
        <p:spPr>
          <a:xfrm>
            <a:off x="5844325" y="5868218"/>
            <a:ext cx="261366" cy="1"/>
          </a:xfrm>
          <a:prstGeom prst="line">
            <a:avLst/>
          </a:prstGeom>
          <a:ln/>
        </p:spPr>
        <p:style>
          <a:lnRef idx="1">
            <a:schemeClr val="accent5"/>
          </a:lnRef>
          <a:fillRef idx="0">
            <a:schemeClr val="accent5"/>
          </a:fillRef>
          <a:effectRef idx="0">
            <a:schemeClr val="accent5"/>
          </a:effectRef>
          <a:fontRef idx="minor">
            <a:schemeClr val="tx1"/>
          </a:fontRef>
        </p:style>
      </p:cxnSp>
      <p:sp>
        <p:nvSpPr>
          <p:cNvPr id="4" name="Rectangle 3">
            <a:extLst>
              <a:ext uri="{FF2B5EF4-FFF2-40B4-BE49-F238E27FC236}">
                <a16:creationId xmlns:a16="http://schemas.microsoft.com/office/drawing/2014/main" id="{B873B2CD-92BB-25B6-2047-DFA438009D25}"/>
              </a:ext>
            </a:extLst>
          </p:cNvPr>
          <p:cNvSpPr/>
          <p:nvPr/>
        </p:nvSpPr>
        <p:spPr>
          <a:xfrm>
            <a:off x="-8563" y="0"/>
            <a:ext cx="3541350" cy="6858000"/>
          </a:xfrm>
          <a:prstGeom prst="rect">
            <a:avLst/>
          </a:prstGeom>
          <a:solidFill>
            <a:schemeClr val="accent1">
              <a:lumMod val="20000"/>
              <a:lumOff val="8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r>
              <a:rPr lang="en-US" sz="2400" b="1">
                <a:solidFill>
                  <a:schemeClr val="tx1"/>
                </a:solidFill>
                <a:latin typeface="+mj-lt"/>
              </a:rPr>
              <a:t>What will we learn today?</a:t>
            </a:r>
            <a:endParaRPr lang="en-GB" sz="2400" b="1">
              <a:solidFill>
                <a:schemeClr val="tx1"/>
              </a:solidFill>
              <a:latin typeface="+mj-lt"/>
            </a:endParaRPr>
          </a:p>
        </p:txBody>
      </p:sp>
      <p:sp>
        <p:nvSpPr>
          <p:cNvPr id="3" name="Rectangle 2">
            <a:extLst>
              <a:ext uri="{FF2B5EF4-FFF2-40B4-BE49-F238E27FC236}">
                <a16:creationId xmlns:a16="http://schemas.microsoft.com/office/drawing/2014/main" id="{2E56E603-612D-D823-4155-A1616E45A332}"/>
              </a:ext>
            </a:extLst>
          </p:cNvPr>
          <p:cNvSpPr/>
          <p:nvPr/>
        </p:nvSpPr>
        <p:spPr>
          <a:xfrm>
            <a:off x="6130944" y="885691"/>
            <a:ext cx="5841318" cy="578073"/>
          </a:xfrm>
          <a:prstGeom prst="rect">
            <a:avLst/>
          </a:prstGeom>
          <a:ln>
            <a:solidFill>
              <a:schemeClr val="bg1"/>
            </a:solidFill>
          </a:ln>
        </p:spPr>
        <p:style>
          <a:lnRef idx="2">
            <a:schemeClr val="accent4"/>
          </a:lnRef>
          <a:fillRef idx="1">
            <a:schemeClr val="lt1"/>
          </a:fillRef>
          <a:effectRef idx="0">
            <a:schemeClr val="accent4"/>
          </a:effectRef>
          <a:fontRef idx="minor">
            <a:schemeClr val="dk1"/>
          </a:fontRef>
        </p:style>
        <p:txBody>
          <a:bodyPr rtlCol="0" anchor="ctr"/>
          <a:lstStyle/>
          <a:p>
            <a:pPr lvl="0" eaLnBrk="0" fontAlgn="base" hangingPunct="0">
              <a:lnSpc>
                <a:spcPct val="125000"/>
              </a:lnSpc>
              <a:spcBef>
                <a:spcPct val="0"/>
              </a:spcBef>
              <a:spcAft>
                <a:spcPct val="0"/>
              </a:spcAft>
            </a:pPr>
            <a:r>
              <a:rPr lang="en-US" sz="1300"/>
              <a:t>Understanding the concept of board oversight and its </a:t>
            </a:r>
            <a:r>
              <a:rPr lang="en-US" sz="1300" b="1"/>
              <a:t>key pillars.</a:t>
            </a:r>
            <a:endParaRPr lang="en-US" altLang="en-US" sz="1300">
              <a:cs typeface="Arial" panose="020B0604020202020204" pitchFamily="34" charset="0"/>
            </a:endParaRPr>
          </a:p>
        </p:txBody>
      </p:sp>
      <p:sp>
        <p:nvSpPr>
          <p:cNvPr id="6" name="Rectangle 5">
            <a:extLst>
              <a:ext uri="{FF2B5EF4-FFF2-40B4-BE49-F238E27FC236}">
                <a16:creationId xmlns:a16="http://schemas.microsoft.com/office/drawing/2014/main" id="{A91ABF37-A106-F68C-39A6-ABE54F5E9C9F}"/>
              </a:ext>
            </a:extLst>
          </p:cNvPr>
          <p:cNvSpPr/>
          <p:nvPr/>
        </p:nvSpPr>
        <p:spPr>
          <a:xfrm>
            <a:off x="3541350" y="257931"/>
            <a:ext cx="8650650" cy="464805"/>
          </a:xfrm>
          <a:prstGeom prst="rect">
            <a:avLst/>
          </a:prstGeom>
          <a:solidFill>
            <a:schemeClr val="accent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600" b="1">
                <a:solidFill>
                  <a:schemeClr val="bg1"/>
                </a:solidFill>
              </a:rPr>
              <a:t>Board Oversight </a:t>
            </a:r>
            <a:r>
              <a:rPr lang="en-GB" sz="1600" b="1"/>
              <a:t>- Finance, Risk and Regulatory </a:t>
            </a:r>
            <a:endParaRPr lang="en-GB" sz="1600" b="1">
              <a:solidFill>
                <a:schemeClr val="bg1"/>
              </a:solidFill>
            </a:endParaRPr>
          </a:p>
        </p:txBody>
      </p:sp>
      <p:sp>
        <p:nvSpPr>
          <p:cNvPr id="30" name="Rectangle 29">
            <a:extLst>
              <a:ext uri="{FF2B5EF4-FFF2-40B4-BE49-F238E27FC236}">
                <a16:creationId xmlns:a16="http://schemas.microsoft.com/office/drawing/2014/main" id="{FCB191FA-C163-03F6-71DB-1B50FACDB31B}"/>
              </a:ext>
            </a:extLst>
          </p:cNvPr>
          <p:cNvSpPr/>
          <p:nvPr/>
        </p:nvSpPr>
        <p:spPr>
          <a:xfrm>
            <a:off x="6146608" y="1673367"/>
            <a:ext cx="5825654" cy="533843"/>
          </a:xfrm>
          <a:prstGeom prst="rect">
            <a:avLst/>
          </a:prstGeom>
          <a:ln>
            <a:solidFill>
              <a:schemeClr val="bg1"/>
            </a:solidFill>
          </a:ln>
        </p:spPr>
        <p:style>
          <a:lnRef idx="2">
            <a:schemeClr val="accent4"/>
          </a:lnRef>
          <a:fillRef idx="1">
            <a:schemeClr val="lt1"/>
          </a:fillRef>
          <a:effectRef idx="0">
            <a:schemeClr val="accent4"/>
          </a:effectRef>
          <a:fontRef idx="minor">
            <a:schemeClr val="dk1"/>
          </a:fontRef>
        </p:style>
        <p:txBody>
          <a:bodyPr rtlCol="0" anchor="ctr"/>
          <a:lstStyle/>
          <a:p>
            <a:pPr lvl="0" eaLnBrk="0" fontAlgn="base" hangingPunct="0">
              <a:lnSpc>
                <a:spcPct val="125000"/>
              </a:lnSpc>
              <a:spcBef>
                <a:spcPct val="0"/>
              </a:spcBef>
              <a:spcAft>
                <a:spcPct val="0"/>
              </a:spcAft>
            </a:pPr>
            <a:r>
              <a:rPr lang="en-US" sz="1300"/>
              <a:t>Learning </a:t>
            </a:r>
            <a:r>
              <a:rPr lang="en-US" sz="1300" b="1"/>
              <a:t>financial</a:t>
            </a:r>
            <a:r>
              <a:rPr lang="en-US" sz="1300"/>
              <a:t> reporting, related-party transactions, loans and record-keeping practices.</a:t>
            </a:r>
            <a:endParaRPr lang="en-US" altLang="en-US" sz="1300"/>
          </a:p>
        </p:txBody>
      </p:sp>
      <p:sp>
        <p:nvSpPr>
          <p:cNvPr id="7" name="Rectangle 6">
            <a:extLst>
              <a:ext uri="{FF2B5EF4-FFF2-40B4-BE49-F238E27FC236}">
                <a16:creationId xmlns:a16="http://schemas.microsoft.com/office/drawing/2014/main" id="{50B05D80-E467-4238-8152-626516939ED8}"/>
              </a:ext>
            </a:extLst>
          </p:cNvPr>
          <p:cNvSpPr/>
          <p:nvPr/>
        </p:nvSpPr>
        <p:spPr>
          <a:xfrm>
            <a:off x="4040374" y="1815639"/>
            <a:ext cx="1835725" cy="368117"/>
          </a:xfrm>
          <a:prstGeom prst="rect">
            <a:avLst/>
          </a:prstGeom>
          <a:solidFill>
            <a:schemeClr val="bg2">
              <a:lumMod val="9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300" b="1">
                <a:solidFill>
                  <a:schemeClr val="tx1"/>
                </a:solidFill>
              </a:rPr>
              <a:t>Finance Oversight </a:t>
            </a:r>
          </a:p>
        </p:txBody>
      </p:sp>
      <p:sp>
        <p:nvSpPr>
          <p:cNvPr id="19" name="Rectangle 18">
            <a:extLst>
              <a:ext uri="{FF2B5EF4-FFF2-40B4-BE49-F238E27FC236}">
                <a16:creationId xmlns:a16="http://schemas.microsoft.com/office/drawing/2014/main" id="{9AEAA0BB-3552-5851-7E63-4FE867A5020E}"/>
              </a:ext>
            </a:extLst>
          </p:cNvPr>
          <p:cNvSpPr/>
          <p:nvPr/>
        </p:nvSpPr>
        <p:spPr>
          <a:xfrm>
            <a:off x="3541351" y="885691"/>
            <a:ext cx="2321492" cy="544288"/>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GB" sz="1300" b="1">
                <a:solidFill>
                  <a:schemeClr val="accent2">
                    <a:lumMod val="75000"/>
                  </a:schemeClr>
                </a:solidFill>
              </a:rPr>
              <a:t> Board Oversight &amp; its Pillars</a:t>
            </a:r>
          </a:p>
        </p:txBody>
      </p:sp>
      <p:sp>
        <p:nvSpPr>
          <p:cNvPr id="33" name="Rectangle 32">
            <a:extLst>
              <a:ext uri="{FF2B5EF4-FFF2-40B4-BE49-F238E27FC236}">
                <a16:creationId xmlns:a16="http://schemas.microsoft.com/office/drawing/2014/main" id="{4BA232FA-76D6-51E9-DF91-9DDE1B246602}"/>
              </a:ext>
            </a:extLst>
          </p:cNvPr>
          <p:cNvSpPr/>
          <p:nvPr/>
        </p:nvSpPr>
        <p:spPr>
          <a:xfrm>
            <a:off x="6150284" y="2663728"/>
            <a:ext cx="5981459" cy="596101"/>
          </a:xfrm>
          <a:prstGeom prst="rect">
            <a:avLst/>
          </a:prstGeom>
          <a:ln>
            <a:solidFill>
              <a:schemeClr val="bg1"/>
            </a:solidFill>
          </a:ln>
        </p:spPr>
        <p:style>
          <a:lnRef idx="2">
            <a:schemeClr val="accent4"/>
          </a:lnRef>
          <a:fillRef idx="1">
            <a:schemeClr val="lt1"/>
          </a:fillRef>
          <a:effectRef idx="0">
            <a:schemeClr val="accent4"/>
          </a:effectRef>
          <a:fontRef idx="minor">
            <a:schemeClr val="dk1"/>
          </a:fontRef>
        </p:style>
        <p:txBody>
          <a:bodyPr rtlCol="0" anchor="ctr"/>
          <a:lstStyle/>
          <a:p>
            <a:pPr lvl="0" eaLnBrk="0" fontAlgn="base" hangingPunct="0">
              <a:lnSpc>
                <a:spcPct val="125000"/>
              </a:lnSpc>
              <a:spcBef>
                <a:spcPct val="0"/>
              </a:spcBef>
              <a:spcAft>
                <a:spcPct val="0"/>
              </a:spcAft>
            </a:pPr>
            <a:endParaRPr lang="en-US" altLang="en-US" sz="1300"/>
          </a:p>
        </p:txBody>
      </p:sp>
      <p:sp>
        <p:nvSpPr>
          <p:cNvPr id="5" name="Rectangle 4">
            <a:extLst>
              <a:ext uri="{FF2B5EF4-FFF2-40B4-BE49-F238E27FC236}">
                <a16:creationId xmlns:a16="http://schemas.microsoft.com/office/drawing/2014/main" id="{39AAC9E6-EC4C-0AD8-F0E0-898AB00D110D}"/>
              </a:ext>
            </a:extLst>
          </p:cNvPr>
          <p:cNvSpPr/>
          <p:nvPr/>
        </p:nvSpPr>
        <p:spPr>
          <a:xfrm>
            <a:off x="4067456" y="3014424"/>
            <a:ext cx="1851639" cy="370578"/>
          </a:xfrm>
          <a:prstGeom prst="rect">
            <a:avLst/>
          </a:prstGeom>
          <a:solidFill>
            <a:schemeClr val="bg2">
              <a:lumMod val="9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300" b="1">
                <a:solidFill>
                  <a:schemeClr val="tx1"/>
                </a:solidFill>
              </a:rPr>
              <a:t>Risk Oversight </a:t>
            </a:r>
          </a:p>
        </p:txBody>
      </p:sp>
      <p:sp>
        <p:nvSpPr>
          <p:cNvPr id="31" name="Rectangle 30">
            <a:extLst>
              <a:ext uri="{FF2B5EF4-FFF2-40B4-BE49-F238E27FC236}">
                <a16:creationId xmlns:a16="http://schemas.microsoft.com/office/drawing/2014/main" id="{5A17ACE2-9C16-E0F1-1D83-E1BFE7C1E8DF}"/>
              </a:ext>
            </a:extLst>
          </p:cNvPr>
          <p:cNvSpPr/>
          <p:nvPr/>
        </p:nvSpPr>
        <p:spPr>
          <a:xfrm>
            <a:off x="6158985" y="3038828"/>
            <a:ext cx="5981460" cy="477259"/>
          </a:xfrm>
          <a:prstGeom prst="rect">
            <a:avLst/>
          </a:prstGeom>
          <a:ln>
            <a:solidFill>
              <a:schemeClr val="bg1"/>
            </a:solidFill>
          </a:ln>
        </p:spPr>
        <p:style>
          <a:lnRef idx="2">
            <a:schemeClr val="accent4"/>
          </a:lnRef>
          <a:fillRef idx="1">
            <a:schemeClr val="lt1"/>
          </a:fillRef>
          <a:effectRef idx="0">
            <a:schemeClr val="accent4"/>
          </a:effectRef>
          <a:fontRef idx="minor">
            <a:schemeClr val="dk1"/>
          </a:fontRef>
        </p:style>
        <p:txBody>
          <a:bodyPr rtlCol="0" anchor="ctr"/>
          <a:lstStyle/>
          <a:p>
            <a:pPr lvl="0" eaLnBrk="0" fontAlgn="base" hangingPunct="0">
              <a:lnSpc>
                <a:spcPct val="125000"/>
              </a:lnSpc>
              <a:spcBef>
                <a:spcPct val="0"/>
              </a:spcBef>
              <a:spcAft>
                <a:spcPct val="0"/>
              </a:spcAft>
            </a:pPr>
            <a:r>
              <a:rPr lang="en-US" altLang="en-US" sz="1300">
                <a:latin typeface="Arial" panose="020B0604020202020204" pitchFamily="34" charset="0"/>
              </a:rPr>
              <a:t>Understanding internal controls and strategic risks management through </a:t>
            </a:r>
            <a:r>
              <a:rPr lang="en-US" altLang="en-US" sz="1300" b="1">
                <a:latin typeface="Arial" panose="020B0604020202020204" pitchFamily="34" charset="0"/>
              </a:rPr>
              <a:t>Enterprise Risk Management. </a:t>
            </a:r>
          </a:p>
        </p:txBody>
      </p:sp>
      <p:sp>
        <p:nvSpPr>
          <p:cNvPr id="39" name="Rectangle 38">
            <a:extLst>
              <a:ext uri="{FF2B5EF4-FFF2-40B4-BE49-F238E27FC236}">
                <a16:creationId xmlns:a16="http://schemas.microsoft.com/office/drawing/2014/main" id="{7FDBC1B0-36EE-C574-49AB-C02126ECC11D}"/>
              </a:ext>
            </a:extLst>
          </p:cNvPr>
          <p:cNvSpPr/>
          <p:nvPr/>
        </p:nvSpPr>
        <p:spPr>
          <a:xfrm>
            <a:off x="6144683" y="4558616"/>
            <a:ext cx="5841318" cy="371579"/>
          </a:xfrm>
          <a:prstGeom prst="rect">
            <a:avLst/>
          </a:prstGeom>
          <a:ln>
            <a:solidFill>
              <a:schemeClr val="bg1"/>
            </a:solidFill>
          </a:ln>
        </p:spPr>
        <p:style>
          <a:lnRef idx="2">
            <a:schemeClr val="accent4"/>
          </a:lnRef>
          <a:fillRef idx="1">
            <a:schemeClr val="lt1"/>
          </a:fillRef>
          <a:effectRef idx="0">
            <a:schemeClr val="accent4"/>
          </a:effectRef>
          <a:fontRef idx="minor">
            <a:schemeClr val="dk1"/>
          </a:fontRef>
        </p:style>
        <p:txBody>
          <a:bodyPr rtlCol="0" anchor="t"/>
          <a:lstStyle/>
          <a:p>
            <a:pPr lvl="0" eaLnBrk="0" fontAlgn="base" hangingPunct="0">
              <a:lnSpc>
                <a:spcPct val="125000"/>
              </a:lnSpc>
              <a:spcBef>
                <a:spcPct val="0"/>
              </a:spcBef>
              <a:spcAft>
                <a:spcPct val="0"/>
              </a:spcAft>
            </a:pPr>
            <a:r>
              <a:rPr lang="en-US" altLang="en-US" sz="1300">
                <a:latin typeface="Arial" panose="020B0604020202020204" pitchFamily="34" charset="0"/>
              </a:rPr>
              <a:t>Understanding </a:t>
            </a:r>
            <a:r>
              <a:rPr lang="en-US" altLang="en-US" sz="1300" b="1">
                <a:latin typeface="Arial" panose="020B0604020202020204" pitchFamily="34" charset="0"/>
              </a:rPr>
              <a:t>Directors’ Responsibility Statement </a:t>
            </a:r>
            <a:r>
              <a:rPr lang="en-US" altLang="en-US" sz="1300">
                <a:latin typeface="Arial" panose="020B0604020202020204" pitchFamily="34" charset="0"/>
              </a:rPr>
              <a:t>(DRS).</a:t>
            </a:r>
          </a:p>
        </p:txBody>
      </p:sp>
      <p:sp>
        <p:nvSpPr>
          <p:cNvPr id="40" name="Rectangle 39">
            <a:extLst>
              <a:ext uri="{FF2B5EF4-FFF2-40B4-BE49-F238E27FC236}">
                <a16:creationId xmlns:a16="http://schemas.microsoft.com/office/drawing/2014/main" id="{9D6CB2B2-E975-65D9-071A-39C3D2D93981}"/>
              </a:ext>
            </a:extLst>
          </p:cNvPr>
          <p:cNvSpPr/>
          <p:nvPr/>
        </p:nvSpPr>
        <p:spPr>
          <a:xfrm>
            <a:off x="4029741" y="4042131"/>
            <a:ext cx="1873708" cy="371579"/>
          </a:xfrm>
          <a:prstGeom prst="rect">
            <a:avLst/>
          </a:prstGeom>
          <a:solidFill>
            <a:schemeClr val="bg2">
              <a:lumMod val="9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300" b="1">
                <a:solidFill>
                  <a:schemeClr val="tx1"/>
                </a:solidFill>
              </a:rPr>
              <a:t>Regulatory Oversight</a:t>
            </a:r>
          </a:p>
        </p:txBody>
      </p:sp>
      <p:sp>
        <p:nvSpPr>
          <p:cNvPr id="43" name="Rectangle 42">
            <a:extLst>
              <a:ext uri="{FF2B5EF4-FFF2-40B4-BE49-F238E27FC236}">
                <a16:creationId xmlns:a16="http://schemas.microsoft.com/office/drawing/2014/main" id="{677DEB64-659B-7DC9-EEB6-0CC203ADFC36}"/>
              </a:ext>
            </a:extLst>
          </p:cNvPr>
          <p:cNvSpPr/>
          <p:nvPr/>
        </p:nvSpPr>
        <p:spPr>
          <a:xfrm>
            <a:off x="6146609" y="3978334"/>
            <a:ext cx="5825654" cy="371578"/>
          </a:xfrm>
          <a:prstGeom prst="rect">
            <a:avLst/>
          </a:prstGeom>
          <a:ln>
            <a:solidFill>
              <a:schemeClr val="bg1"/>
            </a:solidFill>
          </a:ln>
        </p:spPr>
        <p:style>
          <a:lnRef idx="2">
            <a:schemeClr val="accent4"/>
          </a:lnRef>
          <a:fillRef idx="1">
            <a:schemeClr val="lt1"/>
          </a:fillRef>
          <a:effectRef idx="0">
            <a:schemeClr val="accent4"/>
          </a:effectRef>
          <a:fontRef idx="minor">
            <a:schemeClr val="dk1"/>
          </a:fontRef>
        </p:style>
        <p:txBody>
          <a:bodyPr rtlCol="0" anchor="ctr"/>
          <a:lstStyle/>
          <a:p>
            <a:pPr lvl="0" eaLnBrk="0" fontAlgn="base" hangingPunct="0">
              <a:lnSpc>
                <a:spcPct val="125000"/>
              </a:lnSpc>
              <a:spcBef>
                <a:spcPct val="0"/>
              </a:spcBef>
              <a:spcAft>
                <a:spcPct val="0"/>
              </a:spcAft>
            </a:pPr>
            <a:r>
              <a:rPr lang="en-US" sz="1300"/>
              <a:t>Examining global standards on Risk Management </a:t>
            </a:r>
            <a:r>
              <a:rPr lang="en-US" sz="1300" b="1"/>
              <a:t>(COSO, SOX, ISO).</a:t>
            </a:r>
            <a:endParaRPr lang="en-US" altLang="en-US" sz="1300" b="1"/>
          </a:p>
        </p:txBody>
      </p:sp>
      <p:sp>
        <p:nvSpPr>
          <p:cNvPr id="55" name="Rectangle 54">
            <a:extLst>
              <a:ext uri="{FF2B5EF4-FFF2-40B4-BE49-F238E27FC236}">
                <a16:creationId xmlns:a16="http://schemas.microsoft.com/office/drawing/2014/main" id="{8AC864F3-ECC9-2C3D-B697-C4E498D85256}"/>
              </a:ext>
            </a:extLst>
          </p:cNvPr>
          <p:cNvSpPr/>
          <p:nvPr/>
        </p:nvSpPr>
        <p:spPr>
          <a:xfrm>
            <a:off x="3541350" y="5598947"/>
            <a:ext cx="2300225" cy="473160"/>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GB" sz="1300" b="1">
                <a:solidFill>
                  <a:schemeClr val="accent2">
                    <a:lumMod val="75000"/>
                  </a:schemeClr>
                </a:solidFill>
              </a:rPr>
              <a:t>Best Practices &amp; Lessons</a:t>
            </a:r>
          </a:p>
        </p:txBody>
      </p:sp>
      <p:sp>
        <p:nvSpPr>
          <p:cNvPr id="59" name="Rectangle 58">
            <a:extLst>
              <a:ext uri="{FF2B5EF4-FFF2-40B4-BE49-F238E27FC236}">
                <a16:creationId xmlns:a16="http://schemas.microsoft.com/office/drawing/2014/main" id="{AE3634D6-A893-D02F-08D9-D1DECD3DD4F0}"/>
              </a:ext>
            </a:extLst>
          </p:cNvPr>
          <p:cNvSpPr/>
          <p:nvPr/>
        </p:nvSpPr>
        <p:spPr>
          <a:xfrm>
            <a:off x="6169673" y="5452056"/>
            <a:ext cx="5784286" cy="640403"/>
          </a:xfrm>
          <a:prstGeom prst="rect">
            <a:avLst/>
          </a:prstGeom>
          <a:ln>
            <a:solidFill>
              <a:schemeClr val="bg1"/>
            </a:solidFill>
          </a:ln>
        </p:spPr>
        <p:style>
          <a:lnRef idx="2">
            <a:schemeClr val="accent4"/>
          </a:lnRef>
          <a:fillRef idx="1">
            <a:schemeClr val="lt1"/>
          </a:fillRef>
          <a:effectRef idx="0">
            <a:schemeClr val="accent4"/>
          </a:effectRef>
          <a:fontRef idx="minor">
            <a:schemeClr val="dk1"/>
          </a:fontRef>
        </p:style>
        <p:txBody>
          <a:bodyPr rtlCol="0" anchor="ctr"/>
          <a:lstStyle/>
          <a:p>
            <a:pPr lvl="0" eaLnBrk="0" fontAlgn="base" hangingPunct="0">
              <a:lnSpc>
                <a:spcPct val="125000"/>
              </a:lnSpc>
              <a:spcBef>
                <a:spcPct val="0"/>
              </a:spcBef>
              <a:spcAft>
                <a:spcPct val="0"/>
              </a:spcAft>
            </a:pPr>
            <a:r>
              <a:rPr lang="en-US" sz="1300"/>
              <a:t>Learning from </a:t>
            </a:r>
            <a:r>
              <a:rPr lang="en-US" sz="1300" b="1"/>
              <a:t>leading</a:t>
            </a:r>
            <a:r>
              <a:rPr lang="en-US" sz="1300"/>
              <a:t> global organizations and</a:t>
            </a:r>
            <a:r>
              <a:rPr lang="en-US" sz="1300" b="1"/>
              <a:t> best governance examples</a:t>
            </a:r>
            <a:r>
              <a:rPr lang="en-US" sz="1300"/>
              <a:t>.</a:t>
            </a:r>
            <a:endParaRPr lang="en-US" altLang="en-US" sz="1300" b="1"/>
          </a:p>
        </p:txBody>
      </p:sp>
      <p:sp>
        <p:nvSpPr>
          <p:cNvPr id="63" name="Rectangle 62">
            <a:extLst>
              <a:ext uri="{FF2B5EF4-FFF2-40B4-BE49-F238E27FC236}">
                <a16:creationId xmlns:a16="http://schemas.microsoft.com/office/drawing/2014/main" id="{58663EC9-0477-4D05-2291-1B130DF9CFEA}"/>
              </a:ext>
            </a:extLst>
          </p:cNvPr>
          <p:cNvSpPr/>
          <p:nvPr/>
        </p:nvSpPr>
        <p:spPr>
          <a:xfrm>
            <a:off x="6141582" y="6217133"/>
            <a:ext cx="5841318" cy="371579"/>
          </a:xfrm>
          <a:prstGeom prst="rect">
            <a:avLst/>
          </a:prstGeom>
          <a:ln>
            <a:solidFill>
              <a:schemeClr val="bg1"/>
            </a:solidFill>
          </a:ln>
        </p:spPr>
        <p:style>
          <a:lnRef idx="2">
            <a:schemeClr val="accent4"/>
          </a:lnRef>
          <a:fillRef idx="1">
            <a:schemeClr val="lt1"/>
          </a:fillRef>
          <a:effectRef idx="0">
            <a:schemeClr val="accent4"/>
          </a:effectRef>
          <a:fontRef idx="minor">
            <a:schemeClr val="dk1"/>
          </a:fontRef>
        </p:style>
        <p:txBody>
          <a:bodyPr rtlCol="0" anchor="ctr"/>
          <a:lstStyle/>
          <a:p>
            <a:pPr lvl="0" eaLnBrk="0" fontAlgn="base" hangingPunct="0">
              <a:lnSpc>
                <a:spcPct val="125000"/>
              </a:lnSpc>
              <a:spcBef>
                <a:spcPct val="0"/>
              </a:spcBef>
              <a:spcAft>
                <a:spcPct val="0"/>
              </a:spcAft>
            </a:pPr>
            <a:r>
              <a:rPr lang="en-US" altLang="en-US" sz="1300">
                <a:latin typeface="Arial" panose="020B0604020202020204" pitchFamily="34" charset="0"/>
              </a:rPr>
              <a:t>Case Study to understand </a:t>
            </a:r>
            <a:r>
              <a:rPr lang="en-US" altLang="en-US" sz="1300" b="1">
                <a:latin typeface="Arial" panose="020B0604020202020204" pitchFamily="34" charset="0"/>
              </a:rPr>
              <a:t>oversight failures </a:t>
            </a:r>
            <a:r>
              <a:rPr lang="en-US" altLang="en-US" sz="1300">
                <a:latin typeface="Arial" panose="020B0604020202020204" pitchFamily="34" charset="0"/>
              </a:rPr>
              <a:t>and </a:t>
            </a:r>
            <a:r>
              <a:rPr lang="en-US" altLang="en-US" sz="1300" b="1">
                <a:latin typeface="Arial" panose="020B0604020202020204" pitchFamily="34" charset="0"/>
              </a:rPr>
              <a:t>key takeaways</a:t>
            </a:r>
            <a:r>
              <a:rPr lang="en-US" altLang="en-US" sz="1300">
                <a:latin typeface="Arial" panose="020B0604020202020204" pitchFamily="34" charset="0"/>
              </a:rPr>
              <a:t>.</a:t>
            </a:r>
          </a:p>
        </p:txBody>
      </p:sp>
      <p:cxnSp>
        <p:nvCxnSpPr>
          <p:cNvPr id="68" name="Straight Connector 67">
            <a:extLst>
              <a:ext uri="{FF2B5EF4-FFF2-40B4-BE49-F238E27FC236}">
                <a16:creationId xmlns:a16="http://schemas.microsoft.com/office/drawing/2014/main" id="{F65DDB6F-9A19-1891-BF6C-D8EDF22D25A5}"/>
              </a:ext>
            </a:extLst>
          </p:cNvPr>
          <p:cNvCxnSpPr>
            <a:cxnSpLocks/>
          </p:cNvCxnSpPr>
          <p:nvPr/>
        </p:nvCxnSpPr>
        <p:spPr>
          <a:xfrm flipV="1">
            <a:off x="5054935" y="4783781"/>
            <a:ext cx="1097280" cy="0"/>
          </a:xfrm>
          <a:prstGeom prst="line">
            <a:avLst/>
          </a:prstGeom>
          <a:ln/>
        </p:spPr>
        <p:style>
          <a:lnRef idx="1">
            <a:schemeClr val="accent5"/>
          </a:lnRef>
          <a:fillRef idx="0">
            <a:schemeClr val="accent5"/>
          </a:fillRef>
          <a:effectRef idx="0">
            <a:schemeClr val="accent5"/>
          </a:effectRef>
          <a:fontRef idx="minor">
            <a:schemeClr val="tx1"/>
          </a:fontRef>
        </p:style>
      </p:cxnSp>
      <p:cxnSp>
        <p:nvCxnSpPr>
          <p:cNvPr id="70" name="Straight Connector 69">
            <a:extLst>
              <a:ext uri="{FF2B5EF4-FFF2-40B4-BE49-F238E27FC236}">
                <a16:creationId xmlns:a16="http://schemas.microsoft.com/office/drawing/2014/main" id="{5F21D434-816B-450E-362D-A9C6D94F226F}"/>
              </a:ext>
            </a:extLst>
          </p:cNvPr>
          <p:cNvCxnSpPr>
            <a:cxnSpLocks/>
          </p:cNvCxnSpPr>
          <p:nvPr/>
        </p:nvCxnSpPr>
        <p:spPr>
          <a:xfrm>
            <a:off x="5016433" y="6082946"/>
            <a:ext cx="0" cy="370987"/>
          </a:xfrm>
          <a:prstGeom prst="line">
            <a:avLst/>
          </a:prstGeom>
          <a:ln/>
        </p:spPr>
        <p:style>
          <a:lnRef idx="1">
            <a:schemeClr val="accent5"/>
          </a:lnRef>
          <a:fillRef idx="0">
            <a:schemeClr val="accent5"/>
          </a:fillRef>
          <a:effectRef idx="0">
            <a:schemeClr val="accent5"/>
          </a:effectRef>
          <a:fontRef idx="minor">
            <a:schemeClr val="tx1"/>
          </a:fontRef>
        </p:style>
      </p:cxnSp>
      <p:cxnSp>
        <p:nvCxnSpPr>
          <p:cNvPr id="71" name="Straight Connector 70">
            <a:extLst>
              <a:ext uri="{FF2B5EF4-FFF2-40B4-BE49-F238E27FC236}">
                <a16:creationId xmlns:a16="http://schemas.microsoft.com/office/drawing/2014/main" id="{E5123549-9F45-F969-9753-2420DEA2EC17}"/>
              </a:ext>
            </a:extLst>
          </p:cNvPr>
          <p:cNvCxnSpPr>
            <a:cxnSpLocks/>
          </p:cNvCxnSpPr>
          <p:nvPr/>
        </p:nvCxnSpPr>
        <p:spPr>
          <a:xfrm flipV="1">
            <a:off x="5015504" y="6446011"/>
            <a:ext cx="1097280" cy="0"/>
          </a:xfrm>
          <a:prstGeom prst="line">
            <a:avLst/>
          </a:prstGeom>
          <a:ln/>
        </p:spPr>
        <p:style>
          <a:lnRef idx="1">
            <a:schemeClr val="accent5"/>
          </a:lnRef>
          <a:fillRef idx="0">
            <a:schemeClr val="accent5"/>
          </a:fillRef>
          <a:effectRef idx="0">
            <a:schemeClr val="accent5"/>
          </a:effectRef>
          <a:fontRef idx="minor">
            <a:schemeClr val="tx1"/>
          </a:fontRef>
        </p:style>
      </p:cxnSp>
      <p:sp>
        <p:nvSpPr>
          <p:cNvPr id="77" name="Rectangle 76">
            <a:extLst>
              <a:ext uri="{FF2B5EF4-FFF2-40B4-BE49-F238E27FC236}">
                <a16:creationId xmlns:a16="http://schemas.microsoft.com/office/drawing/2014/main" id="{8A4E005B-A9D6-F216-8028-25962378F9A5}"/>
              </a:ext>
            </a:extLst>
          </p:cNvPr>
          <p:cNvSpPr/>
          <p:nvPr/>
        </p:nvSpPr>
        <p:spPr>
          <a:xfrm>
            <a:off x="6141582" y="2326754"/>
            <a:ext cx="5981459" cy="457120"/>
          </a:xfrm>
          <a:prstGeom prst="rect">
            <a:avLst/>
          </a:prstGeom>
          <a:ln>
            <a:solidFill>
              <a:schemeClr val="bg1"/>
            </a:solidFill>
          </a:ln>
        </p:spPr>
        <p:style>
          <a:lnRef idx="2">
            <a:schemeClr val="accent4"/>
          </a:lnRef>
          <a:fillRef idx="1">
            <a:schemeClr val="lt1"/>
          </a:fillRef>
          <a:effectRef idx="0">
            <a:schemeClr val="accent4"/>
          </a:effectRef>
          <a:fontRef idx="minor">
            <a:schemeClr val="dk1"/>
          </a:fontRef>
        </p:style>
        <p:txBody>
          <a:bodyPr rtlCol="0" anchor="ctr"/>
          <a:lstStyle/>
          <a:p>
            <a:pPr lvl="0" eaLnBrk="0" fontAlgn="base" hangingPunct="0">
              <a:lnSpc>
                <a:spcPct val="125000"/>
              </a:lnSpc>
              <a:spcBef>
                <a:spcPct val="0"/>
              </a:spcBef>
              <a:spcAft>
                <a:spcPct val="0"/>
              </a:spcAft>
            </a:pPr>
            <a:r>
              <a:rPr lang="en-US" sz="1300"/>
              <a:t>Exploring the </a:t>
            </a:r>
            <a:r>
              <a:rPr lang="en-US" sz="1300" b="1"/>
              <a:t>Audit Committee’s</a:t>
            </a:r>
            <a:r>
              <a:rPr lang="en-US" sz="1300"/>
              <a:t> role and the importance of internal controls.</a:t>
            </a:r>
            <a:endParaRPr lang="en-US" altLang="en-US" sz="1300"/>
          </a:p>
        </p:txBody>
      </p:sp>
      <p:cxnSp>
        <p:nvCxnSpPr>
          <p:cNvPr id="78" name="Straight Connector 77">
            <a:extLst>
              <a:ext uri="{FF2B5EF4-FFF2-40B4-BE49-F238E27FC236}">
                <a16:creationId xmlns:a16="http://schemas.microsoft.com/office/drawing/2014/main" id="{0E96F396-5045-8575-1273-B6F929C2425F}"/>
              </a:ext>
            </a:extLst>
          </p:cNvPr>
          <p:cNvCxnSpPr>
            <a:cxnSpLocks/>
          </p:cNvCxnSpPr>
          <p:nvPr/>
        </p:nvCxnSpPr>
        <p:spPr>
          <a:xfrm flipV="1">
            <a:off x="5015504" y="2554743"/>
            <a:ext cx="1097280" cy="0"/>
          </a:xfrm>
          <a:prstGeom prst="line">
            <a:avLst/>
          </a:prstGeom>
          <a:ln/>
        </p:spPr>
        <p:style>
          <a:lnRef idx="1">
            <a:schemeClr val="accent5"/>
          </a:lnRef>
          <a:fillRef idx="0">
            <a:schemeClr val="accent5"/>
          </a:fillRef>
          <a:effectRef idx="0">
            <a:schemeClr val="accent5"/>
          </a:effectRef>
          <a:fontRef idx="minor">
            <a:schemeClr val="tx1"/>
          </a:fontRef>
        </p:style>
      </p:cxnSp>
      <p:pic>
        <p:nvPicPr>
          <p:cNvPr id="8" name="Graphic 7" descr="Storytelling with solid fill">
            <a:extLst>
              <a:ext uri="{FF2B5EF4-FFF2-40B4-BE49-F238E27FC236}">
                <a16:creationId xmlns:a16="http://schemas.microsoft.com/office/drawing/2014/main" id="{8B10222A-51B5-BF4E-0D77-497A98D55A0A}"/>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151327" y="3978334"/>
            <a:ext cx="914400" cy="914400"/>
          </a:xfrm>
          <a:prstGeom prst="rect">
            <a:avLst/>
          </a:prstGeom>
        </p:spPr>
      </p:pic>
      <p:sp>
        <p:nvSpPr>
          <p:cNvPr id="9" name="Slide Number Placeholder 3">
            <a:extLst>
              <a:ext uri="{FF2B5EF4-FFF2-40B4-BE49-F238E27FC236}">
                <a16:creationId xmlns:a16="http://schemas.microsoft.com/office/drawing/2014/main" id="{A5B97CB3-69D6-B888-0985-F606CDEDAABB}"/>
              </a:ext>
            </a:extLst>
          </p:cNvPr>
          <p:cNvSpPr txBox="1">
            <a:spLocks/>
          </p:cNvSpPr>
          <p:nvPr/>
        </p:nvSpPr>
        <p:spPr>
          <a:xfrm>
            <a:off x="11713152" y="6546427"/>
            <a:ext cx="298209" cy="161583"/>
          </a:xfrm>
          <a:prstGeom prst="rect">
            <a:avLst/>
          </a:prstGeom>
        </p:spPr>
        <p:txBody>
          <a:bodyPr vert="horz" wrap="square" lIns="0" tIns="0" rIns="0" bIns="0" rtlCol="0" anchor="b"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spcAft>
                <a:spcPts val="600"/>
              </a:spcAft>
            </a:pPr>
            <a:fld id="{3E6AC032-1535-134B-A583-D5E1DDD0D167}" type="slidenum">
              <a:rPr lang="en-US" sz="900" smtClean="0"/>
              <a:pPr algn="r">
                <a:spcAft>
                  <a:spcPts val="600"/>
                </a:spcAft>
              </a:pPr>
              <a:t>2</a:t>
            </a:fld>
            <a:endParaRPr lang="en-US" sz="900"/>
          </a:p>
        </p:txBody>
      </p:sp>
    </p:spTree>
    <p:custDataLst>
      <p:custData r:id="rId1"/>
    </p:custDataLst>
    <p:extLst>
      <p:ext uri="{BB962C8B-B14F-4D97-AF65-F5344CB8AC3E}">
        <p14:creationId xmlns:p14="http://schemas.microsoft.com/office/powerpoint/2010/main" val="11338858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a:extLst>
            <a:ext uri="{FF2B5EF4-FFF2-40B4-BE49-F238E27FC236}">
              <a16:creationId xmlns:a16="http://schemas.microsoft.com/office/drawing/2014/main" id="{F12F969B-B8DF-736A-15C3-675FBA9DB6E8}"/>
            </a:ext>
          </a:extLst>
        </p:cNvPr>
        <p:cNvGrpSpPr/>
        <p:nvPr/>
      </p:nvGrpSpPr>
      <p:grpSpPr>
        <a:xfrm>
          <a:off x="0" y="0"/>
          <a:ext cx="0" cy="0"/>
          <a:chOff x="0" y="0"/>
          <a:chExt cx="0" cy="0"/>
        </a:xfrm>
      </p:grpSpPr>
      <p:sp>
        <p:nvSpPr>
          <p:cNvPr id="13" name="Text Placeholder 12">
            <a:extLst>
              <a:ext uri="{FF2B5EF4-FFF2-40B4-BE49-F238E27FC236}">
                <a16:creationId xmlns:a16="http://schemas.microsoft.com/office/drawing/2014/main" id="{C94EE16F-5302-AB07-CA8B-F7591C5BA697}"/>
              </a:ext>
            </a:extLst>
          </p:cNvPr>
          <p:cNvSpPr>
            <a:spLocks noGrp="1"/>
          </p:cNvSpPr>
          <p:nvPr>
            <p:ph type="body" idx="1"/>
          </p:nvPr>
        </p:nvSpPr>
        <p:spPr>
          <a:xfrm>
            <a:off x="7811052" y="1050873"/>
            <a:ext cx="3462095" cy="4924425"/>
          </a:xfrm>
        </p:spPr>
        <p:txBody>
          <a:bodyPr/>
          <a:lstStyle/>
          <a:p>
            <a:r>
              <a:rPr lang="en-GB" sz="40000">
                <a:solidFill>
                  <a:schemeClr val="tx1"/>
                </a:solidFill>
                <a:latin typeface="+mj-lt"/>
              </a:rPr>
              <a:t>1</a:t>
            </a:r>
            <a:endParaRPr lang="en-GB" sz="40000" noProof="0">
              <a:solidFill>
                <a:schemeClr val="tx1"/>
              </a:solidFill>
              <a:latin typeface="+mj-lt"/>
            </a:endParaRPr>
          </a:p>
        </p:txBody>
      </p:sp>
      <p:sp>
        <p:nvSpPr>
          <p:cNvPr id="2" name="TextBox 1">
            <a:extLst>
              <a:ext uri="{FF2B5EF4-FFF2-40B4-BE49-F238E27FC236}">
                <a16:creationId xmlns:a16="http://schemas.microsoft.com/office/drawing/2014/main" id="{ED73CADB-C8CF-9A79-E968-24526B9BCF35}"/>
              </a:ext>
            </a:extLst>
          </p:cNvPr>
          <p:cNvSpPr txBox="1"/>
          <p:nvPr/>
        </p:nvSpPr>
        <p:spPr>
          <a:xfrm>
            <a:off x="313508" y="3212772"/>
            <a:ext cx="8330762" cy="1222102"/>
          </a:xfrm>
          <a:prstGeom prst="rect">
            <a:avLst/>
          </a:prstGeom>
          <a:noFill/>
        </p:spPr>
        <p:txBody>
          <a:bodyPr wrap="square" lIns="0" tIns="0" rIns="0" bIns="0" rtlCol="0">
            <a:noAutofit/>
          </a:bodyPr>
          <a:lstStyle/>
          <a:p>
            <a:pPr algn="l"/>
            <a:r>
              <a:rPr lang="en-GB" sz="4400" b="1">
                <a:latin typeface="+mj-lt"/>
              </a:rPr>
              <a:t>Decoding Board Oversight</a:t>
            </a:r>
          </a:p>
        </p:txBody>
      </p:sp>
      <p:cxnSp>
        <p:nvCxnSpPr>
          <p:cNvPr id="4" name="Straight Connector 3">
            <a:extLst>
              <a:ext uri="{FF2B5EF4-FFF2-40B4-BE49-F238E27FC236}">
                <a16:creationId xmlns:a16="http://schemas.microsoft.com/office/drawing/2014/main" id="{91A318DD-3A98-C614-9683-F72AA546880D}"/>
              </a:ext>
            </a:extLst>
          </p:cNvPr>
          <p:cNvCxnSpPr/>
          <p:nvPr/>
        </p:nvCxnSpPr>
        <p:spPr>
          <a:xfrm>
            <a:off x="3125972" y="4104167"/>
            <a:ext cx="4685080" cy="0"/>
          </a:xfrm>
          <a:prstGeom prst="line">
            <a:avLst/>
          </a:prstGeom>
          <a:ln w="38100"/>
        </p:spPr>
        <p:style>
          <a:lnRef idx="1">
            <a:schemeClr val="dk1"/>
          </a:lnRef>
          <a:fillRef idx="0">
            <a:schemeClr val="dk1"/>
          </a:fillRef>
          <a:effectRef idx="0">
            <a:schemeClr val="dk1"/>
          </a:effectRef>
          <a:fontRef idx="minor">
            <a:schemeClr val="tx1"/>
          </a:fontRef>
        </p:style>
      </p:cxnSp>
    </p:spTree>
    <p:custDataLst>
      <p:custData r:id="rId1"/>
    </p:custDataLst>
    <p:extLst>
      <p:ext uri="{BB962C8B-B14F-4D97-AF65-F5344CB8AC3E}">
        <p14:creationId xmlns:p14="http://schemas.microsoft.com/office/powerpoint/2010/main" val="28122067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691AE2-8F6E-9703-6AF2-6585B70935DE}"/>
            </a:ext>
          </a:extLst>
        </p:cNvPr>
        <p:cNvGrpSpPr/>
        <p:nvPr/>
      </p:nvGrpSpPr>
      <p:grpSpPr>
        <a:xfrm>
          <a:off x="0" y="0"/>
          <a:ext cx="0" cy="0"/>
          <a:chOff x="0" y="0"/>
          <a:chExt cx="0" cy="0"/>
        </a:xfrm>
      </p:grpSpPr>
      <p:pic>
        <p:nvPicPr>
          <p:cNvPr id="3" name="Picture 2" descr="Puzzle in brain">
            <a:extLst>
              <a:ext uri="{FF2B5EF4-FFF2-40B4-BE49-F238E27FC236}">
                <a16:creationId xmlns:a16="http://schemas.microsoft.com/office/drawing/2014/main" id="{EED56749-108E-4994-6DDC-E5ECE5085BE6}"/>
              </a:ext>
            </a:extLst>
          </p:cNvPr>
          <p:cNvPicPr>
            <a:picLocks noChangeAspect="1"/>
          </p:cNvPicPr>
          <p:nvPr/>
        </p:nvPicPr>
        <p:blipFill>
          <a:blip r:embed="rId3">
            <a:duotone>
              <a:schemeClr val="accent1">
                <a:shade val="45000"/>
                <a:satMod val="135000"/>
              </a:schemeClr>
              <a:prstClr val="white"/>
            </a:duotone>
            <a:extLst>
              <a:ext uri="{28A0092B-C50C-407E-A947-70E740481C1C}">
                <a14:useLocalDpi xmlns:a14="http://schemas.microsoft.com/office/drawing/2010/main" val="0"/>
              </a:ext>
            </a:extLst>
          </a:blip>
          <a:srcRect l="27600" r="19200"/>
          <a:stretch>
            <a:fillRect/>
          </a:stretch>
        </p:blipFill>
        <p:spPr>
          <a:xfrm>
            <a:off x="371858" y="0"/>
            <a:ext cx="5132830" cy="6858000"/>
          </a:xfrm>
          <a:prstGeom prst="rect">
            <a:avLst/>
          </a:prstGeom>
        </p:spPr>
      </p:pic>
      <p:sp>
        <p:nvSpPr>
          <p:cNvPr id="4" name="TextBox 3">
            <a:extLst>
              <a:ext uri="{FF2B5EF4-FFF2-40B4-BE49-F238E27FC236}">
                <a16:creationId xmlns:a16="http://schemas.microsoft.com/office/drawing/2014/main" id="{49D0D4A9-C25F-6E75-1F4B-A9AEF5790C8B}"/>
              </a:ext>
            </a:extLst>
          </p:cNvPr>
          <p:cNvSpPr txBox="1"/>
          <p:nvPr/>
        </p:nvSpPr>
        <p:spPr>
          <a:xfrm>
            <a:off x="6501384" y="2421044"/>
            <a:ext cx="4187952" cy="3785616"/>
          </a:xfrm>
          <a:prstGeom prst="rect">
            <a:avLst/>
          </a:prstGeom>
          <a:noFill/>
        </p:spPr>
        <p:txBody>
          <a:bodyPr wrap="square" lIns="0" tIns="0" rIns="0" bIns="0" rtlCol="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3000" b="0" i="0" u="none" strike="noStrike" kern="1200" cap="none" spc="0" normalizeH="0" baseline="0" noProof="0">
                <a:ln>
                  <a:noFill/>
                </a:ln>
                <a:solidFill>
                  <a:srgbClr val="000000"/>
                </a:solidFill>
                <a:effectLst/>
                <a:uLnTx/>
                <a:uFillTx/>
                <a:latin typeface="Georgia"/>
                <a:ea typeface="+mn-ea"/>
                <a:cs typeface="+mn-cs"/>
              </a:rPr>
              <a:t>What’s the first thing that comes to your mind when you think of </a:t>
            </a:r>
            <a:r>
              <a:rPr kumimoji="0" lang="en-GB" sz="4800" b="0" i="0" u="none" strike="noStrike" kern="1200" cap="none" spc="0" normalizeH="0" baseline="0" noProof="0">
                <a:ln>
                  <a:noFill/>
                </a:ln>
                <a:solidFill>
                  <a:schemeClr val="accent1"/>
                </a:solidFill>
                <a:effectLst/>
                <a:uLnTx/>
                <a:uFillTx/>
                <a:latin typeface="Georgia"/>
                <a:ea typeface="+mn-ea"/>
                <a:cs typeface="+mn-cs"/>
              </a:rPr>
              <a:t>Board Oversight?</a:t>
            </a:r>
          </a:p>
        </p:txBody>
      </p:sp>
      <p:sp>
        <p:nvSpPr>
          <p:cNvPr id="5" name="Rectangle 4">
            <a:extLst>
              <a:ext uri="{FF2B5EF4-FFF2-40B4-BE49-F238E27FC236}">
                <a16:creationId xmlns:a16="http://schemas.microsoft.com/office/drawing/2014/main" id="{B9F4BAC5-1733-41E3-702E-BA1FD188FF77}"/>
              </a:ext>
            </a:extLst>
          </p:cNvPr>
          <p:cNvSpPr/>
          <p:nvPr/>
        </p:nvSpPr>
        <p:spPr>
          <a:xfrm>
            <a:off x="0" y="0"/>
            <a:ext cx="374904" cy="6858000"/>
          </a:xfrm>
          <a:prstGeom prst="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a:ea typeface="+mn-ea"/>
              <a:cs typeface="+mn-cs"/>
            </a:endParaRPr>
          </a:p>
        </p:txBody>
      </p:sp>
      <p:pic>
        <p:nvPicPr>
          <p:cNvPr id="10" name="Graphic 9" descr="Board Of Directors with solid fill">
            <a:extLst>
              <a:ext uri="{FF2B5EF4-FFF2-40B4-BE49-F238E27FC236}">
                <a16:creationId xmlns:a16="http://schemas.microsoft.com/office/drawing/2014/main" id="{55B7DE49-D0CB-7DBD-6B2E-383E79087460}"/>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975684" y="1154260"/>
            <a:ext cx="1239352" cy="1239352"/>
          </a:xfrm>
          <a:prstGeom prst="rect">
            <a:avLst/>
          </a:prstGeom>
        </p:spPr>
      </p:pic>
      <p:sp>
        <p:nvSpPr>
          <p:cNvPr id="2" name="Slide Number Placeholder 3">
            <a:extLst>
              <a:ext uri="{FF2B5EF4-FFF2-40B4-BE49-F238E27FC236}">
                <a16:creationId xmlns:a16="http://schemas.microsoft.com/office/drawing/2014/main" id="{F4161A43-EED9-4B83-AEB6-75053CAC0432}"/>
              </a:ext>
            </a:extLst>
          </p:cNvPr>
          <p:cNvSpPr txBox="1">
            <a:spLocks/>
          </p:cNvSpPr>
          <p:nvPr/>
        </p:nvSpPr>
        <p:spPr>
          <a:xfrm>
            <a:off x="11713152" y="6546427"/>
            <a:ext cx="298209" cy="161583"/>
          </a:xfrm>
          <a:prstGeom prst="rect">
            <a:avLst/>
          </a:prstGeom>
        </p:spPr>
        <p:txBody>
          <a:bodyPr vert="horz" wrap="square" lIns="0" tIns="0" rIns="0" bIns="0" rtlCol="0" anchor="b"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spcAft>
                <a:spcPts val="600"/>
              </a:spcAft>
            </a:pPr>
            <a:fld id="{3E6AC032-1535-134B-A583-D5E1DDD0D167}" type="slidenum">
              <a:rPr lang="en-US" sz="900" smtClean="0"/>
              <a:pPr algn="r">
                <a:spcAft>
                  <a:spcPts val="600"/>
                </a:spcAft>
              </a:pPr>
              <a:t>4</a:t>
            </a:fld>
            <a:endParaRPr lang="en-US" sz="900"/>
          </a:p>
        </p:txBody>
      </p:sp>
    </p:spTree>
    <p:custDataLst>
      <p:custData r:id="rId1"/>
    </p:custDataLst>
    <p:extLst>
      <p:ext uri="{BB962C8B-B14F-4D97-AF65-F5344CB8AC3E}">
        <p14:creationId xmlns:p14="http://schemas.microsoft.com/office/powerpoint/2010/main" val="38293993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652827-8023-CA59-70E9-C4508EE9EA1F}"/>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D38C3A96-0530-A9C9-3AB1-EE78C064BDBC}"/>
              </a:ext>
            </a:extLst>
          </p:cNvPr>
          <p:cNvSpPr/>
          <p:nvPr/>
        </p:nvSpPr>
        <p:spPr>
          <a:xfrm>
            <a:off x="0" y="-11538"/>
            <a:ext cx="12192000" cy="572092"/>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000" b="1">
                <a:latin typeface="Georgia" panose="02040502050405020303" pitchFamily="18" charset="0"/>
              </a:rPr>
              <a:t>Board Oversight – The Cornerstone of Effective Board Governance</a:t>
            </a:r>
          </a:p>
        </p:txBody>
      </p:sp>
      <p:sp>
        <p:nvSpPr>
          <p:cNvPr id="2" name="Rectangle 1">
            <a:extLst>
              <a:ext uri="{FF2B5EF4-FFF2-40B4-BE49-F238E27FC236}">
                <a16:creationId xmlns:a16="http://schemas.microsoft.com/office/drawing/2014/main" id="{A3517ED5-E8B5-3DE1-26A5-FC5C89860D7D}"/>
              </a:ext>
            </a:extLst>
          </p:cNvPr>
          <p:cNvSpPr/>
          <p:nvPr/>
        </p:nvSpPr>
        <p:spPr>
          <a:xfrm>
            <a:off x="0" y="560554"/>
            <a:ext cx="4476307" cy="6297446"/>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en-US" b="1">
              <a:solidFill>
                <a:schemeClr val="tx1"/>
              </a:solidFill>
            </a:endParaRPr>
          </a:p>
          <a:p>
            <a:pPr algn="ctr">
              <a:lnSpc>
                <a:spcPct val="150000"/>
              </a:lnSpc>
            </a:pPr>
            <a:endParaRPr lang="en-US" b="1">
              <a:solidFill>
                <a:schemeClr val="tx1"/>
              </a:solidFill>
            </a:endParaRPr>
          </a:p>
          <a:p>
            <a:pPr algn="ctr">
              <a:lnSpc>
                <a:spcPct val="150000"/>
              </a:lnSpc>
            </a:pPr>
            <a:endParaRPr lang="en-US" b="1">
              <a:solidFill>
                <a:schemeClr val="tx1"/>
              </a:solidFill>
            </a:endParaRPr>
          </a:p>
          <a:p>
            <a:pPr algn="ctr">
              <a:lnSpc>
                <a:spcPct val="150000"/>
              </a:lnSpc>
            </a:pPr>
            <a:endParaRPr lang="en-US" b="1">
              <a:solidFill>
                <a:schemeClr val="tx1"/>
              </a:solidFill>
            </a:endParaRPr>
          </a:p>
          <a:p>
            <a:pPr algn="ctr">
              <a:lnSpc>
                <a:spcPct val="150000"/>
              </a:lnSpc>
            </a:pPr>
            <a:endParaRPr lang="en-US" b="1">
              <a:solidFill>
                <a:schemeClr val="tx1"/>
              </a:solidFill>
            </a:endParaRPr>
          </a:p>
          <a:p>
            <a:pPr algn="ctr">
              <a:lnSpc>
                <a:spcPct val="150000"/>
              </a:lnSpc>
            </a:pPr>
            <a:r>
              <a:rPr lang="en-US" sz="1700" b="1">
                <a:solidFill>
                  <a:schemeClr val="tx1"/>
                </a:solidFill>
              </a:rPr>
              <a:t>Board oversight</a:t>
            </a:r>
            <a:r>
              <a:rPr lang="en-US" sz="1600">
                <a:solidFill>
                  <a:schemeClr val="tx1"/>
                </a:solidFill>
              </a:rPr>
              <a:t> is a key element of </a:t>
            </a:r>
            <a:r>
              <a:rPr lang="en-US" sz="1700" b="1">
                <a:solidFill>
                  <a:schemeClr val="tx1"/>
                </a:solidFill>
              </a:rPr>
              <a:t>board</a:t>
            </a:r>
            <a:r>
              <a:rPr lang="en-US" sz="1600" b="1">
                <a:solidFill>
                  <a:schemeClr val="tx1"/>
                </a:solidFill>
              </a:rPr>
              <a:t> </a:t>
            </a:r>
            <a:r>
              <a:rPr lang="en-US" sz="1700" b="1">
                <a:solidFill>
                  <a:schemeClr val="tx1"/>
                </a:solidFill>
              </a:rPr>
              <a:t>governance</a:t>
            </a:r>
            <a:r>
              <a:rPr lang="en-US" sz="1600">
                <a:solidFill>
                  <a:schemeClr val="tx1"/>
                </a:solidFill>
              </a:rPr>
              <a:t>, reflecting the board’s </a:t>
            </a:r>
            <a:r>
              <a:rPr lang="en-US" sz="1700" b="1">
                <a:solidFill>
                  <a:schemeClr val="tx1"/>
                </a:solidFill>
              </a:rPr>
              <a:t>responsibility</a:t>
            </a:r>
            <a:r>
              <a:rPr lang="en-US" sz="1600">
                <a:solidFill>
                  <a:schemeClr val="tx1"/>
                </a:solidFill>
              </a:rPr>
              <a:t> to </a:t>
            </a:r>
            <a:r>
              <a:rPr lang="en-US" sz="1700" b="1">
                <a:solidFill>
                  <a:schemeClr val="tx1"/>
                </a:solidFill>
              </a:rPr>
              <a:t>guide</a:t>
            </a:r>
            <a:r>
              <a:rPr lang="en-US" sz="1600" b="1">
                <a:solidFill>
                  <a:schemeClr val="tx1"/>
                </a:solidFill>
              </a:rPr>
              <a:t>, </a:t>
            </a:r>
            <a:r>
              <a:rPr lang="en-US" sz="1700" b="1">
                <a:solidFill>
                  <a:schemeClr val="tx1"/>
                </a:solidFill>
              </a:rPr>
              <a:t>monitor</a:t>
            </a:r>
            <a:r>
              <a:rPr lang="en-US" sz="1600" b="1">
                <a:solidFill>
                  <a:schemeClr val="tx1"/>
                </a:solidFill>
              </a:rPr>
              <a:t> </a:t>
            </a:r>
            <a:r>
              <a:rPr lang="en-US" sz="1600">
                <a:solidFill>
                  <a:schemeClr val="tx1"/>
                </a:solidFill>
              </a:rPr>
              <a:t>and </a:t>
            </a:r>
            <a:r>
              <a:rPr lang="en-US" sz="1700" b="1">
                <a:solidFill>
                  <a:schemeClr val="tx1"/>
                </a:solidFill>
              </a:rPr>
              <a:t>supervise</a:t>
            </a:r>
            <a:r>
              <a:rPr lang="en-US" sz="1600">
                <a:solidFill>
                  <a:schemeClr val="tx1"/>
                </a:solidFill>
              </a:rPr>
              <a:t> management and operations to ensure the company </a:t>
            </a:r>
            <a:r>
              <a:rPr lang="en-US" sz="1700" b="1">
                <a:solidFill>
                  <a:schemeClr val="tx1"/>
                </a:solidFill>
              </a:rPr>
              <a:t>acts ethically</a:t>
            </a:r>
            <a:r>
              <a:rPr lang="en-US" sz="1600">
                <a:solidFill>
                  <a:schemeClr val="tx1"/>
                </a:solidFill>
              </a:rPr>
              <a:t>, complies with laws and regulations and serves the best </a:t>
            </a:r>
            <a:r>
              <a:rPr lang="en-US" sz="1700" b="1">
                <a:solidFill>
                  <a:schemeClr val="tx1"/>
                </a:solidFill>
              </a:rPr>
              <a:t>interests of its stakeholders</a:t>
            </a:r>
            <a:r>
              <a:rPr lang="en-US" sz="1600">
                <a:solidFill>
                  <a:schemeClr val="tx1"/>
                </a:solidFill>
              </a:rPr>
              <a:t>.</a:t>
            </a:r>
            <a:br>
              <a:rPr lang="en-US" sz="1600">
                <a:solidFill>
                  <a:schemeClr val="tx1"/>
                </a:solidFill>
              </a:rPr>
            </a:br>
            <a:endParaRPr lang="en-GB" sz="1600">
              <a:solidFill>
                <a:schemeClr val="tx1"/>
              </a:solidFill>
            </a:endParaRPr>
          </a:p>
          <a:p>
            <a:pPr algn="ctr"/>
            <a:endParaRPr lang="en-GB">
              <a:solidFill>
                <a:schemeClr val="tx1"/>
              </a:solidFill>
            </a:endParaRPr>
          </a:p>
        </p:txBody>
      </p:sp>
      <p:pic>
        <p:nvPicPr>
          <p:cNvPr id="6" name="Picture 5" descr="Magnifying glass">
            <a:extLst>
              <a:ext uri="{FF2B5EF4-FFF2-40B4-BE49-F238E27FC236}">
                <a16:creationId xmlns:a16="http://schemas.microsoft.com/office/drawing/2014/main" id="{491E63B3-AC10-5113-E3F5-59524884B8C4}"/>
              </a:ext>
            </a:extLst>
          </p:cNvPr>
          <p:cNvPicPr>
            <a:picLocks noChangeAspect="1"/>
          </p:cNvPicPr>
          <p:nvPr/>
        </p:nvPicPr>
        <p:blipFill>
          <a:blip r:embed="rId3">
            <a:duotone>
              <a:srgbClr val="FD5108">
                <a:shade val="45000"/>
                <a:satMod val="135000"/>
              </a:srgbClr>
              <a:prstClr val="white"/>
            </a:duotone>
            <a:extLst>
              <a:ext uri="{BEBA8EAE-BF5A-486C-A8C5-ECC9F3942E4B}">
                <a14:imgProps xmlns:a14="http://schemas.microsoft.com/office/drawing/2010/main">
                  <a14:imgLayer r:embed="rId4">
                    <a14:imgEffect>
                      <a14:backgroundRemoval t="8603" b="90832" l="9895" r="90186">
                        <a14:foregroundMark x1="86187" y1="90832" x2="86187" y2="90832"/>
                        <a14:foregroundMark x1="88853" y1="89499" x2="88853" y2="89499"/>
                        <a14:foregroundMark x1="90186" y1="86187" x2="90186" y2="86187"/>
                        <a14:foregroundMark x1="9935" y1="40428" x2="9935" y2="40428"/>
                        <a14:foregroundMark x1="35137" y1="8603" x2="35137" y2="8603"/>
                      </a14:backgroundRemoval>
                    </a14:imgEffect>
                  </a14:imgLayer>
                </a14:imgProps>
              </a:ext>
              <a:ext uri="{28A0092B-C50C-407E-A947-70E740481C1C}">
                <a14:useLocalDpi xmlns:a14="http://schemas.microsoft.com/office/drawing/2010/main" val="0"/>
              </a:ext>
            </a:extLst>
          </a:blip>
          <a:stretch>
            <a:fillRect/>
          </a:stretch>
        </p:blipFill>
        <p:spPr>
          <a:xfrm>
            <a:off x="1313265" y="1468215"/>
            <a:ext cx="1603744" cy="1603744"/>
          </a:xfrm>
          <a:prstGeom prst="rect">
            <a:avLst/>
          </a:prstGeom>
        </p:spPr>
      </p:pic>
      <p:sp>
        <p:nvSpPr>
          <p:cNvPr id="11" name="Callout: Down Arrow 10">
            <a:extLst>
              <a:ext uri="{FF2B5EF4-FFF2-40B4-BE49-F238E27FC236}">
                <a16:creationId xmlns:a16="http://schemas.microsoft.com/office/drawing/2014/main" id="{294887D5-F6AF-5A01-60DF-97AE6EF90976}"/>
              </a:ext>
            </a:extLst>
          </p:cNvPr>
          <p:cNvSpPr/>
          <p:nvPr/>
        </p:nvSpPr>
        <p:spPr>
          <a:xfrm>
            <a:off x="4476307" y="723972"/>
            <a:ext cx="7715693" cy="872641"/>
          </a:xfrm>
          <a:prstGeom prst="downArrowCallout">
            <a:avLst/>
          </a:prstGeom>
          <a:solidFill>
            <a:schemeClr val="accent1"/>
          </a:solidFill>
          <a:ln>
            <a:solidFill>
              <a:schemeClr val="bg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600" b="1">
                <a:solidFill>
                  <a:schemeClr val="bg1"/>
                </a:solidFill>
              </a:rPr>
              <a:t>Importance of Board Oversight</a:t>
            </a:r>
          </a:p>
        </p:txBody>
      </p:sp>
      <p:sp>
        <p:nvSpPr>
          <p:cNvPr id="18" name="Rectangle: Diagonal Corners Snipped 17">
            <a:extLst>
              <a:ext uri="{FF2B5EF4-FFF2-40B4-BE49-F238E27FC236}">
                <a16:creationId xmlns:a16="http://schemas.microsoft.com/office/drawing/2014/main" id="{3B8A06DB-F187-D58C-14A1-7B61A6279D02}"/>
              </a:ext>
            </a:extLst>
          </p:cNvPr>
          <p:cNvSpPr/>
          <p:nvPr/>
        </p:nvSpPr>
        <p:spPr>
          <a:xfrm>
            <a:off x="4979062" y="1806501"/>
            <a:ext cx="6808141" cy="716310"/>
          </a:xfrm>
          <a:prstGeom prst="snip2DiagRect">
            <a:avLst/>
          </a:prstGeom>
          <a:solidFill>
            <a:schemeClr val="bg1">
              <a:lumMod val="95000"/>
            </a:schemeClr>
          </a:solidFill>
          <a:ln w="9525">
            <a:solidFill>
              <a:schemeClr val="bg1">
                <a:lumMod val="95000"/>
              </a:schemeClr>
            </a:solidFill>
            <a:prstDash val="sysDash"/>
          </a:ln>
          <a:effectLst>
            <a:outerShdw blurRad="50800" dist="38100" dir="2700000" algn="tl" rotWithShape="0">
              <a:prstClr val="black">
                <a:alpha val="40000"/>
              </a:prstClr>
            </a:outerShdw>
          </a:effectLst>
        </p:spPr>
        <p:style>
          <a:lnRef idx="3">
            <a:schemeClr val="lt1"/>
          </a:lnRef>
          <a:fillRef idx="1">
            <a:schemeClr val="accent3"/>
          </a:fillRef>
          <a:effectRef idx="1">
            <a:schemeClr val="accent3"/>
          </a:effectRef>
          <a:fontRef idx="minor">
            <a:schemeClr val="lt1"/>
          </a:fontRef>
        </p:style>
        <p:txBody>
          <a:bodyPr rtlCol="0" anchor="t"/>
          <a:lstStyle/>
          <a:p>
            <a:pPr algn="ctr"/>
            <a:r>
              <a:rPr lang="en-US" sz="1600">
                <a:solidFill>
                  <a:schemeClr val="tx1"/>
                </a:solidFill>
              </a:rPr>
              <a:t>Oversight keeps management answerable and the organization credible.</a:t>
            </a:r>
          </a:p>
        </p:txBody>
      </p:sp>
      <p:sp>
        <p:nvSpPr>
          <p:cNvPr id="19" name="Rectangle: Diagonal Corners Snipped 18">
            <a:extLst>
              <a:ext uri="{FF2B5EF4-FFF2-40B4-BE49-F238E27FC236}">
                <a16:creationId xmlns:a16="http://schemas.microsoft.com/office/drawing/2014/main" id="{372B7832-1723-5416-B8C1-C061BCDE9087}"/>
              </a:ext>
            </a:extLst>
          </p:cNvPr>
          <p:cNvSpPr/>
          <p:nvPr/>
        </p:nvSpPr>
        <p:spPr>
          <a:xfrm>
            <a:off x="4994515" y="2809477"/>
            <a:ext cx="6796989" cy="721385"/>
          </a:xfrm>
          <a:prstGeom prst="snip2DiagRect">
            <a:avLst/>
          </a:prstGeom>
          <a:solidFill>
            <a:schemeClr val="bg1">
              <a:lumMod val="95000"/>
            </a:schemeClr>
          </a:solidFill>
          <a:ln w="9525">
            <a:solidFill>
              <a:schemeClr val="bg1">
                <a:lumMod val="95000"/>
              </a:schemeClr>
            </a:solidFill>
            <a:prstDash val="sysDash"/>
          </a:ln>
          <a:effectLst>
            <a:outerShdw blurRad="50800" dist="38100" dir="2700000" algn="tl" rotWithShape="0">
              <a:prstClr val="black">
                <a:alpha val="40000"/>
              </a:prstClr>
            </a:outerShdw>
          </a:effectLst>
        </p:spPr>
        <p:style>
          <a:lnRef idx="3">
            <a:schemeClr val="lt1"/>
          </a:lnRef>
          <a:fillRef idx="1">
            <a:schemeClr val="accent3"/>
          </a:fillRef>
          <a:effectRef idx="1">
            <a:schemeClr val="accent3"/>
          </a:effectRef>
          <a:fontRef idx="minor">
            <a:schemeClr val="lt1"/>
          </a:fontRef>
        </p:style>
        <p:txBody>
          <a:bodyPr rtlCol="0" anchor="ctr"/>
          <a:lstStyle/>
          <a:p>
            <a:pPr algn="ctr"/>
            <a:r>
              <a:rPr lang="en-US" sz="1600">
                <a:solidFill>
                  <a:schemeClr val="tx1"/>
                </a:solidFill>
              </a:rPr>
              <a:t>Oversight helps prevent crises before they escalate.</a:t>
            </a:r>
          </a:p>
        </p:txBody>
      </p:sp>
      <p:sp>
        <p:nvSpPr>
          <p:cNvPr id="20" name="Rectangle: Diagonal Corners Snipped 19">
            <a:extLst>
              <a:ext uri="{FF2B5EF4-FFF2-40B4-BE49-F238E27FC236}">
                <a16:creationId xmlns:a16="http://schemas.microsoft.com/office/drawing/2014/main" id="{9CA10DDF-CD34-E0DA-EAF9-09D7C1D69DD9}"/>
              </a:ext>
            </a:extLst>
          </p:cNvPr>
          <p:cNvSpPr/>
          <p:nvPr/>
        </p:nvSpPr>
        <p:spPr>
          <a:xfrm>
            <a:off x="5010576" y="3841274"/>
            <a:ext cx="6771143" cy="659592"/>
          </a:xfrm>
          <a:prstGeom prst="snip2DiagRect">
            <a:avLst/>
          </a:prstGeom>
          <a:solidFill>
            <a:schemeClr val="bg1">
              <a:lumMod val="95000"/>
            </a:schemeClr>
          </a:solidFill>
          <a:ln w="9525">
            <a:solidFill>
              <a:schemeClr val="bg1">
                <a:lumMod val="95000"/>
              </a:schemeClr>
            </a:solidFill>
            <a:prstDash val="sysDash"/>
          </a:ln>
          <a:effectLst>
            <a:outerShdw blurRad="50800" dist="38100" dir="2700000" algn="tl" rotWithShape="0">
              <a:prstClr val="black">
                <a:alpha val="40000"/>
              </a:prstClr>
            </a:outerShdw>
          </a:effectLst>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a:solidFill>
                  <a:schemeClr val="tx1"/>
                </a:solidFill>
              </a:rPr>
              <a:t>Oversight connects governance to performance.</a:t>
            </a:r>
          </a:p>
        </p:txBody>
      </p:sp>
      <p:sp>
        <p:nvSpPr>
          <p:cNvPr id="21" name="Rectangle: Diagonal Corners Snipped 20">
            <a:extLst>
              <a:ext uri="{FF2B5EF4-FFF2-40B4-BE49-F238E27FC236}">
                <a16:creationId xmlns:a16="http://schemas.microsoft.com/office/drawing/2014/main" id="{EA87F570-1772-15CE-30C9-9079780BF928}"/>
              </a:ext>
            </a:extLst>
          </p:cNvPr>
          <p:cNvSpPr/>
          <p:nvPr/>
        </p:nvSpPr>
        <p:spPr>
          <a:xfrm>
            <a:off x="5010575" y="4847379"/>
            <a:ext cx="6771143" cy="659592"/>
          </a:xfrm>
          <a:prstGeom prst="snip2DiagRect">
            <a:avLst/>
          </a:prstGeom>
          <a:solidFill>
            <a:schemeClr val="bg1">
              <a:lumMod val="95000"/>
            </a:schemeClr>
          </a:solidFill>
          <a:ln w="9525">
            <a:solidFill>
              <a:schemeClr val="bg1">
                <a:lumMod val="95000"/>
              </a:schemeClr>
            </a:solidFill>
            <a:prstDash val="sysDash"/>
          </a:ln>
          <a:effectLst>
            <a:outerShdw blurRad="50800" dist="38100" dir="2700000" algn="tl" rotWithShape="0">
              <a:prstClr val="black">
                <a:alpha val="40000"/>
              </a:prstClr>
            </a:outerShdw>
          </a:effectLst>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a:solidFill>
                  <a:schemeClr val="tx1"/>
                </a:solidFill>
              </a:rPr>
              <a:t>A vigilant board enhances organizational reputation and investor faith.</a:t>
            </a:r>
          </a:p>
        </p:txBody>
      </p:sp>
      <p:sp>
        <p:nvSpPr>
          <p:cNvPr id="22" name="Rectangle: Diagonal Corners Snipped 21">
            <a:extLst>
              <a:ext uri="{FF2B5EF4-FFF2-40B4-BE49-F238E27FC236}">
                <a16:creationId xmlns:a16="http://schemas.microsoft.com/office/drawing/2014/main" id="{EB137E3C-9BC2-46B2-56F1-B3C00F1828D0}"/>
              </a:ext>
            </a:extLst>
          </p:cNvPr>
          <p:cNvSpPr/>
          <p:nvPr/>
        </p:nvSpPr>
        <p:spPr>
          <a:xfrm>
            <a:off x="5010574" y="5827777"/>
            <a:ext cx="6771143" cy="659592"/>
          </a:xfrm>
          <a:prstGeom prst="snip2DiagRect">
            <a:avLst/>
          </a:prstGeom>
          <a:solidFill>
            <a:schemeClr val="bg1">
              <a:lumMod val="95000"/>
            </a:schemeClr>
          </a:solidFill>
          <a:ln w="9525">
            <a:solidFill>
              <a:schemeClr val="bg1">
                <a:lumMod val="95000"/>
              </a:schemeClr>
            </a:solidFill>
            <a:prstDash val="sysDash"/>
          </a:ln>
          <a:effectLst>
            <a:outerShdw blurRad="50800" dist="38100" dir="2700000" algn="tl" rotWithShape="0">
              <a:prstClr val="black">
                <a:alpha val="40000"/>
              </a:prstClr>
            </a:outerShdw>
          </a:effectLst>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600">
                <a:solidFill>
                  <a:schemeClr val="tx1"/>
                </a:solidFill>
              </a:rPr>
              <a:t>Oversight protects — legally, ethically and reputationally.</a:t>
            </a:r>
          </a:p>
        </p:txBody>
      </p:sp>
      <p:sp>
        <p:nvSpPr>
          <p:cNvPr id="3" name="Slide Number Placeholder 3">
            <a:extLst>
              <a:ext uri="{FF2B5EF4-FFF2-40B4-BE49-F238E27FC236}">
                <a16:creationId xmlns:a16="http://schemas.microsoft.com/office/drawing/2014/main" id="{F1304ADE-7169-868B-78DF-16C69A67F03E}"/>
              </a:ext>
            </a:extLst>
          </p:cNvPr>
          <p:cNvSpPr txBox="1">
            <a:spLocks/>
          </p:cNvSpPr>
          <p:nvPr/>
        </p:nvSpPr>
        <p:spPr>
          <a:xfrm>
            <a:off x="11713152" y="6546427"/>
            <a:ext cx="298209" cy="161583"/>
          </a:xfrm>
          <a:prstGeom prst="rect">
            <a:avLst/>
          </a:prstGeom>
        </p:spPr>
        <p:txBody>
          <a:bodyPr vert="horz" wrap="square" lIns="0" tIns="0" rIns="0" bIns="0" rtlCol="0" anchor="b"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spcAft>
                <a:spcPts val="600"/>
              </a:spcAft>
            </a:pPr>
            <a:fld id="{3E6AC032-1535-134B-A583-D5E1DDD0D167}" type="slidenum">
              <a:rPr lang="en-US" sz="900" smtClean="0"/>
              <a:pPr algn="r">
                <a:spcAft>
                  <a:spcPts val="600"/>
                </a:spcAft>
              </a:pPr>
              <a:t>5</a:t>
            </a:fld>
            <a:endParaRPr lang="en-US" sz="900"/>
          </a:p>
        </p:txBody>
      </p:sp>
    </p:spTree>
    <p:custDataLst>
      <p:custData r:id="rId1"/>
    </p:custDataLst>
    <p:extLst>
      <p:ext uri="{BB962C8B-B14F-4D97-AF65-F5344CB8AC3E}">
        <p14:creationId xmlns:p14="http://schemas.microsoft.com/office/powerpoint/2010/main" val="1382520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775FF34-DF9C-161C-C26A-F9905EAF3861}"/>
              </a:ext>
            </a:extLst>
          </p:cNvPr>
          <p:cNvSpPr/>
          <p:nvPr/>
        </p:nvSpPr>
        <p:spPr>
          <a:xfrm>
            <a:off x="0" y="-11538"/>
            <a:ext cx="12192000" cy="572092"/>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r>
              <a:rPr lang="en-US" sz="2000" b="1">
                <a:latin typeface="Georgia"/>
              </a:rPr>
              <a:t>Pillars of Board Oversight | Finance, Risk &amp; Regulatory</a:t>
            </a:r>
            <a:endParaRPr lang="en-US" sz="2000" b="1">
              <a:latin typeface="Georgia" panose="02040502050405020303" pitchFamily="18" charset="0"/>
            </a:endParaRPr>
          </a:p>
        </p:txBody>
      </p:sp>
      <p:sp>
        <p:nvSpPr>
          <p:cNvPr id="8" name="Flowchart: Document 7">
            <a:extLst>
              <a:ext uri="{FF2B5EF4-FFF2-40B4-BE49-F238E27FC236}">
                <a16:creationId xmlns:a16="http://schemas.microsoft.com/office/drawing/2014/main" id="{32AD0742-4131-C777-A8A4-B3BCDB369265}"/>
              </a:ext>
            </a:extLst>
          </p:cNvPr>
          <p:cNvSpPr/>
          <p:nvPr/>
        </p:nvSpPr>
        <p:spPr>
          <a:xfrm>
            <a:off x="380133" y="1313385"/>
            <a:ext cx="3848675" cy="5377701"/>
          </a:xfrm>
          <a:prstGeom prst="flowChartDocument">
            <a:avLst/>
          </a:prstGeom>
          <a:solidFill>
            <a:schemeClr val="accent1"/>
          </a:solidFill>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sz="1400" b="1">
              <a:solidFill>
                <a:schemeClr val="bg1"/>
              </a:solidFill>
            </a:endParaRPr>
          </a:p>
          <a:p>
            <a:pPr algn="ctr"/>
            <a:endParaRPr lang="en-US" sz="1400" b="1">
              <a:solidFill>
                <a:schemeClr val="bg1"/>
              </a:solidFill>
            </a:endParaRPr>
          </a:p>
          <a:p>
            <a:pPr algn="ctr"/>
            <a:endParaRPr lang="en-US" sz="1400" b="1">
              <a:solidFill>
                <a:schemeClr val="bg1"/>
              </a:solidFill>
            </a:endParaRPr>
          </a:p>
          <a:p>
            <a:pPr algn="ctr"/>
            <a:endParaRPr lang="en-US" sz="1400" b="1">
              <a:solidFill>
                <a:schemeClr val="bg1"/>
              </a:solidFill>
            </a:endParaRPr>
          </a:p>
          <a:p>
            <a:pPr algn="ctr"/>
            <a:endParaRPr lang="en-US" sz="1400" b="1">
              <a:solidFill>
                <a:schemeClr val="bg1"/>
              </a:solidFill>
            </a:endParaRPr>
          </a:p>
          <a:p>
            <a:pPr algn="ctr"/>
            <a:endParaRPr lang="en-US" sz="1400" b="1">
              <a:solidFill>
                <a:schemeClr val="bg1"/>
              </a:solidFill>
            </a:endParaRPr>
          </a:p>
          <a:p>
            <a:pPr algn="ctr"/>
            <a:endParaRPr lang="en-US" sz="1400" b="1">
              <a:solidFill>
                <a:schemeClr val="bg1"/>
              </a:solidFill>
            </a:endParaRPr>
          </a:p>
          <a:p>
            <a:pPr algn="ctr"/>
            <a:r>
              <a:rPr lang="en-US" sz="1400">
                <a:solidFill>
                  <a:schemeClr val="bg1"/>
                </a:solidFill>
              </a:rPr>
              <a:t> </a:t>
            </a:r>
          </a:p>
        </p:txBody>
      </p:sp>
      <p:sp>
        <p:nvSpPr>
          <p:cNvPr id="9" name="Flowchart: Document 8">
            <a:extLst>
              <a:ext uri="{FF2B5EF4-FFF2-40B4-BE49-F238E27FC236}">
                <a16:creationId xmlns:a16="http://schemas.microsoft.com/office/drawing/2014/main" id="{A37F4898-004E-6088-B77B-3649ABDF5D89}"/>
              </a:ext>
            </a:extLst>
          </p:cNvPr>
          <p:cNvSpPr/>
          <p:nvPr/>
        </p:nvSpPr>
        <p:spPr>
          <a:xfrm>
            <a:off x="4348014" y="1313385"/>
            <a:ext cx="3782289" cy="5377701"/>
          </a:xfrm>
          <a:prstGeom prst="flowChartDocument">
            <a:avLst/>
          </a:prstGeom>
          <a:solidFill>
            <a:schemeClr val="accent1">
              <a:lumMod val="60000"/>
              <a:lumOff val="40000"/>
            </a:schemeClr>
          </a:solidFill>
        </p:spPr>
        <p:style>
          <a:lnRef idx="1">
            <a:schemeClr val="accent6"/>
          </a:lnRef>
          <a:fillRef idx="2">
            <a:schemeClr val="accent6"/>
          </a:fillRef>
          <a:effectRef idx="1">
            <a:schemeClr val="accent6"/>
          </a:effectRef>
          <a:fontRef idx="minor">
            <a:schemeClr val="dk1"/>
          </a:fontRef>
        </p:style>
        <p:txBody>
          <a:bodyPr rtlCol="0" anchor="ctr"/>
          <a:lstStyle/>
          <a:p>
            <a:pPr algn="just"/>
            <a:endParaRPr lang="en-US" sz="1400" b="1">
              <a:solidFill>
                <a:schemeClr val="bg1"/>
              </a:solidFill>
            </a:endParaRPr>
          </a:p>
          <a:p>
            <a:pPr algn="just"/>
            <a:endParaRPr lang="en-US" sz="1400" b="1">
              <a:solidFill>
                <a:schemeClr val="bg1"/>
              </a:solidFill>
            </a:endParaRPr>
          </a:p>
          <a:p>
            <a:pPr algn="just"/>
            <a:endParaRPr lang="en-US" sz="1400" b="1">
              <a:solidFill>
                <a:schemeClr val="bg1"/>
              </a:solidFill>
            </a:endParaRPr>
          </a:p>
          <a:p>
            <a:pPr algn="ctr"/>
            <a:endParaRPr lang="en-US" sz="1400" b="1">
              <a:solidFill>
                <a:schemeClr val="bg1"/>
              </a:solidFill>
            </a:endParaRPr>
          </a:p>
          <a:p>
            <a:pPr algn="ctr"/>
            <a:endParaRPr lang="en-US" sz="1400" b="1">
              <a:solidFill>
                <a:schemeClr val="bg1"/>
              </a:solidFill>
            </a:endParaRPr>
          </a:p>
          <a:p>
            <a:pPr marL="285750" indent="-285750" algn="just">
              <a:buFont typeface="Wingdings" panose="05000000000000000000" pitchFamily="2" charset="2"/>
              <a:buChar char="§"/>
            </a:pPr>
            <a:endParaRPr lang="en-US" sz="1400">
              <a:solidFill>
                <a:schemeClr val="bg1"/>
              </a:solidFill>
            </a:endParaRPr>
          </a:p>
        </p:txBody>
      </p:sp>
      <p:sp>
        <p:nvSpPr>
          <p:cNvPr id="10" name="Flowchart: Document 9">
            <a:extLst>
              <a:ext uri="{FF2B5EF4-FFF2-40B4-BE49-F238E27FC236}">
                <a16:creationId xmlns:a16="http://schemas.microsoft.com/office/drawing/2014/main" id="{69716187-CA65-8180-26C4-7D7E3255FFB3}"/>
              </a:ext>
            </a:extLst>
          </p:cNvPr>
          <p:cNvSpPr/>
          <p:nvPr/>
        </p:nvSpPr>
        <p:spPr>
          <a:xfrm>
            <a:off x="8230174" y="1313386"/>
            <a:ext cx="3654715" cy="5377700"/>
          </a:xfrm>
          <a:prstGeom prst="flowChartDocument">
            <a:avLst/>
          </a:prstGeom>
          <a:solidFill>
            <a:schemeClr val="accent1">
              <a:lumMod val="20000"/>
              <a:lumOff val="80000"/>
            </a:schemeClr>
          </a:solidFill>
          <a:ln/>
        </p:spPr>
        <p:style>
          <a:lnRef idx="3">
            <a:schemeClr val="lt1"/>
          </a:lnRef>
          <a:fillRef idx="1">
            <a:schemeClr val="accent4"/>
          </a:fillRef>
          <a:effectRef idx="1">
            <a:schemeClr val="accent4"/>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5683F24E-0F99-0280-0A45-2ABAC694771C}"/>
              </a:ext>
            </a:extLst>
          </p:cNvPr>
          <p:cNvSpPr txBox="1"/>
          <p:nvPr/>
        </p:nvSpPr>
        <p:spPr>
          <a:xfrm>
            <a:off x="8477302" y="2821033"/>
            <a:ext cx="3296228" cy="2893100"/>
          </a:xfrm>
          <a:prstGeom prst="rect">
            <a:avLst/>
          </a:prstGeom>
          <a:noFill/>
        </p:spPr>
        <p:txBody>
          <a:bodyPr wrap="square">
            <a:spAutoFit/>
          </a:bodyPr>
          <a:lstStyle/>
          <a:p>
            <a:pPr algn="ctr"/>
            <a:endParaRPr lang="en-US" sz="1400" b="1" i="0">
              <a:solidFill>
                <a:schemeClr val="bg1"/>
              </a:solidFill>
              <a:effectLst/>
              <a:latin typeface="+mj-lt"/>
            </a:endParaRPr>
          </a:p>
          <a:p>
            <a:endParaRPr lang="en-US" sz="1400" b="1" i="0">
              <a:effectLst/>
              <a:latin typeface="+mj-lt"/>
            </a:endParaRPr>
          </a:p>
          <a:p>
            <a:pPr marL="285750" indent="-285750">
              <a:buFont typeface="Wingdings" panose="05000000000000000000" pitchFamily="2" charset="2"/>
              <a:buChar char="§"/>
            </a:pPr>
            <a:r>
              <a:rPr lang="en-US" sz="1400" b="1" i="0">
                <a:effectLst/>
              </a:rPr>
              <a:t>Ensures</a:t>
            </a:r>
            <a:r>
              <a:rPr lang="en-US" sz="1400" b="0" i="0">
                <a:effectLst/>
              </a:rPr>
              <a:t> adherence to laws, regulations and ethical standards.</a:t>
            </a:r>
          </a:p>
          <a:p>
            <a:r>
              <a:rPr lang="en-US" sz="1400" b="0" i="0">
                <a:effectLst/>
              </a:rPr>
              <a:t> </a:t>
            </a:r>
            <a:endParaRPr lang="en-US" sz="1400"/>
          </a:p>
          <a:p>
            <a:pPr marL="285750" indent="-285750">
              <a:buFont typeface="Wingdings" panose="05000000000000000000" pitchFamily="2" charset="2"/>
              <a:buChar char="§"/>
            </a:pPr>
            <a:r>
              <a:rPr lang="en-US" sz="1400" b="1" i="0">
                <a:effectLst/>
              </a:rPr>
              <a:t>Prevents</a:t>
            </a:r>
            <a:r>
              <a:rPr lang="en-US" sz="1400" b="0" i="0">
                <a:effectLst/>
              </a:rPr>
              <a:t> governance lapses</a:t>
            </a:r>
            <a:r>
              <a:rPr lang="en-US" sz="1400"/>
              <a:t> and</a:t>
            </a:r>
            <a:r>
              <a:rPr lang="en-US" sz="1400" b="0" i="0">
                <a:effectLst/>
              </a:rPr>
              <a:t> Corporate &amp;  </a:t>
            </a:r>
            <a:r>
              <a:rPr lang="en-US" sz="1400"/>
              <a:t>D</a:t>
            </a:r>
            <a:r>
              <a:rPr lang="en-US" sz="1400" b="0" i="0">
                <a:effectLst/>
              </a:rPr>
              <a:t>irectors’/ KMPs’ liabilities.</a:t>
            </a:r>
          </a:p>
          <a:p>
            <a:r>
              <a:rPr lang="en-US" sz="1400" b="0" i="0">
                <a:effectLst/>
              </a:rPr>
              <a:t> </a:t>
            </a:r>
          </a:p>
          <a:p>
            <a:pPr marL="285750" indent="-285750">
              <a:buFont typeface="Wingdings" panose="05000000000000000000" pitchFamily="2" charset="2"/>
              <a:buChar char="§"/>
            </a:pPr>
            <a:r>
              <a:rPr lang="en-US" sz="1400" b="1" i="0">
                <a:effectLst/>
              </a:rPr>
              <a:t>Promotes</a:t>
            </a:r>
            <a:r>
              <a:rPr lang="en-US" sz="1400" b="0" i="0">
                <a:effectLst/>
              </a:rPr>
              <a:t> fairness, transparency, and stakeholder trust. </a:t>
            </a:r>
          </a:p>
          <a:p>
            <a:pPr algn="just"/>
            <a:br>
              <a:rPr lang="en-US" sz="1400" b="0" i="0">
                <a:effectLst/>
                <a:latin typeface="+mj-lt"/>
              </a:rPr>
            </a:br>
            <a:endParaRPr lang="en-US" sz="1400">
              <a:latin typeface="+mj-lt"/>
            </a:endParaRPr>
          </a:p>
        </p:txBody>
      </p:sp>
      <p:pic>
        <p:nvPicPr>
          <p:cNvPr id="13" name="Graphic 12">
            <a:extLst>
              <a:ext uri="{FF2B5EF4-FFF2-40B4-BE49-F238E27FC236}">
                <a16:creationId xmlns:a16="http://schemas.microsoft.com/office/drawing/2014/main" id="{EB0ADB73-B8EB-5E7E-48C4-EDAA4786E9A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863897" y="1543427"/>
            <a:ext cx="523038" cy="523038"/>
          </a:xfrm>
          <a:prstGeom prst="rect">
            <a:avLst/>
          </a:prstGeom>
        </p:spPr>
      </p:pic>
      <p:pic>
        <p:nvPicPr>
          <p:cNvPr id="14" name="Graphic 13">
            <a:extLst>
              <a:ext uri="{FF2B5EF4-FFF2-40B4-BE49-F238E27FC236}">
                <a16:creationId xmlns:a16="http://schemas.microsoft.com/office/drawing/2014/main" id="{97DCED7A-3D94-1096-9219-53C4CF0AB529}"/>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769675" y="1447415"/>
            <a:ext cx="715063" cy="715063"/>
          </a:xfrm>
          <a:prstGeom prst="rect">
            <a:avLst/>
          </a:prstGeom>
        </p:spPr>
      </p:pic>
      <p:pic>
        <p:nvPicPr>
          <p:cNvPr id="15" name="Graphic 14">
            <a:extLst>
              <a:ext uri="{FF2B5EF4-FFF2-40B4-BE49-F238E27FC236}">
                <a16:creationId xmlns:a16="http://schemas.microsoft.com/office/drawing/2014/main" id="{1166D33D-799E-506C-C773-75B2179CDBBB}"/>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921948" y="1537930"/>
            <a:ext cx="624548" cy="624548"/>
          </a:xfrm>
          <a:prstGeom prst="rect">
            <a:avLst/>
          </a:prstGeom>
        </p:spPr>
      </p:pic>
      <p:sp>
        <p:nvSpPr>
          <p:cNvPr id="2" name="TextBox 1">
            <a:extLst>
              <a:ext uri="{FF2B5EF4-FFF2-40B4-BE49-F238E27FC236}">
                <a16:creationId xmlns:a16="http://schemas.microsoft.com/office/drawing/2014/main" id="{E3B02D34-08AD-A6EF-E65B-EBCAAA02D35B}"/>
              </a:ext>
            </a:extLst>
          </p:cNvPr>
          <p:cNvSpPr txBox="1"/>
          <p:nvPr/>
        </p:nvSpPr>
        <p:spPr>
          <a:xfrm>
            <a:off x="519606" y="2187194"/>
            <a:ext cx="3423683" cy="435935"/>
          </a:xfrm>
          <a:prstGeom prst="rect">
            <a:avLst/>
          </a:prstGeom>
          <a:noFill/>
        </p:spPr>
        <p:txBody>
          <a:bodyPr wrap="square" lIns="0" tIns="0" rIns="0" bIns="0" rtlCol="0">
            <a:noAutofit/>
          </a:bodyPr>
          <a:lstStyle/>
          <a:p>
            <a:pPr algn="ctr"/>
            <a:r>
              <a:rPr lang="en-US" b="1">
                <a:solidFill>
                  <a:schemeClr val="bg1"/>
                </a:solidFill>
              </a:rPr>
              <a:t>Finance Oversight </a:t>
            </a:r>
          </a:p>
          <a:p>
            <a:pPr algn="ctr"/>
            <a:r>
              <a:rPr lang="en-US" sz="1600" i="1">
                <a:solidFill>
                  <a:schemeClr val="bg1"/>
                </a:solidFill>
              </a:rPr>
              <a:t>Ensuring Financial Integrity</a:t>
            </a:r>
          </a:p>
          <a:p>
            <a:pPr algn="ctr"/>
            <a:endParaRPr lang="en-US" sz="1600" b="1">
              <a:solidFill>
                <a:schemeClr val="bg1"/>
              </a:solidFill>
            </a:endParaRPr>
          </a:p>
        </p:txBody>
      </p:sp>
      <p:sp>
        <p:nvSpPr>
          <p:cNvPr id="3" name="TextBox 2">
            <a:extLst>
              <a:ext uri="{FF2B5EF4-FFF2-40B4-BE49-F238E27FC236}">
                <a16:creationId xmlns:a16="http://schemas.microsoft.com/office/drawing/2014/main" id="{F57FF94E-5B00-215F-5EA6-EA79518BF6C5}"/>
              </a:ext>
            </a:extLst>
          </p:cNvPr>
          <p:cNvSpPr txBox="1"/>
          <p:nvPr/>
        </p:nvSpPr>
        <p:spPr>
          <a:xfrm>
            <a:off x="519606" y="3317366"/>
            <a:ext cx="3423683" cy="2115879"/>
          </a:xfrm>
          <a:prstGeom prst="rect">
            <a:avLst/>
          </a:prstGeom>
          <a:noFill/>
        </p:spPr>
        <p:txBody>
          <a:bodyPr wrap="square" lIns="0" tIns="0" rIns="0" bIns="0" rtlCol="0">
            <a:noAutofit/>
          </a:bodyPr>
          <a:lstStyle/>
          <a:p>
            <a:pPr marL="285750" indent="-285750">
              <a:buFont typeface="Wingdings" panose="05000000000000000000" pitchFamily="2" charset="2"/>
              <a:buChar char="§"/>
            </a:pPr>
            <a:r>
              <a:rPr lang="en-US" sz="1400" b="1">
                <a:solidFill>
                  <a:schemeClr val="bg1"/>
                </a:solidFill>
              </a:rPr>
              <a:t>Monitors</a:t>
            </a:r>
            <a:r>
              <a:rPr lang="en-US" sz="1400">
                <a:solidFill>
                  <a:schemeClr val="bg1"/>
                </a:solidFill>
              </a:rPr>
              <a:t> financial performance, capital allocation and resource utilization. </a:t>
            </a:r>
          </a:p>
          <a:p>
            <a:pPr marL="285750" indent="-285750">
              <a:buFont typeface="Wingdings" panose="05000000000000000000" pitchFamily="2" charset="2"/>
              <a:buChar char="§"/>
            </a:pPr>
            <a:endParaRPr lang="en-US" sz="1400">
              <a:solidFill>
                <a:schemeClr val="bg1"/>
              </a:solidFill>
            </a:endParaRPr>
          </a:p>
          <a:p>
            <a:pPr marL="285750" indent="-285750">
              <a:buFont typeface="Wingdings" panose="05000000000000000000" pitchFamily="2" charset="2"/>
              <a:buChar char="§"/>
            </a:pPr>
            <a:r>
              <a:rPr lang="en-US" sz="1400" b="1">
                <a:solidFill>
                  <a:schemeClr val="bg1"/>
                </a:solidFill>
              </a:rPr>
              <a:t>Upholds</a:t>
            </a:r>
            <a:r>
              <a:rPr lang="en-US" sz="1400">
                <a:solidFill>
                  <a:schemeClr val="bg1"/>
                </a:solidFill>
              </a:rPr>
              <a:t> accuracy, transparency and reliability in financial statements. </a:t>
            </a:r>
          </a:p>
          <a:p>
            <a:pPr marL="285750" indent="-285750">
              <a:buFont typeface="Wingdings" panose="05000000000000000000" pitchFamily="2" charset="2"/>
              <a:buChar char="§"/>
            </a:pPr>
            <a:endParaRPr lang="en-US" sz="1400">
              <a:solidFill>
                <a:schemeClr val="bg1"/>
              </a:solidFill>
            </a:endParaRPr>
          </a:p>
          <a:p>
            <a:pPr marL="285750" indent="-285750">
              <a:buFont typeface="Wingdings" panose="05000000000000000000" pitchFamily="2" charset="2"/>
              <a:buChar char="§"/>
            </a:pPr>
            <a:r>
              <a:rPr lang="en-US" sz="1400" b="1">
                <a:solidFill>
                  <a:schemeClr val="bg1"/>
                </a:solidFill>
              </a:rPr>
              <a:t>Strengthens</a:t>
            </a:r>
            <a:r>
              <a:rPr lang="en-US" sz="1400">
                <a:solidFill>
                  <a:schemeClr val="bg1"/>
                </a:solidFill>
              </a:rPr>
              <a:t> investor confidence and long-term value creation</a:t>
            </a:r>
            <a:r>
              <a:rPr lang="en-US" sz="1600">
                <a:solidFill>
                  <a:schemeClr val="bg1"/>
                </a:solidFill>
              </a:rPr>
              <a:t>. </a:t>
            </a:r>
            <a:endParaRPr lang="en-GB" sz="1600">
              <a:latin typeface="+mj-lt"/>
            </a:endParaRPr>
          </a:p>
        </p:txBody>
      </p:sp>
      <p:sp>
        <p:nvSpPr>
          <p:cNvPr id="4" name="TextBox 3">
            <a:extLst>
              <a:ext uri="{FF2B5EF4-FFF2-40B4-BE49-F238E27FC236}">
                <a16:creationId xmlns:a16="http://schemas.microsoft.com/office/drawing/2014/main" id="{48EA9714-8245-20DA-0FD0-CB65335143BB}"/>
              </a:ext>
            </a:extLst>
          </p:cNvPr>
          <p:cNvSpPr txBox="1"/>
          <p:nvPr/>
        </p:nvSpPr>
        <p:spPr>
          <a:xfrm>
            <a:off x="4742120" y="2187194"/>
            <a:ext cx="2977116" cy="435935"/>
          </a:xfrm>
          <a:prstGeom prst="rect">
            <a:avLst/>
          </a:prstGeom>
          <a:noFill/>
        </p:spPr>
        <p:txBody>
          <a:bodyPr wrap="square" lIns="0" tIns="0" rIns="0" bIns="0" rtlCol="0">
            <a:noAutofit/>
          </a:bodyPr>
          <a:lstStyle/>
          <a:p>
            <a:pPr algn="ctr"/>
            <a:r>
              <a:rPr lang="en-US" sz="1600" b="1">
                <a:solidFill>
                  <a:schemeClr val="bg1"/>
                </a:solidFill>
              </a:rPr>
              <a:t>Risk Oversight </a:t>
            </a:r>
          </a:p>
          <a:p>
            <a:pPr algn="ctr"/>
            <a:r>
              <a:rPr lang="en-US" sz="1600" b="1">
                <a:solidFill>
                  <a:schemeClr val="bg1"/>
                </a:solidFill>
              </a:rPr>
              <a:t> </a:t>
            </a:r>
            <a:r>
              <a:rPr lang="en-US" sz="1400" i="1">
                <a:solidFill>
                  <a:schemeClr val="bg1"/>
                </a:solidFill>
              </a:rPr>
              <a:t>Safeguarding Organizational Resilience </a:t>
            </a:r>
          </a:p>
          <a:p>
            <a:pPr algn="l"/>
            <a:endParaRPr lang="en-GB" sz="1600">
              <a:latin typeface="+mj-lt"/>
            </a:endParaRPr>
          </a:p>
        </p:txBody>
      </p:sp>
      <p:sp>
        <p:nvSpPr>
          <p:cNvPr id="5" name="TextBox 4">
            <a:extLst>
              <a:ext uri="{FF2B5EF4-FFF2-40B4-BE49-F238E27FC236}">
                <a16:creationId xmlns:a16="http://schemas.microsoft.com/office/drawing/2014/main" id="{4C37561D-25E5-2944-42E5-DE95625A11ED}"/>
              </a:ext>
            </a:extLst>
          </p:cNvPr>
          <p:cNvSpPr txBox="1"/>
          <p:nvPr/>
        </p:nvSpPr>
        <p:spPr>
          <a:xfrm>
            <a:off x="4486940" y="3317366"/>
            <a:ext cx="3317358" cy="2041451"/>
          </a:xfrm>
          <a:prstGeom prst="rect">
            <a:avLst/>
          </a:prstGeom>
          <a:noFill/>
        </p:spPr>
        <p:txBody>
          <a:bodyPr wrap="square" lIns="0" tIns="0" rIns="0" bIns="0" rtlCol="0">
            <a:noAutofit/>
          </a:bodyPr>
          <a:lstStyle/>
          <a:p>
            <a:pPr marL="285750" indent="-285750">
              <a:buFont typeface="Wingdings" panose="05000000000000000000" pitchFamily="2" charset="2"/>
              <a:buChar char="§"/>
            </a:pPr>
            <a:r>
              <a:rPr lang="en-US" sz="1400" b="1">
                <a:solidFill>
                  <a:schemeClr val="bg1"/>
                </a:solidFill>
              </a:rPr>
              <a:t>Identifies</a:t>
            </a:r>
            <a:r>
              <a:rPr lang="en-US" sz="1400">
                <a:solidFill>
                  <a:schemeClr val="bg1"/>
                </a:solidFill>
              </a:rPr>
              <a:t>, </a:t>
            </a:r>
            <a:r>
              <a:rPr lang="en-US" sz="1400" b="1">
                <a:solidFill>
                  <a:schemeClr val="bg1"/>
                </a:solidFill>
              </a:rPr>
              <a:t>assesses </a:t>
            </a:r>
            <a:r>
              <a:rPr lang="en-US" sz="1400">
                <a:solidFill>
                  <a:schemeClr val="bg1"/>
                </a:solidFill>
              </a:rPr>
              <a:t>and </a:t>
            </a:r>
            <a:r>
              <a:rPr lang="en-US" sz="1400" b="1">
                <a:solidFill>
                  <a:schemeClr val="bg1"/>
                </a:solidFill>
              </a:rPr>
              <a:t>mitigates</a:t>
            </a:r>
            <a:r>
              <a:rPr lang="en-US" sz="1400">
                <a:solidFill>
                  <a:schemeClr val="bg1"/>
                </a:solidFill>
              </a:rPr>
              <a:t> strategic, operational and compliance risks. </a:t>
            </a:r>
          </a:p>
          <a:p>
            <a:pPr marL="285750" indent="-285750">
              <a:buFont typeface="Wingdings" panose="05000000000000000000" pitchFamily="2" charset="2"/>
              <a:buChar char="§"/>
            </a:pPr>
            <a:endParaRPr lang="en-US" sz="1400">
              <a:solidFill>
                <a:schemeClr val="bg1"/>
              </a:solidFill>
            </a:endParaRPr>
          </a:p>
          <a:p>
            <a:pPr marL="285750" indent="-285750">
              <a:buFont typeface="Wingdings" panose="05000000000000000000" pitchFamily="2" charset="2"/>
              <a:buChar char="§"/>
            </a:pPr>
            <a:r>
              <a:rPr lang="en-US" sz="1400" b="1">
                <a:solidFill>
                  <a:schemeClr val="bg1"/>
                </a:solidFill>
              </a:rPr>
              <a:t>Defines</a:t>
            </a:r>
            <a:r>
              <a:rPr lang="en-US" sz="1400">
                <a:solidFill>
                  <a:schemeClr val="bg1"/>
                </a:solidFill>
              </a:rPr>
              <a:t> risk appetite and tolerance aligned with corporate objectives. </a:t>
            </a:r>
          </a:p>
          <a:p>
            <a:pPr marL="285750" indent="-285750">
              <a:buFont typeface="Wingdings" panose="05000000000000000000" pitchFamily="2" charset="2"/>
              <a:buChar char="§"/>
            </a:pPr>
            <a:endParaRPr lang="en-US" sz="1400">
              <a:solidFill>
                <a:schemeClr val="bg1"/>
              </a:solidFill>
            </a:endParaRPr>
          </a:p>
          <a:p>
            <a:pPr marL="285750" indent="-285750">
              <a:buFont typeface="Wingdings" panose="05000000000000000000" pitchFamily="2" charset="2"/>
              <a:buChar char="§"/>
            </a:pPr>
            <a:r>
              <a:rPr lang="en-US" sz="1400" b="1">
                <a:solidFill>
                  <a:schemeClr val="bg1"/>
                </a:solidFill>
              </a:rPr>
              <a:t>Enables</a:t>
            </a:r>
            <a:r>
              <a:rPr lang="en-US" sz="1400">
                <a:solidFill>
                  <a:schemeClr val="bg1"/>
                </a:solidFill>
              </a:rPr>
              <a:t> proactive decision-making and crisis preparedness.</a:t>
            </a:r>
          </a:p>
          <a:p>
            <a:pPr algn="l"/>
            <a:endParaRPr lang="en-GB" sz="1600">
              <a:latin typeface="+mj-lt"/>
            </a:endParaRPr>
          </a:p>
        </p:txBody>
      </p:sp>
      <p:sp>
        <p:nvSpPr>
          <p:cNvPr id="6" name="TextBox 5">
            <a:extLst>
              <a:ext uri="{FF2B5EF4-FFF2-40B4-BE49-F238E27FC236}">
                <a16:creationId xmlns:a16="http://schemas.microsoft.com/office/drawing/2014/main" id="{35E9A792-D2A7-D5F9-CD64-97526871D705}"/>
              </a:ext>
            </a:extLst>
          </p:cNvPr>
          <p:cNvSpPr txBox="1"/>
          <p:nvPr/>
        </p:nvSpPr>
        <p:spPr>
          <a:xfrm>
            <a:off x="9005777" y="2143642"/>
            <a:ext cx="2307265" cy="523038"/>
          </a:xfrm>
          <a:prstGeom prst="rect">
            <a:avLst/>
          </a:prstGeom>
          <a:noFill/>
        </p:spPr>
        <p:txBody>
          <a:bodyPr wrap="square" lIns="0" tIns="0" rIns="0" bIns="0" rtlCol="0">
            <a:noAutofit/>
          </a:bodyPr>
          <a:lstStyle/>
          <a:p>
            <a:pPr algn="ctr"/>
            <a:r>
              <a:rPr lang="en-US" sz="1600" b="1"/>
              <a:t>Regulatory Oversight </a:t>
            </a:r>
            <a:r>
              <a:rPr lang="en-US" sz="1400" i="1"/>
              <a:t>Upholding Accountability &amp; Compliance</a:t>
            </a:r>
          </a:p>
          <a:p>
            <a:pPr algn="l"/>
            <a:endParaRPr lang="en-GB" sz="1600">
              <a:latin typeface="+mj-lt"/>
            </a:endParaRPr>
          </a:p>
        </p:txBody>
      </p:sp>
      <p:sp>
        <p:nvSpPr>
          <p:cNvPr id="11" name="Slide Number Placeholder 3">
            <a:extLst>
              <a:ext uri="{FF2B5EF4-FFF2-40B4-BE49-F238E27FC236}">
                <a16:creationId xmlns:a16="http://schemas.microsoft.com/office/drawing/2014/main" id="{EF937392-390A-8D8C-0C09-B13BF8B3952B}"/>
              </a:ext>
            </a:extLst>
          </p:cNvPr>
          <p:cNvSpPr txBox="1">
            <a:spLocks/>
          </p:cNvSpPr>
          <p:nvPr/>
        </p:nvSpPr>
        <p:spPr>
          <a:xfrm>
            <a:off x="11713152" y="6546427"/>
            <a:ext cx="298209" cy="161583"/>
          </a:xfrm>
          <a:prstGeom prst="rect">
            <a:avLst/>
          </a:prstGeom>
        </p:spPr>
        <p:txBody>
          <a:bodyPr vert="horz" wrap="square" lIns="0" tIns="0" rIns="0" bIns="0" rtlCol="0" anchor="b"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spcAft>
                <a:spcPts val="600"/>
              </a:spcAft>
            </a:pPr>
            <a:fld id="{3E6AC032-1535-134B-A583-D5E1DDD0D167}" type="slidenum">
              <a:rPr lang="en-US" sz="900" smtClean="0"/>
              <a:pPr algn="r">
                <a:spcAft>
                  <a:spcPts val="600"/>
                </a:spcAft>
              </a:pPr>
              <a:t>6</a:t>
            </a:fld>
            <a:endParaRPr lang="en-US" sz="900"/>
          </a:p>
        </p:txBody>
      </p:sp>
    </p:spTree>
    <p:custDataLst>
      <p:custData r:id="rId1"/>
    </p:custDataLst>
    <p:extLst>
      <p:ext uri="{BB962C8B-B14F-4D97-AF65-F5344CB8AC3E}">
        <p14:creationId xmlns:p14="http://schemas.microsoft.com/office/powerpoint/2010/main" val="25824598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876661-EB39-C621-4895-3E2989CDA353}"/>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A80FAF66-840D-F45F-BFE0-937D6CAE0B57}"/>
              </a:ext>
            </a:extLst>
          </p:cNvPr>
          <p:cNvSpPr/>
          <p:nvPr/>
        </p:nvSpPr>
        <p:spPr>
          <a:xfrm>
            <a:off x="0" y="0"/>
            <a:ext cx="3090672" cy="6869538"/>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3200">
              <a:latin typeface="Georgia" panose="02040502050405020303" pitchFamily="18" charset="0"/>
            </a:endParaRPr>
          </a:p>
          <a:p>
            <a:pPr algn="ctr"/>
            <a:r>
              <a:rPr lang="en-US" sz="3200">
                <a:latin typeface="Georgia" panose="02040502050405020303" pitchFamily="18" charset="0"/>
              </a:rPr>
              <a:t>Identify the correct oversight pillar</a:t>
            </a:r>
          </a:p>
          <a:p>
            <a:pPr algn="ctr"/>
            <a:r>
              <a:rPr lang="en-US" sz="1600" i="1">
                <a:latin typeface="Georgia" panose="02040502050405020303" pitchFamily="18" charset="0"/>
              </a:rPr>
              <a:t>(Finance/Risk/ Regulatory) </a:t>
            </a:r>
          </a:p>
        </p:txBody>
      </p:sp>
      <p:sp>
        <p:nvSpPr>
          <p:cNvPr id="18" name="Rectangle 17">
            <a:extLst>
              <a:ext uri="{FF2B5EF4-FFF2-40B4-BE49-F238E27FC236}">
                <a16:creationId xmlns:a16="http://schemas.microsoft.com/office/drawing/2014/main" id="{37501805-D36A-E030-A46D-3F1DF1E4717A}"/>
              </a:ext>
            </a:extLst>
          </p:cNvPr>
          <p:cNvSpPr/>
          <p:nvPr/>
        </p:nvSpPr>
        <p:spPr>
          <a:xfrm>
            <a:off x="3090672" y="329570"/>
            <a:ext cx="5221224" cy="594746"/>
          </a:xfrm>
          <a:prstGeom prst="rect">
            <a:avLst/>
          </a:prstGeom>
          <a:ln/>
        </p:spPr>
        <p:style>
          <a:lnRef idx="1">
            <a:schemeClr val="accent2"/>
          </a:lnRef>
          <a:fillRef idx="2">
            <a:schemeClr val="accent2"/>
          </a:fillRef>
          <a:effectRef idx="1">
            <a:schemeClr val="accent2"/>
          </a:effectRef>
          <a:fontRef idx="minor">
            <a:schemeClr val="dk1"/>
          </a:fontRef>
        </p:style>
        <p:txBody>
          <a:bodyPr rtlCol="0" anchor="ctr"/>
          <a:lstStyle/>
          <a:p>
            <a:r>
              <a:rPr lang="en-US" sz="1400">
                <a:solidFill>
                  <a:schemeClr val="tx1"/>
                </a:solidFill>
              </a:rPr>
              <a:t>A) Ensuring accuracy and transparency in financial statements</a:t>
            </a:r>
            <a:endParaRPr lang="en-GB" sz="1400">
              <a:solidFill>
                <a:schemeClr val="tx1"/>
              </a:solidFill>
            </a:endParaRPr>
          </a:p>
        </p:txBody>
      </p:sp>
      <p:sp>
        <p:nvSpPr>
          <p:cNvPr id="19" name="Rectangle 18">
            <a:extLst>
              <a:ext uri="{FF2B5EF4-FFF2-40B4-BE49-F238E27FC236}">
                <a16:creationId xmlns:a16="http://schemas.microsoft.com/office/drawing/2014/main" id="{DC5042BE-861F-D636-0E2A-EE81B4C0A3F9}"/>
              </a:ext>
            </a:extLst>
          </p:cNvPr>
          <p:cNvSpPr/>
          <p:nvPr/>
        </p:nvSpPr>
        <p:spPr>
          <a:xfrm>
            <a:off x="3090672" y="1142025"/>
            <a:ext cx="5221224" cy="594746"/>
          </a:xfrm>
          <a:prstGeom prst="rect">
            <a:avLst/>
          </a:prstGeom>
          <a:ln/>
        </p:spPr>
        <p:style>
          <a:lnRef idx="1">
            <a:schemeClr val="accent2"/>
          </a:lnRef>
          <a:fillRef idx="2">
            <a:schemeClr val="accent2"/>
          </a:fillRef>
          <a:effectRef idx="1">
            <a:schemeClr val="accent2"/>
          </a:effectRef>
          <a:fontRef idx="minor">
            <a:schemeClr val="dk1"/>
          </a:fontRef>
        </p:style>
        <p:txBody>
          <a:bodyPr rtlCol="0" anchor="ctr"/>
          <a:lstStyle/>
          <a:p>
            <a:r>
              <a:rPr lang="en-US" sz="1400">
                <a:solidFill>
                  <a:schemeClr val="tx1"/>
                </a:solidFill>
              </a:rPr>
              <a:t>B) Defining risk appetite and tolerance </a:t>
            </a:r>
            <a:endParaRPr lang="en-GB" sz="1400">
              <a:solidFill>
                <a:schemeClr val="tx1"/>
              </a:solidFill>
            </a:endParaRPr>
          </a:p>
        </p:txBody>
      </p:sp>
      <p:sp>
        <p:nvSpPr>
          <p:cNvPr id="20" name="Rectangle 19">
            <a:extLst>
              <a:ext uri="{FF2B5EF4-FFF2-40B4-BE49-F238E27FC236}">
                <a16:creationId xmlns:a16="http://schemas.microsoft.com/office/drawing/2014/main" id="{106F89E5-EE87-FEE2-3CE9-0809AF232B74}"/>
              </a:ext>
            </a:extLst>
          </p:cNvPr>
          <p:cNvSpPr/>
          <p:nvPr/>
        </p:nvSpPr>
        <p:spPr>
          <a:xfrm>
            <a:off x="3090672" y="1954479"/>
            <a:ext cx="5221224" cy="594746"/>
          </a:xfrm>
          <a:prstGeom prst="rect">
            <a:avLst/>
          </a:prstGeom>
          <a:ln/>
        </p:spPr>
        <p:style>
          <a:lnRef idx="1">
            <a:schemeClr val="accent2"/>
          </a:lnRef>
          <a:fillRef idx="2">
            <a:schemeClr val="accent2"/>
          </a:fillRef>
          <a:effectRef idx="1">
            <a:schemeClr val="accent2"/>
          </a:effectRef>
          <a:fontRef idx="minor">
            <a:schemeClr val="dk1"/>
          </a:fontRef>
        </p:style>
        <p:txBody>
          <a:bodyPr rtlCol="0" anchor="ctr"/>
          <a:lstStyle/>
          <a:p>
            <a:r>
              <a:rPr lang="en-US" sz="1400">
                <a:solidFill>
                  <a:schemeClr val="tx1"/>
                </a:solidFill>
              </a:rPr>
              <a:t>C) Preventing governance lapses and director’s liabilities </a:t>
            </a:r>
            <a:endParaRPr lang="en-GB" sz="1400">
              <a:solidFill>
                <a:schemeClr val="tx1"/>
              </a:solidFill>
            </a:endParaRPr>
          </a:p>
        </p:txBody>
      </p:sp>
      <p:sp>
        <p:nvSpPr>
          <p:cNvPr id="21" name="Rectangle 20">
            <a:extLst>
              <a:ext uri="{FF2B5EF4-FFF2-40B4-BE49-F238E27FC236}">
                <a16:creationId xmlns:a16="http://schemas.microsoft.com/office/drawing/2014/main" id="{E11F1127-B5F2-4A21-8713-52AA80A054DD}"/>
              </a:ext>
            </a:extLst>
          </p:cNvPr>
          <p:cNvSpPr/>
          <p:nvPr/>
        </p:nvSpPr>
        <p:spPr>
          <a:xfrm>
            <a:off x="3090672" y="3591665"/>
            <a:ext cx="5221224" cy="594746"/>
          </a:xfrm>
          <a:prstGeom prst="rect">
            <a:avLst/>
          </a:prstGeom>
          <a:ln/>
        </p:spPr>
        <p:style>
          <a:lnRef idx="1">
            <a:schemeClr val="accent2"/>
          </a:lnRef>
          <a:fillRef idx="2">
            <a:schemeClr val="accent2"/>
          </a:fillRef>
          <a:effectRef idx="1">
            <a:schemeClr val="accent2"/>
          </a:effectRef>
          <a:fontRef idx="minor">
            <a:schemeClr val="dk1"/>
          </a:fontRef>
        </p:style>
        <p:txBody>
          <a:bodyPr rtlCol="0" anchor="ctr"/>
          <a:lstStyle/>
          <a:p>
            <a:r>
              <a:rPr lang="en-US" sz="1400">
                <a:solidFill>
                  <a:schemeClr val="tx1"/>
                </a:solidFill>
              </a:rPr>
              <a:t>E) Monitoring capital allocation and resource utilization</a:t>
            </a:r>
            <a:endParaRPr lang="en-GB" sz="1400">
              <a:solidFill>
                <a:schemeClr val="tx1"/>
              </a:solidFill>
            </a:endParaRPr>
          </a:p>
        </p:txBody>
      </p:sp>
      <p:sp>
        <p:nvSpPr>
          <p:cNvPr id="22" name="Rectangle 21">
            <a:extLst>
              <a:ext uri="{FF2B5EF4-FFF2-40B4-BE49-F238E27FC236}">
                <a16:creationId xmlns:a16="http://schemas.microsoft.com/office/drawing/2014/main" id="{90C309EF-6C52-8C36-74E6-1139D11963A6}"/>
              </a:ext>
            </a:extLst>
          </p:cNvPr>
          <p:cNvSpPr/>
          <p:nvPr/>
        </p:nvSpPr>
        <p:spPr>
          <a:xfrm>
            <a:off x="3090672" y="2738879"/>
            <a:ext cx="5221224" cy="594746"/>
          </a:xfrm>
          <a:prstGeom prst="rect">
            <a:avLst/>
          </a:prstGeom>
          <a:ln/>
        </p:spPr>
        <p:style>
          <a:lnRef idx="1">
            <a:schemeClr val="accent2"/>
          </a:lnRef>
          <a:fillRef idx="2">
            <a:schemeClr val="accent2"/>
          </a:fillRef>
          <a:effectRef idx="1">
            <a:schemeClr val="accent2"/>
          </a:effectRef>
          <a:fontRef idx="minor">
            <a:schemeClr val="dk1"/>
          </a:fontRef>
        </p:style>
        <p:txBody>
          <a:bodyPr rtlCol="0" anchor="ctr"/>
          <a:lstStyle/>
          <a:p>
            <a:r>
              <a:rPr lang="en-US" sz="1400">
                <a:solidFill>
                  <a:schemeClr val="tx1"/>
                </a:solidFill>
              </a:rPr>
              <a:t>D) Enabling crisis preparedness and proactive decision-making</a:t>
            </a:r>
            <a:endParaRPr lang="en-GB" sz="1400">
              <a:solidFill>
                <a:schemeClr val="tx1"/>
              </a:solidFill>
            </a:endParaRPr>
          </a:p>
        </p:txBody>
      </p:sp>
      <p:sp>
        <p:nvSpPr>
          <p:cNvPr id="23" name="Rectangle 22">
            <a:extLst>
              <a:ext uri="{FF2B5EF4-FFF2-40B4-BE49-F238E27FC236}">
                <a16:creationId xmlns:a16="http://schemas.microsoft.com/office/drawing/2014/main" id="{0746F9E3-36E3-8644-D0BA-1D45A06075C0}"/>
              </a:ext>
            </a:extLst>
          </p:cNvPr>
          <p:cNvSpPr/>
          <p:nvPr/>
        </p:nvSpPr>
        <p:spPr>
          <a:xfrm>
            <a:off x="3090672" y="4391843"/>
            <a:ext cx="5221224" cy="594746"/>
          </a:xfrm>
          <a:prstGeom prst="rect">
            <a:avLst/>
          </a:prstGeom>
          <a:ln/>
        </p:spPr>
        <p:style>
          <a:lnRef idx="1">
            <a:schemeClr val="accent2"/>
          </a:lnRef>
          <a:fillRef idx="2">
            <a:schemeClr val="accent2"/>
          </a:fillRef>
          <a:effectRef idx="1">
            <a:schemeClr val="accent2"/>
          </a:effectRef>
          <a:fontRef idx="minor">
            <a:schemeClr val="dk1"/>
          </a:fontRef>
        </p:style>
        <p:txBody>
          <a:bodyPr rtlCol="0" anchor="ctr"/>
          <a:lstStyle/>
          <a:p>
            <a:r>
              <a:rPr lang="en-US" sz="1400">
                <a:solidFill>
                  <a:schemeClr val="tx1"/>
                </a:solidFill>
              </a:rPr>
              <a:t>F) Ensuring adherence to laws and regulations</a:t>
            </a:r>
            <a:endParaRPr lang="en-GB" sz="1400">
              <a:solidFill>
                <a:schemeClr val="tx1"/>
              </a:solidFill>
            </a:endParaRPr>
          </a:p>
        </p:txBody>
      </p:sp>
      <p:sp>
        <p:nvSpPr>
          <p:cNvPr id="24" name="Rectangle 23">
            <a:extLst>
              <a:ext uri="{FF2B5EF4-FFF2-40B4-BE49-F238E27FC236}">
                <a16:creationId xmlns:a16="http://schemas.microsoft.com/office/drawing/2014/main" id="{2549EFB2-CAAC-A195-3B1F-B14C030B509A}"/>
              </a:ext>
            </a:extLst>
          </p:cNvPr>
          <p:cNvSpPr/>
          <p:nvPr/>
        </p:nvSpPr>
        <p:spPr>
          <a:xfrm>
            <a:off x="3090672" y="5204297"/>
            <a:ext cx="5221224" cy="594746"/>
          </a:xfrm>
          <a:prstGeom prst="rect">
            <a:avLst/>
          </a:prstGeom>
          <a:ln/>
        </p:spPr>
        <p:style>
          <a:lnRef idx="1">
            <a:schemeClr val="accent2"/>
          </a:lnRef>
          <a:fillRef idx="2">
            <a:schemeClr val="accent2"/>
          </a:fillRef>
          <a:effectRef idx="1">
            <a:schemeClr val="accent2"/>
          </a:effectRef>
          <a:fontRef idx="minor">
            <a:schemeClr val="dk1"/>
          </a:fontRef>
        </p:style>
        <p:txBody>
          <a:bodyPr rtlCol="0" anchor="ctr"/>
          <a:lstStyle/>
          <a:p>
            <a:r>
              <a:rPr lang="en-US" sz="1400">
                <a:solidFill>
                  <a:schemeClr val="tx1"/>
                </a:solidFill>
              </a:rPr>
              <a:t>G) Strengthening investor confidence</a:t>
            </a:r>
            <a:endParaRPr lang="en-GB" sz="1400">
              <a:solidFill>
                <a:schemeClr val="tx1"/>
              </a:solidFill>
            </a:endParaRPr>
          </a:p>
        </p:txBody>
      </p:sp>
      <p:sp>
        <p:nvSpPr>
          <p:cNvPr id="25" name="Rectangle 24">
            <a:extLst>
              <a:ext uri="{FF2B5EF4-FFF2-40B4-BE49-F238E27FC236}">
                <a16:creationId xmlns:a16="http://schemas.microsoft.com/office/drawing/2014/main" id="{BE3C334A-1C80-03EE-1BE7-93E8557BA57F}"/>
              </a:ext>
            </a:extLst>
          </p:cNvPr>
          <p:cNvSpPr/>
          <p:nvPr/>
        </p:nvSpPr>
        <p:spPr>
          <a:xfrm>
            <a:off x="3090672" y="6016752"/>
            <a:ext cx="5221224" cy="594746"/>
          </a:xfrm>
          <a:prstGeom prst="rect">
            <a:avLst/>
          </a:prstGeom>
          <a:ln/>
        </p:spPr>
        <p:style>
          <a:lnRef idx="1">
            <a:schemeClr val="accent2"/>
          </a:lnRef>
          <a:fillRef idx="2">
            <a:schemeClr val="accent2"/>
          </a:fillRef>
          <a:effectRef idx="1">
            <a:schemeClr val="accent2"/>
          </a:effectRef>
          <a:fontRef idx="minor">
            <a:schemeClr val="dk1"/>
          </a:fontRef>
        </p:style>
        <p:txBody>
          <a:bodyPr rtlCol="0" anchor="ctr"/>
          <a:lstStyle/>
          <a:p>
            <a:r>
              <a:rPr lang="en-US" sz="1400">
                <a:solidFill>
                  <a:schemeClr val="tx1"/>
                </a:solidFill>
              </a:rPr>
              <a:t>H) Identifying and mitigating operational risks</a:t>
            </a:r>
            <a:endParaRPr lang="en-GB" sz="1400">
              <a:solidFill>
                <a:schemeClr val="tx1"/>
              </a:solidFill>
            </a:endParaRPr>
          </a:p>
        </p:txBody>
      </p:sp>
      <p:pic>
        <p:nvPicPr>
          <p:cNvPr id="27" name="Graphic 26" descr="Magnifying glass with solid fill">
            <a:extLst>
              <a:ext uri="{FF2B5EF4-FFF2-40B4-BE49-F238E27FC236}">
                <a16:creationId xmlns:a16="http://schemas.microsoft.com/office/drawing/2014/main" id="{DB654774-CC34-98E1-BAC3-20D6888108D2}"/>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96696" y="1631454"/>
            <a:ext cx="914400" cy="914400"/>
          </a:xfrm>
          <a:prstGeom prst="rect">
            <a:avLst/>
          </a:prstGeom>
        </p:spPr>
      </p:pic>
      <p:sp>
        <p:nvSpPr>
          <p:cNvPr id="28" name="Rectangle 27">
            <a:extLst>
              <a:ext uri="{FF2B5EF4-FFF2-40B4-BE49-F238E27FC236}">
                <a16:creationId xmlns:a16="http://schemas.microsoft.com/office/drawing/2014/main" id="{B3B3E529-63ED-D0FF-4C46-6120B3B6BC65}"/>
              </a:ext>
            </a:extLst>
          </p:cNvPr>
          <p:cNvSpPr/>
          <p:nvPr/>
        </p:nvSpPr>
        <p:spPr>
          <a:xfrm>
            <a:off x="960120" y="1631454"/>
            <a:ext cx="987552" cy="914400"/>
          </a:xfrm>
          <a:prstGeom prst="rect">
            <a:avLst/>
          </a:prstGeom>
          <a:no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2" name="Flowchart: Process 31">
            <a:extLst>
              <a:ext uri="{FF2B5EF4-FFF2-40B4-BE49-F238E27FC236}">
                <a16:creationId xmlns:a16="http://schemas.microsoft.com/office/drawing/2014/main" id="{F59A21DE-3EBF-D9D1-8A60-B83D02EEE418}"/>
              </a:ext>
            </a:extLst>
          </p:cNvPr>
          <p:cNvSpPr/>
          <p:nvPr/>
        </p:nvSpPr>
        <p:spPr>
          <a:xfrm>
            <a:off x="9372600" y="329570"/>
            <a:ext cx="1792224" cy="594746"/>
          </a:xfrm>
          <a:prstGeom prst="flowChartProcess">
            <a:avLst/>
          </a:prstGeo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i="1"/>
              <a:t>Finance</a:t>
            </a:r>
          </a:p>
        </p:txBody>
      </p:sp>
      <p:sp>
        <p:nvSpPr>
          <p:cNvPr id="33" name="Flowchart: Process 32">
            <a:extLst>
              <a:ext uri="{FF2B5EF4-FFF2-40B4-BE49-F238E27FC236}">
                <a16:creationId xmlns:a16="http://schemas.microsoft.com/office/drawing/2014/main" id="{F4F23C28-998A-941A-6189-D7B8D2ACCB6C}"/>
              </a:ext>
            </a:extLst>
          </p:cNvPr>
          <p:cNvSpPr/>
          <p:nvPr/>
        </p:nvSpPr>
        <p:spPr>
          <a:xfrm>
            <a:off x="9372600" y="1123351"/>
            <a:ext cx="1792224" cy="594746"/>
          </a:xfrm>
          <a:prstGeom prst="flowChartProcess">
            <a:avLst/>
          </a:prstGeo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i="1"/>
              <a:t>Risk</a:t>
            </a:r>
          </a:p>
        </p:txBody>
      </p:sp>
      <p:sp>
        <p:nvSpPr>
          <p:cNvPr id="34" name="Flowchart: Process 33">
            <a:extLst>
              <a:ext uri="{FF2B5EF4-FFF2-40B4-BE49-F238E27FC236}">
                <a16:creationId xmlns:a16="http://schemas.microsoft.com/office/drawing/2014/main" id="{772A2A8E-8844-86CA-7910-4F72A2F6DB23}"/>
              </a:ext>
            </a:extLst>
          </p:cNvPr>
          <p:cNvSpPr/>
          <p:nvPr/>
        </p:nvSpPr>
        <p:spPr>
          <a:xfrm>
            <a:off x="9372600" y="1926276"/>
            <a:ext cx="1792224" cy="594746"/>
          </a:xfrm>
          <a:prstGeom prst="flowChartProcess">
            <a:avLst/>
          </a:prstGeo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i="1"/>
              <a:t>Regulatory</a:t>
            </a:r>
          </a:p>
        </p:txBody>
      </p:sp>
      <p:sp>
        <p:nvSpPr>
          <p:cNvPr id="35" name="Flowchart: Process 34">
            <a:extLst>
              <a:ext uri="{FF2B5EF4-FFF2-40B4-BE49-F238E27FC236}">
                <a16:creationId xmlns:a16="http://schemas.microsoft.com/office/drawing/2014/main" id="{6665BBF6-7573-FFAB-4B62-656DE611103E}"/>
              </a:ext>
            </a:extLst>
          </p:cNvPr>
          <p:cNvSpPr/>
          <p:nvPr/>
        </p:nvSpPr>
        <p:spPr>
          <a:xfrm>
            <a:off x="9372600" y="2747489"/>
            <a:ext cx="1792224" cy="594746"/>
          </a:xfrm>
          <a:prstGeom prst="flowChartProcess">
            <a:avLst/>
          </a:prstGeo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i="1"/>
              <a:t>Risk</a:t>
            </a:r>
          </a:p>
        </p:txBody>
      </p:sp>
      <p:sp>
        <p:nvSpPr>
          <p:cNvPr id="36" name="Flowchart: Process 35">
            <a:extLst>
              <a:ext uri="{FF2B5EF4-FFF2-40B4-BE49-F238E27FC236}">
                <a16:creationId xmlns:a16="http://schemas.microsoft.com/office/drawing/2014/main" id="{2C16FF41-9057-72E2-FF79-EFC58011226B}"/>
              </a:ext>
            </a:extLst>
          </p:cNvPr>
          <p:cNvSpPr/>
          <p:nvPr/>
        </p:nvSpPr>
        <p:spPr>
          <a:xfrm>
            <a:off x="9372600" y="3596134"/>
            <a:ext cx="1792224" cy="594746"/>
          </a:xfrm>
          <a:prstGeom prst="flowChartProcess">
            <a:avLst/>
          </a:prstGeo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i="1"/>
              <a:t>Finance</a:t>
            </a:r>
          </a:p>
        </p:txBody>
      </p:sp>
      <p:sp>
        <p:nvSpPr>
          <p:cNvPr id="37" name="Flowchart: Process 36">
            <a:extLst>
              <a:ext uri="{FF2B5EF4-FFF2-40B4-BE49-F238E27FC236}">
                <a16:creationId xmlns:a16="http://schemas.microsoft.com/office/drawing/2014/main" id="{3EE35EE3-BFA0-8111-522B-564E200A2B63}"/>
              </a:ext>
            </a:extLst>
          </p:cNvPr>
          <p:cNvSpPr/>
          <p:nvPr/>
        </p:nvSpPr>
        <p:spPr>
          <a:xfrm>
            <a:off x="9372600" y="4408203"/>
            <a:ext cx="1792224" cy="594746"/>
          </a:xfrm>
          <a:prstGeom prst="flowChartProcess">
            <a:avLst/>
          </a:prstGeo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i="1"/>
              <a:t>Regulatory</a:t>
            </a:r>
          </a:p>
        </p:txBody>
      </p:sp>
      <p:sp>
        <p:nvSpPr>
          <p:cNvPr id="38" name="Flowchart: Process 37">
            <a:extLst>
              <a:ext uri="{FF2B5EF4-FFF2-40B4-BE49-F238E27FC236}">
                <a16:creationId xmlns:a16="http://schemas.microsoft.com/office/drawing/2014/main" id="{33143BAA-A9EC-8877-66D7-DBEB94B97E41}"/>
              </a:ext>
            </a:extLst>
          </p:cNvPr>
          <p:cNvSpPr/>
          <p:nvPr/>
        </p:nvSpPr>
        <p:spPr>
          <a:xfrm>
            <a:off x="9372600" y="5192840"/>
            <a:ext cx="1792224" cy="594746"/>
          </a:xfrm>
          <a:prstGeom prst="flowChartProcess">
            <a:avLst/>
          </a:prstGeo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i="1"/>
              <a:t>Finance</a:t>
            </a:r>
          </a:p>
        </p:txBody>
      </p:sp>
      <p:sp>
        <p:nvSpPr>
          <p:cNvPr id="39" name="Flowchart: Process 38">
            <a:extLst>
              <a:ext uri="{FF2B5EF4-FFF2-40B4-BE49-F238E27FC236}">
                <a16:creationId xmlns:a16="http://schemas.microsoft.com/office/drawing/2014/main" id="{B7C9194D-EE3C-1503-A2FD-A1894AF77ED9}"/>
              </a:ext>
            </a:extLst>
          </p:cNvPr>
          <p:cNvSpPr/>
          <p:nvPr/>
        </p:nvSpPr>
        <p:spPr>
          <a:xfrm>
            <a:off x="9372600" y="5986621"/>
            <a:ext cx="1792224" cy="594746"/>
          </a:xfrm>
          <a:prstGeom prst="flowChartProcess">
            <a:avLst/>
          </a:prstGeo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i="1"/>
              <a:t>Risk</a:t>
            </a:r>
          </a:p>
        </p:txBody>
      </p:sp>
      <p:sp>
        <p:nvSpPr>
          <p:cNvPr id="40" name="Arrow: Striped Right 39">
            <a:extLst>
              <a:ext uri="{FF2B5EF4-FFF2-40B4-BE49-F238E27FC236}">
                <a16:creationId xmlns:a16="http://schemas.microsoft.com/office/drawing/2014/main" id="{9B5C98BE-E283-E3ED-E787-DF6CA7610727}"/>
              </a:ext>
            </a:extLst>
          </p:cNvPr>
          <p:cNvSpPr/>
          <p:nvPr/>
        </p:nvSpPr>
        <p:spPr>
          <a:xfrm rot="10800000">
            <a:off x="8505292" y="509562"/>
            <a:ext cx="673913" cy="317395"/>
          </a:xfrm>
          <a:prstGeom prst="stripedRightArrow">
            <a:avLst/>
          </a:prstGeom>
          <a:solidFill>
            <a:schemeClr val="bg2"/>
          </a:solidFill>
          <a:ln>
            <a:solidFill>
              <a:schemeClr val="tx1">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1" name="Arrow: Striped Right 40">
            <a:extLst>
              <a:ext uri="{FF2B5EF4-FFF2-40B4-BE49-F238E27FC236}">
                <a16:creationId xmlns:a16="http://schemas.microsoft.com/office/drawing/2014/main" id="{A8EBD072-0EA8-48E9-BAB3-A192F2643999}"/>
              </a:ext>
            </a:extLst>
          </p:cNvPr>
          <p:cNvSpPr/>
          <p:nvPr/>
        </p:nvSpPr>
        <p:spPr>
          <a:xfrm rot="10800000">
            <a:off x="8505292" y="1314059"/>
            <a:ext cx="673913" cy="317395"/>
          </a:xfrm>
          <a:prstGeom prst="stripedRightArrow">
            <a:avLst/>
          </a:prstGeom>
          <a:solidFill>
            <a:schemeClr val="bg2"/>
          </a:solidFill>
          <a:ln>
            <a:solidFill>
              <a:schemeClr val="tx1">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2" name="Arrow: Striped Right 41">
            <a:extLst>
              <a:ext uri="{FF2B5EF4-FFF2-40B4-BE49-F238E27FC236}">
                <a16:creationId xmlns:a16="http://schemas.microsoft.com/office/drawing/2014/main" id="{56E0E23D-6AAA-7F2C-9575-BE2B1A93AE44}"/>
              </a:ext>
            </a:extLst>
          </p:cNvPr>
          <p:cNvSpPr/>
          <p:nvPr/>
        </p:nvSpPr>
        <p:spPr>
          <a:xfrm rot="10800000">
            <a:off x="8505292" y="2131944"/>
            <a:ext cx="673913" cy="317395"/>
          </a:xfrm>
          <a:prstGeom prst="stripedRightArrow">
            <a:avLst/>
          </a:prstGeom>
          <a:solidFill>
            <a:schemeClr val="bg2"/>
          </a:solidFill>
          <a:ln>
            <a:solidFill>
              <a:schemeClr val="tx1">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3" name="Arrow: Striped Right 42">
            <a:extLst>
              <a:ext uri="{FF2B5EF4-FFF2-40B4-BE49-F238E27FC236}">
                <a16:creationId xmlns:a16="http://schemas.microsoft.com/office/drawing/2014/main" id="{E33E9570-4B16-F1A6-95C5-AC49D2472BB2}"/>
              </a:ext>
            </a:extLst>
          </p:cNvPr>
          <p:cNvSpPr/>
          <p:nvPr/>
        </p:nvSpPr>
        <p:spPr>
          <a:xfrm rot="10800000">
            <a:off x="8505292" y="2917321"/>
            <a:ext cx="673913" cy="317395"/>
          </a:xfrm>
          <a:prstGeom prst="stripedRightArrow">
            <a:avLst/>
          </a:prstGeom>
          <a:solidFill>
            <a:schemeClr val="bg2"/>
          </a:solidFill>
          <a:ln>
            <a:solidFill>
              <a:schemeClr val="tx1">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4" name="Arrow: Striped Right 43">
            <a:extLst>
              <a:ext uri="{FF2B5EF4-FFF2-40B4-BE49-F238E27FC236}">
                <a16:creationId xmlns:a16="http://schemas.microsoft.com/office/drawing/2014/main" id="{DFF94735-83A3-2279-017D-FD36D8D47D11}"/>
              </a:ext>
            </a:extLst>
          </p:cNvPr>
          <p:cNvSpPr/>
          <p:nvPr/>
        </p:nvSpPr>
        <p:spPr>
          <a:xfrm rot="10800000">
            <a:off x="8505292" y="3765055"/>
            <a:ext cx="673913" cy="317395"/>
          </a:xfrm>
          <a:prstGeom prst="stripedRightArrow">
            <a:avLst/>
          </a:prstGeom>
          <a:solidFill>
            <a:schemeClr val="bg2"/>
          </a:solidFill>
          <a:ln>
            <a:solidFill>
              <a:schemeClr val="tx1">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5" name="Arrow: Striped Right 44">
            <a:extLst>
              <a:ext uri="{FF2B5EF4-FFF2-40B4-BE49-F238E27FC236}">
                <a16:creationId xmlns:a16="http://schemas.microsoft.com/office/drawing/2014/main" id="{F522420A-1F70-5B6F-4A6F-6117142CF68C}"/>
              </a:ext>
            </a:extLst>
          </p:cNvPr>
          <p:cNvSpPr/>
          <p:nvPr/>
        </p:nvSpPr>
        <p:spPr>
          <a:xfrm rot="10800000">
            <a:off x="8505292" y="4592161"/>
            <a:ext cx="673913" cy="317395"/>
          </a:xfrm>
          <a:prstGeom prst="stripedRightArrow">
            <a:avLst/>
          </a:prstGeom>
          <a:solidFill>
            <a:schemeClr val="bg2"/>
          </a:solidFill>
          <a:ln>
            <a:solidFill>
              <a:schemeClr val="tx1">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6" name="Arrow: Striped Right 45">
            <a:extLst>
              <a:ext uri="{FF2B5EF4-FFF2-40B4-BE49-F238E27FC236}">
                <a16:creationId xmlns:a16="http://schemas.microsoft.com/office/drawing/2014/main" id="{7C2F82D5-6840-6DE2-D55C-DFB955984728}"/>
              </a:ext>
            </a:extLst>
          </p:cNvPr>
          <p:cNvSpPr/>
          <p:nvPr/>
        </p:nvSpPr>
        <p:spPr>
          <a:xfrm rot="10800000">
            <a:off x="8505292" y="5342972"/>
            <a:ext cx="673913" cy="317395"/>
          </a:xfrm>
          <a:prstGeom prst="stripedRightArrow">
            <a:avLst/>
          </a:prstGeom>
          <a:solidFill>
            <a:schemeClr val="bg2"/>
          </a:solidFill>
          <a:ln>
            <a:solidFill>
              <a:schemeClr val="tx1">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7" name="Arrow: Striped Right 46">
            <a:extLst>
              <a:ext uri="{FF2B5EF4-FFF2-40B4-BE49-F238E27FC236}">
                <a16:creationId xmlns:a16="http://schemas.microsoft.com/office/drawing/2014/main" id="{74D1F713-346C-20E6-4721-20F0DD9087A0}"/>
              </a:ext>
            </a:extLst>
          </p:cNvPr>
          <p:cNvSpPr/>
          <p:nvPr/>
        </p:nvSpPr>
        <p:spPr>
          <a:xfrm rot="10800000">
            <a:off x="8505292" y="6155427"/>
            <a:ext cx="673913" cy="317395"/>
          </a:xfrm>
          <a:prstGeom prst="stripedRightArrow">
            <a:avLst/>
          </a:prstGeom>
          <a:solidFill>
            <a:schemeClr val="bg2"/>
          </a:solidFill>
          <a:ln>
            <a:solidFill>
              <a:schemeClr val="tx1">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8" name="Slide Number Placeholder 3">
            <a:extLst>
              <a:ext uri="{FF2B5EF4-FFF2-40B4-BE49-F238E27FC236}">
                <a16:creationId xmlns:a16="http://schemas.microsoft.com/office/drawing/2014/main" id="{1922CC3F-9950-DE7C-2580-688552EAB7EB}"/>
              </a:ext>
            </a:extLst>
          </p:cNvPr>
          <p:cNvSpPr txBox="1">
            <a:spLocks/>
          </p:cNvSpPr>
          <p:nvPr/>
        </p:nvSpPr>
        <p:spPr>
          <a:xfrm>
            <a:off x="11713152" y="6546427"/>
            <a:ext cx="298209" cy="161583"/>
          </a:xfrm>
          <a:prstGeom prst="rect">
            <a:avLst/>
          </a:prstGeom>
        </p:spPr>
        <p:txBody>
          <a:bodyPr vert="horz" wrap="square" lIns="0" tIns="0" rIns="0" bIns="0" rtlCol="0" anchor="b"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spcAft>
                <a:spcPts val="600"/>
              </a:spcAft>
            </a:pPr>
            <a:fld id="{3E6AC032-1535-134B-A583-D5E1DDD0D167}" type="slidenum">
              <a:rPr lang="en-US" sz="900" smtClean="0"/>
              <a:pPr algn="r">
                <a:spcAft>
                  <a:spcPts val="600"/>
                </a:spcAft>
              </a:pPr>
              <a:t>7</a:t>
            </a:fld>
            <a:endParaRPr lang="en-US" sz="900"/>
          </a:p>
        </p:txBody>
      </p:sp>
    </p:spTree>
    <p:custDataLst>
      <p:custData r:id="rId1"/>
    </p:custDataLst>
    <p:extLst>
      <p:ext uri="{BB962C8B-B14F-4D97-AF65-F5344CB8AC3E}">
        <p14:creationId xmlns:p14="http://schemas.microsoft.com/office/powerpoint/2010/main" val="17262893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0"/>
                                        </p:tgtEl>
                                        <p:attrNameLst>
                                          <p:attrName>style.visibility</p:attrName>
                                        </p:attrNameLst>
                                      </p:cBhvr>
                                      <p:to>
                                        <p:strVal val="visible"/>
                                      </p:to>
                                    </p:set>
                                    <p:anim calcmode="lin" valueType="num">
                                      <p:cBhvr additive="base">
                                        <p:cTn id="7" dur="10" fill="hold"/>
                                        <p:tgtEl>
                                          <p:spTgt spid="40"/>
                                        </p:tgtEl>
                                        <p:attrNameLst>
                                          <p:attrName>ppt_x</p:attrName>
                                        </p:attrNameLst>
                                      </p:cBhvr>
                                      <p:tavLst>
                                        <p:tav tm="0">
                                          <p:val>
                                            <p:strVal val="#ppt_x"/>
                                          </p:val>
                                        </p:tav>
                                        <p:tav tm="100000">
                                          <p:val>
                                            <p:strVal val="#ppt_x"/>
                                          </p:val>
                                        </p:tav>
                                      </p:tavLst>
                                    </p:anim>
                                    <p:anim calcmode="lin" valueType="num">
                                      <p:cBhvr additive="base">
                                        <p:cTn id="8" dur="10" fill="hold"/>
                                        <p:tgtEl>
                                          <p:spTgt spid="40"/>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2"/>
                                        </p:tgtEl>
                                        <p:attrNameLst>
                                          <p:attrName>style.visibility</p:attrName>
                                        </p:attrNameLst>
                                      </p:cBhvr>
                                      <p:to>
                                        <p:strVal val="visible"/>
                                      </p:to>
                                    </p:set>
                                    <p:anim calcmode="lin" valueType="num">
                                      <p:cBhvr additive="base">
                                        <p:cTn id="11" dur="10" fill="hold"/>
                                        <p:tgtEl>
                                          <p:spTgt spid="32"/>
                                        </p:tgtEl>
                                        <p:attrNameLst>
                                          <p:attrName>ppt_x</p:attrName>
                                        </p:attrNameLst>
                                      </p:cBhvr>
                                      <p:tavLst>
                                        <p:tav tm="0">
                                          <p:val>
                                            <p:strVal val="#ppt_x"/>
                                          </p:val>
                                        </p:tav>
                                        <p:tav tm="100000">
                                          <p:val>
                                            <p:strVal val="#ppt_x"/>
                                          </p:val>
                                        </p:tav>
                                      </p:tavLst>
                                    </p:anim>
                                    <p:anim calcmode="lin" valueType="num">
                                      <p:cBhvr additive="base">
                                        <p:cTn id="12" dur="10" fill="hold"/>
                                        <p:tgtEl>
                                          <p:spTgt spid="32"/>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41"/>
                                        </p:tgtEl>
                                        <p:attrNameLst>
                                          <p:attrName>style.visibility</p:attrName>
                                        </p:attrNameLst>
                                      </p:cBhvr>
                                      <p:to>
                                        <p:strVal val="visible"/>
                                      </p:to>
                                    </p:set>
                                    <p:anim calcmode="lin" valueType="num">
                                      <p:cBhvr additive="base">
                                        <p:cTn id="17" dur="10" fill="hold"/>
                                        <p:tgtEl>
                                          <p:spTgt spid="41"/>
                                        </p:tgtEl>
                                        <p:attrNameLst>
                                          <p:attrName>ppt_x</p:attrName>
                                        </p:attrNameLst>
                                      </p:cBhvr>
                                      <p:tavLst>
                                        <p:tav tm="0">
                                          <p:val>
                                            <p:strVal val="#ppt_x"/>
                                          </p:val>
                                        </p:tav>
                                        <p:tav tm="100000">
                                          <p:val>
                                            <p:strVal val="#ppt_x"/>
                                          </p:val>
                                        </p:tav>
                                      </p:tavLst>
                                    </p:anim>
                                    <p:anim calcmode="lin" valueType="num">
                                      <p:cBhvr additive="base">
                                        <p:cTn id="18" dur="10" fill="hold"/>
                                        <p:tgtEl>
                                          <p:spTgt spid="41"/>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3"/>
                                        </p:tgtEl>
                                        <p:attrNameLst>
                                          <p:attrName>style.visibility</p:attrName>
                                        </p:attrNameLst>
                                      </p:cBhvr>
                                      <p:to>
                                        <p:strVal val="visible"/>
                                      </p:to>
                                    </p:set>
                                    <p:anim calcmode="lin" valueType="num">
                                      <p:cBhvr additive="base">
                                        <p:cTn id="21" dur="10" fill="hold"/>
                                        <p:tgtEl>
                                          <p:spTgt spid="33"/>
                                        </p:tgtEl>
                                        <p:attrNameLst>
                                          <p:attrName>ppt_x</p:attrName>
                                        </p:attrNameLst>
                                      </p:cBhvr>
                                      <p:tavLst>
                                        <p:tav tm="0">
                                          <p:val>
                                            <p:strVal val="#ppt_x"/>
                                          </p:val>
                                        </p:tav>
                                        <p:tav tm="100000">
                                          <p:val>
                                            <p:strVal val="#ppt_x"/>
                                          </p:val>
                                        </p:tav>
                                      </p:tavLst>
                                    </p:anim>
                                    <p:anim calcmode="lin" valueType="num">
                                      <p:cBhvr additive="base">
                                        <p:cTn id="22" dur="10" fill="hold"/>
                                        <p:tgtEl>
                                          <p:spTgt spid="33"/>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42"/>
                                        </p:tgtEl>
                                        <p:attrNameLst>
                                          <p:attrName>style.visibility</p:attrName>
                                        </p:attrNameLst>
                                      </p:cBhvr>
                                      <p:to>
                                        <p:strVal val="visible"/>
                                      </p:to>
                                    </p:set>
                                    <p:anim calcmode="lin" valueType="num">
                                      <p:cBhvr additive="base">
                                        <p:cTn id="27" dur="10" fill="hold"/>
                                        <p:tgtEl>
                                          <p:spTgt spid="42"/>
                                        </p:tgtEl>
                                        <p:attrNameLst>
                                          <p:attrName>ppt_x</p:attrName>
                                        </p:attrNameLst>
                                      </p:cBhvr>
                                      <p:tavLst>
                                        <p:tav tm="0">
                                          <p:val>
                                            <p:strVal val="#ppt_x"/>
                                          </p:val>
                                        </p:tav>
                                        <p:tav tm="100000">
                                          <p:val>
                                            <p:strVal val="#ppt_x"/>
                                          </p:val>
                                        </p:tav>
                                      </p:tavLst>
                                    </p:anim>
                                    <p:anim calcmode="lin" valueType="num">
                                      <p:cBhvr additive="base">
                                        <p:cTn id="28" dur="10" fill="hold"/>
                                        <p:tgtEl>
                                          <p:spTgt spid="42"/>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34"/>
                                        </p:tgtEl>
                                        <p:attrNameLst>
                                          <p:attrName>style.visibility</p:attrName>
                                        </p:attrNameLst>
                                      </p:cBhvr>
                                      <p:to>
                                        <p:strVal val="visible"/>
                                      </p:to>
                                    </p:set>
                                    <p:anim calcmode="lin" valueType="num">
                                      <p:cBhvr additive="base">
                                        <p:cTn id="31" dur="10" fill="hold"/>
                                        <p:tgtEl>
                                          <p:spTgt spid="34"/>
                                        </p:tgtEl>
                                        <p:attrNameLst>
                                          <p:attrName>ppt_x</p:attrName>
                                        </p:attrNameLst>
                                      </p:cBhvr>
                                      <p:tavLst>
                                        <p:tav tm="0">
                                          <p:val>
                                            <p:strVal val="#ppt_x"/>
                                          </p:val>
                                        </p:tav>
                                        <p:tav tm="100000">
                                          <p:val>
                                            <p:strVal val="#ppt_x"/>
                                          </p:val>
                                        </p:tav>
                                      </p:tavLst>
                                    </p:anim>
                                    <p:anim calcmode="lin" valueType="num">
                                      <p:cBhvr additive="base">
                                        <p:cTn id="32" dur="10" fill="hold"/>
                                        <p:tgtEl>
                                          <p:spTgt spid="34"/>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43"/>
                                        </p:tgtEl>
                                        <p:attrNameLst>
                                          <p:attrName>style.visibility</p:attrName>
                                        </p:attrNameLst>
                                      </p:cBhvr>
                                      <p:to>
                                        <p:strVal val="visible"/>
                                      </p:to>
                                    </p:set>
                                    <p:anim calcmode="lin" valueType="num">
                                      <p:cBhvr additive="base">
                                        <p:cTn id="37" dur="10" fill="hold"/>
                                        <p:tgtEl>
                                          <p:spTgt spid="43"/>
                                        </p:tgtEl>
                                        <p:attrNameLst>
                                          <p:attrName>ppt_x</p:attrName>
                                        </p:attrNameLst>
                                      </p:cBhvr>
                                      <p:tavLst>
                                        <p:tav tm="0">
                                          <p:val>
                                            <p:strVal val="#ppt_x"/>
                                          </p:val>
                                        </p:tav>
                                        <p:tav tm="100000">
                                          <p:val>
                                            <p:strVal val="#ppt_x"/>
                                          </p:val>
                                        </p:tav>
                                      </p:tavLst>
                                    </p:anim>
                                    <p:anim calcmode="lin" valueType="num">
                                      <p:cBhvr additive="base">
                                        <p:cTn id="38" dur="10" fill="hold"/>
                                        <p:tgtEl>
                                          <p:spTgt spid="43"/>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35"/>
                                        </p:tgtEl>
                                        <p:attrNameLst>
                                          <p:attrName>style.visibility</p:attrName>
                                        </p:attrNameLst>
                                      </p:cBhvr>
                                      <p:to>
                                        <p:strVal val="visible"/>
                                      </p:to>
                                    </p:set>
                                    <p:anim calcmode="lin" valueType="num">
                                      <p:cBhvr additive="base">
                                        <p:cTn id="41" dur="10" fill="hold"/>
                                        <p:tgtEl>
                                          <p:spTgt spid="35"/>
                                        </p:tgtEl>
                                        <p:attrNameLst>
                                          <p:attrName>ppt_x</p:attrName>
                                        </p:attrNameLst>
                                      </p:cBhvr>
                                      <p:tavLst>
                                        <p:tav tm="0">
                                          <p:val>
                                            <p:strVal val="#ppt_x"/>
                                          </p:val>
                                        </p:tav>
                                        <p:tav tm="100000">
                                          <p:val>
                                            <p:strVal val="#ppt_x"/>
                                          </p:val>
                                        </p:tav>
                                      </p:tavLst>
                                    </p:anim>
                                    <p:anim calcmode="lin" valueType="num">
                                      <p:cBhvr additive="base">
                                        <p:cTn id="42" dur="10" fill="hold"/>
                                        <p:tgtEl>
                                          <p:spTgt spid="35"/>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grpId="0" nodeType="clickEffect">
                                  <p:stCondLst>
                                    <p:cond delay="0"/>
                                  </p:stCondLst>
                                  <p:childTnLst>
                                    <p:set>
                                      <p:cBhvr>
                                        <p:cTn id="46" dur="1" fill="hold">
                                          <p:stCondLst>
                                            <p:cond delay="0"/>
                                          </p:stCondLst>
                                        </p:cTn>
                                        <p:tgtEl>
                                          <p:spTgt spid="44"/>
                                        </p:tgtEl>
                                        <p:attrNameLst>
                                          <p:attrName>style.visibility</p:attrName>
                                        </p:attrNameLst>
                                      </p:cBhvr>
                                      <p:to>
                                        <p:strVal val="visible"/>
                                      </p:to>
                                    </p:set>
                                    <p:anim calcmode="lin" valueType="num">
                                      <p:cBhvr additive="base">
                                        <p:cTn id="47" dur="10" fill="hold"/>
                                        <p:tgtEl>
                                          <p:spTgt spid="44"/>
                                        </p:tgtEl>
                                        <p:attrNameLst>
                                          <p:attrName>ppt_x</p:attrName>
                                        </p:attrNameLst>
                                      </p:cBhvr>
                                      <p:tavLst>
                                        <p:tav tm="0">
                                          <p:val>
                                            <p:strVal val="#ppt_x"/>
                                          </p:val>
                                        </p:tav>
                                        <p:tav tm="100000">
                                          <p:val>
                                            <p:strVal val="#ppt_x"/>
                                          </p:val>
                                        </p:tav>
                                      </p:tavLst>
                                    </p:anim>
                                    <p:anim calcmode="lin" valueType="num">
                                      <p:cBhvr additive="base">
                                        <p:cTn id="48" dur="10" fill="hold"/>
                                        <p:tgtEl>
                                          <p:spTgt spid="44"/>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36"/>
                                        </p:tgtEl>
                                        <p:attrNameLst>
                                          <p:attrName>style.visibility</p:attrName>
                                        </p:attrNameLst>
                                      </p:cBhvr>
                                      <p:to>
                                        <p:strVal val="visible"/>
                                      </p:to>
                                    </p:set>
                                    <p:anim calcmode="lin" valueType="num">
                                      <p:cBhvr additive="base">
                                        <p:cTn id="51" dur="10" fill="hold"/>
                                        <p:tgtEl>
                                          <p:spTgt spid="36"/>
                                        </p:tgtEl>
                                        <p:attrNameLst>
                                          <p:attrName>ppt_x</p:attrName>
                                        </p:attrNameLst>
                                      </p:cBhvr>
                                      <p:tavLst>
                                        <p:tav tm="0">
                                          <p:val>
                                            <p:strVal val="#ppt_x"/>
                                          </p:val>
                                        </p:tav>
                                        <p:tav tm="100000">
                                          <p:val>
                                            <p:strVal val="#ppt_x"/>
                                          </p:val>
                                        </p:tav>
                                      </p:tavLst>
                                    </p:anim>
                                    <p:anim calcmode="lin" valueType="num">
                                      <p:cBhvr additive="base">
                                        <p:cTn id="52" dur="10" fill="hold"/>
                                        <p:tgtEl>
                                          <p:spTgt spid="36"/>
                                        </p:tgtEl>
                                        <p:attrNameLst>
                                          <p:attrName>ppt_y</p:attrName>
                                        </p:attrNameLst>
                                      </p:cBhvr>
                                      <p:tavLst>
                                        <p:tav tm="0">
                                          <p:val>
                                            <p:strVal val="1+#ppt_h/2"/>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2" presetClass="entr" presetSubtype="4" fill="hold" grpId="0" nodeType="clickEffect">
                                  <p:stCondLst>
                                    <p:cond delay="0"/>
                                  </p:stCondLst>
                                  <p:childTnLst>
                                    <p:set>
                                      <p:cBhvr>
                                        <p:cTn id="56" dur="1" fill="hold">
                                          <p:stCondLst>
                                            <p:cond delay="0"/>
                                          </p:stCondLst>
                                        </p:cTn>
                                        <p:tgtEl>
                                          <p:spTgt spid="45"/>
                                        </p:tgtEl>
                                        <p:attrNameLst>
                                          <p:attrName>style.visibility</p:attrName>
                                        </p:attrNameLst>
                                      </p:cBhvr>
                                      <p:to>
                                        <p:strVal val="visible"/>
                                      </p:to>
                                    </p:set>
                                    <p:anim calcmode="lin" valueType="num">
                                      <p:cBhvr additive="base">
                                        <p:cTn id="57" dur="10" fill="hold"/>
                                        <p:tgtEl>
                                          <p:spTgt spid="45"/>
                                        </p:tgtEl>
                                        <p:attrNameLst>
                                          <p:attrName>ppt_x</p:attrName>
                                        </p:attrNameLst>
                                      </p:cBhvr>
                                      <p:tavLst>
                                        <p:tav tm="0">
                                          <p:val>
                                            <p:strVal val="#ppt_x"/>
                                          </p:val>
                                        </p:tav>
                                        <p:tav tm="100000">
                                          <p:val>
                                            <p:strVal val="#ppt_x"/>
                                          </p:val>
                                        </p:tav>
                                      </p:tavLst>
                                    </p:anim>
                                    <p:anim calcmode="lin" valueType="num">
                                      <p:cBhvr additive="base">
                                        <p:cTn id="58" dur="10" fill="hold"/>
                                        <p:tgtEl>
                                          <p:spTgt spid="45"/>
                                        </p:tgtEl>
                                        <p:attrNameLst>
                                          <p:attrName>ppt_y</p:attrName>
                                        </p:attrNameLst>
                                      </p:cBhvr>
                                      <p:tavLst>
                                        <p:tav tm="0">
                                          <p:val>
                                            <p:strVal val="1+#ppt_h/2"/>
                                          </p:val>
                                        </p:tav>
                                        <p:tav tm="100000">
                                          <p:val>
                                            <p:strVal val="#ppt_y"/>
                                          </p:val>
                                        </p:tav>
                                      </p:tavLst>
                                    </p:anim>
                                  </p:childTnLst>
                                </p:cTn>
                              </p:par>
                              <p:par>
                                <p:cTn id="59" presetID="2" presetClass="entr" presetSubtype="4" fill="hold" grpId="0" nodeType="withEffect">
                                  <p:stCondLst>
                                    <p:cond delay="0"/>
                                  </p:stCondLst>
                                  <p:childTnLst>
                                    <p:set>
                                      <p:cBhvr>
                                        <p:cTn id="60" dur="1" fill="hold">
                                          <p:stCondLst>
                                            <p:cond delay="0"/>
                                          </p:stCondLst>
                                        </p:cTn>
                                        <p:tgtEl>
                                          <p:spTgt spid="37"/>
                                        </p:tgtEl>
                                        <p:attrNameLst>
                                          <p:attrName>style.visibility</p:attrName>
                                        </p:attrNameLst>
                                      </p:cBhvr>
                                      <p:to>
                                        <p:strVal val="visible"/>
                                      </p:to>
                                    </p:set>
                                    <p:anim calcmode="lin" valueType="num">
                                      <p:cBhvr additive="base">
                                        <p:cTn id="61" dur="10" fill="hold"/>
                                        <p:tgtEl>
                                          <p:spTgt spid="37"/>
                                        </p:tgtEl>
                                        <p:attrNameLst>
                                          <p:attrName>ppt_x</p:attrName>
                                        </p:attrNameLst>
                                      </p:cBhvr>
                                      <p:tavLst>
                                        <p:tav tm="0">
                                          <p:val>
                                            <p:strVal val="#ppt_x"/>
                                          </p:val>
                                        </p:tav>
                                        <p:tav tm="100000">
                                          <p:val>
                                            <p:strVal val="#ppt_x"/>
                                          </p:val>
                                        </p:tav>
                                      </p:tavLst>
                                    </p:anim>
                                    <p:anim calcmode="lin" valueType="num">
                                      <p:cBhvr additive="base">
                                        <p:cTn id="62" dur="10" fill="hold"/>
                                        <p:tgtEl>
                                          <p:spTgt spid="37"/>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grpId="0" nodeType="clickEffect">
                                  <p:stCondLst>
                                    <p:cond delay="0"/>
                                  </p:stCondLst>
                                  <p:childTnLst>
                                    <p:set>
                                      <p:cBhvr>
                                        <p:cTn id="66" dur="1" fill="hold">
                                          <p:stCondLst>
                                            <p:cond delay="0"/>
                                          </p:stCondLst>
                                        </p:cTn>
                                        <p:tgtEl>
                                          <p:spTgt spid="46"/>
                                        </p:tgtEl>
                                        <p:attrNameLst>
                                          <p:attrName>style.visibility</p:attrName>
                                        </p:attrNameLst>
                                      </p:cBhvr>
                                      <p:to>
                                        <p:strVal val="visible"/>
                                      </p:to>
                                    </p:set>
                                    <p:anim calcmode="lin" valueType="num">
                                      <p:cBhvr additive="base">
                                        <p:cTn id="67" dur="10" fill="hold"/>
                                        <p:tgtEl>
                                          <p:spTgt spid="46"/>
                                        </p:tgtEl>
                                        <p:attrNameLst>
                                          <p:attrName>ppt_x</p:attrName>
                                        </p:attrNameLst>
                                      </p:cBhvr>
                                      <p:tavLst>
                                        <p:tav tm="0">
                                          <p:val>
                                            <p:strVal val="#ppt_x"/>
                                          </p:val>
                                        </p:tav>
                                        <p:tav tm="100000">
                                          <p:val>
                                            <p:strVal val="#ppt_x"/>
                                          </p:val>
                                        </p:tav>
                                      </p:tavLst>
                                    </p:anim>
                                    <p:anim calcmode="lin" valueType="num">
                                      <p:cBhvr additive="base">
                                        <p:cTn id="68" dur="10" fill="hold"/>
                                        <p:tgtEl>
                                          <p:spTgt spid="46"/>
                                        </p:tgtEl>
                                        <p:attrNameLst>
                                          <p:attrName>ppt_y</p:attrName>
                                        </p:attrNameLst>
                                      </p:cBhvr>
                                      <p:tavLst>
                                        <p:tav tm="0">
                                          <p:val>
                                            <p:strVal val="1+#ppt_h/2"/>
                                          </p:val>
                                        </p:tav>
                                        <p:tav tm="100000">
                                          <p:val>
                                            <p:strVal val="#ppt_y"/>
                                          </p:val>
                                        </p:tav>
                                      </p:tavLst>
                                    </p:anim>
                                  </p:childTnLst>
                                </p:cTn>
                              </p:par>
                              <p:par>
                                <p:cTn id="69" presetID="2" presetClass="entr" presetSubtype="4" fill="hold" grpId="0" nodeType="withEffect">
                                  <p:stCondLst>
                                    <p:cond delay="0"/>
                                  </p:stCondLst>
                                  <p:childTnLst>
                                    <p:set>
                                      <p:cBhvr>
                                        <p:cTn id="70" dur="1" fill="hold">
                                          <p:stCondLst>
                                            <p:cond delay="0"/>
                                          </p:stCondLst>
                                        </p:cTn>
                                        <p:tgtEl>
                                          <p:spTgt spid="38"/>
                                        </p:tgtEl>
                                        <p:attrNameLst>
                                          <p:attrName>style.visibility</p:attrName>
                                        </p:attrNameLst>
                                      </p:cBhvr>
                                      <p:to>
                                        <p:strVal val="visible"/>
                                      </p:to>
                                    </p:set>
                                    <p:anim calcmode="lin" valueType="num">
                                      <p:cBhvr additive="base">
                                        <p:cTn id="71" dur="10" fill="hold"/>
                                        <p:tgtEl>
                                          <p:spTgt spid="38"/>
                                        </p:tgtEl>
                                        <p:attrNameLst>
                                          <p:attrName>ppt_x</p:attrName>
                                        </p:attrNameLst>
                                      </p:cBhvr>
                                      <p:tavLst>
                                        <p:tav tm="0">
                                          <p:val>
                                            <p:strVal val="#ppt_x"/>
                                          </p:val>
                                        </p:tav>
                                        <p:tav tm="100000">
                                          <p:val>
                                            <p:strVal val="#ppt_x"/>
                                          </p:val>
                                        </p:tav>
                                      </p:tavLst>
                                    </p:anim>
                                    <p:anim calcmode="lin" valueType="num">
                                      <p:cBhvr additive="base">
                                        <p:cTn id="72" dur="10" fill="hold"/>
                                        <p:tgtEl>
                                          <p:spTgt spid="38"/>
                                        </p:tgtEl>
                                        <p:attrNameLst>
                                          <p:attrName>ppt_y</p:attrName>
                                        </p:attrNameLst>
                                      </p:cBhvr>
                                      <p:tavLst>
                                        <p:tav tm="0">
                                          <p:val>
                                            <p:strVal val="1+#ppt_h/2"/>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2" presetClass="entr" presetSubtype="4" fill="hold" grpId="0" nodeType="clickEffect">
                                  <p:stCondLst>
                                    <p:cond delay="0"/>
                                  </p:stCondLst>
                                  <p:childTnLst>
                                    <p:set>
                                      <p:cBhvr>
                                        <p:cTn id="76" dur="1" fill="hold">
                                          <p:stCondLst>
                                            <p:cond delay="0"/>
                                          </p:stCondLst>
                                        </p:cTn>
                                        <p:tgtEl>
                                          <p:spTgt spid="47"/>
                                        </p:tgtEl>
                                        <p:attrNameLst>
                                          <p:attrName>style.visibility</p:attrName>
                                        </p:attrNameLst>
                                      </p:cBhvr>
                                      <p:to>
                                        <p:strVal val="visible"/>
                                      </p:to>
                                    </p:set>
                                    <p:anim calcmode="lin" valueType="num">
                                      <p:cBhvr additive="base">
                                        <p:cTn id="77" dur="10" fill="hold"/>
                                        <p:tgtEl>
                                          <p:spTgt spid="47"/>
                                        </p:tgtEl>
                                        <p:attrNameLst>
                                          <p:attrName>ppt_x</p:attrName>
                                        </p:attrNameLst>
                                      </p:cBhvr>
                                      <p:tavLst>
                                        <p:tav tm="0">
                                          <p:val>
                                            <p:strVal val="#ppt_x"/>
                                          </p:val>
                                        </p:tav>
                                        <p:tav tm="100000">
                                          <p:val>
                                            <p:strVal val="#ppt_x"/>
                                          </p:val>
                                        </p:tav>
                                      </p:tavLst>
                                    </p:anim>
                                    <p:anim calcmode="lin" valueType="num">
                                      <p:cBhvr additive="base">
                                        <p:cTn id="78" dur="10" fill="hold"/>
                                        <p:tgtEl>
                                          <p:spTgt spid="47"/>
                                        </p:tgtEl>
                                        <p:attrNameLst>
                                          <p:attrName>ppt_y</p:attrName>
                                        </p:attrNameLst>
                                      </p:cBhvr>
                                      <p:tavLst>
                                        <p:tav tm="0">
                                          <p:val>
                                            <p:strVal val="1+#ppt_h/2"/>
                                          </p:val>
                                        </p:tav>
                                        <p:tav tm="100000">
                                          <p:val>
                                            <p:strVal val="#ppt_y"/>
                                          </p:val>
                                        </p:tav>
                                      </p:tavLst>
                                    </p:anim>
                                  </p:childTnLst>
                                </p:cTn>
                              </p:par>
                              <p:par>
                                <p:cTn id="79" presetID="2" presetClass="entr" presetSubtype="4" fill="hold" grpId="0" nodeType="withEffect">
                                  <p:stCondLst>
                                    <p:cond delay="0"/>
                                  </p:stCondLst>
                                  <p:childTnLst>
                                    <p:set>
                                      <p:cBhvr>
                                        <p:cTn id="80" dur="1" fill="hold">
                                          <p:stCondLst>
                                            <p:cond delay="0"/>
                                          </p:stCondLst>
                                        </p:cTn>
                                        <p:tgtEl>
                                          <p:spTgt spid="39"/>
                                        </p:tgtEl>
                                        <p:attrNameLst>
                                          <p:attrName>style.visibility</p:attrName>
                                        </p:attrNameLst>
                                      </p:cBhvr>
                                      <p:to>
                                        <p:strVal val="visible"/>
                                      </p:to>
                                    </p:set>
                                    <p:anim calcmode="lin" valueType="num">
                                      <p:cBhvr additive="base">
                                        <p:cTn id="81" dur="10" fill="hold"/>
                                        <p:tgtEl>
                                          <p:spTgt spid="39"/>
                                        </p:tgtEl>
                                        <p:attrNameLst>
                                          <p:attrName>ppt_x</p:attrName>
                                        </p:attrNameLst>
                                      </p:cBhvr>
                                      <p:tavLst>
                                        <p:tav tm="0">
                                          <p:val>
                                            <p:strVal val="#ppt_x"/>
                                          </p:val>
                                        </p:tav>
                                        <p:tav tm="100000">
                                          <p:val>
                                            <p:strVal val="#ppt_x"/>
                                          </p:val>
                                        </p:tav>
                                      </p:tavLst>
                                    </p:anim>
                                    <p:anim calcmode="lin" valueType="num">
                                      <p:cBhvr additive="base">
                                        <p:cTn id="82" dur="10" fill="hold"/>
                                        <p:tgtEl>
                                          <p:spTgt spid="3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a:extLst>
            <a:ext uri="{FF2B5EF4-FFF2-40B4-BE49-F238E27FC236}">
              <a16:creationId xmlns:a16="http://schemas.microsoft.com/office/drawing/2014/main" id="{941A3958-A744-5737-07F2-D78756C99589}"/>
            </a:ext>
          </a:extLst>
        </p:cNvPr>
        <p:cNvGrpSpPr/>
        <p:nvPr/>
      </p:nvGrpSpPr>
      <p:grpSpPr>
        <a:xfrm>
          <a:off x="0" y="0"/>
          <a:ext cx="0" cy="0"/>
          <a:chOff x="0" y="0"/>
          <a:chExt cx="0" cy="0"/>
        </a:xfrm>
      </p:grpSpPr>
      <p:sp>
        <p:nvSpPr>
          <p:cNvPr id="13" name="Text Placeholder 12">
            <a:extLst>
              <a:ext uri="{FF2B5EF4-FFF2-40B4-BE49-F238E27FC236}">
                <a16:creationId xmlns:a16="http://schemas.microsoft.com/office/drawing/2014/main" id="{DB4841DF-EE30-156D-2F4C-247352987DD1}"/>
              </a:ext>
            </a:extLst>
          </p:cNvPr>
          <p:cNvSpPr>
            <a:spLocks noGrp="1"/>
          </p:cNvSpPr>
          <p:nvPr>
            <p:ph type="body" idx="1"/>
          </p:nvPr>
        </p:nvSpPr>
        <p:spPr>
          <a:xfrm>
            <a:off x="7811052" y="1050873"/>
            <a:ext cx="3462095" cy="4924425"/>
          </a:xfrm>
        </p:spPr>
        <p:txBody>
          <a:bodyPr/>
          <a:lstStyle/>
          <a:p>
            <a:r>
              <a:rPr lang="en-GB" sz="40000" noProof="0">
                <a:solidFill>
                  <a:schemeClr val="tx1"/>
                </a:solidFill>
                <a:latin typeface="+mj-lt"/>
              </a:rPr>
              <a:t>2</a:t>
            </a:r>
          </a:p>
        </p:txBody>
      </p:sp>
      <p:sp>
        <p:nvSpPr>
          <p:cNvPr id="2" name="TextBox 1">
            <a:extLst>
              <a:ext uri="{FF2B5EF4-FFF2-40B4-BE49-F238E27FC236}">
                <a16:creationId xmlns:a16="http://schemas.microsoft.com/office/drawing/2014/main" id="{42537C87-7353-CE6E-6069-44B0071C2C94}"/>
              </a:ext>
            </a:extLst>
          </p:cNvPr>
          <p:cNvSpPr txBox="1"/>
          <p:nvPr/>
        </p:nvSpPr>
        <p:spPr>
          <a:xfrm>
            <a:off x="223285" y="2753833"/>
            <a:ext cx="7878726" cy="1222102"/>
          </a:xfrm>
          <a:prstGeom prst="rect">
            <a:avLst/>
          </a:prstGeom>
          <a:noFill/>
        </p:spPr>
        <p:txBody>
          <a:bodyPr wrap="square" lIns="0" tIns="0" rIns="0" bIns="0" rtlCol="0" anchor="t">
            <a:noAutofit/>
          </a:bodyPr>
          <a:lstStyle/>
          <a:p>
            <a:r>
              <a:rPr lang="en-US" sz="4400" b="1">
                <a:solidFill>
                  <a:srgbClr val="000000"/>
                </a:solidFill>
                <a:latin typeface="Georgia"/>
              </a:rPr>
              <a:t>Finance Oversight</a:t>
            </a:r>
          </a:p>
          <a:p>
            <a:r>
              <a:rPr lang="en-US" sz="2600" i="1">
                <a:solidFill>
                  <a:srgbClr val="000000"/>
                </a:solidFill>
                <a:latin typeface="Georgia"/>
              </a:rPr>
              <a:t>Financial Reporting, Audit Committee, RPTs, Loans &amp; Record-Keeping</a:t>
            </a:r>
          </a:p>
          <a:p>
            <a:pPr algn="l"/>
            <a:endParaRPr lang="en-GB" sz="4400" b="1">
              <a:latin typeface="+mj-lt"/>
            </a:endParaRPr>
          </a:p>
        </p:txBody>
      </p:sp>
      <p:cxnSp>
        <p:nvCxnSpPr>
          <p:cNvPr id="4" name="Straight Connector 3">
            <a:extLst>
              <a:ext uri="{FF2B5EF4-FFF2-40B4-BE49-F238E27FC236}">
                <a16:creationId xmlns:a16="http://schemas.microsoft.com/office/drawing/2014/main" id="{087F92BE-9E69-0999-3C5D-1864244E6929}"/>
              </a:ext>
            </a:extLst>
          </p:cNvPr>
          <p:cNvCxnSpPr>
            <a:cxnSpLocks/>
          </p:cNvCxnSpPr>
          <p:nvPr/>
        </p:nvCxnSpPr>
        <p:spPr>
          <a:xfrm>
            <a:off x="1934530" y="4361744"/>
            <a:ext cx="5875926" cy="0"/>
          </a:xfrm>
          <a:prstGeom prst="line">
            <a:avLst/>
          </a:prstGeom>
          <a:ln w="38100"/>
        </p:spPr>
        <p:style>
          <a:lnRef idx="1">
            <a:schemeClr val="dk1"/>
          </a:lnRef>
          <a:fillRef idx="0">
            <a:schemeClr val="dk1"/>
          </a:fillRef>
          <a:effectRef idx="0">
            <a:schemeClr val="dk1"/>
          </a:effectRef>
          <a:fontRef idx="minor">
            <a:schemeClr val="tx1"/>
          </a:fontRef>
        </p:style>
      </p:cxnSp>
    </p:spTree>
    <p:custDataLst>
      <p:custData r:id="rId1"/>
    </p:custDataLst>
    <p:extLst>
      <p:ext uri="{BB962C8B-B14F-4D97-AF65-F5344CB8AC3E}">
        <p14:creationId xmlns:p14="http://schemas.microsoft.com/office/powerpoint/2010/main" val="8357951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56FA61-65F7-2F0E-F21D-969ED4456ADC}"/>
            </a:ext>
          </a:extLst>
        </p:cNvPr>
        <p:cNvGrpSpPr/>
        <p:nvPr/>
      </p:nvGrpSpPr>
      <p:grpSpPr>
        <a:xfrm>
          <a:off x="0" y="0"/>
          <a:ext cx="0" cy="0"/>
          <a:chOff x="0" y="0"/>
          <a:chExt cx="0" cy="0"/>
        </a:xfrm>
      </p:grpSpPr>
      <p:sp>
        <p:nvSpPr>
          <p:cNvPr id="5" name="Right Triangle 4">
            <a:extLst>
              <a:ext uri="{FF2B5EF4-FFF2-40B4-BE49-F238E27FC236}">
                <a16:creationId xmlns:a16="http://schemas.microsoft.com/office/drawing/2014/main" id="{B9550A5C-9433-3FD6-EB93-629CA74B7197}"/>
              </a:ext>
            </a:extLst>
          </p:cNvPr>
          <p:cNvSpPr/>
          <p:nvPr/>
        </p:nvSpPr>
        <p:spPr>
          <a:xfrm>
            <a:off x="0" y="-64008"/>
            <a:ext cx="9436608" cy="6922008"/>
          </a:xfrm>
          <a:prstGeom prst="rtTriangle">
            <a:avLst/>
          </a:prstGeom>
          <a:ln/>
        </p:spPr>
        <p:style>
          <a:lnRef idx="3">
            <a:schemeClr val="lt1"/>
          </a:lnRef>
          <a:fillRef idx="1">
            <a:schemeClr val="accent1"/>
          </a:fillRef>
          <a:effectRef idx="1">
            <a:schemeClr val="accent1"/>
          </a:effectRef>
          <a:fontRef idx="minor">
            <a:schemeClr val="lt1"/>
          </a:fontRef>
        </p:style>
        <p:txBody>
          <a:bodyPr rtlCol="0" anchor="ctr"/>
          <a:lstStyle/>
          <a:p>
            <a:pPr algn="ctr"/>
            <a:r>
              <a:rPr lang="en-US" sz="4000">
                <a:latin typeface="+mj-lt"/>
              </a:rPr>
              <a:t> </a:t>
            </a:r>
          </a:p>
          <a:p>
            <a:pPr algn="ctr"/>
            <a:r>
              <a:rPr lang="en-US" sz="3200">
                <a:latin typeface="+mj-lt"/>
              </a:rPr>
              <a:t>Financial Disclosures </a:t>
            </a:r>
          </a:p>
        </p:txBody>
      </p:sp>
      <p:cxnSp>
        <p:nvCxnSpPr>
          <p:cNvPr id="7" name="Straight Connector 6">
            <a:extLst>
              <a:ext uri="{FF2B5EF4-FFF2-40B4-BE49-F238E27FC236}">
                <a16:creationId xmlns:a16="http://schemas.microsoft.com/office/drawing/2014/main" id="{207C2D1E-81C7-17E4-9AC4-F9D94820EAFD}"/>
              </a:ext>
            </a:extLst>
          </p:cNvPr>
          <p:cNvCxnSpPr/>
          <p:nvPr/>
        </p:nvCxnSpPr>
        <p:spPr>
          <a:xfrm>
            <a:off x="685800" y="3429000"/>
            <a:ext cx="0" cy="3429000"/>
          </a:xfrm>
          <a:prstGeom prst="line">
            <a:avLst/>
          </a:prstGeom>
          <a:ln/>
        </p:spPr>
        <p:style>
          <a:lnRef idx="1">
            <a:schemeClr val="accent6"/>
          </a:lnRef>
          <a:fillRef idx="0">
            <a:schemeClr val="accent6"/>
          </a:fillRef>
          <a:effectRef idx="0">
            <a:schemeClr val="accent6"/>
          </a:effectRef>
          <a:fontRef idx="minor">
            <a:schemeClr val="tx1"/>
          </a:fontRef>
        </p:style>
      </p:cxnSp>
    </p:spTree>
    <p:custDataLst>
      <p:custData r:id="rId1"/>
    </p:custDataLst>
    <p:extLst>
      <p:ext uri="{BB962C8B-B14F-4D97-AF65-F5344CB8AC3E}">
        <p14:creationId xmlns:p14="http://schemas.microsoft.com/office/powerpoint/2010/main" val="25402661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D65489-A4D6-99F7-F4C8-FC5B9D7D8059}"/>
            </a:ext>
          </a:extLst>
        </p:cNvPr>
        <p:cNvGrpSpPr/>
        <p:nvPr/>
      </p:nvGrpSpPr>
      <p:grpSpPr>
        <a:xfrm>
          <a:off x="0" y="0"/>
          <a:ext cx="0" cy="0"/>
          <a:chOff x="0" y="0"/>
          <a:chExt cx="0" cy="0"/>
        </a:xfrm>
      </p:grpSpPr>
      <p:sp>
        <p:nvSpPr>
          <p:cNvPr id="27" name="Rectangle 26">
            <a:extLst>
              <a:ext uri="{FF2B5EF4-FFF2-40B4-BE49-F238E27FC236}">
                <a16:creationId xmlns:a16="http://schemas.microsoft.com/office/drawing/2014/main" id="{4C14BE08-F80A-8455-C961-BE68D93148B8}"/>
              </a:ext>
            </a:extLst>
          </p:cNvPr>
          <p:cNvSpPr/>
          <p:nvPr/>
        </p:nvSpPr>
        <p:spPr>
          <a:xfrm>
            <a:off x="0" y="-10380"/>
            <a:ext cx="12192000" cy="572092"/>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r>
              <a:rPr kumimoji="0" lang="en-US" sz="2400" b="1" i="0" u="none" strike="noStrike" kern="1200" cap="none" spc="0" normalizeH="0" baseline="0" noProof="0">
                <a:ln>
                  <a:noFill/>
                </a:ln>
                <a:solidFill>
                  <a:srgbClr val="FFFFFF"/>
                </a:solidFill>
                <a:effectLst/>
                <a:uLnTx/>
                <a:uFillTx/>
                <a:latin typeface="Georgia"/>
                <a:ea typeface="+mn-ea"/>
                <a:cs typeface="+mn-cs"/>
              </a:rPr>
              <a:t>Financial Disclosures – Strengthening confidence and compliance</a:t>
            </a:r>
            <a:endParaRPr kumimoji="0" lang="en-US" sz="2400" b="1" i="0" u="none" strike="noStrike" kern="1200" cap="none" spc="0" normalizeH="0" baseline="0" noProof="0">
              <a:ln>
                <a:noFill/>
              </a:ln>
              <a:solidFill>
                <a:prstClr val="white"/>
              </a:solidFill>
              <a:effectLst/>
              <a:uLnTx/>
              <a:uFillTx/>
              <a:latin typeface="Georgia"/>
              <a:ea typeface="+mn-ea"/>
              <a:cs typeface="+mn-cs"/>
            </a:endParaRPr>
          </a:p>
        </p:txBody>
      </p:sp>
      <p:grpSp>
        <p:nvGrpSpPr>
          <p:cNvPr id="48" name="Group 47">
            <a:extLst>
              <a:ext uri="{FF2B5EF4-FFF2-40B4-BE49-F238E27FC236}">
                <a16:creationId xmlns:a16="http://schemas.microsoft.com/office/drawing/2014/main" id="{5C2BAC20-D4EE-7E36-DE38-1CA44B92CCA4}"/>
              </a:ext>
            </a:extLst>
          </p:cNvPr>
          <p:cNvGrpSpPr/>
          <p:nvPr/>
        </p:nvGrpSpPr>
        <p:grpSpPr>
          <a:xfrm>
            <a:off x="305085" y="1324847"/>
            <a:ext cx="11581829" cy="4895169"/>
            <a:chOff x="359126" y="771316"/>
            <a:chExt cx="11581829" cy="4895169"/>
          </a:xfrm>
        </p:grpSpPr>
        <p:grpSp>
          <p:nvGrpSpPr>
            <p:cNvPr id="11" name="Group 10">
              <a:extLst>
                <a:ext uri="{FF2B5EF4-FFF2-40B4-BE49-F238E27FC236}">
                  <a16:creationId xmlns:a16="http://schemas.microsoft.com/office/drawing/2014/main" id="{6BE94A67-096A-CEE6-1F32-6552432147F0}"/>
                </a:ext>
              </a:extLst>
            </p:cNvPr>
            <p:cNvGrpSpPr/>
            <p:nvPr/>
          </p:nvGrpSpPr>
          <p:grpSpPr>
            <a:xfrm>
              <a:off x="4257176" y="789554"/>
              <a:ext cx="3872807" cy="4728076"/>
              <a:chOff x="6096477" y="1008452"/>
              <a:chExt cx="2825830" cy="4372230"/>
            </a:xfrm>
            <a:solidFill>
              <a:schemeClr val="accent1">
                <a:lumMod val="20000"/>
                <a:lumOff val="80000"/>
              </a:schemeClr>
            </a:solidFill>
          </p:grpSpPr>
          <p:sp>
            <p:nvSpPr>
              <p:cNvPr id="12" name="Rectangle 11">
                <a:extLst>
                  <a:ext uri="{FF2B5EF4-FFF2-40B4-BE49-F238E27FC236}">
                    <a16:creationId xmlns:a16="http://schemas.microsoft.com/office/drawing/2014/main" id="{7CABD1A9-E4F6-2CCB-504B-CAF5488437D7}"/>
                  </a:ext>
                </a:extLst>
              </p:cNvPr>
              <p:cNvSpPr/>
              <p:nvPr/>
            </p:nvSpPr>
            <p:spPr>
              <a:xfrm>
                <a:off x="6096477" y="1257300"/>
                <a:ext cx="2825830" cy="4123382"/>
              </a:xfrm>
              <a:prstGeom prst="rect">
                <a:avLst/>
              </a:prstGeom>
              <a:grpFill/>
              <a:ln>
                <a:noFill/>
              </a:ln>
            </p:spPr>
            <p:style>
              <a:lnRef idx="0">
                <a:schemeClr val="accent1"/>
              </a:lnRef>
              <a:fillRef idx="1">
                <a:schemeClr val="accent1"/>
              </a:fillRef>
              <a:effectRef idx="0">
                <a:schemeClr val="dk1"/>
              </a:effectRef>
              <a:fontRef idx="minor">
                <a:schemeClr val="lt1"/>
              </a:fontRef>
            </p:style>
            <p:txBody>
              <a:bodyPr lIns="182880" tIns="1097280" rIns="182880" bIns="182880" rtlCol="0" anchor="t" anchorCtr="0"/>
              <a:lstStyle/>
              <a:p>
                <a:pPr marL="182880" indent="-182880">
                  <a:lnSpc>
                    <a:spcPct val="100000"/>
                  </a:lnSpc>
                  <a:spcAft>
                    <a:spcPts val="1200"/>
                  </a:spcAft>
                </a:pPr>
                <a:endParaRPr lang="en-US" sz="1200">
                  <a:solidFill>
                    <a:schemeClr val="tx1"/>
                  </a:solidFill>
                </a:endParaRPr>
              </a:p>
            </p:txBody>
          </p:sp>
          <p:sp>
            <p:nvSpPr>
              <p:cNvPr id="13" name="Chevron 24">
                <a:extLst>
                  <a:ext uri="{FF2B5EF4-FFF2-40B4-BE49-F238E27FC236}">
                    <a16:creationId xmlns:a16="http://schemas.microsoft.com/office/drawing/2014/main" id="{55E440AB-91EA-5FDA-0756-577BF32E6D4C}"/>
                  </a:ext>
                </a:extLst>
              </p:cNvPr>
              <p:cNvSpPr/>
              <p:nvPr/>
            </p:nvSpPr>
            <p:spPr>
              <a:xfrm>
                <a:off x="6118071" y="1008452"/>
                <a:ext cx="2640243" cy="497694"/>
              </a:xfrm>
              <a:prstGeom prst="chevron">
                <a:avLst/>
              </a:prstGeom>
              <a:solidFill>
                <a:schemeClr val="accent1"/>
              </a:solidFill>
              <a:ln>
                <a:noFill/>
              </a:ln>
            </p:spPr>
            <p:style>
              <a:lnRef idx="0">
                <a:schemeClr val="accent1"/>
              </a:lnRef>
              <a:fillRef idx="1">
                <a:schemeClr val="accent1"/>
              </a:fillRef>
              <a:effectRef idx="0">
                <a:schemeClr val="dk1"/>
              </a:effectRef>
              <a:fontRef idx="minor">
                <a:schemeClr val="lt1"/>
              </a:fontRef>
            </p:style>
            <p:txBody>
              <a:bodyPr tIns="91440" bIns="91440" rtlCol="0" anchor="ctr"/>
              <a:lstStyle/>
              <a:p>
                <a:pPr algn="ctr"/>
                <a:r>
                  <a:rPr lang="en-US" sz="1600" b="1"/>
                  <a:t>Why it matters?</a:t>
                </a:r>
              </a:p>
            </p:txBody>
          </p:sp>
        </p:grpSp>
        <p:grpSp>
          <p:nvGrpSpPr>
            <p:cNvPr id="14" name="Group 13">
              <a:extLst>
                <a:ext uri="{FF2B5EF4-FFF2-40B4-BE49-F238E27FC236}">
                  <a16:creationId xmlns:a16="http://schemas.microsoft.com/office/drawing/2014/main" id="{39F59E33-31DD-DBB9-6650-1804C4B4E009}"/>
                </a:ext>
              </a:extLst>
            </p:cNvPr>
            <p:cNvGrpSpPr/>
            <p:nvPr/>
          </p:nvGrpSpPr>
          <p:grpSpPr>
            <a:xfrm>
              <a:off x="8237916" y="771316"/>
              <a:ext cx="3703039" cy="4756946"/>
              <a:chOff x="8923258" y="992490"/>
              <a:chExt cx="2825830" cy="4398128"/>
            </a:xfrm>
            <a:solidFill>
              <a:schemeClr val="bg1">
                <a:lumMod val="95000"/>
              </a:schemeClr>
            </a:solidFill>
          </p:grpSpPr>
          <p:sp>
            <p:nvSpPr>
              <p:cNvPr id="15" name="Rectangle 14">
                <a:extLst>
                  <a:ext uri="{FF2B5EF4-FFF2-40B4-BE49-F238E27FC236}">
                    <a16:creationId xmlns:a16="http://schemas.microsoft.com/office/drawing/2014/main" id="{BD483253-8B40-ED5A-08BE-90549600B50D}"/>
                  </a:ext>
                </a:extLst>
              </p:cNvPr>
              <p:cNvSpPr/>
              <p:nvPr/>
            </p:nvSpPr>
            <p:spPr>
              <a:xfrm>
                <a:off x="8923258" y="1257300"/>
                <a:ext cx="2825830" cy="4133318"/>
              </a:xfrm>
              <a:prstGeom prst="rect">
                <a:avLst/>
              </a:prstGeom>
              <a:grpFill/>
              <a:ln>
                <a:noFill/>
              </a:ln>
            </p:spPr>
            <p:style>
              <a:lnRef idx="0">
                <a:schemeClr val="accent1"/>
              </a:lnRef>
              <a:fillRef idx="1">
                <a:schemeClr val="accent1"/>
              </a:fillRef>
              <a:effectRef idx="0">
                <a:schemeClr val="dk1"/>
              </a:effectRef>
              <a:fontRef idx="minor">
                <a:schemeClr val="lt1"/>
              </a:fontRef>
            </p:style>
            <p:txBody>
              <a:bodyPr lIns="182880" tIns="1097280" rIns="182880" bIns="182880" rtlCol="0" anchor="t" anchorCtr="0"/>
              <a:lstStyle/>
              <a:p>
                <a:pPr marL="182880" indent="-182880">
                  <a:spcAft>
                    <a:spcPts val="1200"/>
                  </a:spcAft>
                  <a:buFont typeface="+mj-lt"/>
                  <a:buAutoNum type="arabicPeriod"/>
                  <a:defRPr/>
                </a:pPr>
                <a:endParaRPr lang="en-IN" sz="1200">
                  <a:solidFill>
                    <a:schemeClr val="tx1"/>
                  </a:solidFill>
                </a:endParaRPr>
              </a:p>
            </p:txBody>
          </p:sp>
          <p:sp>
            <p:nvSpPr>
              <p:cNvPr id="16" name="Chevron 25">
                <a:extLst>
                  <a:ext uri="{FF2B5EF4-FFF2-40B4-BE49-F238E27FC236}">
                    <a16:creationId xmlns:a16="http://schemas.microsoft.com/office/drawing/2014/main" id="{B95B65B4-111A-F08F-DD23-EF99471D8EE8}"/>
                  </a:ext>
                </a:extLst>
              </p:cNvPr>
              <p:cNvSpPr/>
              <p:nvPr/>
            </p:nvSpPr>
            <p:spPr>
              <a:xfrm>
                <a:off x="8988756" y="992490"/>
                <a:ext cx="2640243" cy="529617"/>
              </a:xfrm>
              <a:prstGeom prst="chevron">
                <a:avLst/>
              </a:prstGeom>
              <a:solidFill>
                <a:schemeClr val="tx1">
                  <a:lumMod val="65000"/>
                  <a:lumOff val="35000"/>
                </a:schemeClr>
              </a:solidFill>
              <a:ln>
                <a:noFill/>
              </a:ln>
            </p:spPr>
            <p:style>
              <a:lnRef idx="0">
                <a:schemeClr val="accent1"/>
              </a:lnRef>
              <a:fillRef idx="1">
                <a:schemeClr val="accent1"/>
              </a:fillRef>
              <a:effectRef idx="0">
                <a:schemeClr val="dk1"/>
              </a:effectRef>
              <a:fontRef idx="minor">
                <a:schemeClr val="lt1"/>
              </a:fontRef>
            </p:style>
            <p:txBody>
              <a:bodyPr tIns="91440" bIns="91440" rtlCol="0" anchor="ctr"/>
              <a:lstStyle/>
              <a:p>
                <a:r>
                  <a:rPr lang="en-US" sz="1600" b="1">
                    <a:solidFill>
                      <a:schemeClr val="bg1">
                        <a:alpha val="80000"/>
                      </a:schemeClr>
                    </a:solidFill>
                    <a:latin typeface="Arial" panose="020B0604020202020204" pitchFamily="34" charset="0"/>
                    <a:cs typeface="Arial" panose="020B0604020202020204" pitchFamily="34" charset="0"/>
                  </a:rPr>
                  <a:t>What Should Board Know?</a:t>
                </a:r>
              </a:p>
            </p:txBody>
          </p:sp>
        </p:grpSp>
        <p:grpSp>
          <p:nvGrpSpPr>
            <p:cNvPr id="17" name="Group 16">
              <a:extLst>
                <a:ext uri="{FF2B5EF4-FFF2-40B4-BE49-F238E27FC236}">
                  <a16:creationId xmlns:a16="http://schemas.microsoft.com/office/drawing/2014/main" id="{D753C226-29E3-E1AF-76CB-FDD5E08768C6}"/>
                </a:ext>
              </a:extLst>
            </p:cNvPr>
            <p:cNvGrpSpPr/>
            <p:nvPr/>
          </p:nvGrpSpPr>
          <p:grpSpPr>
            <a:xfrm>
              <a:off x="360374" y="781948"/>
              <a:ext cx="3703039" cy="4800145"/>
              <a:chOff x="3269695" y="1001797"/>
              <a:chExt cx="2825830" cy="4569371"/>
            </a:xfrm>
            <a:solidFill>
              <a:schemeClr val="bg1">
                <a:lumMod val="95000"/>
              </a:schemeClr>
            </a:solidFill>
          </p:grpSpPr>
          <p:sp>
            <p:nvSpPr>
              <p:cNvPr id="33" name="Rectangle 32">
                <a:extLst>
                  <a:ext uri="{FF2B5EF4-FFF2-40B4-BE49-F238E27FC236}">
                    <a16:creationId xmlns:a16="http://schemas.microsoft.com/office/drawing/2014/main" id="{C1A94EAB-DA25-1FAD-B8EC-FDF48D86C911}"/>
                  </a:ext>
                </a:extLst>
              </p:cNvPr>
              <p:cNvSpPr/>
              <p:nvPr/>
            </p:nvSpPr>
            <p:spPr>
              <a:xfrm>
                <a:off x="3269695" y="1257300"/>
                <a:ext cx="2825830" cy="4313868"/>
              </a:xfrm>
              <a:prstGeom prst="rect">
                <a:avLst/>
              </a:prstGeom>
              <a:grpFill/>
              <a:ln>
                <a:noFill/>
              </a:ln>
            </p:spPr>
            <p:style>
              <a:lnRef idx="0">
                <a:schemeClr val="accent1"/>
              </a:lnRef>
              <a:fillRef idx="1">
                <a:schemeClr val="accent1"/>
              </a:fillRef>
              <a:effectRef idx="0">
                <a:schemeClr val="dk1"/>
              </a:effectRef>
              <a:fontRef idx="minor">
                <a:schemeClr val="lt1"/>
              </a:fontRef>
            </p:style>
            <p:txBody>
              <a:bodyPr lIns="182880" tIns="1097280" rIns="182880" bIns="182880" rtlCol="0" anchor="t" anchorCtr="0"/>
              <a:lstStyle/>
              <a:p>
                <a:pPr marL="182880" indent="-182880">
                  <a:lnSpc>
                    <a:spcPct val="100000"/>
                  </a:lnSpc>
                  <a:spcAft>
                    <a:spcPts val="1200"/>
                  </a:spcAft>
                </a:pPr>
                <a:endParaRPr lang="en-US" sz="1200">
                  <a:solidFill>
                    <a:schemeClr val="bg1"/>
                  </a:solidFill>
                </a:endParaRPr>
              </a:p>
            </p:txBody>
          </p:sp>
          <p:sp>
            <p:nvSpPr>
              <p:cNvPr id="35" name="Chevron 26">
                <a:extLst>
                  <a:ext uri="{FF2B5EF4-FFF2-40B4-BE49-F238E27FC236}">
                    <a16:creationId xmlns:a16="http://schemas.microsoft.com/office/drawing/2014/main" id="{A9A207F4-1EF9-D506-6E69-88DDE107C836}"/>
                  </a:ext>
                </a:extLst>
              </p:cNvPr>
              <p:cNvSpPr/>
              <p:nvPr/>
            </p:nvSpPr>
            <p:spPr>
              <a:xfrm>
                <a:off x="3361537" y="1001797"/>
                <a:ext cx="2640243" cy="529617"/>
              </a:xfrm>
              <a:prstGeom prst="chevron">
                <a:avLst/>
              </a:prstGeom>
              <a:solidFill>
                <a:schemeClr val="tx1">
                  <a:lumMod val="65000"/>
                  <a:lumOff val="35000"/>
                </a:schemeClr>
              </a:solidFill>
              <a:ln>
                <a:noFill/>
              </a:ln>
            </p:spPr>
            <p:style>
              <a:lnRef idx="0">
                <a:schemeClr val="accent1"/>
              </a:lnRef>
              <a:fillRef idx="1">
                <a:schemeClr val="accent1"/>
              </a:fillRef>
              <a:effectRef idx="0">
                <a:schemeClr val="dk1"/>
              </a:effectRef>
              <a:fontRef idx="minor">
                <a:schemeClr val="lt1"/>
              </a:fontRef>
            </p:style>
            <p:txBody>
              <a:bodyPr tIns="91440" bIns="91440" rtlCol="0" anchor="ctr"/>
              <a:lstStyle/>
              <a:p>
                <a:pPr algn="ctr"/>
                <a:r>
                  <a:rPr lang="en-US" sz="1600" b="1">
                    <a:solidFill>
                      <a:schemeClr val="bg1"/>
                    </a:solidFill>
                  </a:rPr>
                  <a:t>What it means?</a:t>
                </a:r>
              </a:p>
            </p:txBody>
          </p:sp>
        </p:grpSp>
        <p:sp>
          <p:nvSpPr>
            <p:cNvPr id="40" name="TextBox 39">
              <a:extLst>
                <a:ext uri="{FF2B5EF4-FFF2-40B4-BE49-F238E27FC236}">
                  <a16:creationId xmlns:a16="http://schemas.microsoft.com/office/drawing/2014/main" id="{AD4B0121-BBE7-4EA9-2683-F6137382EC5D}"/>
                </a:ext>
              </a:extLst>
            </p:cNvPr>
            <p:cNvSpPr txBox="1"/>
            <p:nvPr/>
          </p:nvSpPr>
          <p:spPr>
            <a:xfrm>
              <a:off x="412583" y="1943174"/>
              <a:ext cx="3596126" cy="2246769"/>
            </a:xfrm>
            <a:prstGeom prst="rect">
              <a:avLst/>
            </a:prstGeom>
            <a:noFill/>
          </p:spPr>
          <p:txBody>
            <a:bodyPr wrap="square">
              <a:spAutoFit/>
            </a:bodyPr>
            <a:lstStyle/>
            <a:p>
              <a:pPr marL="285750" indent="-285750">
                <a:buFont typeface="Arial" panose="020B0604020202020204" pitchFamily="34" charset="0"/>
                <a:buChar char="•"/>
              </a:pPr>
              <a:r>
                <a:rPr lang="en-US" sz="1400"/>
                <a:t>These are the information a company shares publicly about </a:t>
              </a:r>
              <a:r>
                <a:rPr lang="en-US" sz="1400" b="1"/>
                <a:t>its financial performance</a:t>
              </a:r>
              <a:r>
                <a:rPr lang="en-US" sz="1400"/>
                <a:t>, </a:t>
              </a:r>
              <a:r>
                <a:rPr lang="en-US" sz="1400" b="1"/>
                <a:t>position</a:t>
              </a:r>
              <a:r>
                <a:rPr lang="en-US" sz="1400"/>
                <a:t> and </a:t>
              </a:r>
              <a:r>
                <a:rPr lang="en-US" sz="1400" b="1"/>
                <a:t>operations</a:t>
              </a:r>
              <a:r>
                <a:rPr lang="en-US" sz="1400"/>
                <a:t> through reports and statements.</a:t>
              </a:r>
            </a:p>
            <a:p>
              <a:pPr marL="285750" indent="-285750">
                <a:buFont typeface="Arial" panose="020B0604020202020204" pitchFamily="34" charset="0"/>
                <a:buChar char="•"/>
              </a:pPr>
              <a:endParaRPr lang="en-US" sz="1400"/>
            </a:p>
            <a:p>
              <a:pPr marL="285750" indent="-285750">
                <a:buFont typeface="Arial" panose="020B0604020202020204" pitchFamily="34" charset="0"/>
                <a:buChar char="•"/>
              </a:pPr>
              <a:r>
                <a:rPr lang="en-US" sz="1400" b="1"/>
                <a:t>Ensures</a:t>
              </a:r>
              <a:r>
                <a:rPr lang="en-US" sz="1400"/>
                <a:t> transparency and accountability, helping investors, regulators and the public is able to make informed decisions.</a:t>
              </a:r>
              <a:endParaRPr lang="en-US" sz="1400">
                <a:solidFill>
                  <a:schemeClr val="tx1">
                    <a:alpha val="80000"/>
                  </a:schemeClr>
                </a:solidFill>
                <a:latin typeface="Arial" panose="020B0604020202020204" pitchFamily="34" charset="0"/>
                <a:cs typeface="Arial" panose="020B0604020202020204" pitchFamily="34" charset="0"/>
              </a:endParaRPr>
            </a:p>
          </p:txBody>
        </p:sp>
        <p:sp>
          <p:nvSpPr>
            <p:cNvPr id="41" name="TextBox 40">
              <a:extLst>
                <a:ext uri="{FF2B5EF4-FFF2-40B4-BE49-F238E27FC236}">
                  <a16:creationId xmlns:a16="http://schemas.microsoft.com/office/drawing/2014/main" id="{25A1C51D-641E-3E7C-BB19-4643B5B2452D}"/>
                </a:ext>
              </a:extLst>
            </p:cNvPr>
            <p:cNvSpPr txBox="1"/>
            <p:nvPr/>
          </p:nvSpPr>
          <p:spPr>
            <a:xfrm>
              <a:off x="4413259" y="1943174"/>
              <a:ext cx="3557997" cy="3522857"/>
            </a:xfrm>
            <a:prstGeom prst="rect">
              <a:avLst/>
            </a:prstGeom>
            <a:noFill/>
          </p:spPr>
          <p:txBody>
            <a:bodyPr wrap="square" lIns="0" tIns="0" rIns="0" bIns="0" rtlCol="0">
              <a:noAutofit/>
            </a:bodyPr>
            <a:lstStyle/>
            <a:p>
              <a:pPr marL="285750" indent="-285750">
                <a:buFont typeface="Arial" panose="020B0604020202020204" pitchFamily="34" charset="0"/>
                <a:buChar char="•"/>
              </a:pPr>
              <a:r>
                <a:rPr lang="en-US" sz="1400" b="1"/>
                <a:t>Builds</a:t>
              </a:r>
              <a:r>
                <a:rPr lang="en-US" sz="1400"/>
                <a:t> trust and transparency with stakeholders.</a:t>
              </a:r>
            </a:p>
            <a:p>
              <a:pPr marL="285750" indent="-285750">
                <a:buFont typeface="Arial" panose="020B0604020202020204" pitchFamily="34" charset="0"/>
                <a:buChar char="•"/>
              </a:pPr>
              <a:endParaRPr lang="en-US" sz="1400"/>
            </a:p>
            <a:p>
              <a:pPr marL="285750" indent="-285750">
                <a:buFont typeface="Arial" panose="020B0604020202020204" pitchFamily="34" charset="0"/>
                <a:buChar char="•"/>
              </a:pPr>
              <a:r>
                <a:rPr lang="en-US" sz="1400" b="1"/>
                <a:t>Strengthens</a:t>
              </a:r>
              <a:r>
                <a:rPr lang="en-US" sz="1400"/>
                <a:t> accountability, ethical conduct and regulatory compliance.</a:t>
              </a:r>
            </a:p>
            <a:p>
              <a:pPr marL="285750" indent="-285750">
                <a:buFont typeface="Arial" panose="020B0604020202020204" pitchFamily="34" charset="0"/>
                <a:buChar char="•"/>
              </a:pPr>
              <a:endParaRPr lang="en-US" sz="1400"/>
            </a:p>
            <a:p>
              <a:pPr marL="285750" indent="-285750">
                <a:buFont typeface="Arial" panose="020B0604020202020204" pitchFamily="34" charset="0"/>
                <a:buChar char="•"/>
              </a:pPr>
              <a:r>
                <a:rPr lang="en-US" sz="1400" b="1"/>
                <a:t>Enhances</a:t>
              </a:r>
              <a:r>
                <a:rPr lang="en-US" sz="1400"/>
                <a:t> corporate reputation, credibility and fair market valuation.</a:t>
              </a:r>
            </a:p>
            <a:p>
              <a:pPr marL="285750" indent="-285750">
                <a:buFont typeface="Arial" panose="020B0604020202020204" pitchFamily="34" charset="0"/>
                <a:buChar char="•"/>
              </a:pPr>
              <a:endParaRPr lang="en-US" sz="1400"/>
            </a:p>
            <a:p>
              <a:pPr marL="285750" indent="-285750">
                <a:buFont typeface="Arial" panose="020B0604020202020204" pitchFamily="34" charset="0"/>
                <a:buChar char="•"/>
              </a:pPr>
              <a:r>
                <a:rPr lang="en-US" sz="1400" b="1"/>
                <a:t>Helps</a:t>
              </a:r>
              <a:r>
                <a:rPr lang="en-US" sz="1400"/>
                <a:t> identify early financial risks and reinforces good governance.</a:t>
              </a:r>
            </a:p>
          </p:txBody>
        </p:sp>
        <p:sp>
          <p:nvSpPr>
            <p:cNvPr id="42" name="TextBox 41">
              <a:extLst>
                <a:ext uri="{FF2B5EF4-FFF2-40B4-BE49-F238E27FC236}">
                  <a16:creationId xmlns:a16="http://schemas.microsoft.com/office/drawing/2014/main" id="{F7AD3DEB-DCA1-4A03-0BCF-97A3A7B25C0C}"/>
                </a:ext>
              </a:extLst>
            </p:cNvPr>
            <p:cNvSpPr txBox="1"/>
            <p:nvPr/>
          </p:nvSpPr>
          <p:spPr>
            <a:xfrm>
              <a:off x="8422150" y="1943174"/>
              <a:ext cx="3334569" cy="3273435"/>
            </a:xfrm>
            <a:prstGeom prst="rect">
              <a:avLst/>
            </a:prstGeom>
            <a:noFill/>
          </p:spPr>
          <p:txBody>
            <a:bodyPr wrap="square" lIns="0" tIns="0" rIns="0" bIns="0" rtlCol="0">
              <a:noAutofit/>
            </a:bodyPr>
            <a:lstStyle/>
            <a:p>
              <a:pPr marL="285750" indent="-285750">
                <a:buFont typeface="Arial" panose="020B0604020202020204" pitchFamily="34" charset="0"/>
                <a:buChar char="•"/>
              </a:pPr>
              <a:r>
                <a:rPr lang="en-US" sz="1400" b="1"/>
                <a:t>Ensure</a:t>
              </a:r>
              <a:r>
                <a:rPr lang="en-US" sz="1400"/>
                <a:t> accuracy and integrity of financial statements.</a:t>
              </a:r>
            </a:p>
            <a:p>
              <a:pPr marL="285750" indent="-285750">
                <a:buFont typeface="Arial" panose="020B0604020202020204" pitchFamily="34" charset="0"/>
                <a:buChar char="•"/>
              </a:pPr>
              <a:endParaRPr lang="en-US" sz="1400"/>
            </a:p>
            <a:p>
              <a:pPr marL="285750" indent="-285750">
                <a:buFont typeface="Arial" panose="020B0604020202020204" pitchFamily="34" charset="0"/>
                <a:buChar char="•"/>
              </a:pPr>
              <a:r>
                <a:rPr lang="en-US" sz="1400" b="1"/>
                <a:t>Confirm</a:t>
              </a:r>
              <a:r>
                <a:rPr lang="en-US" sz="1400"/>
                <a:t> compliance with laws, standards and internal controls</a:t>
              </a:r>
            </a:p>
            <a:p>
              <a:pPr marL="285750" indent="-285750">
                <a:buFont typeface="Arial" panose="020B0604020202020204" pitchFamily="34" charset="0"/>
                <a:buChar char="•"/>
              </a:pPr>
              <a:endParaRPr lang="en-US" sz="1400"/>
            </a:p>
            <a:p>
              <a:pPr marL="285750" indent="-285750">
                <a:buFont typeface="Arial" panose="020B0604020202020204" pitchFamily="34" charset="0"/>
                <a:buChar char="•"/>
              </a:pPr>
              <a:r>
                <a:rPr lang="en-US" sz="1400" b="1"/>
                <a:t>Oversee</a:t>
              </a:r>
              <a:r>
                <a:rPr lang="en-US" sz="1400"/>
                <a:t> audit processes and </a:t>
              </a:r>
              <a:r>
                <a:rPr lang="en-US" sz="1400" b="1"/>
                <a:t>review </a:t>
              </a:r>
              <a:r>
                <a:rPr lang="en-US" sz="1400"/>
                <a:t>key disclosures.</a:t>
              </a:r>
            </a:p>
            <a:p>
              <a:pPr marL="285750" indent="-285750">
                <a:buFont typeface="Arial" panose="020B0604020202020204" pitchFamily="34" charset="0"/>
                <a:buChar char="•"/>
              </a:pPr>
              <a:endParaRPr lang="en-US" sz="1400"/>
            </a:p>
            <a:p>
              <a:pPr marL="285750" indent="-285750">
                <a:buFont typeface="Arial" panose="020B0604020202020204" pitchFamily="34" charset="0"/>
                <a:buChar char="•"/>
              </a:pPr>
              <a:r>
                <a:rPr lang="en-US" sz="1400" b="1"/>
                <a:t>Promote</a:t>
              </a:r>
              <a:r>
                <a:rPr lang="en-US" sz="1400"/>
                <a:t> timely, transparent reporting and ethical financial culture.</a:t>
              </a:r>
            </a:p>
            <a:p>
              <a:pPr marL="285750" indent="-285750">
                <a:buFont typeface="Arial" panose="020B0604020202020204" pitchFamily="34" charset="0"/>
                <a:buChar char="•"/>
              </a:pPr>
              <a:endParaRPr lang="en-US" sz="1400"/>
            </a:p>
            <a:p>
              <a:pPr marL="285750" indent="-285750">
                <a:buFont typeface="Arial" panose="020B0604020202020204" pitchFamily="34" charset="0"/>
                <a:buChar char="•"/>
              </a:pPr>
              <a:r>
                <a:rPr lang="en-US" sz="1400" b="1"/>
                <a:t>Track</a:t>
              </a:r>
              <a:r>
                <a:rPr lang="en-US" sz="1400"/>
                <a:t> audit findings, corrective actions and evolving disclosure requirements.</a:t>
              </a:r>
              <a:endParaRPr lang="en-GB" sz="1400">
                <a:latin typeface="+mj-lt"/>
              </a:endParaRPr>
            </a:p>
          </p:txBody>
        </p:sp>
        <p:sp>
          <p:nvSpPr>
            <p:cNvPr id="45" name="Rectangle 44">
              <a:extLst>
                <a:ext uri="{FF2B5EF4-FFF2-40B4-BE49-F238E27FC236}">
                  <a16:creationId xmlns:a16="http://schemas.microsoft.com/office/drawing/2014/main" id="{F20E9B36-79D0-4CAF-4B44-232E64FF282A}"/>
                </a:ext>
              </a:extLst>
            </p:cNvPr>
            <p:cNvSpPr/>
            <p:nvPr/>
          </p:nvSpPr>
          <p:spPr>
            <a:xfrm>
              <a:off x="359126" y="5517630"/>
              <a:ext cx="3703039" cy="148855"/>
            </a:xfrm>
            <a:prstGeom prst="rect">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6" name="Rectangle 45">
              <a:extLst>
                <a:ext uri="{FF2B5EF4-FFF2-40B4-BE49-F238E27FC236}">
                  <a16:creationId xmlns:a16="http://schemas.microsoft.com/office/drawing/2014/main" id="{DEF5E63A-3C20-9784-2A73-296D1BE6FD2A}"/>
                </a:ext>
              </a:extLst>
            </p:cNvPr>
            <p:cNvSpPr/>
            <p:nvPr/>
          </p:nvSpPr>
          <p:spPr>
            <a:xfrm>
              <a:off x="4255926" y="5517630"/>
              <a:ext cx="3872661" cy="148855"/>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7" name="Rectangle 46">
              <a:extLst>
                <a:ext uri="{FF2B5EF4-FFF2-40B4-BE49-F238E27FC236}">
                  <a16:creationId xmlns:a16="http://schemas.microsoft.com/office/drawing/2014/main" id="{9E059250-2EAB-6377-5085-AF7617CEE8A8}"/>
                </a:ext>
              </a:extLst>
            </p:cNvPr>
            <p:cNvSpPr/>
            <p:nvPr/>
          </p:nvSpPr>
          <p:spPr>
            <a:xfrm>
              <a:off x="8236520" y="5517630"/>
              <a:ext cx="3703039" cy="148855"/>
            </a:xfrm>
            <a:prstGeom prst="rect">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2" name="Slide Number Placeholder 3">
            <a:extLst>
              <a:ext uri="{FF2B5EF4-FFF2-40B4-BE49-F238E27FC236}">
                <a16:creationId xmlns:a16="http://schemas.microsoft.com/office/drawing/2014/main" id="{ED488E1C-D60A-C1F7-6890-A81308270FDC}"/>
              </a:ext>
            </a:extLst>
          </p:cNvPr>
          <p:cNvSpPr txBox="1">
            <a:spLocks/>
          </p:cNvSpPr>
          <p:nvPr/>
        </p:nvSpPr>
        <p:spPr>
          <a:xfrm>
            <a:off x="11713152" y="6546427"/>
            <a:ext cx="298209" cy="161583"/>
          </a:xfrm>
          <a:prstGeom prst="rect">
            <a:avLst/>
          </a:prstGeom>
        </p:spPr>
        <p:txBody>
          <a:bodyPr vert="horz" wrap="square" lIns="0" tIns="0" rIns="0" bIns="0" rtlCol="0" anchor="b"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spcAft>
                <a:spcPts val="600"/>
              </a:spcAft>
            </a:pPr>
            <a:fld id="{3E6AC032-1535-134B-A583-D5E1DDD0D167}" type="slidenum">
              <a:rPr lang="en-US" sz="900" smtClean="0"/>
              <a:pPr algn="r">
                <a:spcAft>
                  <a:spcPts val="600"/>
                </a:spcAft>
              </a:pPr>
              <a:t>10</a:t>
            </a:fld>
            <a:endParaRPr lang="en-US" sz="900"/>
          </a:p>
        </p:txBody>
      </p:sp>
    </p:spTree>
    <p:custDataLst>
      <p:custData r:id="rId1"/>
    </p:custDataLst>
    <p:extLst>
      <p:ext uri="{BB962C8B-B14F-4D97-AF65-F5344CB8AC3E}">
        <p14:creationId xmlns:p14="http://schemas.microsoft.com/office/powerpoint/2010/main" val="6952104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5E6676-8B31-436C-ECB5-4382059DCE4F}"/>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970746E-C6DB-0FE1-785C-76CABA3153AE}"/>
              </a:ext>
            </a:extLst>
          </p:cNvPr>
          <p:cNvSpPr>
            <a:spLocks noGrp="1"/>
          </p:cNvSpPr>
          <p:nvPr>
            <p:ph type="sldNum" sz="quarter" idx="4"/>
          </p:nvPr>
        </p:nvSpPr>
        <p:spPr>
          <a:xfrm>
            <a:off x="11540394" y="6509851"/>
            <a:ext cx="298209" cy="161583"/>
          </a:xfrm>
        </p:spPr>
        <p:txBody>
          <a:bodyPr vert="horz" wrap="square" lIns="0" tIns="0" rIns="0" bIns="0" rtlCol="0" anchor="b" anchorCtr="0">
            <a:normAutofit/>
          </a:bodyPr>
          <a:lstStyle/>
          <a:p>
            <a:pPr>
              <a:spcAft>
                <a:spcPts val="600"/>
              </a:spcAft>
            </a:pPr>
            <a:fld id="{3E6AC032-1535-134B-A583-D5E1DDD0D167}" type="slidenum">
              <a:rPr lang="en-US" sz="900" smtClean="0"/>
              <a:pPr>
                <a:spcAft>
                  <a:spcPts val="600"/>
                </a:spcAft>
              </a:pPr>
              <a:t>11</a:t>
            </a:fld>
            <a:endParaRPr lang="en-US" sz="900"/>
          </a:p>
        </p:txBody>
      </p:sp>
      <p:sp>
        <p:nvSpPr>
          <p:cNvPr id="10" name="Rectangle 9">
            <a:extLst>
              <a:ext uri="{FF2B5EF4-FFF2-40B4-BE49-F238E27FC236}">
                <a16:creationId xmlns:a16="http://schemas.microsoft.com/office/drawing/2014/main" id="{5ADB0DB6-6846-DC5A-5A43-D63FE9FF653F}"/>
              </a:ext>
            </a:extLst>
          </p:cNvPr>
          <p:cNvSpPr/>
          <p:nvPr/>
        </p:nvSpPr>
        <p:spPr>
          <a:xfrm>
            <a:off x="0" y="4218"/>
            <a:ext cx="12192000" cy="572092"/>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2400" b="1">
                <a:solidFill>
                  <a:schemeClr val="bg1"/>
                </a:solidFill>
                <a:latin typeface="Georgia" panose="02040502050405020303" pitchFamily="18" charset="0"/>
              </a:rPr>
              <a:t>Globally Recognized Key Financial Disclosures</a:t>
            </a:r>
            <a:endParaRPr lang="en-US" sz="2400" b="1">
              <a:solidFill>
                <a:schemeClr val="bg1"/>
              </a:solidFill>
              <a:latin typeface="Georgia" panose="02040502050405020303" pitchFamily="18" charset="0"/>
            </a:endParaRPr>
          </a:p>
        </p:txBody>
      </p:sp>
      <p:cxnSp>
        <p:nvCxnSpPr>
          <p:cNvPr id="55" name="Straight Connector 54">
            <a:extLst>
              <a:ext uri="{FF2B5EF4-FFF2-40B4-BE49-F238E27FC236}">
                <a16:creationId xmlns:a16="http://schemas.microsoft.com/office/drawing/2014/main" id="{88962F13-5B5D-26E2-7DF6-BBD45562461B}"/>
              </a:ext>
            </a:extLst>
          </p:cNvPr>
          <p:cNvCxnSpPr/>
          <p:nvPr/>
        </p:nvCxnSpPr>
        <p:spPr>
          <a:xfrm>
            <a:off x="4549933" y="5732837"/>
            <a:ext cx="0" cy="767721"/>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graphicFrame>
        <p:nvGraphicFramePr>
          <p:cNvPr id="2" name="Diagram 1">
            <a:extLst>
              <a:ext uri="{FF2B5EF4-FFF2-40B4-BE49-F238E27FC236}">
                <a16:creationId xmlns:a16="http://schemas.microsoft.com/office/drawing/2014/main" id="{37D60A88-7725-4B94-1009-754C72FAE62A}"/>
              </a:ext>
            </a:extLst>
          </p:cNvPr>
          <p:cNvGraphicFramePr/>
          <p:nvPr>
            <p:extLst>
              <p:ext uri="{D42A27DB-BD31-4B8C-83A1-F6EECF244321}">
                <p14:modId xmlns:p14="http://schemas.microsoft.com/office/powerpoint/2010/main" val="772489581"/>
              </p:ext>
            </p:extLst>
          </p:nvPr>
        </p:nvGraphicFramePr>
        <p:xfrm>
          <a:off x="350272" y="868004"/>
          <a:ext cx="11339226" cy="580343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ustDataLst>
      <p:custData r:id="rId1"/>
    </p:custDataLst>
    <p:extLst>
      <p:ext uri="{BB962C8B-B14F-4D97-AF65-F5344CB8AC3E}">
        <p14:creationId xmlns:p14="http://schemas.microsoft.com/office/powerpoint/2010/main" val="11414158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F5FCC0-751A-F531-5C04-15BFAC0DC54B}"/>
            </a:ext>
          </a:extLst>
        </p:cNvPr>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5604B136-8B10-4C16-81BB-43F94F23867F}"/>
              </a:ext>
            </a:extLst>
          </p:cNvPr>
          <p:cNvSpPr>
            <a:spLocks noGrp="1"/>
          </p:cNvSpPr>
          <p:nvPr>
            <p:ph type="sldNum" sz="quarter" idx="4"/>
          </p:nvPr>
        </p:nvSpPr>
        <p:spPr>
          <a:xfrm>
            <a:off x="11503818" y="6501384"/>
            <a:ext cx="298209" cy="161583"/>
          </a:xfrm>
        </p:spPr>
        <p:txBody>
          <a:bodyPr wrap="square" anchor="ctr">
            <a:normAutofit/>
          </a:bodyPr>
          <a:lstStyle/>
          <a:p>
            <a:pPr>
              <a:spcAft>
                <a:spcPts val="600"/>
              </a:spcAft>
            </a:pPr>
            <a:fld id="{3E6AC032-1535-134B-A583-D5E1DDD0D167}" type="slidenum">
              <a:rPr lang="en-US" smtClean="0"/>
              <a:pPr>
                <a:spcAft>
                  <a:spcPts val="600"/>
                </a:spcAft>
              </a:pPr>
              <a:t>12</a:t>
            </a:fld>
            <a:endParaRPr lang="en-US"/>
          </a:p>
        </p:txBody>
      </p:sp>
      <p:sp>
        <p:nvSpPr>
          <p:cNvPr id="4" name="Rectangle 3">
            <a:extLst>
              <a:ext uri="{FF2B5EF4-FFF2-40B4-BE49-F238E27FC236}">
                <a16:creationId xmlns:a16="http://schemas.microsoft.com/office/drawing/2014/main" id="{F9128661-4EEB-1994-56D6-309C83869E66}"/>
              </a:ext>
            </a:extLst>
          </p:cNvPr>
          <p:cNvSpPr/>
          <p:nvPr/>
        </p:nvSpPr>
        <p:spPr>
          <a:xfrm>
            <a:off x="0" y="0"/>
            <a:ext cx="12192000" cy="572092"/>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400" b="1">
                <a:latin typeface="Georgia (Headings)"/>
              </a:rPr>
              <a:t>Key Drivers of Financial Statements </a:t>
            </a:r>
            <a:endParaRPr lang="en-GB" sz="2400" b="1">
              <a:latin typeface="Georgia" panose="02040502050405020303" pitchFamily="18" charset="0"/>
            </a:endParaRPr>
          </a:p>
        </p:txBody>
      </p:sp>
      <p:sp>
        <p:nvSpPr>
          <p:cNvPr id="38" name="TextBox 37">
            <a:extLst>
              <a:ext uri="{FF2B5EF4-FFF2-40B4-BE49-F238E27FC236}">
                <a16:creationId xmlns:a16="http://schemas.microsoft.com/office/drawing/2014/main" id="{ABDF2CDB-5795-F8AA-8FCC-2BEFA3D1117D}"/>
              </a:ext>
            </a:extLst>
          </p:cNvPr>
          <p:cNvSpPr txBox="1"/>
          <p:nvPr/>
        </p:nvSpPr>
        <p:spPr>
          <a:xfrm>
            <a:off x="384458" y="1404769"/>
            <a:ext cx="3147290" cy="322711"/>
          </a:xfrm>
          <a:prstGeom prst="rect">
            <a:avLst/>
          </a:prstGeom>
          <a:noFill/>
        </p:spPr>
        <p:txBody>
          <a:bodyPr wrap="square" lIns="0" tIns="0" rIns="0" bIns="0" rtlCol="0">
            <a:noAutofit/>
          </a:bodyPr>
          <a:lstStyle/>
          <a:p>
            <a:r>
              <a:rPr lang="en-US" sz="1200" b="1">
                <a:solidFill>
                  <a:schemeClr val="accent1"/>
                </a:solidFill>
              </a:rPr>
              <a:t>Robust Internal Controls</a:t>
            </a:r>
          </a:p>
          <a:p>
            <a:pPr algn="l"/>
            <a:endParaRPr lang="en-US" sz="1200">
              <a:solidFill>
                <a:schemeClr val="accent1"/>
              </a:solidFill>
              <a:latin typeface="+mj-lt"/>
            </a:endParaRPr>
          </a:p>
        </p:txBody>
      </p:sp>
      <p:sp>
        <p:nvSpPr>
          <p:cNvPr id="39" name="TextBox 38">
            <a:extLst>
              <a:ext uri="{FF2B5EF4-FFF2-40B4-BE49-F238E27FC236}">
                <a16:creationId xmlns:a16="http://schemas.microsoft.com/office/drawing/2014/main" id="{60A45A4E-0BBF-B62C-A393-C99F312E0A57}"/>
              </a:ext>
            </a:extLst>
          </p:cNvPr>
          <p:cNvSpPr txBox="1"/>
          <p:nvPr/>
        </p:nvSpPr>
        <p:spPr>
          <a:xfrm>
            <a:off x="387923" y="1738469"/>
            <a:ext cx="3498848" cy="1016560"/>
          </a:xfrm>
          <a:prstGeom prst="rect">
            <a:avLst/>
          </a:prstGeom>
          <a:noFill/>
        </p:spPr>
        <p:txBody>
          <a:bodyPr wrap="square" lIns="0" tIns="0" rIns="0" bIns="0" rtlCol="0">
            <a:noAutofit/>
          </a:bodyPr>
          <a:lstStyle/>
          <a:p>
            <a:pPr marL="171450" indent="-171450" algn="just">
              <a:buFont typeface="Wingdings" panose="05000000000000000000" pitchFamily="2" charset="2"/>
              <a:buChar char="§"/>
            </a:pPr>
            <a:r>
              <a:rPr lang="en-US" sz="1100" b="1"/>
              <a:t>Delegation of Authority : </a:t>
            </a:r>
            <a:r>
              <a:rPr lang="en-US" sz="1100"/>
              <a:t>Clear approval limits for financial disclosures</a:t>
            </a:r>
          </a:p>
          <a:p>
            <a:pPr algn="just"/>
            <a:endParaRPr lang="en-US" sz="1100"/>
          </a:p>
          <a:p>
            <a:pPr marL="171450" indent="-171450" algn="just">
              <a:buFont typeface="Wingdings" panose="05000000000000000000" pitchFamily="2" charset="2"/>
              <a:buChar char="§"/>
            </a:pPr>
            <a:r>
              <a:rPr lang="en-US" sz="1100" b="1"/>
              <a:t>Authorization Protocols: </a:t>
            </a:r>
            <a:r>
              <a:rPr lang="en-US" sz="1100"/>
              <a:t>Defined workflows and periodic audits</a:t>
            </a:r>
          </a:p>
        </p:txBody>
      </p:sp>
      <p:sp>
        <p:nvSpPr>
          <p:cNvPr id="42" name="TextBox 41">
            <a:extLst>
              <a:ext uri="{FF2B5EF4-FFF2-40B4-BE49-F238E27FC236}">
                <a16:creationId xmlns:a16="http://schemas.microsoft.com/office/drawing/2014/main" id="{0EB0049B-EAFE-D1E2-D122-FC090DE8BBE5}"/>
              </a:ext>
            </a:extLst>
          </p:cNvPr>
          <p:cNvSpPr txBox="1"/>
          <p:nvPr/>
        </p:nvSpPr>
        <p:spPr>
          <a:xfrm>
            <a:off x="120068" y="2889232"/>
            <a:ext cx="3147290" cy="322711"/>
          </a:xfrm>
          <a:prstGeom prst="rect">
            <a:avLst/>
          </a:prstGeom>
          <a:noFill/>
        </p:spPr>
        <p:txBody>
          <a:bodyPr wrap="square" lIns="0" tIns="0" rIns="0" bIns="0" rtlCol="0">
            <a:noAutofit/>
          </a:bodyPr>
          <a:lstStyle/>
          <a:p>
            <a:pPr algn="ctr"/>
            <a:r>
              <a:rPr lang="en-US" sz="1200" b="1">
                <a:solidFill>
                  <a:schemeClr val="accent1"/>
                </a:solidFill>
              </a:rPr>
              <a:t>Use of Reliable Accounting Software</a:t>
            </a:r>
            <a:endParaRPr lang="en-US" sz="1200">
              <a:solidFill>
                <a:schemeClr val="accent1"/>
              </a:solidFill>
              <a:latin typeface="+mj-lt"/>
            </a:endParaRPr>
          </a:p>
        </p:txBody>
      </p:sp>
      <p:sp>
        <p:nvSpPr>
          <p:cNvPr id="43" name="TextBox 42">
            <a:extLst>
              <a:ext uri="{FF2B5EF4-FFF2-40B4-BE49-F238E27FC236}">
                <a16:creationId xmlns:a16="http://schemas.microsoft.com/office/drawing/2014/main" id="{5BC59DF3-BBED-D474-BB4B-10B9B887DC52}"/>
              </a:ext>
            </a:extLst>
          </p:cNvPr>
          <p:cNvSpPr txBox="1"/>
          <p:nvPr/>
        </p:nvSpPr>
        <p:spPr>
          <a:xfrm>
            <a:off x="384458" y="3250930"/>
            <a:ext cx="3502313" cy="1136072"/>
          </a:xfrm>
          <a:prstGeom prst="rect">
            <a:avLst/>
          </a:prstGeom>
          <a:noFill/>
        </p:spPr>
        <p:txBody>
          <a:bodyPr wrap="square" lIns="0" tIns="0" rIns="0" bIns="0" rtlCol="0">
            <a:noAutofit/>
          </a:bodyPr>
          <a:lstStyle/>
          <a:p>
            <a:pPr marL="171450" indent="-171450" algn="just">
              <a:buFont typeface="Wingdings" panose="05000000000000000000" pitchFamily="2" charset="2"/>
              <a:buChar char="§"/>
            </a:pPr>
            <a:r>
              <a:rPr lang="en-US" sz="1100" b="1"/>
              <a:t>AI &amp; Automation: </a:t>
            </a:r>
            <a:r>
              <a:rPr lang="en-US" sz="1100"/>
              <a:t>Use software supporting multi-currency, multi-entity and multi-jurisdiction operations.</a:t>
            </a:r>
          </a:p>
          <a:p>
            <a:pPr marL="171450" indent="-171450" algn="just">
              <a:buFont typeface="Wingdings" panose="05000000000000000000" pitchFamily="2" charset="2"/>
              <a:buChar char="§"/>
            </a:pPr>
            <a:endParaRPr lang="en-US" sz="1100"/>
          </a:p>
          <a:p>
            <a:pPr marL="171450" indent="-171450" algn="just">
              <a:buFont typeface="Wingdings" panose="05000000000000000000" pitchFamily="2" charset="2"/>
              <a:buChar char="§"/>
            </a:pPr>
            <a:r>
              <a:rPr lang="en-US" sz="1100" b="1"/>
              <a:t>Integration: </a:t>
            </a:r>
            <a:r>
              <a:rPr lang="en-US" sz="1100"/>
              <a:t>Link with ERP, payroll, etc. for smooth data flow.</a:t>
            </a:r>
          </a:p>
          <a:p>
            <a:pPr algn="just"/>
            <a:endParaRPr lang="en-US" sz="1100"/>
          </a:p>
        </p:txBody>
      </p:sp>
      <p:sp>
        <p:nvSpPr>
          <p:cNvPr id="44" name="TextBox 43">
            <a:extLst>
              <a:ext uri="{FF2B5EF4-FFF2-40B4-BE49-F238E27FC236}">
                <a16:creationId xmlns:a16="http://schemas.microsoft.com/office/drawing/2014/main" id="{A7A1F903-E033-78AE-6A24-0CD5D5D65655}"/>
              </a:ext>
            </a:extLst>
          </p:cNvPr>
          <p:cNvSpPr txBox="1"/>
          <p:nvPr/>
        </p:nvSpPr>
        <p:spPr>
          <a:xfrm>
            <a:off x="8113238" y="3017323"/>
            <a:ext cx="3147290" cy="322711"/>
          </a:xfrm>
          <a:prstGeom prst="rect">
            <a:avLst/>
          </a:prstGeom>
          <a:noFill/>
        </p:spPr>
        <p:txBody>
          <a:bodyPr wrap="square" lIns="0" tIns="0" rIns="0" bIns="0" rtlCol="0">
            <a:noAutofit/>
          </a:bodyPr>
          <a:lstStyle/>
          <a:p>
            <a:r>
              <a:rPr lang="en-US" sz="1200" b="1">
                <a:solidFill>
                  <a:schemeClr val="accent1"/>
                </a:solidFill>
              </a:rPr>
              <a:t>Timely and Accurate Recording</a:t>
            </a:r>
            <a:endParaRPr lang="en-US" sz="1200">
              <a:solidFill>
                <a:schemeClr val="accent1"/>
              </a:solidFill>
              <a:latin typeface="+mj-lt"/>
            </a:endParaRPr>
          </a:p>
        </p:txBody>
      </p:sp>
      <p:sp>
        <p:nvSpPr>
          <p:cNvPr id="45" name="TextBox 44">
            <a:extLst>
              <a:ext uri="{FF2B5EF4-FFF2-40B4-BE49-F238E27FC236}">
                <a16:creationId xmlns:a16="http://schemas.microsoft.com/office/drawing/2014/main" id="{C7D6F133-D82C-F9F2-8F19-A76AD8B9AEF0}"/>
              </a:ext>
            </a:extLst>
          </p:cNvPr>
          <p:cNvSpPr txBox="1"/>
          <p:nvPr/>
        </p:nvSpPr>
        <p:spPr>
          <a:xfrm>
            <a:off x="8147623" y="3361695"/>
            <a:ext cx="3574146" cy="1397625"/>
          </a:xfrm>
          <a:prstGeom prst="rect">
            <a:avLst/>
          </a:prstGeom>
          <a:noFill/>
        </p:spPr>
        <p:txBody>
          <a:bodyPr wrap="square" lIns="0" tIns="0" rIns="0" bIns="0" rtlCol="0">
            <a:noAutofit/>
          </a:bodyPr>
          <a:lstStyle/>
          <a:p>
            <a:pPr marL="171450" indent="-171450" algn="just">
              <a:buFont typeface="Wingdings" panose="05000000000000000000" pitchFamily="2" charset="2"/>
              <a:buChar char="§"/>
            </a:pPr>
            <a:r>
              <a:rPr lang="en-US" sz="1100" b="1"/>
              <a:t>Real-Time Entry: </a:t>
            </a:r>
            <a:r>
              <a:rPr lang="en-US" sz="1100"/>
              <a:t>Record transactions promptly.</a:t>
            </a:r>
          </a:p>
          <a:p>
            <a:pPr marL="171450" indent="-171450" algn="just">
              <a:buFont typeface="Wingdings" panose="05000000000000000000" pitchFamily="2" charset="2"/>
              <a:buChar char="§"/>
            </a:pPr>
            <a:endParaRPr lang="en-US" sz="1100" b="1"/>
          </a:p>
          <a:p>
            <a:pPr marL="171450" indent="-171450" algn="just">
              <a:buFont typeface="Wingdings" panose="05000000000000000000" pitchFamily="2" charset="2"/>
              <a:buChar char="§"/>
            </a:pPr>
            <a:r>
              <a:rPr lang="en-US" sz="1100" b="1"/>
              <a:t>Reconciliations: </a:t>
            </a:r>
            <a:r>
              <a:rPr lang="en-US" sz="1100"/>
              <a:t>Match balances and resolve discrepancies regularly.</a:t>
            </a:r>
          </a:p>
          <a:p>
            <a:pPr marL="171450" indent="-171450" algn="just">
              <a:buFont typeface="Wingdings" panose="05000000000000000000" pitchFamily="2" charset="2"/>
              <a:buChar char="§"/>
            </a:pPr>
            <a:endParaRPr lang="en-US" sz="1100"/>
          </a:p>
          <a:p>
            <a:pPr marL="171450" indent="-171450" algn="just">
              <a:buFont typeface="Wingdings" panose="05000000000000000000" pitchFamily="2" charset="2"/>
              <a:buChar char="§"/>
            </a:pPr>
            <a:r>
              <a:rPr lang="en-US" sz="1100" b="1"/>
              <a:t>Digital Archiving: </a:t>
            </a:r>
            <a:r>
              <a:rPr lang="en-US" sz="1100"/>
              <a:t>For document management, ensuring easy retrieval and disaster recovery. </a:t>
            </a:r>
          </a:p>
          <a:p>
            <a:pPr algn="just"/>
            <a:endParaRPr lang="en-US" sz="1100"/>
          </a:p>
        </p:txBody>
      </p:sp>
      <p:sp>
        <p:nvSpPr>
          <p:cNvPr id="52" name="TextBox 51">
            <a:extLst>
              <a:ext uri="{FF2B5EF4-FFF2-40B4-BE49-F238E27FC236}">
                <a16:creationId xmlns:a16="http://schemas.microsoft.com/office/drawing/2014/main" id="{BED18E64-C661-83CE-46F6-4DEE2598C67D}"/>
              </a:ext>
            </a:extLst>
          </p:cNvPr>
          <p:cNvSpPr txBox="1"/>
          <p:nvPr/>
        </p:nvSpPr>
        <p:spPr>
          <a:xfrm>
            <a:off x="8102269" y="1427570"/>
            <a:ext cx="2726966" cy="282306"/>
          </a:xfrm>
          <a:prstGeom prst="rect">
            <a:avLst/>
          </a:prstGeom>
          <a:noFill/>
        </p:spPr>
        <p:txBody>
          <a:bodyPr wrap="square" lIns="0" tIns="0" rIns="0" bIns="0" rtlCol="0">
            <a:noAutofit/>
          </a:bodyPr>
          <a:lstStyle/>
          <a:p>
            <a:r>
              <a:rPr lang="en-US" sz="1200" b="1">
                <a:solidFill>
                  <a:schemeClr val="accent1"/>
                </a:solidFill>
              </a:rPr>
              <a:t>Training and Capacity Building</a:t>
            </a:r>
            <a:endParaRPr lang="en-US" sz="1200">
              <a:solidFill>
                <a:schemeClr val="accent1"/>
              </a:solidFill>
              <a:latin typeface="+mj-lt"/>
            </a:endParaRPr>
          </a:p>
        </p:txBody>
      </p:sp>
      <p:sp>
        <p:nvSpPr>
          <p:cNvPr id="53" name="TextBox 52">
            <a:extLst>
              <a:ext uri="{FF2B5EF4-FFF2-40B4-BE49-F238E27FC236}">
                <a16:creationId xmlns:a16="http://schemas.microsoft.com/office/drawing/2014/main" id="{1D3BC4E1-7477-F4DB-7D36-A28219CE3D68}"/>
              </a:ext>
            </a:extLst>
          </p:cNvPr>
          <p:cNvSpPr txBox="1"/>
          <p:nvPr/>
        </p:nvSpPr>
        <p:spPr>
          <a:xfrm>
            <a:off x="8102269" y="1777321"/>
            <a:ext cx="3619500" cy="1314547"/>
          </a:xfrm>
          <a:prstGeom prst="rect">
            <a:avLst/>
          </a:prstGeom>
          <a:noFill/>
        </p:spPr>
        <p:txBody>
          <a:bodyPr wrap="square" lIns="0" tIns="0" rIns="0" bIns="0" rtlCol="0">
            <a:noAutofit/>
          </a:bodyPr>
          <a:lstStyle/>
          <a:p>
            <a:pPr marL="171450" indent="-171450" algn="just">
              <a:buFont typeface="Wingdings" panose="05000000000000000000" pitchFamily="2" charset="2"/>
              <a:buChar char="§"/>
            </a:pPr>
            <a:r>
              <a:rPr lang="en-US" sz="1100" b="1"/>
              <a:t>Staff Training: </a:t>
            </a:r>
            <a:r>
              <a:rPr lang="en-US" sz="1100"/>
              <a:t>Regular updates on systems and regulatory changes</a:t>
            </a:r>
          </a:p>
          <a:p>
            <a:pPr marL="171450" indent="-171450" algn="just">
              <a:buFont typeface="Wingdings" panose="05000000000000000000" pitchFamily="2" charset="2"/>
              <a:buChar char="§"/>
            </a:pPr>
            <a:endParaRPr lang="en-US" sz="1100"/>
          </a:p>
          <a:p>
            <a:pPr marL="171450" indent="-171450" algn="just">
              <a:buFont typeface="Wingdings" panose="05000000000000000000" pitchFamily="2" charset="2"/>
              <a:buChar char="§"/>
            </a:pPr>
            <a:r>
              <a:rPr lang="en-US" sz="1100" b="1"/>
              <a:t>Professional Development and Code of Conduct: </a:t>
            </a:r>
            <a:r>
              <a:rPr lang="en-US" sz="1100"/>
              <a:t>Encourage staff to obtain relevant certifications to enhance expertise.</a:t>
            </a:r>
          </a:p>
          <a:p>
            <a:pPr algn="just"/>
            <a:endParaRPr lang="en-US" sz="1100">
              <a:latin typeface="+mj-lt"/>
            </a:endParaRPr>
          </a:p>
        </p:txBody>
      </p:sp>
      <p:sp>
        <p:nvSpPr>
          <p:cNvPr id="54" name="TextBox 53">
            <a:extLst>
              <a:ext uri="{FF2B5EF4-FFF2-40B4-BE49-F238E27FC236}">
                <a16:creationId xmlns:a16="http://schemas.microsoft.com/office/drawing/2014/main" id="{853B3C76-B30C-2A20-94EA-4D5CBFB99978}"/>
              </a:ext>
            </a:extLst>
          </p:cNvPr>
          <p:cNvSpPr txBox="1"/>
          <p:nvPr/>
        </p:nvSpPr>
        <p:spPr>
          <a:xfrm>
            <a:off x="8113238" y="4759320"/>
            <a:ext cx="2075874" cy="322959"/>
          </a:xfrm>
          <a:prstGeom prst="rect">
            <a:avLst/>
          </a:prstGeom>
          <a:noFill/>
        </p:spPr>
        <p:txBody>
          <a:bodyPr wrap="square" lIns="0" tIns="0" rIns="0" bIns="0" rtlCol="0">
            <a:noAutofit/>
          </a:bodyPr>
          <a:lstStyle/>
          <a:p>
            <a:r>
              <a:rPr lang="en-US" sz="1200" b="1">
                <a:solidFill>
                  <a:schemeClr val="accent1"/>
                </a:solidFill>
              </a:rPr>
              <a:t>Continuous Improvement</a:t>
            </a:r>
            <a:endParaRPr lang="en-US" sz="1200">
              <a:solidFill>
                <a:schemeClr val="accent1"/>
              </a:solidFill>
              <a:latin typeface="+mj-lt"/>
            </a:endParaRPr>
          </a:p>
        </p:txBody>
      </p:sp>
      <p:sp>
        <p:nvSpPr>
          <p:cNvPr id="55" name="TextBox 54">
            <a:extLst>
              <a:ext uri="{FF2B5EF4-FFF2-40B4-BE49-F238E27FC236}">
                <a16:creationId xmlns:a16="http://schemas.microsoft.com/office/drawing/2014/main" id="{2A206AC0-4156-E1E1-874B-DD3D4970EBC8}"/>
              </a:ext>
            </a:extLst>
          </p:cNvPr>
          <p:cNvSpPr txBox="1"/>
          <p:nvPr/>
        </p:nvSpPr>
        <p:spPr>
          <a:xfrm>
            <a:off x="8113238" y="5073043"/>
            <a:ext cx="3619500" cy="1136072"/>
          </a:xfrm>
          <a:prstGeom prst="rect">
            <a:avLst/>
          </a:prstGeom>
          <a:noFill/>
        </p:spPr>
        <p:txBody>
          <a:bodyPr wrap="square" lIns="0" tIns="0" rIns="0" bIns="0" rtlCol="0">
            <a:noAutofit/>
          </a:bodyPr>
          <a:lstStyle/>
          <a:p>
            <a:pPr marL="171450" indent="-171450" algn="just">
              <a:buFont typeface="Wingdings" panose="05000000000000000000" pitchFamily="2" charset="2"/>
              <a:buChar char="§"/>
            </a:pPr>
            <a:r>
              <a:rPr lang="en-US" sz="1100" b="1"/>
              <a:t>Process Reviews: </a:t>
            </a:r>
            <a:r>
              <a:rPr lang="en-US" sz="1100"/>
              <a:t>Incorporate best practices and technological advancements.</a:t>
            </a:r>
          </a:p>
          <a:p>
            <a:pPr marL="171450" indent="-171450" algn="just">
              <a:buFont typeface="Wingdings" panose="05000000000000000000" pitchFamily="2" charset="2"/>
              <a:buChar char="§"/>
            </a:pPr>
            <a:endParaRPr lang="en-US" sz="1100" b="1"/>
          </a:p>
          <a:p>
            <a:pPr marL="171450" indent="-171450" algn="just">
              <a:buFont typeface="Wingdings" panose="05000000000000000000" pitchFamily="2" charset="2"/>
              <a:buChar char="§"/>
            </a:pPr>
            <a:r>
              <a:rPr lang="en-US" sz="1100" b="1"/>
              <a:t>Benchmarking: </a:t>
            </a:r>
            <a:r>
              <a:rPr lang="en-US" sz="1100"/>
              <a:t>Compare practices against industry peers and global standards.</a:t>
            </a:r>
            <a:endParaRPr lang="en-US" sz="1100">
              <a:latin typeface="+mj-lt"/>
            </a:endParaRPr>
          </a:p>
        </p:txBody>
      </p:sp>
      <p:sp>
        <p:nvSpPr>
          <p:cNvPr id="58" name="TextBox 57">
            <a:extLst>
              <a:ext uri="{FF2B5EF4-FFF2-40B4-BE49-F238E27FC236}">
                <a16:creationId xmlns:a16="http://schemas.microsoft.com/office/drawing/2014/main" id="{37416734-74E4-13C9-D4D3-3FB0AB66255E}"/>
              </a:ext>
            </a:extLst>
          </p:cNvPr>
          <p:cNvSpPr txBox="1"/>
          <p:nvPr/>
        </p:nvSpPr>
        <p:spPr>
          <a:xfrm>
            <a:off x="238987" y="4508244"/>
            <a:ext cx="3408219" cy="322711"/>
          </a:xfrm>
          <a:prstGeom prst="rect">
            <a:avLst/>
          </a:prstGeom>
          <a:noFill/>
        </p:spPr>
        <p:txBody>
          <a:bodyPr wrap="square" lIns="0" tIns="0" rIns="0" bIns="0" rtlCol="0">
            <a:noAutofit/>
          </a:bodyPr>
          <a:lstStyle/>
          <a:p>
            <a:pPr algn="ctr"/>
            <a:r>
              <a:rPr lang="en-US" sz="1200" b="1">
                <a:solidFill>
                  <a:schemeClr val="accent1"/>
                </a:solidFill>
              </a:rPr>
              <a:t>Global Coordination and Central Oversight</a:t>
            </a:r>
          </a:p>
        </p:txBody>
      </p:sp>
      <p:sp>
        <p:nvSpPr>
          <p:cNvPr id="59" name="TextBox 58">
            <a:extLst>
              <a:ext uri="{FF2B5EF4-FFF2-40B4-BE49-F238E27FC236}">
                <a16:creationId xmlns:a16="http://schemas.microsoft.com/office/drawing/2014/main" id="{35215073-7322-D0F4-6FD6-907AAD340B9A}"/>
              </a:ext>
            </a:extLst>
          </p:cNvPr>
          <p:cNvSpPr txBox="1"/>
          <p:nvPr/>
        </p:nvSpPr>
        <p:spPr>
          <a:xfrm>
            <a:off x="377531" y="4873171"/>
            <a:ext cx="3502313" cy="1136072"/>
          </a:xfrm>
          <a:prstGeom prst="rect">
            <a:avLst/>
          </a:prstGeom>
          <a:noFill/>
        </p:spPr>
        <p:txBody>
          <a:bodyPr wrap="square" lIns="0" tIns="0" rIns="0" bIns="0" rtlCol="0">
            <a:noAutofit/>
          </a:bodyPr>
          <a:lstStyle/>
          <a:p>
            <a:pPr marL="171450" indent="-171450" algn="just">
              <a:buFont typeface="Wingdings" panose="05000000000000000000" pitchFamily="2" charset="2"/>
              <a:buChar char="§"/>
            </a:pPr>
            <a:r>
              <a:rPr lang="en-US" sz="1100" b="1"/>
              <a:t>Centralized Policies: </a:t>
            </a:r>
            <a:r>
              <a:rPr lang="en-US" sz="1100"/>
              <a:t>Uniform accounting standards across the group</a:t>
            </a:r>
          </a:p>
          <a:p>
            <a:pPr marL="171450" indent="-171450" algn="just">
              <a:buFont typeface="Wingdings" panose="05000000000000000000" pitchFamily="2" charset="2"/>
              <a:buChar char="§"/>
            </a:pPr>
            <a:endParaRPr lang="en-US" sz="1100" b="1"/>
          </a:p>
          <a:p>
            <a:pPr marL="171450" indent="-171450" algn="just">
              <a:buFont typeface="Wingdings" panose="05000000000000000000" pitchFamily="2" charset="2"/>
              <a:buChar char="§"/>
            </a:pPr>
            <a:r>
              <a:rPr lang="en-US" sz="1100" b="1"/>
              <a:t>Local Adaptation: </a:t>
            </a:r>
            <a:r>
              <a:rPr lang="en-US" sz="1100"/>
              <a:t>Customize for jurisdictional requirements. while maintaining overall group standards.</a:t>
            </a:r>
            <a:endParaRPr lang="en-US" sz="1100">
              <a:latin typeface="+mj-lt"/>
            </a:endParaRPr>
          </a:p>
        </p:txBody>
      </p:sp>
      <p:pic>
        <p:nvPicPr>
          <p:cNvPr id="4098" name="Picture 2" descr="5+ Hundred Best Practice Sharing Royalty-Free Images, Stock Photos &amp;  Pictures | Shutterstock">
            <a:extLst>
              <a:ext uri="{FF2B5EF4-FFF2-40B4-BE49-F238E27FC236}">
                <a16:creationId xmlns:a16="http://schemas.microsoft.com/office/drawing/2014/main" id="{0A4C32B3-8836-83F4-E7FB-1EE207C14A8A}"/>
              </a:ext>
            </a:extLst>
          </p:cNvPr>
          <p:cNvPicPr>
            <a:picLocks noChangeAspect="1" noChangeArrowheads="1"/>
          </p:cNvPicPr>
          <p:nvPr/>
        </p:nvPicPr>
        <p:blipFill rotWithShape="1">
          <a:blip r:embed="rId4">
            <a:duotone>
              <a:schemeClr val="accent1">
                <a:shade val="45000"/>
                <a:satMod val="135000"/>
              </a:schemeClr>
              <a:prstClr val="white"/>
            </a:duotone>
            <a:extLst>
              <a:ext uri="{28A0092B-C50C-407E-A947-70E740481C1C}">
                <a14:useLocalDpi xmlns:a14="http://schemas.microsoft.com/office/drawing/2010/main" val="0"/>
              </a:ext>
            </a:extLst>
          </a:blip>
          <a:srcRect l="52995" r="2045"/>
          <a:stretch>
            <a:fillRect/>
          </a:stretch>
        </p:blipFill>
        <p:spPr bwMode="auto">
          <a:xfrm>
            <a:off x="4306698" y="1396409"/>
            <a:ext cx="3408219" cy="4480512"/>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cxnSp>
        <p:nvCxnSpPr>
          <p:cNvPr id="62" name="Straight Connector 61">
            <a:extLst>
              <a:ext uri="{FF2B5EF4-FFF2-40B4-BE49-F238E27FC236}">
                <a16:creationId xmlns:a16="http://schemas.microsoft.com/office/drawing/2014/main" id="{FDC818FA-3778-5C2F-2EC9-C3BD37348FDB}"/>
              </a:ext>
            </a:extLst>
          </p:cNvPr>
          <p:cNvCxnSpPr/>
          <p:nvPr/>
        </p:nvCxnSpPr>
        <p:spPr>
          <a:xfrm>
            <a:off x="377531" y="2718081"/>
            <a:ext cx="3502313" cy="0"/>
          </a:xfrm>
          <a:prstGeom prst="line">
            <a:avLst/>
          </a:prstGeom>
          <a:ln/>
        </p:spPr>
        <p:style>
          <a:lnRef idx="1">
            <a:schemeClr val="accent4"/>
          </a:lnRef>
          <a:fillRef idx="0">
            <a:schemeClr val="accent4"/>
          </a:fillRef>
          <a:effectRef idx="0">
            <a:schemeClr val="accent4"/>
          </a:effectRef>
          <a:fontRef idx="minor">
            <a:schemeClr val="tx1"/>
          </a:fontRef>
        </p:style>
      </p:cxnSp>
      <p:cxnSp>
        <p:nvCxnSpPr>
          <p:cNvPr id="63" name="Straight Connector 62">
            <a:extLst>
              <a:ext uri="{FF2B5EF4-FFF2-40B4-BE49-F238E27FC236}">
                <a16:creationId xmlns:a16="http://schemas.microsoft.com/office/drawing/2014/main" id="{11DED55C-1E15-3E08-32C6-4CE9418D2901}"/>
              </a:ext>
            </a:extLst>
          </p:cNvPr>
          <p:cNvCxnSpPr/>
          <p:nvPr/>
        </p:nvCxnSpPr>
        <p:spPr>
          <a:xfrm>
            <a:off x="384458" y="4348299"/>
            <a:ext cx="3502313" cy="0"/>
          </a:xfrm>
          <a:prstGeom prst="line">
            <a:avLst/>
          </a:prstGeom>
          <a:ln/>
        </p:spPr>
        <p:style>
          <a:lnRef idx="1">
            <a:schemeClr val="accent4"/>
          </a:lnRef>
          <a:fillRef idx="0">
            <a:schemeClr val="accent4"/>
          </a:fillRef>
          <a:effectRef idx="0">
            <a:schemeClr val="accent4"/>
          </a:effectRef>
          <a:fontRef idx="minor">
            <a:schemeClr val="tx1"/>
          </a:fontRef>
        </p:style>
      </p:cxnSp>
      <p:cxnSp>
        <p:nvCxnSpPr>
          <p:cNvPr id="4096" name="Straight Connector 4095">
            <a:extLst>
              <a:ext uri="{FF2B5EF4-FFF2-40B4-BE49-F238E27FC236}">
                <a16:creationId xmlns:a16="http://schemas.microsoft.com/office/drawing/2014/main" id="{9B096E50-CC44-6178-197A-4CFD1B03A8A8}"/>
              </a:ext>
            </a:extLst>
          </p:cNvPr>
          <p:cNvCxnSpPr/>
          <p:nvPr/>
        </p:nvCxnSpPr>
        <p:spPr>
          <a:xfrm>
            <a:off x="8184567" y="2870482"/>
            <a:ext cx="3502313" cy="0"/>
          </a:xfrm>
          <a:prstGeom prst="line">
            <a:avLst/>
          </a:prstGeom>
          <a:ln/>
        </p:spPr>
        <p:style>
          <a:lnRef idx="1">
            <a:schemeClr val="accent4"/>
          </a:lnRef>
          <a:fillRef idx="0">
            <a:schemeClr val="accent4"/>
          </a:fillRef>
          <a:effectRef idx="0">
            <a:schemeClr val="accent4"/>
          </a:effectRef>
          <a:fontRef idx="minor">
            <a:schemeClr val="tx1"/>
          </a:fontRef>
        </p:style>
      </p:cxnSp>
      <p:cxnSp>
        <p:nvCxnSpPr>
          <p:cNvPr id="4097" name="Straight Connector 4096">
            <a:extLst>
              <a:ext uri="{FF2B5EF4-FFF2-40B4-BE49-F238E27FC236}">
                <a16:creationId xmlns:a16="http://schemas.microsoft.com/office/drawing/2014/main" id="{8B08DA2C-E041-D827-A98D-A4B5B5E6534B}"/>
              </a:ext>
            </a:extLst>
          </p:cNvPr>
          <p:cNvCxnSpPr/>
          <p:nvPr/>
        </p:nvCxnSpPr>
        <p:spPr>
          <a:xfrm>
            <a:off x="8166095" y="4651500"/>
            <a:ext cx="3502313" cy="0"/>
          </a:xfrm>
          <a:prstGeom prst="line">
            <a:avLst/>
          </a:prstGeom>
          <a:ln/>
        </p:spPr>
        <p:style>
          <a:lnRef idx="1">
            <a:schemeClr val="accent4"/>
          </a:lnRef>
          <a:fillRef idx="0">
            <a:schemeClr val="accent4"/>
          </a:fillRef>
          <a:effectRef idx="0">
            <a:schemeClr val="accent4"/>
          </a:effectRef>
          <a:fontRef idx="minor">
            <a:schemeClr val="tx1"/>
          </a:fontRef>
        </p:style>
      </p:cxnSp>
    </p:spTree>
    <p:custDataLst>
      <p:custData r:id="rId1"/>
    </p:custDataLst>
    <p:extLst>
      <p:ext uri="{BB962C8B-B14F-4D97-AF65-F5344CB8AC3E}">
        <p14:creationId xmlns:p14="http://schemas.microsoft.com/office/powerpoint/2010/main" val="33988457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D46B7C-1640-B17C-D2B4-D668090BA5C6}"/>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22005FD9-5423-2703-FA93-D37461228CE9}"/>
              </a:ext>
            </a:extLst>
          </p:cNvPr>
          <p:cNvSpPr/>
          <p:nvPr/>
        </p:nvSpPr>
        <p:spPr>
          <a:xfrm>
            <a:off x="0" y="1344168"/>
            <a:ext cx="12192000" cy="923544"/>
          </a:xfrm>
          <a:prstGeom prst="rect">
            <a:avLst/>
          </a:prstGeom>
          <a:solidFill>
            <a:schemeClr val="accent1">
              <a:lumMod val="20000"/>
              <a:lumOff val="80000"/>
            </a:schemeClr>
          </a:solidFill>
          <a:ln>
            <a:solidFill>
              <a:schemeClr val="tx1">
                <a:lumMod val="65000"/>
                <a:lumOff val="35000"/>
              </a:schemeClr>
            </a:solidFill>
          </a:ln>
          <a:effectLst>
            <a:glow rad="63500">
              <a:schemeClr val="accent4">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10" name="TextBox 9">
            <a:extLst>
              <a:ext uri="{FF2B5EF4-FFF2-40B4-BE49-F238E27FC236}">
                <a16:creationId xmlns:a16="http://schemas.microsoft.com/office/drawing/2014/main" id="{BEBDF4AF-8B3D-8DD5-92E3-CE9C50B49A68}"/>
              </a:ext>
            </a:extLst>
          </p:cNvPr>
          <p:cNvSpPr txBox="1"/>
          <p:nvPr/>
        </p:nvSpPr>
        <p:spPr>
          <a:xfrm>
            <a:off x="1399032" y="1441102"/>
            <a:ext cx="9526280" cy="694944"/>
          </a:xfrm>
          <a:prstGeom prst="rect">
            <a:avLst/>
          </a:prstGeom>
          <a:noFill/>
        </p:spPr>
        <p:txBody>
          <a:bodyPr wrap="square" lIns="0" tIns="0" rIns="0" bIns="0" rtlCol="0">
            <a:noAutofit/>
          </a:bodyPr>
          <a:lstStyle/>
          <a:p>
            <a:r>
              <a:rPr lang="en-US" sz="1600"/>
              <a:t>1) Which of the following is a key responsibility of the Board regarding </a:t>
            </a:r>
            <a:r>
              <a:rPr lang="en-US" sz="1600" b="1"/>
              <a:t>financial disclosures? </a:t>
            </a:r>
            <a:endParaRPr lang="en-GB" sz="1600" b="1">
              <a:latin typeface="+mj-lt"/>
            </a:endParaRPr>
          </a:p>
        </p:txBody>
      </p:sp>
      <p:sp>
        <p:nvSpPr>
          <p:cNvPr id="11" name="Rectangle: Rounded Corners 10">
            <a:extLst>
              <a:ext uri="{FF2B5EF4-FFF2-40B4-BE49-F238E27FC236}">
                <a16:creationId xmlns:a16="http://schemas.microsoft.com/office/drawing/2014/main" id="{BFBA2814-0EB8-C496-8C09-2A98428BAD74}"/>
              </a:ext>
            </a:extLst>
          </p:cNvPr>
          <p:cNvSpPr/>
          <p:nvPr/>
        </p:nvSpPr>
        <p:spPr>
          <a:xfrm>
            <a:off x="255706" y="1930482"/>
            <a:ext cx="2583832" cy="619597"/>
          </a:xfrm>
          <a:prstGeom prst="round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b="1">
                <a:solidFill>
                  <a:schemeClr val="bg1"/>
                </a:solidFill>
              </a:rPr>
              <a:t>A. </a:t>
            </a:r>
            <a:r>
              <a:rPr lang="en-US" sz="1400">
                <a:solidFill>
                  <a:schemeClr val="bg1"/>
                </a:solidFill>
              </a:rPr>
              <a:t>Approve employee leave policies</a:t>
            </a:r>
            <a:endParaRPr lang="en-GB" sz="1400">
              <a:solidFill>
                <a:schemeClr val="bg1"/>
              </a:solidFill>
            </a:endParaRPr>
          </a:p>
        </p:txBody>
      </p:sp>
      <p:sp>
        <p:nvSpPr>
          <p:cNvPr id="12" name="Rectangle: Rounded Corners 11">
            <a:extLst>
              <a:ext uri="{FF2B5EF4-FFF2-40B4-BE49-F238E27FC236}">
                <a16:creationId xmlns:a16="http://schemas.microsoft.com/office/drawing/2014/main" id="{B6EE30A8-9015-A839-91CE-BA1F5CDCDF2D}"/>
              </a:ext>
            </a:extLst>
          </p:cNvPr>
          <p:cNvSpPr/>
          <p:nvPr/>
        </p:nvSpPr>
        <p:spPr>
          <a:xfrm>
            <a:off x="3343036" y="1938436"/>
            <a:ext cx="2583832" cy="619597"/>
          </a:xfrm>
          <a:prstGeom prst="round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a:solidFill>
                  <a:schemeClr val="bg1"/>
                </a:solidFill>
              </a:rPr>
              <a:t>B. </a:t>
            </a:r>
            <a:r>
              <a:rPr lang="en-US" sz="1400">
                <a:solidFill>
                  <a:schemeClr val="bg1"/>
                </a:solidFill>
              </a:rPr>
              <a:t>Ensure accuracy &amp; integrity of financial statements</a:t>
            </a:r>
            <a:endParaRPr lang="en-GB" sz="1400">
              <a:solidFill>
                <a:schemeClr val="bg1"/>
              </a:solidFill>
            </a:endParaRPr>
          </a:p>
        </p:txBody>
      </p:sp>
      <p:sp>
        <p:nvSpPr>
          <p:cNvPr id="13" name="Rectangle: Rounded Corners 12">
            <a:extLst>
              <a:ext uri="{FF2B5EF4-FFF2-40B4-BE49-F238E27FC236}">
                <a16:creationId xmlns:a16="http://schemas.microsoft.com/office/drawing/2014/main" id="{563E196E-1A70-51CF-E91C-7F15F6683BAC}"/>
              </a:ext>
            </a:extLst>
          </p:cNvPr>
          <p:cNvSpPr/>
          <p:nvPr/>
        </p:nvSpPr>
        <p:spPr>
          <a:xfrm>
            <a:off x="6362164" y="1945710"/>
            <a:ext cx="2583832" cy="619597"/>
          </a:xfrm>
          <a:prstGeom prst="round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a:solidFill>
                  <a:schemeClr val="bg1"/>
                </a:solidFill>
              </a:rPr>
              <a:t>C. </a:t>
            </a:r>
            <a:r>
              <a:rPr lang="en-US" sz="1400">
                <a:solidFill>
                  <a:schemeClr val="bg1"/>
                </a:solidFill>
              </a:rPr>
              <a:t>Decide marketing strategy</a:t>
            </a:r>
            <a:endParaRPr lang="en-GB" sz="1400">
              <a:solidFill>
                <a:schemeClr val="bg1"/>
              </a:solidFill>
            </a:endParaRPr>
          </a:p>
        </p:txBody>
      </p:sp>
      <p:sp>
        <p:nvSpPr>
          <p:cNvPr id="14" name="Rectangle: Rounded Corners 13">
            <a:extLst>
              <a:ext uri="{FF2B5EF4-FFF2-40B4-BE49-F238E27FC236}">
                <a16:creationId xmlns:a16="http://schemas.microsoft.com/office/drawing/2014/main" id="{81F1DDE7-1F3B-4634-D823-169C522AB286}"/>
              </a:ext>
            </a:extLst>
          </p:cNvPr>
          <p:cNvSpPr/>
          <p:nvPr/>
        </p:nvSpPr>
        <p:spPr>
          <a:xfrm>
            <a:off x="9435520" y="1957914"/>
            <a:ext cx="2583832" cy="619597"/>
          </a:xfrm>
          <a:prstGeom prst="round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a:solidFill>
                  <a:schemeClr val="bg1"/>
                </a:solidFill>
              </a:rPr>
              <a:t>D. </a:t>
            </a:r>
            <a:r>
              <a:rPr lang="en-US" sz="1400">
                <a:solidFill>
                  <a:schemeClr val="bg1"/>
                </a:solidFill>
              </a:rPr>
              <a:t>Handle day-today accounting entries</a:t>
            </a:r>
            <a:endParaRPr lang="en-GB" sz="1400">
              <a:solidFill>
                <a:schemeClr val="bg1"/>
              </a:solidFill>
            </a:endParaRPr>
          </a:p>
        </p:txBody>
      </p:sp>
      <p:sp>
        <p:nvSpPr>
          <p:cNvPr id="15" name="Rectangle 14">
            <a:extLst>
              <a:ext uri="{FF2B5EF4-FFF2-40B4-BE49-F238E27FC236}">
                <a16:creationId xmlns:a16="http://schemas.microsoft.com/office/drawing/2014/main" id="{49611BF3-4019-B0F4-CC84-ACCEBC4B936F}"/>
              </a:ext>
            </a:extLst>
          </p:cNvPr>
          <p:cNvSpPr/>
          <p:nvPr/>
        </p:nvSpPr>
        <p:spPr>
          <a:xfrm>
            <a:off x="6096" y="3279648"/>
            <a:ext cx="12192000" cy="923544"/>
          </a:xfrm>
          <a:prstGeom prst="rect">
            <a:avLst/>
          </a:prstGeom>
          <a:solidFill>
            <a:schemeClr val="accent1">
              <a:lumMod val="20000"/>
              <a:lumOff val="80000"/>
            </a:schemeClr>
          </a:solidFill>
          <a:ln>
            <a:solidFill>
              <a:schemeClr val="tx1">
                <a:lumMod val="65000"/>
                <a:lumOff val="35000"/>
              </a:schemeClr>
            </a:solidFill>
          </a:ln>
          <a:effectLst>
            <a:glow rad="63500">
              <a:schemeClr val="accent4">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TextBox 15">
            <a:extLst>
              <a:ext uri="{FF2B5EF4-FFF2-40B4-BE49-F238E27FC236}">
                <a16:creationId xmlns:a16="http://schemas.microsoft.com/office/drawing/2014/main" id="{DFADDA23-DF63-FEE6-DAA6-8CE6424EB748}"/>
              </a:ext>
            </a:extLst>
          </p:cNvPr>
          <p:cNvSpPr txBox="1"/>
          <p:nvPr/>
        </p:nvSpPr>
        <p:spPr>
          <a:xfrm>
            <a:off x="829340" y="3476244"/>
            <a:ext cx="10764627" cy="694944"/>
          </a:xfrm>
          <a:prstGeom prst="rect">
            <a:avLst/>
          </a:prstGeom>
          <a:noFill/>
        </p:spPr>
        <p:txBody>
          <a:bodyPr wrap="square" lIns="0" tIns="0" rIns="0" bIns="0" rtlCol="0">
            <a:noAutofit/>
          </a:bodyPr>
          <a:lstStyle/>
          <a:p>
            <a:pPr algn="ctr"/>
            <a:r>
              <a:rPr lang="en-US" sz="1600"/>
              <a:t>2) </a:t>
            </a:r>
            <a:r>
              <a:rPr lang="en-US" sz="1600" b="1"/>
              <a:t>Books of accounts </a:t>
            </a:r>
            <a:r>
              <a:rPr lang="en-US" sz="1600"/>
              <a:t>primarily help the Company to: </a:t>
            </a:r>
            <a:br>
              <a:rPr lang="en-US" sz="1600"/>
            </a:br>
            <a:endParaRPr lang="en-GB" sz="1600"/>
          </a:p>
        </p:txBody>
      </p:sp>
      <p:sp>
        <p:nvSpPr>
          <p:cNvPr id="27" name="Rectangle 26">
            <a:extLst>
              <a:ext uri="{FF2B5EF4-FFF2-40B4-BE49-F238E27FC236}">
                <a16:creationId xmlns:a16="http://schemas.microsoft.com/office/drawing/2014/main" id="{542D57C0-4C03-782A-EC2F-675ABDE6D0D4}"/>
              </a:ext>
            </a:extLst>
          </p:cNvPr>
          <p:cNvSpPr/>
          <p:nvPr/>
        </p:nvSpPr>
        <p:spPr>
          <a:xfrm>
            <a:off x="0" y="5216652"/>
            <a:ext cx="12192000" cy="923544"/>
          </a:xfrm>
          <a:prstGeom prst="rect">
            <a:avLst/>
          </a:prstGeom>
          <a:solidFill>
            <a:schemeClr val="accent1">
              <a:lumMod val="20000"/>
              <a:lumOff val="80000"/>
            </a:schemeClr>
          </a:solidFill>
          <a:ln>
            <a:solidFill>
              <a:schemeClr val="tx1">
                <a:lumMod val="65000"/>
                <a:lumOff val="35000"/>
              </a:schemeClr>
            </a:solidFill>
          </a:ln>
          <a:effectLst>
            <a:glow rad="63500">
              <a:schemeClr val="accent4">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 name="TextBox 27">
            <a:extLst>
              <a:ext uri="{FF2B5EF4-FFF2-40B4-BE49-F238E27FC236}">
                <a16:creationId xmlns:a16="http://schemas.microsoft.com/office/drawing/2014/main" id="{5FF9DF08-3396-E9AF-ADA8-7957623B32E6}"/>
              </a:ext>
            </a:extLst>
          </p:cNvPr>
          <p:cNvSpPr txBox="1"/>
          <p:nvPr/>
        </p:nvSpPr>
        <p:spPr>
          <a:xfrm>
            <a:off x="3166109" y="5413248"/>
            <a:ext cx="8421761" cy="694944"/>
          </a:xfrm>
          <a:prstGeom prst="rect">
            <a:avLst/>
          </a:prstGeom>
          <a:noFill/>
        </p:spPr>
        <p:txBody>
          <a:bodyPr wrap="square" lIns="0" tIns="0" rIns="0" bIns="0" rtlCol="0">
            <a:noAutofit/>
          </a:bodyPr>
          <a:lstStyle/>
          <a:p>
            <a:r>
              <a:rPr lang="en-US" sz="1600"/>
              <a:t>3) Which of the following is a core driver for </a:t>
            </a:r>
            <a:r>
              <a:rPr lang="en-US" sz="1600" b="1"/>
              <a:t>financial statements</a:t>
            </a:r>
            <a:r>
              <a:rPr lang="en-US" sz="1600"/>
              <a:t>?</a:t>
            </a:r>
            <a:endParaRPr lang="en-GB" sz="1600" err="1"/>
          </a:p>
        </p:txBody>
      </p:sp>
      <p:pic>
        <p:nvPicPr>
          <p:cNvPr id="34" name="Graphic 33" descr="Open book with solid fill">
            <a:extLst>
              <a:ext uri="{FF2B5EF4-FFF2-40B4-BE49-F238E27FC236}">
                <a16:creationId xmlns:a16="http://schemas.microsoft.com/office/drawing/2014/main" id="{5A44D69C-C6A0-93DE-0D01-B9B704D0B1D9}"/>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382213" y="111453"/>
            <a:ext cx="755703" cy="755703"/>
          </a:xfrm>
          <a:prstGeom prst="rect">
            <a:avLst/>
          </a:prstGeom>
        </p:spPr>
      </p:pic>
      <p:sp>
        <p:nvSpPr>
          <p:cNvPr id="35" name="TextBox 34">
            <a:extLst>
              <a:ext uri="{FF2B5EF4-FFF2-40B4-BE49-F238E27FC236}">
                <a16:creationId xmlns:a16="http://schemas.microsoft.com/office/drawing/2014/main" id="{98E854C3-47F8-AFC3-A1D0-F5844DCA4DE8}"/>
              </a:ext>
            </a:extLst>
          </p:cNvPr>
          <p:cNvSpPr txBox="1"/>
          <p:nvPr/>
        </p:nvSpPr>
        <p:spPr>
          <a:xfrm>
            <a:off x="3166110" y="209933"/>
            <a:ext cx="8263890" cy="574548"/>
          </a:xfrm>
          <a:prstGeom prst="rect">
            <a:avLst/>
          </a:prstGeom>
          <a:noFill/>
        </p:spPr>
        <p:txBody>
          <a:bodyPr wrap="square" lIns="0" tIns="0" rIns="0" bIns="0" rtlCol="0">
            <a:noAutofit/>
          </a:bodyPr>
          <a:lstStyle/>
          <a:p>
            <a:pPr algn="l"/>
            <a:r>
              <a:rPr lang="en-GB" sz="3200" b="1">
                <a:solidFill>
                  <a:schemeClr val="accent1"/>
                </a:solidFill>
                <a:latin typeface="+mj-lt"/>
              </a:rPr>
              <a:t>Let’s Assess your understanding </a:t>
            </a:r>
          </a:p>
        </p:txBody>
      </p:sp>
      <p:cxnSp>
        <p:nvCxnSpPr>
          <p:cNvPr id="37" name="Straight Connector 36">
            <a:extLst>
              <a:ext uri="{FF2B5EF4-FFF2-40B4-BE49-F238E27FC236}">
                <a16:creationId xmlns:a16="http://schemas.microsoft.com/office/drawing/2014/main" id="{B5A51D7F-5520-74E2-2C90-5E11C88BF71F}"/>
              </a:ext>
            </a:extLst>
          </p:cNvPr>
          <p:cNvCxnSpPr>
            <a:cxnSpLocks/>
          </p:cNvCxnSpPr>
          <p:nvPr/>
        </p:nvCxnSpPr>
        <p:spPr>
          <a:xfrm>
            <a:off x="6328636" y="867156"/>
            <a:ext cx="3547872" cy="0"/>
          </a:xfrm>
          <a:prstGeom prst="line">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pic>
        <p:nvPicPr>
          <p:cNvPr id="46" name="Graphic 45" descr="Right pointing backhand index with solid fill">
            <a:extLst>
              <a:ext uri="{FF2B5EF4-FFF2-40B4-BE49-F238E27FC236}">
                <a16:creationId xmlns:a16="http://schemas.microsoft.com/office/drawing/2014/main" id="{E9A9F338-488E-9467-45CC-A28D1322F7FD}"/>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902505" y="1929544"/>
            <a:ext cx="687003" cy="687003"/>
          </a:xfrm>
          <a:prstGeom prst="rect">
            <a:avLst/>
          </a:prstGeom>
        </p:spPr>
      </p:pic>
      <p:sp>
        <p:nvSpPr>
          <p:cNvPr id="2" name="Rectangle: Rounded Corners 1">
            <a:extLst>
              <a:ext uri="{FF2B5EF4-FFF2-40B4-BE49-F238E27FC236}">
                <a16:creationId xmlns:a16="http://schemas.microsoft.com/office/drawing/2014/main" id="{BE2D9791-AD14-330E-0924-F7328AD49CA3}"/>
              </a:ext>
            </a:extLst>
          </p:cNvPr>
          <p:cNvSpPr/>
          <p:nvPr/>
        </p:nvSpPr>
        <p:spPr>
          <a:xfrm>
            <a:off x="289234" y="3865962"/>
            <a:ext cx="2583832" cy="619597"/>
          </a:xfrm>
          <a:prstGeom prst="round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b="1">
                <a:solidFill>
                  <a:schemeClr val="bg1"/>
                </a:solidFill>
              </a:rPr>
              <a:t>A. </a:t>
            </a:r>
            <a:r>
              <a:rPr lang="en-US" sz="1400">
                <a:solidFill>
                  <a:schemeClr val="bg1"/>
                </a:solidFill>
              </a:rPr>
              <a:t>Track employee performance</a:t>
            </a:r>
            <a:endParaRPr lang="en-GB" sz="1400">
              <a:solidFill>
                <a:schemeClr val="bg1"/>
              </a:solidFill>
            </a:endParaRPr>
          </a:p>
        </p:txBody>
      </p:sp>
      <p:sp>
        <p:nvSpPr>
          <p:cNvPr id="3" name="Rectangle: Rounded Corners 2">
            <a:extLst>
              <a:ext uri="{FF2B5EF4-FFF2-40B4-BE49-F238E27FC236}">
                <a16:creationId xmlns:a16="http://schemas.microsoft.com/office/drawing/2014/main" id="{A0D2297A-7A20-4612-DEDD-F8EF6D35C72F}"/>
              </a:ext>
            </a:extLst>
          </p:cNvPr>
          <p:cNvSpPr/>
          <p:nvPr/>
        </p:nvSpPr>
        <p:spPr>
          <a:xfrm>
            <a:off x="3376564" y="3883060"/>
            <a:ext cx="2583832" cy="619597"/>
          </a:xfrm>
          <a:prstGeom prst="round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a:solidFill>
                  <a:schemeClr val="bg1"/>
                </a:solidFill>
              </a:rPr>
              <a:t>B. </a:t>
            </a:r>
            <a:r>
              <a:rPr lang="en-US" sz="1400">
                <a:solidFill>
                  <a:schemeClr val="bg1"/>
                </a:solidFill>
              </a:rPr>
              <a:t>Draft Board Minutes</a:t>
            </a:r>
            <a:endParaRPr lang="en-GB" sz="1400">
              <a:solidFill>
                <a:schemeClr val="bg1"/>
              </a:solidFill>
            </a:endParaRPr>
          </a:p>
        </p:txBody>
      </p:sp>
      <p:sp>
        <p:nvSpPr>
          <p:cNvPr id="4" name="Rectangle: Rounded Corners 3">
            <a:extLst>
              <a:ext uri="{FF2B5EF4-FFF2-40B4-BE49-F238E27FC236}">
                <a16:creationId xmlns:a16="http://schemas.microsoft.com/office/drawing/2014/main" id="{3526FD75-A55A-F624-51F0-1F397DE56D04}"/>
              </a:ext>
            </a:extLst>
          </p:cNvPr>
          <p:cNvSpPr/>
          <p:nvPr/>
        </p:nvSpPr>
        <p:spPr>
          <a:xfrm>
            <a:off x="6395692" y="3890334"/>
            <a:ext cx="2583832" cy="619597"/>
          </a:xfrm>
          <a:prstGeom prst="round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a:solidFill>
                  <a:schemeClr val="bg1"/>
                </a:solidFill>
              </a:rPr>
              <a:t>C. </a:t>
            </a:r>
            <a:r>
              <a:rPr lang="en-US" sz="1400">
                <a:solidFill>
                  <a:schemeClr val="bg1"/>
                </a:solidFill>
              </a:rPr>
              <a:t>Prepare HR Policies</a:t>
            </a:r>
            <a:endParaRPr lang="en-GB" sz="1400">
              <a:solidFill>
                <a:schemeClr val="bg1"/>
              </a:solidFill>
            </a:endParaRPr>
          </a:p>
        </p:txBody>
      </p:sp>
      <p:sp>
        <p:nvSpPr>
          <p:cNvPr id="5" name="Rectangle: Rounded Corners 4">
            <a:extLst>
              <a:ext uri="{FF2B5EF4-FFF2-40B4-BE49-F238E27FC236}">
                <a16:creationId xmlns:a16="http://schemas.microsoft.com/office/drawing/2014/main" id="{6F1C2DCF-C6F2-B4B8-2EE3-CC150A8DD02F}"/>
              </a:ext>
            </a:extLst>
          </p:cNvPr>
          <p:cNvSpPr/>
          <p:nvPr/>
        </p:nvSpPr>
        <p:spPr>
          <a:xfrm>
            <a:off x="9469048" y="3902538"/>
            <a:ext cx="2583832" cy="619597"/>
          </a:xfrm>
          <a:prstGeom prst="round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a:solidFill>
                  <a:schemeClr val="bg1"/>
                </a:solidFill>
              </a:rPr>
              <a:t>D. </a:t>
            </a:r>
            <a:r>
              <a:rPr lang="en-US" sz="1400">
                <a:solidFill>
                  <a:schemeClr val="bg1"/>
                </a:solidFill>
              </a:rPr>
              <a:t>Record financial transactions systematically </a:t>
            </a:r>
            <a:endParaRPr lang="en-GB" sz="1400">
              <a:solidFill>
                <a:schemeClr val="bg1"/>
              </a:solidFill>
            </a:endParaRPr>
          </a:p>
        </p:txBody>
      </p:sp>
      <p:pic>
        <p:nvPicPr>
          <p:cNvPr id="6" name="Graphic 5" descr="Right pointing backhand index with solid fill">
            <a:extLst>
              <a:ext uri="{FF2B5EF4-FFF2-40B4-BE49-F238E27FC236}">
                <a16:creationId xmlns:a16="http://schemas.microsoft.com/office/drawing/2014/main" id="{27D8EA74-FB44-87F7-0940-485DA917BAB6}"/>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003288" y="3890334"/>
            <a:ext cx="687003" cy="687003"/>
          </a:xfrm>
          <a:prstGeom prst="rect">
            <a:avLst/>
          </a:prstGeom>
        </p:spPr>
      </p:pic>
      <p:sp>
        <p:nvSpPr>
          <p:cNvPr id="7" name="Rectangle: Rounded Corners 6">
            <a:extLst>
              <a:ext uri="{FF2B5EF4-FFF2-40B4-BE49-F238E27FC236}">
                <a16:creationId xmlns:a16="http://schemas.microsoft.com/office/drawing/2014/main" id="{0569B728-E08F-60A5-CC67-0421660073C5}"/>
              </a:ext>
            </a:extLst>
          </p:cNvPr>
          <p:cNvSpPr/>
          <p:nvPr/>
        </p:nvSpPr>
        <p:spPr>
          <a:xfrm>
            <a:off x="222178" y="5911170"/>
            <a:ext cx="2583832" cy="619597"/>
          </a:xfrm>
          <a:prstGeom prst="round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b="1">
                <a:solidFill>
                  <a:schemeClr val="bg1"/>
                </a:solidFill>
              </a:rPr>
              <a:t>A. </a:t>
            </a:r>
            <a:r>
              <a:rPr lang="en-US" sz="1400">
                <a:solidFill>
                  <a:schemeClr val="bg1"/>
                </a:solidFill>
              </a:rPr>
              <a:t>Social Media Visibility </a:t>
            </a:r>
            <a:endParaRPr lang="en-GB" sz="1400">
              <a:solidFill>
                <a:schemeClr val="bg1"/>
              </a:solidFill>
            </a:endParaRPr>
          </a:p>
        </p:txBody>
      </p:sp>
      <p:sp>
        <p:nvSpPr>
          <p:cNvPr id="8" name="Rectangle: Rounded Corners 7">
            <a:extLst>
              <a:ext uri="{FF2B5EF4-FFF2-40B4-BE49-F238E27FC236}">
                <a16:creationId xmlns:a16="http://schemas.microsoft.com/office/drawing/2014/main" id="{914A6F57-9186-EF86-8222-1F940BFE1B6E}"/>
              </a:ext>
            </a:extLst>
          </p:cNvPr>
          <p:cNvSpPr/>
          <p:nvPr/>
        </p:nvSpPr>
        <p:spPr>
          <a:xfrm>
            <a:off x="3309508" y="5928268"/>
            <a:ext cx="2583832" cy="619597"/>
          </a:xfrm>
          <a:prstGeom prst="round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a:solidFill>
                  <a:schemeClr val="bg1"/>
                </a:solidFill>
              </a:rPr>
              <a:t>B. </a:t>
            </a:r>
            <a:r>
              <a:rPr lang="en-US" sz="1400">
                <a:solidFill>
                  <a:schemeClr val="bg1"/>
                </a:solidFill>
              </a:rPr>
              <a:t>Staff training &amp; capacity building </a:t>
            </a:r>
            <a:endParaRPr lang="en-GB" sz="1400">
              <a:solidFill>
                <a:schemeClr val="bg1"/>
              </a:solidFill>
            </a:endParaRPr>
          </a:p>
        </p:txBody>
      </p:sp>
      <p:sp>
        <p:nvSpPr>
          <p:cNvPr id="21" name="Rectangle: Rounded Corners 20">
            <a:extLst>
              <a:ext uri="{FF2B5EF4-FFF2-40B4-BE49-F238E27FC236}">
                <a16:creationId xmlns:a16="http://schemas.microsoft.com/office/drawing/2014/main" id="{4EB0E776-1052-ACF1-D406-989996B3B421}"/>
              </a:ext>
            </a:extLst>
          </p:cNvPr>
          <p:cNvSpPr/>
          <p:nvPr/>
        </p:nvSpPr>
        <p:spPr>
          <a:xfrm>
            <a:off x="6328636" y="5935542"/>
            <a:ext cx="2583832" cy="619597"/>
          </a:xfrm>
          <a:prstGeom prst="round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a:solidFill>
                  <a:schemeClr val="bg1"/>
                </a:solidFill>
              </a:rPr>
              <a:t>C. </a:t>
            </a:r>
            <a:r>
              <a:rPr lang="en-US" sz="1400">
                <a:solidFill>
                  <a:schemeClr val="bg1"/>
                </a:solidFill>
              </a:rPr>
              <a:t>Hiring more directors</a:t>
            </a:r>
            <a:endParaRPr lang="en-GB" sz="1400">
              <a:solidFill>
                <a:schemeClr val="bg1"/>
              </a:solidFill>
            </a:endParaRPr>
          </a:p>
        </p:txBody>
      </p:sp>
      <p:sp>
        <p:nvSpPr>
          <p:cNvPr id="22" name="Rectangle: Rounded Corners 21">
            <a:extLst>
              <a:ext uri="{FF2B5EF4-FFF2-40B4-BE49-F238E27FC236}">
                <a16:creationId xmlns:a16="http://schemas.microsoft.com/office/drawing/2014/main" id="{0F3107CE-F0FD-67A7-8B6A-E4A12933CE50}"/>
              </a:ext>
            </a:extLst>
          </p:cNvPr>
          <p:cNvSpPr/>
          <p:nvPr/>
        </p:nvSpPr>
        <p:spPr>
          <a:xfrm>
            <a:off x="9401992" y="5947746"/>
            <a:ext cx="2583832" cy="619597"/>
          </a:xfrm>
          <a:prstGeom prst="round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a:solidFill>
                  <a:schemeClr val="bg1"/>
                </a:solidFill>
              </a:rPr>
              <a:t>D. </a:t>
            </a:r>
            <a:r>
              <a:rPr lang="en-US" sz="1400">
                <a:solidFill>
                  <a:schemeClr val="bg1"/>
                </a:solidFill>
              </a:rPr>
              <a:t>Organizing Company’s events</a:t>
            </a:r>
            <a:endParaRPr lang="en-GB" sz="1400">
              <a:solidFill>
                <a:schemeClr val="bg1"/>
              </a:solidFill>
            </a:endParaRPr>
          </a:p>
        </p:txBody>
      </p:sp>
      <p:pic>
        <p:nvPicPr>
          <p:cNvPr id="23" name="Graphic 22" descr="Right pointing backhand index with solid fill">
            <a:extLst>
              <a:ext uri="{FF2B5EF4-FFF2-40B4-BE49-F238E27FC236}">
                <a16:creationId xmlns:a16="http://schemas.microsoft.com/office/drawing/2014/main" id="{732D513B-F53C-BAD3-DC07-07D6695DB60B}"/>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952032" y="5901838"/>
            <a:ext cx="687003" cy="687003"/>
          </a:xfrm>
          <a:prstGeom prst="rect">
            <a:avLst/>
          </a:prstGeom>
        </p:spPr>
      </p:pic>
      <p:sp>
        <p:nvSpPr>
          <p:cNvPr id="24" name="Slide Number Placeholder 3">
            <a:extLst>
              <a:ext uri="{FF2B5EF4-FFF2-40B4-BE49-F238E27FC236}">
                <a16:creationId xmlns:a16="http://schemas.microsoft.com/office/drawing/2014/main" id="{26466789-9E5E-53EA-2768-F54229B673B2}"/>
              </a:ext>
            </a:extLst>
          </p:cNvPr>
          <p:cNvSpPr txBox="1">
            <a:spLocks/>
          </p:cNvSpPr>
          <p:nvPr/>
        </p:nvSpPr>
        <p:spPr>
          <a:xfrm>
            <a:off x="11713152" y="6555571"/>
            <a:ext cx="298209" cy="161583"/>
          </a:xfrm>
          <a:prstGeom prst="rect">
            <a:avLst/>
          </a:prstGeom>
        </p:spPr>
        <p:txBody>
          <a:bodyPr vert="horz" wrap="square" lIns="0" tIns="0" rIns="0" bIns="0" rtlCol="0" anchor="b"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spcAft>
                <a:spcPts val="600"/>
              </a:spcAft>
            </a:pPr>
            <a:fld id="{3E6AC032-1535-134B-A583-D5E1DDD0D167}" type="slidenum">
              <a:rPr lang="en-US" sz="900" smtClean="0"/>
              <a:pPr algn="r">
                <a:spcAft>
                  <a:spcPts val="600"/>
                </a:spcAft>
              </a:pPr>
              <a:t>13</a:t>
            </a:fld>
            <a:endParaRPr lang="en-US" sz="900"/>
          </a:p>
        </p:txBody>
      </p:sp>
    </p:spTree>
    <p:custDataLst>
      <p:custData r:id="rId1"/>
    </p:custDataLst>
    <p:extLst>
      <p:ext uri="{BB962C8B-B14F-4D97-AF65-F5344CB8AC3E}">
        <p14:creationId xmlns:p14="http://schemas.microsoft.com/office/powerpoint/2010/main" val="8244392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wipe(down)">
                                      <p:cBhvr>
                                        <p:cTn id="7" dur="145">
                                          <p:stCondLst>
                                            <p:cond delay="0"/>
                                          </p:stCondLst>
                                        </p:cTn>
                                        <p:tgtEl>
                                          <p:spTgt spid="46"/>
                                        </p:tgtEl>
                                      </p:cBhvr>
                                    </p:animEffect>
                                    <p:anim calcmode="lin" valueType="num">
                                      <p:cBhvr>
                                        <p:cTn id="8" dur="456" tmFilter="0,0; 0.14,0.36; 0.43,0.73; 0.71,0.91; 1.0,1.0">
                                          <p:stCondLst>
                                            <p:cond delay="0"/>
                                          </p:stCondLst>
                                        </p:cTn>
                                        <p:tgtEl>
                                          <p:spTgt spid="46"/>
                                        </p:tgtEl>
                                        <p:attrNameLst>
                                          <p:attrName>ppt_x</p:attrName>
                                        </p:attrNameLst>
                                      </p:cBhvr>
                                      <p:tavLst>
                                        <p:tav tm="0">
                                          <p:val>
                                            <p:strVal val="#ppt_x-0.25"/>
                                          </p:val>
                                        </p:tav>
                                        <p:tav tm="100000">
                                          <p:val>
                                            <p:strVal val="#ppt_x"/>
                                          </p:val>
                                        </p:tav>
                                      </p:tavLst>
                                    </p:anim>
                                    <p:anim calcmode="lin" valueType="num">
                                      <p:cBhvr>
                                        <p:cTn id="9" dur="166" tmFilter="0.0,0.0; 0.25,0.07; 0.50,0.2; 0.75,0.467; 1.0,1.0">
                                          <p:stCondLst>
                                            <p:cond delay="0"/>
                                          </p:stCondLst>
                                        </p:cTn>
                                        <p:tgtEl>
                                          <p:spTgt spid="46"/>
                                        </p:tgtEl>
                                        <p:attrNameLst>
                                          <p:attrName>ppt_y</p:attrName>
                                        </p:attrNameLst>
                                      </p:cBhvr>
                                      <p:tavLst>
                                        <p:tav tm="0" fmla="#ppt_y-sin(pi*$)/3">
                                          <p:val>
                                            <p:fltVal val="0.5"/>
                                          </p:val>
                                        </p:tav>
                                        <p:tav tm="100000">
                                          <p:val>
                                            <p:fltVal val="1"/>
                                          </p:val>
                                        </p:tav>
                                      </p:tavLst>
                                    </p:anim>
                                    <p:anim calcmode="lin" valueType="num">
                                      <p:cBhvr>
                                        <p:cTn id="10" dur="166" tmFilter="0, 0; 0.125,0.2665; 0.25,0.4; 0.375,0.465; 0.5,0.5;  0.625,0.535; 0.75,0.6; 0.875,0.7335; 1,1">
                                          <p:stCondLst>
                                            <p:cond delay="166"/>
                                          </p:stCondLst>
                                        </p:cTn>
                                        <p:tgtEl>
                                          <p:spTgt spid="46"/>
                                        </p:tgtEl>
                                        <p:attrNameLst>
                                          <p:attrName>ppt_y</p:attrName>
                                        </p:attrNameLst>
                                      </p:cBhvr>
                                      <p:tavLst>
                                        <p:tav tm="0" fmla="#ppt_y-sin(pi*$)/9">
                                          <p:val>
                                            <p:fltVal val="0"/>
                                          </p:val>
                                        </p:tav>
                                        <p:tav tm="100000">
                                          <p:val>
                                            <p:fltVal val="1"/>
                                          </p:val>
                                        </p:tav>
                                      </p:tavLst>
                                    </p:anim>
                                    <p:anim calcmode="lin" valueType="num">
                                      <p:cBhvr>
                                        <p:cTn id="11" dur="83" tmFilter="0, 0; 0.125,0.2665; 0.25,0.4; 0.375,0.465; 0.5,0.5;  0.625,0.535; 0.75,0.6; 0.875,0.7335; 1,1">
                                          <p:stCondLst>
                                            <p:cond delay="331"/>
                                          </p:stCondLst>
                                        </p:cTn>
                                        <p:tgtEl>
                                          <p:spTgt spid="46"/>
                                        </p:tgtEl>
                                        <p:attrNameLst>
                                          <p:attrName>ppt_y</p:attrName>
                                        </p:attrNameLst>
                                      </p:cBhvr>
                                      <p:tavLst>
                                        <p:tav tm="0" fmla="#ppt_y-sin(pi*$)/27">
                                          <p:val>
                                            <p:fltVal val="0"/>
                                          </p:val>
                                        </p:tav>
                                        <p:tav tm="100000">
                                          <p:val>
                                            <p:fltVal val="1"/>
                                          </p:val>
                                        </p:tav>
                                      </p:tavLst>
                                    </p:anim>
                                    <p:anim calcmode="lin" valueType="num">
                                      <p:cBhvr>
                                        <p:cTn id="12" dur="41" tmFilter="0, 0; 0.125,0.2665; 0.25,0.4; 0.375,0.465; 0.5,0.5;  0.625,0.535; 0.75,0.6; 0.875,0.7335; 1,1">
                                          <p:stCondLst>
                                            <p:cond delay="414"/>
                                          </p:stCondLst>
                                        </p:cTn>
                                        <p:tgtEl>
                                          <p:spTgt spid="46"/>
                                        </p:tgtEl>
                                        <p:attrNameLst>
                                          <p:attrName>ppt_y</p:attrName>
                                        </p:attrNameLst>
                                      </p:cBhvr>
                                      <p:tavLst>
                                        <p:tav tm="0" fmla="#ppt_y-sin(pi*$)/81">
                                          <p:val>
                                            <p:fltVal val="0"/>
                                          </p:val>
                                        </p:tav>
                                        <p:tav tm="100000">
                                          <p:val>
                                            <p:fltVal val="1"/>
                                          </p:val>
                                        </p:tav>
                                      </p:tavLst>
                                    </p:anim>
                                    <p:animScale>
                                      <p:cBhvr>
                                        <p:cTn id="13" dur="7">
                                          <p:stCondLst>
                                            <p:cond delay="162"/>
                                          </p:stCondLst>
                                        </p:cTn>
                                        <p:tgtEl>
                                          <p:spTgt spid="46"/>
                                        </p:tgtEl>
                                      </p:cBhvr>
                                      <p:to x="100000" y="60000"/>
                                    </p:animScale>
                                    <p:animScale>
                                      <p:cBhvr>
                                        <p:cTn id="14" dur="41" decel="50000">
                                          <p:stCondLst>
                                            <p:cond delay="169"/>
                                          </p:stCondLst>
                                        </p:cTn>
                                        <p:tgtEl>
                                          <p:spTgt spid="46"/>
                                        </p:tgtEl>
                                      </p:cBhvr>
                                      <p:to x="100000" y="100000"/>
                                    </p:animScale>
                                    <p:animScale>
                                      <p:cBhvr>
                                        <p:cTn id="15" dur="7">
                                          <p:stCondLst>
                                            <p:cond delay="328"/>
                                          </p:stCondLst>
                                        </p:cTn>
                                        <p:tgtEl>
                                          <p:spTgt spid="46"/>
                                        </p:tgtEl>
                                      </p:cBhvr>
                                      <p:to x="100000" y="80000"/>
                                    </p:animScale>
                                    <p:animScale>
                                      <p:cBhvr>
                                        <p:cTn id="16" dur="41" decel="50000">
                                          <p:stCondLst>
                                            <p:cond delay="335"/>
                                          </p:stCondLst>
                                        </p:cTn>
                                        <p:tgtEl>
                                          <p:spTgt spid="46"/>
                                        </p:tgtEl>
                                      </p:cBhvr>
                                      <p:to x="100000" y="100000"/>
                                    </p:animScale>
                                    <p:animScale>
                                      <p:cBhvr>
                                        <p:cTn id="17" dur="7">
                                          <p:stCondLst>
                                            <p:cond delay="410"/>
                                          </p:stCondLst>
                                        </p:cTn>
                                        <p:tgtEl>
                                          <p:spTgt spid="46"/>
                                        </p:tgtEl>
                                      </p:cBhvr>
                                      <p:to x="100000" y="90000"/>
                                    </p:animScale>
                                    <p:animScale>
                                      <p:cBhvr>
                                        <p:cTn id="18" dur="41" decel="50000">
                                          <p:stCondLst>
                                            <p:cond delay="417"/>
                                          </p:stCondLst>
                                        </p:cTn>
                                        <p:tgtEl>
                                          <p:spTgt spid="46"/>
                                        </p:tgtEl>
                                      </p:cBhvr>
                                      <p:to x="100000" y="100000"/>
                                    </p:animScale>
                                    <p:animScale>
                                      <p:cBhvr>
                                        <p:cTn id="19" dur="7">
                                          <p:stCondLst>
                                            <p:cond delay="452"/>
                                          </p:stCondLst>
                                        </p:cTn>
                                        <p:tgtEl>
                                          <p:spTgt spid="46"/>
                                        </p:tgtEl>
                                      </p:cBhvr>
                                      <p:to x="100000" y="95000"/>
                                    </p:animScale>
                                    <p:animScale>
                                      <p:cBhvr>
                                        <p:cTn id="20" dur="41" decel="50000">
                                          <p:stCondLst>
                                            <p:cond delay="459"/>
                                          </p:stCondLst>
                                        </p:cTn>
                                        <p:tgtEl>
                                          <p:spTgt spid="46"/>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26" presetClass="entr" presetSubtype="0" fill="hold" nodeType="click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wipe(down)">
                                      <p:cBhvr>
                                        <p:cTn id="25" dur="145">
                                          <p:stCondLst>
                                            <p:cond delay="0"/>
                                          </p:stCondLst>
                                        </p:cTn>
                                        <p:tgtEl>
                                          <p:spTgt spid="6"/>
                                        </p:tgtEl>
                                      </p:cBhvr>
                                    </p:animEffect>
                                    <p:anim calcmode="lin" valueType="num">
                                      <p:cBhvr>
                                        <p:cTn id="26" dur="456" tmFilter="0,0; 0.14,0.36; 0.43,0.73; 0.71,0.91; 1.0,1.0">
                                          <p:stCondLst>
                                            <p:cond delay="0"/>
                                          </p:stCondLst>
                                        </p:cTn>
                                        <p:tgtEl>
                                          <p:spTgt spid="6"/>
                                        </p:tgtEl>
                                        <p:attrNameLst>
                                          <p:attrName>ppt_x</p:attrName>
                                        </p:attrNameLst>
                                      </p:cBhvr>
                                      <p:tavLst>
                                        <p:tav tm="0">
                                          <p:val>
                                            <p:strVal val="#ppt_x-0.25"/>
                                          </p:val>
                                        </p:tav>
                                        <p:tav tm="100000">
                                          <p:val>
                                            <p:strVal val="#ppt_x"/>
                                          </p:val>
                                        </p:tav>
                                      </p:tavLst>
                                    </p:anim>
                                    <p:anim calcmode="lin" valueType="num">
                                      <p:cBhvr>
                                        <p:cTn id="27" dur="166" tmFilter="0.0,0.0; 0.25,0.07; 0.50,0.2; 0.75,0.467; 1.0,1.0">
                                          <p:stCondLst>
                                            <p:cond delay="0"/>
                                          </p:stCondLst>
                                        </p:cTn>
                                        <p:tgtEl>
                                          <p:spTgt spid="6"/>
                                        </p:tgtEl>
                                        <p:attrNameLst>
                                          <p:attrName>ppt_y</p:attrName>
                                        </p:attrNameLst>
                                      </p:cBhvr>
                                      <p:tavLst>
                                        <p:tav tm="0" fmla="#ppt_y-sin(pi*$)/3">
                                          <p:val>
                                            <p:fltVal val="0.5"/>
                                          </p:val>
                                        </p:tav>
                                        <p:tav tm="100000">
                                          <p:val>
                                            <p:fltVal val="1"/>
                                          </p:val>
                                        </p:tav>
                                      </p:tavLst>
                                    </p:anim>
                                    <p:anim calcmode="lin" valueType="num">
                                      <p:cBhvr>
                                        <p:cTn id="28" dur="166" tmFilter="0, 0; 0.125,0.2665; 0.25,0.4; 0.375,0.465; 0.5,0.5;  0.625,0.535; 0.75,0.6; 0.875,0.7335; 1,1">
                                          <p:stCondLst>
                                            <p:cond delay="166"/>
                                          </p:stCondLst>
                                        </p:cTn>
                                        <p:tgtEl>
                                          <p:spTgt spid="6"/>
                                        </p:tgtEl>
                                        <p:attrNameLst>
                                          <p:attrName>ppt_y</p:attrName>
                                        </p:attrNameLst>
                                      </p:cBhvr>
                                      <p:tavLst>
                                        <p:tav tm="0" fmla="#ppt_y-sin(pi*$)/9">
                                          <p:val>
                                            <p:fltVal val="0"/>
                                          </p:val>
                                        </p:tav>
                                        <p:tav tm="100000">
                                          <p:val>
                                            <p:fltVal val="1"/>
                                          </p:val>
                                        </p:tav>
                                      </p:tavLst>
                                    </p:anim>
                                    <p:anim calcmode="lin" valueType="num">
                                      <p:cBhvr>
                                        <p:cTn id="29" dur="83" tmFilter="0, 0; 0.125,0.2665; 0.25,0.4; 0.375,0.465; 0.5,0.5;  0.625,0.535; 0.75,0.6; 0.875,0.7335; 1,1">
                                          <p:stCondLst>
                                            <p:cond delay="331"/>
                                          </p:stCondLst>
                                        </p:cTn>
                                        <p:tgtEl>
                                          <p:spTgt spid="6"/>
                                        </p:tgtEl>
                                        <p:attrNameLst>
                                          <p:attrName>ppt_y</p:attrName>
                                        </p:attrNameLst>
                                      </p:cBhvr>
                                      <p:tavLst>
                                        <p:tav tm="0" fmla="#ppt_y-sin(pi*$)/27">
                                          <p:val>
                                            <p:fltVal val="0"/>
                                          </p:val>
                                        </p:tav>
                                        <p:tav tm="100000">
                                          <p:val>
                                            <p:fltVal val="1"/>
                                          </p:val>
                                        </p:tav>
                                      </p:tavLst>
                                    </p:anim>
                                    <p:anim calcmode="lin" valueType="num">
                                      <p:cBhvr>
                                        <p:cTn id="30" dur="41" tmFilter="0, 0; 0.125,0.2665; 0.25,0.4; 0.375,0.465; 0.5,0.5;  0.625,0.535; 0.75,0.6; 0.875,0.7335; 1,1">
                                          <p:stCondLst>
                                            <p:cond delay="414"/>
                                          </p:stCondLst>
                                        </p:cTn>
                                        <p:tgtEl>
                                          <p:spTgt spid="6"/>
                                        </p:tgtEl>
                                        <p:attrNameLst>
                                          <p:attrName>ppt_y</p:attrName>
                                        </p:attrNameLst>
                                      </p:cBhvr>
                                      <p:tavLst>
                                        <p:tav tm="0" fmla="#ppt_y-sin(pi*$)/81">
                                          <p:val>
                                            <p:fltVal val="0"/>
                                          </p:val>
                                        </p:tav>
                                        <p:tav tm="100000">
                                          <p:val>
                                            <p:fltVal val="1"/>
                                          </p:val>
                                        </p:tav>
                                      </p:tavLst>
                                    </p:anim>
                                    <p:animScale>
                                      <p:cBhvr>
                                        <p:cTn id="31" dur="7">
                                          <p:stCondLst>
                                            <p:cond delay="162"/>
                                          </p:stCondLst>
                                        </p:cTn>
                                        <p:tgtEl>
                                          <p:spTgt spid="6"/>
                                        </p:tgtEl>
                                      </p:cBhvr>
                                      <p:to x="100000" y="60000"/>
                                    </p:animScale>
                                    <p:animScale>
                                      <p:cBhvr>
                                        <p:cTn id="32" dur="41" decel="50000">
                                          <p:stCondLst>
                                            <p:cond delay="169"/>
                                          </p:stCondLst>
                                        </p:cTn>
                                        <p:tgtEl>
                                          <p:spTgt spid="6"/>
                                        </p:tgtEl>
                                      </p:cBhvr>
                                      <p:to x="100000" y="100000"/>
                                    </p:animScale>
                                    <p:animScale>
                                      <p:cBhvr>
                                        <p:cTn id="33" dur="7">
                                          <p:stCondLst>
                                            <p:cond delay="328"/>
                                          </p:stCondLst>
                                        </p:cTn>
                                        <p:tgtEl>
                                          <p:spTgt spid="6"/>
                                        </p:tgtEl>
                                      </p:cBhvr>
                                      <p:to x="100000" y="80000"/>
                                    </p:animScale>
                                    <p:animScale>
                                      <p:cBhvr>
                                        <p:cTn id="34" dur="41" decel="50000">
                                          <p:stCondLst>
                                            <p:cond delay="335"/>
                                          </p:stCondLst>
                                        </p:cTn>
                                        <p:tgtEl>
                                          <p:spTgt spid="6"/>
                                        </p:tgtEl>
                                      </p:cBhvr>
                                      <p:to x="100000" y="100000"/>
                                    </p:animScale>
                                    <p:animScale>
                                      <p:cBhvr>
                                        <p:cTn id="35" dur="7">
                                          <p:stCondLst>
                                            <p:cond delay="410"/>
                                          </p:stCondLst>
                                        </p:cTn>
                                        <p:tgtEl>
                                          <p:spTgt spid="6"/>
                                        </p:tgtEl>
                                      </p:cBhvr>
                                      <p:to x="100000" y="90000"/>
                                    </p:animScale>
                                    <p:animScale>
                                      <p:cBhvr>
                                        <p:cTn id="36" dur="41" decel="50000">
                                          <p:stCondLst>
                                            <p:cond delay="417"/>
                                          </p:stCondLst>
                                        </p:cTn>
                                        <p:tgtEl>
                                          <p:spTgt spid="6"/>
                                        </p:tgtEl>
                                      </p:cBhvr>
                                      <p:to x="100000" y="100000"/>
                                    </p:animScale>
                                    <p:animScale>
                                      <p:cBhvr>
                                        <p:cTn id="37" dur="7">
                                          <p:stCondLst>
                                            <p:cond delay="452"/>
                                          </p:stCondLst>
                                        </p:cTn>
                                        <p:tgtEl>
                                          <p:spTgt spid="6"/>
                                        </p:tgtEl>
                                      </p:cBhvr>
                                      <p:to x="100000" y="95000"/>
                                    </p:animScale>
                                    <p:animScale>
                                      <p:cBhvr>
                                        <p:cTn id="38" dur="41" decel="50000">
                                          <p:stCondLst>
                                            <p:cond delay="459"/>
                                          </p:stCondLst>
                                        </p:cTn>
                                        <p:tgtEl>
                                          <p:spTgt spid="6"/>
                                        </p:tgtEl>
                                      </p:cBhvr>
                                      <p:to x="100000" y="100000"/>
                                    </p:animScale>
                                  </p:childTnLst>
                                </p:cTn>
                              </p:par>
                            </p:childTnLst>
                          </p:cTn>
                        </p:par>
                      </p:childTnLst>
                    </p:cTn>
                  </p:par>
                  <p:par>
                    <p:cTn id="39" fill="hold">
                      <p:stCondLst>
                        <p:cond delay="indefinite"/>
                      </p:stCondLst>
                      <p:childTnLst>
                        <p:par>
                          <p:cTn id="40" fill="hold">
                            <p:stCondLst>
                              <p:cond delay="0"/>
                            </p:stCondLst>
                            <p:childTnLst>
                              <p:par>
                                <p:cTn id="41" presetID="26" presetClass="entr" presetSubtype="0" fill="hold" nodeType="clickEffect">
                                  <p:stCondLst>
                                    <p:cond delay="0"/>
                                  </p:stCondLst>
                                  <p:childTnLst>
                                    <p:set>
                                      <p:cBhvr>
                                        <p:cTn id="42" dur="1" fill="hold">
                                          <p:stCondLst>
                                            <p:cond delay="0"/>
                                          </p:stCondLst>
                                        </p:cTn>
                                        <p:tgtEl>
                                          <p:spTgt spid="23"/>
                                        </p:tgtEl>
                                        <p:attrNameLst>
                                          <p:attrName>style.visibility</p:attrName>
                                        </p:attrNameLst>
                                      </p:cBhvr>
                                      <p:to>
                                        <p:strVal val="visible"/>
                                      </p:to>
                                    </p:set>
                                    <p:animEffect transition="in" filter="wipe(down)">
                                      <p:cBhvr>
                                        <p:cTn id="43" dur="145">
                                          <p:stCondLst>
                                            <p:cond delay="0"/>
                                          </p:stCondLst>
                                        </p:cTn>
                                        <p:tgtEl>
                                          <p:spTgt spid="23"/>
                                        </p:tgtEl>
                                      </p:cBhvr>
                                    </p:animEffect>
                                    <p:anim calcmode="lin" valueType="num">
                                      <p:cBhvr>
                                        <p:cTn id="44" dur="456" tmFilter="0,0; 0.14,0.36; 0.43,0.73; 0.71,0.91; 1.0,1.0">
                                          <p:stCondLst>
                                            <p:cond delay="0"/>
                                          </p:stCondLst>
                                        </p:cTn>
                                        <p:tgtEl>
                                          <p:spTgt spid="23"/>
                                        </p:tgtEl>
                                        <p:attrNameLst>
                                          <p:attrName>ppt_x</p:attrName>
                                        </p:attrNameLst>
                                      </p:cBhvr>
                                      <p:tavLst>
                                        <p:tav tm="0">
                                          <p:val>
                                            <p:strVal val="#ppt_x-0.25"/>
                                          </p:val>
                                        </p:tav>
                                        <p:tav tm="100000">
                                          <p:val>
                                            <p:strVal val="#ppt_x"/>
                                          </p:val>
                                        </p:tav>
                                      </p:tavLst>
                                    </p:anim>
                                    <p:anim calcmode="lin" valueType="num">
                                      <p:cBhvr>
                                        <p:cTn id="45" dur="166" tmFilter="0.0,0.0; 0.25,0.07; 0.50,0.2; 0.75,0.467; 1.0,1.0">
                                          <p:stCondLst>
                                            <p:cond delay="0"/>
                                          </p:stCondLst>
                                        </p:cTn>
                                        <p:tgtEl>
                                          <p:spTgt spid="23"/>
                                        </p:tgtEl>
                                        <p:attrNameLst>
                                          <p:attrName>ppt_y</p:attrName>
                                        </p:attrNameLst>
                                      </p:cBhvr>
                                      <p:tavLst>
                                        <p:tav tm="0" fmla="#ppt_y-sin(pi*$)/3">
                                          <p:val>
                                            <p:fltVal val="0.5"/>
                                          </p:val>
                                        </p:tav>
                                        <p:tav tm="100000">
                                          <p:val>
                                            <p:fltVal val="1"/>
                                          </p:val>
                                        </p:tav>
                                      </p:tavLst>
                                    </p:anim>
                                    <p:anim calcmode="lin" valueType="num">
                                      <p:cBhvr>
                                        <p:cTn id="46" dur="166" tmFilter="0, 0; 0.125,0.2665; 0.25,0.4; 0.375,0.465; 0.5,0.5;  0.625,0.535; 0.75,0.6; 0.875,0.7335; 1,1">
                                          <p:stCondLst>
                                            <p:cond delay="166"/>
                                          </p:stCondLst>
                                        </p:cTn>
                                        <p:tgtEl>
                                          <p:spTgt spid="23"/>
                                        </p:tgtEl>
                                        <p:attrNameLst>
                                          <p:attrName>ppt_y</p:attrName>
                                        </p:attrNameLst>
                                      </p:cBhvr>
                                      <p:tavLst>
                                        <p:tav tm="0" fmla="#ppt_y-sin(pi*$)/9">
                                          <p:val>
                                            <p:fltVal val="0"/>
                                          </p:val>
                                        </p:tav>
                                        <p:tav tm="100000">
                                          <p:val>
                                            <p:fltVal val="1"/>
                                          </p:val>
                                        </p:tav>
                                      </p:tavLst>
                                    </p:anim>
                                    <p:anim calcmode="lin" valueType="num">
                                      <p:cBhvr>
                                        <p:cTn id="47" dur="83" tmFilter="0, 0; 0.125,0.2665; 0.25,0.4; 0.375,0.465; 0.5,0.5;  0.625,0.535; 0.75,0.6; 0.875,0.7335; 1,1">
                                          <p:stCondLst>
                                            <p:cond delay="331"/>
                                          </p:stCondLst>
                                        </p:cTn>
                                        <p:tgtEl>
                                          <p:spTgt spid="23"/>
                                        </p:tgtEl>
                                        <p:attrNameLst>
                                          <p:attrName>ppt_y</p:attrName>
                                        </p:attrNameLst>
                                      </p:cBhvr>
                                      <p:tavLst>
                                        <p:tav tm="0" fmla="#ppt_y-sin(pi*$)/27">
                                          <p:val>
                                            <p:fltVal val="0"/>
                                          </p:val>
                                        </p:tav>
                                        <p:tav tm="100000">
                                          <p:val>
                                            <p:fltVal val="1"/>
                                          </p:val>
                                        </p:tav>
                                      </p:tavLst>
                                    </p:anim>
                                    <p:anim calcmode="lin" valueType="num">
                                      <p:cBhvr>
                                        <p:cTn id="48" dur="41" tmFilter="0, 0; 0.125,0.2665; 0.25,0.4; 0.375,0.465; 0.5,0.5;  0.625,0.535; 0.75,0.6; 0.875,0.7335; 1,1">
                                          <p:stCondLst>
                                            <p:cond delay="414"/>
                                          </p:stCondLst>
                                        </p:cTn>
                                        <p:tgtEl>
                                          <p:spTgt spid="23"/>
                                        </p:tgtEl>
                                        <p:attrNameLst>
                                          <p:attrName>ppt_y</p:attrName>
                                        </p:attrNameLst>
                                      </p:cBhvr>
                                      <p:tavLst>
                                        <p:tav tm="0" fmla="#ppt_y-sin(pi*$)/81">
                                          <p:val>
                                            <p:fltVal val="0"/>
                                          </p:val>
                                        </p:tav>
                                        <p:tav tm="100000">
                                          <p:val>
                                            <p:fltVal val="1"/>
                                          </p:val>
                                        </p:tav>
                                      </p:tavLst>
                                    </p:anim>
                                    <p:animScale>
                                      <p:cBhvr>
                                        <p:cTn id="49" dur="7">
                                          <p:stCondLst>
                                            <p:cond delay="162"/>
                                          </p:stCondLst>
                                        </p:cTn>
                                        <p:tgtEl>
                                          <p:spTgt spid="23"/>
                                        </p:tgtEl>
                                      </p:cBhvr>
                                      <p:to x="100000" y="60000"/>
                                    </p:animScale>
                                    <p:animScale>
                                      <p:cBhvr>
                                        <p:cTn id="50" dur="41" decel="50000">
                                          <p:stCondLst>
                                            <p:cond delay="169"/>
                                          </p:stCondLst>
                                        </p:cTn>
                                        <p:tgtEl>
                                          <p:spTgt spid="23"/>
                                        </p:tgtEl>
                                      </p:cBhvr>
                                      <p:to x="100000" y="100000"/>
                                    </p:animScale>
                                    <p:animScale>
                                      <p:cBhvr>
                                        <p:cTn id="51" dur="7">
                                          <p:stCondLst>
                                            <p:cond delay="328"/>
                                          </p:stCondLst>
                                        </p:cTn>
                                        <p:tgtEl>
                                          <p:spTgt spid="23"/>
                                        </p:tgtEl>
                                      </p:cBhvr>
                                      <p:to x="100000" y="80000"/>
                                    </p:animScale>
                                    <p:animScale>
                                      <p:cBhvr>
                                        <p:cTn id="52" dur="41" decel="50000">
                                          <p:stCondLst>
                                            <p:cond delay="335"/>
                                          </p:stCondLst>
                                        </p:cTn>
                                        <p:tgtEl>
                                          <p:spTgt spid="23"/>
                                        </p:tgtEl>
                                      </p:cBhvr>
                                      <p:to x="100000" y="100000"/>
                                    </p:animScale>
                                    <p:animScale>
                                      <p:cBhvr>
                                        <p:cTn id="53" dur="7">
                                          <p:stCondLst>
                                            <p:cond delay="410"/>
                                          </p:stCondLst>
                                        </p:cTn>
                                        <p:tgtEl>
                                          <p:spTgt spid="23"/>
                                        </p:tgtEl>
                                      </p:cBhvr>
                                      <p:to x="100000" y="90000"/>
                                    </p:animScale>
                                    <p:animScale>
                                      <p:cBhvr>
                                        <p:cTn id="54" dur="41" decel="50000">
                                          <p:stCondLst>
                                            <p:cond delay="417"/>
                                          </p:stCondLst>
                                        </p:cTn>
                                        <p:tgtEl>
                                          <p:spTgt spid="23"/>
                                        </p:tgtEl>
                                      </p:cBhvr>
                                      <p:to x="100000" y="100000"/>
                                    </p:animScale>
                                    <p:animScale>
                                      <p:cBhvr>
                                        <p:cTn id="55" dur="7">
                                          <p:stCondLst>
                                            <p:cond delay="452"/>
                                          </p:stCondLst>
                                        </p:cTn>
                                        <p:tgtEl>
                                          <p:spTgt spid="23"/>
                                        </p:tgtEl>
                                      </p:cBhvr>
                                      <p:to x="100000" y="95000"/>
                                    </p:animScale>
                                    <p:animScale>
                                      <p:cBhvr>
                                        <p:cTn id="56" dur="41" decel="50000">
                                          <p:stCondLst>
                                            <p:cond delay="459"/>
                                          </p:stCondLst>
                                        </p:cTn>
                                        <p:tgtEl>
                                          <p:spTgt spid="23"/>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07BD5D-D161-A409-4C6B-00EC39B1D7A7}"/>
            </a:ext>
          </a:extLst>
        </p:cNvPr>
        <p:cNvGrpSpPr/>
        <p:nvPr/>
      </p:nvGrpSpPr>
      <p:grpSpPr>
        <a:xfrm>
          <a:off x="0" y="0"/>
          <a:ext cx="0" cy="0"/>
          <a:chOff x="0" y="0"/>
          <a:chExt cx="0" cy="0"/>
        </a:xfrm>
      </p:grpSpPr>
      <p:sp>
        <p:nvSpPr>
          <p:cNvPr id="5" name="Right Triangle 4">
            <a:extLst>
              <a:ext uri="{FF2B5EF4-FFF2-40B4-BE49-F238E27FC236}">
                <a16:creationId xmlns:a16="http://schemas.microsoft.com/office/drawing/2014/main" id="{636C6257-BA9D-D9C2-F17D-27822C785C3B}"/>
              </a:ext>
            </a:extLst>
          </p:cNvPr>
          <p:cNvSpPr/>
          <p:nvPr/>
        </p:nvSpPr>
        <p:spPr>
          <a:xfrm>
            <a:off x="0" y="-64008"/>
            <a:ext cx="9436608" cy="6922008"/>
          </a:xfrm>
          <a:prstGeom prst="rtTriangle">
            <a:avLst/>
          </a:prstGeom>
          <a:ln/>
        </p:spPr>
        <p:style>
          <a:lnRef idx="3">
            <a:schemeClr val="lt1"/>
          </a:lnRef>
          <a:fillRef idx="1">
            <a:schemeClr val="accent1"/>
          </a:fillRef>
          <a:effectRef idx="1">
            <a:schemeClr val="accent1"/>
          </a:effectRef>
          <a:fontRef idx="minor">
            <a:schemeClr val="lt1"/>
          </a:fontRef>
        </p:style>
        <p:txBody>
          <a:bodyPr rtlCol="0" anchor="ctr"/>
          <a:lstStyle/>
          <a:p>
            <a:pPr algn="ctr"/>
            <a:r>
              <a:rPr lang="en-US" sz="4000">
                <a:latin typeface="+mj-lt"/>
              </a:rPr>
              <a:t> </a:t>
            </a:r>
          </a:p>
          <a:p>
            <a:pPr algn="ctr"/>
            <a:r>
              <a:rPr lang="en-US" sz="3200">
                <a:latin typeface="+mj-lt"/>
              </a:rPr>
              <a:t>Related Party Transactions</a:t>
            </a:r>
          </a:p>
        </p:txBody>
      </p:sp>
      <p:cxnSp>
        <p:nvCxnSpPr>
          <p:cNvPr id="7" name="Straight Connector 6">
            <a:extLst>
              <a:ext uri="{FF2B5EF4-FFF2-40B4-BE49-F238E27FC236}">
                <a16:creationId xmlns:a16="http://schemas.microsoft.com/office/drawing/2014/main" id="{3EF37931-FA48-52DD-653A-7BCF6AD7FB24}"/>
              </a:ext>
            </a:extLst>
          </p:cNvPr>
          <p:cNvCxnSpPr/>
          <p:nvPr/>
        </p:nvCxnSpPr>
        <p:spPr>
          <a:xfrm>
            <a:off x="685800" y="3429000"/>
            <a:ext cx="0" cy="3429000"/>
          </a:xfrm>
          <a:prstGeom prst="line">
            <a:avLst/>
          </a:prstGeom>
          <a:ln/>
        </p:spPr>
        <p:style>
          <a:lnRef idx="1">
            <a:schemeClr val="accent6"/>
          </a:lnRef>
          <a:fillRef idx="0">
            <a:schemeClr val="accent6"/>
          </a:fillRef>
          <a:effectRef idx="0">
            <a:schemeClr val="accent6"/>
          </a:effectRef>
          <a:fontRef idx="minor">
            <a:schemeClr val="tx1"/>
          </a:fontRef>
        </p:style>
      </p:cxnSp>
    </p:spTree>
    <p:custDataLst>
      <p:custData r:id="rId1"/>
    </p:custDataLst>
    <p:extLst>
      <p:ext uri="{BB962C8B-B14F-4D97-AF65-F5344CB8AC3E}">
        <p14:creationId xmlns:p14="http://schemas.microsoft.com/office/powerpoint/2010/main" val="31936172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59A6F5-3FB0-AD74-A4A5-5B534E4EAC1E}"/>
            </a:ext>
          </a:extLst>
        </p:cNvPr>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880F8FCD-B60C-D4AA-9D54-B309D6E25253}"/>
              </a:ext>
            </a:extLst>
          </p:cNvPr>
          <p:cNvGraphicFramePr>
            <a:graphicFrameLocks noChangeAspect="1"/>
          </p:cNvGraphicFramePr>
          <p:nvPr>
            <p:custDataLst>
              <p:tags r:id="rId2"/>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4" imgW="7772400" imgH="10058400" progId="TCLayout.ActiveDocument.1">
                  <p:embed/>
                </p:oleObj>
              </mc:Choice>
              <mc:Fallback>
                <p:oleObj name="think-cell Slide" r:id="rId4" imgW="7772400" imgH="10058400" progId="TCLayout.ActiveDocument.1">
                  <p:embed/>
                  <p:pic>
                    <p:nvPicPr>
                      <p:cNvPr id="3" name="think-cell data - do not delete" hidden="1">
                        <a:extLst>
                          <a:ext uri="{FF2B5EF4-FFF2-40B4-BE49-F238E27FC236}">
                            <a16:creationId xmlns:a16="http://schemas.microsoft.com/office/drawing/2014/main" id="{880F8FCD-B60C-D4AA-9D54-B309D6E25253}"/>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grpSp>
        <p:nvGrpSpPr>
          <p:cNvPr id="13" name="Group 12">
            <a:extLst>
              <a:ext uri="{FF2B5EF4-FFF2-40B4-BE49-F238E27FC236}">
                <a16:creationId xmlns:a16="http://schemas.microsoft.com/office/drawing/2014/main" id="{DEA4B5C6-C454-D245-ABCA-8DF4236D86CD}"/>
              </a:ext>
            </a:extLst>
          </p:cNvPr>
          <p:cNvGrpSpPr/>
          <p:nvPr/>
        </p:nvGrpSpPr>
        <p:grpSpPr>
          <a:xfrm>
            <a:off x="164592" y="941832"/>
            <a:ext cx="11786616" cy="5559552"/>
            <a:chOff x="442912" y="1257300"/>
            <a:chExt cx="11306176" cy="4914900"/>
          </a:xfrm>
        </p:grpSpPr>
        <p:sp>
          <p:nvSpPr>
            <p:cNvPr id="2" name="Rectangle 1">
              <a:extLst>
                <a:ext uri="{FF2B5EF4-FFF2-40B4-BE49-F238E27FC236}">
                  <a16:creationId xmlns:a16="http://schemas.microsoft.com/office/drawing/2014/main" id="{20745335-9C7C-5B06-88A4-546E562917B4}"/>
                </a:ext>
              </a:extLst>
            </p:cNvPr>
            <p:cNvSpPr/>
            <p:nvPr/>
          </p:nvSpPr>
          <p:spPr>
            <a:xfrm>
              <a:off x="442912" y="1257300"/>
              <a:ext cx="3680532" cy="2387630"/>
            </a:xfrm>
            <a:prstGeom prst="rect">
              <a:avLst/>
            </a:prstGeom>
            <a:noFill/>
            <a:ln>
              <a:solidFill>
                <a:srgbClr val="DEDEDE"/>
              </a:solidFill>
            </a:ln>
          </p:spPr>
          <p:style>
            <a:lnRef idx="0">
              <a:schemeClr val="accent1"/>
            </a:lnRef>
            <a:fillRef idx="1">
              <a:schemeClr val="accent1"/>
            </a:fillRef>
            <a:effectRef idx="0">
              <a:schemeClr val="dk1"/>
            </a:effectRef>
            <a:fontRef idx="minor">
              <a:schemeClr val="lt1"/>
            </a:fontRef>
          </p:style>
          <p:txBody>
            <a:bodyPr tIns="91440" bIns="91440" rtlCol="0" anchor="t" anchorCtr="0"/>
            <a:lstStyle/>
            <a:p>
              <a:pPr>
                <a:spcAft>
                  <a:spcPts val="600"/>
                </a:spcAft>
              </a:pPr>
              <a:r>
                <a:rPr lang="en-US" sz="1200" b="1">
                  <a:solidFill>
                    <a:schemeClr val="accent1"/>
                  </a:solidFill>
                  <a:ea typeface="Roboto Medium" panose="02000000000000000000" pitchFamily="2" charset="0"/>
                  <a:cs typeface="Arial" panose="020B0604020202020204" pitchFamily="34" charset="0"/>
                  <a:sym typeface="Arial" panose="020B0604020202020204" pitchFamily="34" charset="0"/>
                </a:rPr>
                <a:t>    </a:t>
              </a:r>
            </a:p>
            <a:p>
              <a:pPr>
                <a:spcAft>
                  <a:spcPts val="600"/>
                </a:spcAft>
              </a:pPr>
              <a:endParaRPr lang="en-US" sz="1200"/>
            </a:p>
            <a:p>
              <a:pPr marL="171450" indent="-171450" algn="just">
                <a:spcAft>
                  <a:spcPts val="600"/>
                </a:spcAft>
                <a:buFont typeface="Arial" panose="020B0604020202020204" pitchFamily="34" charset="0"/>
                <a:buChar char="•"/>
              </a:pPr>
              <a:r>
                <a:rPr lang="en-US" sz="1200">
                  <a:solidFill>
                    <a:schemeClr val="tx1"/>
                  </a:solidFill>
                </a:rPr>
                <a:t>Related Party Transactions (RPTs) are dealings between a </a:t>
              </a:r>
              <a:r>
                <a:rPr lang="en-US" sz="1200" b="1">
                  <a:solidFill>
                    <a:schemeClr val="tx1"/>
                  </a:solidFill>
                </a:rPr>
                <a:t>company </a:t>
              </a:r>
              <a:r>
                <a:rPr lang="en-US" sz="1200">
                  <a:solidFill>
                    <a:schemeClr val="tx1"/>
                  </a:solidFill>
                </a:rPr>
                <a:t>and </a:t>
              </a:r>
              <a:r>
                <a:rPr lang="en-US" sz="1200" b="1">
                  <a:solidFill>
                    <a:schemeClr val="tx1"/>
                  </a:solidFill>
                </a:rPr>
                <a:t>persons/entities </a:t>
              </a:r>
              <a:r>
                <a:rPr lang="en-US" sz="1200">
                  <a:solidFill>
                    <a:schemeClr val="tx1"/>
                  </a:solidFill>
                </a:rPr>
                <a:t>that have a </a:t>
              </a:r>
              <a:r>
                <a:rPr lang="en-US" sz="1200" b="1">
                  <a:solidFill>
                    <a:schemeClr val="tx1"/>
                  </a:solidFill>
                </a:rPr>
                <a:t>pre-existing relationship </a:t>
              </a:r>
              <a:r>
                <a:rPr lang="en-US" sz="1200">
                  <a:solidFill>
                    <a:schemeClr val="tx1"/>
                  </a:solidFill>
                </a:rPr>
                <a:t>with it.</a:t>
              </a:r>
            </a:p>
            <a:p>
              <a:pPr marL="171450" indent="-171450" algn="just">
                <a:spcAft>
                  <a:spcPts val="600"/>
                </a:spcAft>
                <a:buFont typeface="Arial" panose="020B0604020202020204" pitchFamily="34" charset="0"/>
                <a:buChar char="•"/>
              </a:pPr>
              <a:r>
                <a:rPr lang="en-US" sz="1200">
                  <a:solidFill>
                    <a:schemeClr val="tx1"/>
                  </a:solidFill>
                </a:rPr>
                <a:t>These relationships may influence - commercial judgment, pricing, fairness, or arm’s-length behavior.</a:t>
              </a:r>
              <a:endParaRPr kumimoji="0" lang="en-US" sz="1200" u="none" strike="noStrike" kern="1200" cap="none" spc="0" normalizeH="0" baseline="0" noProof="0">
                <a:ln>
                  <a:noFill/>
                </a:ln>
                <a:solidFill>
                  <a:schemeClr val="tx1"/>
                </a:solidFill>
                <a:effectLst/>
                <a:uLnTx/>
                <a:uFillTx/>
                <a:ea typeface="Roboto Medium" panose="02000000000000000000" pitchFamily="2" charset="0"/>
                <a:cs typeface="Arial" panose="020B0604020202020204" pitchFamily="34" charset="0"/>
                <a:sym typeface="Arial" panose="020B0604020202020204" pitchFamily="34" charset="0"/>
              </a:endParaRPr>
            </a:p>
          </p:txBody>
        </p:sp>
        <p:sp>
          <p:nvSpPr>
            <p:cNvPr id="15" name="Rectangle 14">
              <a:extLst>
                <a:ext uri="{FF2B5EF4-FFF2-40B4-BE49-F238E27FC236}">
                  <a16:creationId xmlns:a16="http://schemas.microsoft.com/office/drawing/2014/main" id="{7B34EBC0-7BBD-AC78-6469-B5C5199743DE}"/>
                </a:ext>
              </a:extLst>
            </p:cNvPr>
            <p:cNvSpPr/>
            <p:nvPr/>
          </p:nvSpPr>
          <p:spPr>
            <a:xfrm>
              <a:off x="442912" y="3784570"/>
              <a:ext cx="7493353" cy="2387630"/>
            </a:xfrm>
            <a:prstGeom prst="rect">
              <a:avLst/>
            </a:prstGeom>
            <a:noFill/>
            <a:ln>
              <a:solidFill>
                <a:srgbClr val="DEDEDE"/>
              </a:solidFill>
            </a:ln>
          </p:spPr>
          <p:style>
            <a:lnRef idx="0">
              <a:schemeClr val="accent1"/>
            </a:lnRef>
            <a:fillRef idx="1">
              <a:schemeClr val="accent1"/>
            </a:fillRef>
            <a:effectRef idx="0">
              <a:schemeClr val="dk1"/>
            </a:effectRef>
            <a:fontRef idx="minor">
              <a:schemeClr val="lt1"/>
            </a:fontRef>
          </p:style>
          <p:txBody>
            <a:bodyPr tIns="91440" bIns="91440" rtlCol="0" anchor="t" anchorCtr="0"/>
            <a:lstStyle/>
            <a:p>
              <a:pPr>
                <a:spcAft>
                  <a:spcPts val="600"/>
                </a:spcAft>
              </a:pPr>
              <a:endParaRPr lang="en-US" sz="1200" kern="1200">
                <a:solidFill>
                  <a:schemeClr val="tx1"/>
                </a:solidFill>
                <a:ea typeface="Lato Light" panose="020F0502020204030203" pitchFamily="34" charset="0"/>
                <a:cs typeface="Arial" panose="020B0604020202020204" pitchFamily="34" charset="0"/>
              </a:endParaRPr>
            </a:p>
          </p:txBody>
        </p:sp>
        <p:sp>
          <p:nvSpPr>
            <p:cNvPr id="16" name="Rectangle 15">
              <a:extLst>
                <a:ext uri="{FF2B5EF4-FFF2-40B4-BE49-F238E27FC236}">
                  <a16:creationId xmlns:a16="http://schemas.microsoft.com/office/drawing/2014/main" id="{7DE18863-7F37-3059-AA2A-41AB92CCA6FD}"/>
                </a:ext>
              </a:extLst>
            </p:cNvPr>
            <p:cNvSpPr/>
            <p:nvPr/>
          </p:nvSpPr>
          <p:spPr>
            <a:xfrm>
              <a:off x="4255734" y="1257300"/>
              <a:ext cx="3680532" cy="2387630"/>
            </a:xfrm>
            <a:prstGeom prst="rect">
              <a:avLst/>
            </a:prstGeom>
            <a:noFill/>
            <a:ln>
              <a:solidFill>
                <a:srgbClr val="DEDEDE"/>
              </a:solidFill>
            </a:ln>
          </p:spPr>
          <p:style>
            <a:lnRef idx="0">
              <a:schemeClr val="accent1"/>
            </a:lnRef>
            <a:fillRef idx="1">
              <a:schemeClr val="accent1"/>
            </a:fillRef>
            <a:effectRef idx="0">
              <a:schemeClr val="dk1"/>
            </a:effectRef>
            <a:fontRef idx="minor">
              <a:schemeClr val="lt1"/>
            </a:fontRef>
          </p:style>
          <p:txBody>
            <a:bodyPr tIns="91440" bIns="91440" rtlCol="0" anchor="t" anchorCtr="0"/>
            <a:lstStyle/>
            <a:p>
              <a:pPr marL="182880" marR="0" lvl="0" indent="-182880" algn="l" defTabSz="914217" rtl="0" eaLnBrk="1" fontAlgn="auto" latinLnBrk="0" hangingPunct="1">
                <a:spcAft>
                  <a:spcPts val="600"/>
                </a:spcAft>
                <a:buClrTx/>
                <a:buSzTx/>
                <a:buFont typeface="Arial" panose="020B0604020202020204" pitchFamily="34" charset="0"/>
                <a:buChar char="•"/>
                <a:tabLst/>
                <a:defRPr/>
              </a:pPr>
              <a:endParaRPr kumimoji="0" lang="en-US" sz="1200" b="0" u="none" strike="noStrike" kern="1200" cap="none" spc="0" normalizeH="0" baseline="0" noProof="0">
                <a:ln>
                  <a:noFill/>
                </a:ln>
                <a:solidFill>
                  <a:schemeClr val="tx1"/>
                </a:solidFill>
                <a:effectLst/>
                <a:uLnTx/>
                <a:uFillTx/>
                <a:ea typeface="Lato Light" panose="020F0502020204030203" pitchFamily="34" charset="0"/>
                <a:cs typeface="Arial" panose="020B0604020202020204" pitchFamily="34" charset="0"/>
                <a:sym typeface="Arial" panose="020B0604020202020204" pitchFamily="34" charset="0"/>
              </a:endParaRPr>
            </a:p>
          </p:txBody>
        </p:sp>
        <p:sp>
          <p:nvSpPr>
            <p:cNvPr id="18" name="Rectangle 17">
              <a:extLst>
                <a:ext uri="{FF2B5EF4-FFF2-40B4-BE49-F238E27FC236}">
                  <a16:creationId xmlns:a16="http://schemas.microsoft.com/office/drawing/2014/main" id="{16237AD5-E352-99EE-7EA1-B64E94E8F772}"/>
                </a:ext>
              </a:extLst>
            </p:cNvPr>
            <p:cNvSpPr/>
            <p:nvPr/>
          </p:nvSpPr>
          <p:spPr>
            <a:xfrm>
              <a:off x="8068556" y="1257300"/>
              <a:ext cx="3680532" cy="2387630"/>
            </a:xfrm>
            <a:prstGeom prst="rect">
              <a:avLst/>
            </a:prstGeom>
            <a:noFill/>
            <a:ln>
              <a:solidFill>
                <a:srgbClr val="DEDEDE"/>
              </a:solidFill>
            </a:ln>
          </p:spPr>
          <p:style>
            <a:lnRef idx="0">
              <a:schemeClr val="accent1"/>
            </a:lnRef>
            <a:fillRef idx="1">
              <a:schemeClr val="accent1"/>
            </a:fillRef>
            <a:effectRef idx="0">
              <a:schemeClr val="dk1"/>
            </a:effectRef>
            <a:fontRef idx="minor">
              <a:schemeClr val="lt1"/>
            </a:fontRef>
          </p:style>
          <p:txBody>
            <a:bodyPr tIns="91440" bIns="91440" rtlCol="0" anchor="t" anchorCtr="0"/>
            <a:lstStyle/>
            <a:p>
              <a:pPr>
                <a:spcAft>
                  <a:spcPts val="600"/>
                </a:spcAft>
              </a:pPr>
              <a:endParaRPr lang="en-US" sz="1200" b="1" kern="1200">
                <a:solidFill>
                  <a:schemeClr val="accent1"/>
                </a:solidFill>
                <a:ea typeface="Roboto Medium" panose="02000000000000000000" pitchFamily="2" charset="0"/>
                <a:cs typeface="Arial" panose="020B0604020202020204" pitchFamily="34" charset="0"/>
                <a:sym typeface="Arial" panose="020B0604020202020204" pitchFamily="34" charset="0"/>
              </a:endParaRPr>
            </a:p>
          </p:txBody>
        </p:sp>
        <p:sp>
          <p:nvSpPr>
            <p:cNvPr id="19" name="Rectangle 18">
              <a:extLst>
                <a:ext uri="{FF2B5EF4-FFF2-40B4-BE49-F238E27FC236}">
                  <a16:creationId xmlns:a16="http://schemas.microsoft.com/office/drawing/2014/main" id="{844C60CA-2DF0-63FF-3823-6AF202E18839}"/>
                </a:ext>
              </a:extLst>
            </p:cNvPr>
            <p:cNvSpPr/>
            <p:nvPr/>
          </p:nvSpPr>
          <p:spPr>
            <a:xfrm>
              <a:off x="8068556" y="3784570"/>
              <a:ext cx="3680532" cy="2387630"/>
            </a:xfrm>
            <a:prstGeom prst="rect">
              <a:avLst/>
            </a:prstGeom>
            <a:noFill/>
            <a:ln>
              <a:solidFill>
                <a:srgbClr val="DEDEDE"/>
              </a:solidFill>
            </a:ln>
          </p:spPr>
          <p:style>
            <a:lnRef idx="0">
              <a:schemeClr val="accent1"/>
            </a:lnRef>
            <a:fillRef idx="1">
              <a:schemeClr val="accent1"/>
            </a:fillRef>
            <a:effectRef idx="0">
              <a:schemeClr val="dk1"/>
            </a:effectRef>
            <a:fontRef idx="minor">
              <a:schemeClr val="lt1"/>
            </a:fontRef>
          </p:style>
          <p:txBody>
            <a:bodyPr tIns="91440" bIns="91440" rtlCol="0" anchor="t" anchorCtr="0"/>
            <a:lstStyle/>
            <a:p>
              <a:pPr>
                <a:spcAft>
                  <a:spcPts val="600"/>
                </a:spcAft>
              </a:pPr>
              <a:r>
                <a:rPr lang="en-US" sz="1200" kern="1200">
                  <a:solidFill>
                    <a:schemeClr val="tx1"/>
                  </a:solidFill>
                  <a:ea typeface="Lato Light" panose="020F0502020204030203" pitchFamily="34" charset="0"/>
                  <a:cs typeface="Arial" panose="020B0604020202020204" pitchFamily="34" charset="0"/>
                </a:rPr>
                <a:t>.</a:t>
              </a:r>
            </a:p>
          </p:txBody>
        </p:sp>
        <p:grpSp>
          <p:nvGrpSpPr>
            <p:cNvPr id="7" name="Group 6">
              <a:extLst>
                <a:ext uri="{FF2B5EF4-FFF2-40B4-BE49-F238E27FC236}">
                  <a16:creationId xmlns:a16="http://schemas.microsoft.com/office/drawing/2014/main" id="{FA110362-37E2-6E68-E32F-C1DB8C0CF32C}"/>
                </a:ext>
              </a:extLst>
            </p:cNvPr>
            <p:cNvGrpSpPr/>
            <p:nvPr/>
          </p:nvGrpSpPr>
          <p:grpSpPr>
            <a:xfrm>
              <a:off x="442913" y="1257300"/>
              <a:ext cx="11306175" cy="4914900"/>
              <a:chOff x="442913" y="1257300"/>
              <a:chExt cx="11306175" cy="4914900"/>
            </a:xfrm>
          </p:grpSpPr>
          <p:sp>
            <p:nvSpPr>
              <p:cNvPr id="22" name="Rectangle 21">
                <a:extLst>
                  <a:ext uri="{FF2B5EF4-FFF2-40B4-BE49-F238E27FC236}">
                    <a16:creationId xmlns:a16="http://schemas.microsoft.com/office/drawing/2014/main" id="{90F15BB9-A29C-5960-D404-A1B08F9B4EF1}"/>
                  </a:ext>
                </a:extLst>
              </p:cNvPr>
              <p:cNvSpPr/>
              <p:nvPr/>
            </p:nvSpPr>
            <p:spPr>
              <a:xfrm>
                <a:off x="4123444" y="1257300"/>
                <a:ext cx="151795" cy="2527270"/>
              </a:xfrm>
              <a:prstGeom prst="rect">
                <a:avLst/>
              </a:prstGeom>
              <a:solidFill>
                <a:srgbClr val="DEDEDE"/>
              </a:solidFill>
              <a:ln>
                <a:solidFill>
                  <a:srgbClr val="DEDEDE"/>
                </a:solidFill>
              </a:ln>
            </p:spPr>
            <p:style>
              <a:lnRef idx="0">
                <a:schemeClr val="accent1"/>
              </a:lnRef>
              <a:fillRef idx="1">
                <a:schemeClr val="accent1"/>
              </a:fillRef>
              <a:effectRef idx="0">
                <a:schemeClr val="dk1"/>
              </a:effectRef>
              <a:fontRef idx="minor">
                <a:schemeClr val="lt1"/>
              </a:fontRef>
            </p:style>
            <p:txBody>
              <a:bodyPr rtlCol="0" anchor="ctr"/>
              <a:lstStyle/>
              <a:p>
                <a:pPr algn="ctr">
                  <a:lnSpc>
                    <a:spcPct val="100000"/>
                  </a:lnSpc>
                </a:pPr>
                <a:endParaRPr lang="en-US" sz="1600"/>
              </a:p>
            </p:txBody>
          </p:sp>
          <p:sp>
            <p:nvSpPr>
              <p:cNvPr id="23" name="Rectangle 22">
                <a:extLst>
                  <a:ext uri="{FF2B5EF4-FFF2-40B4-BE49-F238E27FC236}">
                    <a16:creationId xmlns:a16="http://schemas.microsoft.com/office/drawing/2014/main" id="{95FC1247-91CC-873B-6260-B50E926E3CED}"/>
                  </a:ext>
                </a:extLst>
              </p:cNvPr>
              <p:cNvSpPr/>
              <p:nvPr/>
            </p:nvSpPr>
            <p:spPr>
              <a:xfrm>
                <a:off x="7936266" y="1257300"/>
                <a:ext cx="132290" cy="4914900"/>
              </a:xfrm>
              <a:prstGeom prst="rect">
                <a:avLst/>
              </a:prstGeom>
              <a:solidFill>
                <a:srgbClr val="DEDEDE"/>
              </a:solidFill>
              <a:ln>
                <a:solidFill>
                  <a:srgbClr val="DEDEDE"/>
                </a:solidFill>
              </a:ln>
            </p:spPr>
            <p:style>
              <a:lnRef idx="0">
                <a:schemeClr val="accent1"/>
              </a:lnRef>
              <a:fillRef idx="1">
                <a:schemeClr val="accent1"/>
              </a:fillRef>
              <a:effectRef idx="0">
                <a:schemeClr val="dk1"/>
              </a:effectRef>
              <a:fontRef idx="minor">
                <a:schemeClr val="lt1"/>
              </a:fontRef>
            </p:style>
            <p:txBody>
              <a:bodyPr rtlCol="0" anchor="ctr"/>
              <a:lstStyle/>
              <a:p>
                <a:pPr algn="ctr">
                  <a:lnSpc>
                    <a:spcPct val="100000"/>
                  </a:lnSpc>
                </a:pPr>
                <a:endParaRPr lang="en-US" sz="1600"/>
              </a:p>
            </p:txBody>
          </p:sp>
          <p:sp>
            <p:nvSpPr>
              <p:cNvPr id="24" name="Rectangle 23">
                <a:extLst>
                  <a:ext uri="{FF2B5EF4-FFF2-40B4-BE49-F238E27FC236}">
                    <a16:creationId xmlns:a16="http://schemas.microsoft.com/office/drawing/2014/main" id="{E9CF86F9-ABD0-4A97-EBEC-61AD598C67E2}"/>
                  </a:ext>
                </a:extLst>
              </p:cNvPr>
              <p:cNvSpPr/>
              <p:nvPr/>
            </p:nvSpPr>
            <p:spPr>
              <a:xfrm>
                <a:off x="442913" y="3644930"/>
                <a:ext cx="11306175" cy="139640"/>
              </a:xfrm>
              <a:prstGeom prst="rect">
                <a:avLst/>
              </a:prstGeom>
              <a:solidFill>
                <a:srgbClr val="DEDEDE"/>
              </a:solidFill>
              <a:ln>
                <a:solidFill>
                  <a:srgbClr val="DEDEDE"/>
                </a:solidFill>
              </a:ln>
            </p:spPr>
            <p:style>
              <a:lnRef idx="0">
                <a:schemeClr val="accent1"/>
              </a:lnRef>
              <a:fillRef idx="1">
                <a:schemeClr val="accent1"/>
              </a:fillRef>
              <a:effectRef idx="0">
                <a:schemeClr val="dk1"/>
              </a:effectRef>
              <a:fontRef idx="minor">
                <a:schemeClr val="lt1"/>
              </a:fontRef>
            </p:style>
            <p:txBody>
              <a:bodyPr rtlCol="0" anchor="ctr"/>
              <a:lstStyle/>
              <a:p>
                <a:pPr algn="ctr">
                  <a:lnSpc>
                    <a:spcPct val="100000"/>
                  </a:lnSpc>
                </a:pPr>
                <a:endParaRPr lang="en-US" sz="1600"/>
              </a:p>
            </p:txBody>
          </p:sp>
        </p:grpSp>
      </p:grpSp>
      <p:sp>
        <p:nvSpPr>
          <p:cNvPr id="11" name="Rectangle 10">
            <a:extLst>
              <a:ext uri="{FF2B5EF4-FFF2-40B4-BE49-F238E27FC236}">
                <a16:creationId xmlns:a16="http://schemas.microsoft.com/office/drawing/2014/main" id="{8E5A9F86-3DFA-B113-F674-0AA229A4C458}"/>
              </a:ext>
            </a:extLst>
          </p:cNvPr>
          <p:cNvSpPr/>
          <p:nvPr/>
        </p:nvSpPr>
        <p:spPr>
          <a:xfrm>
            <a:off x="0" y="4218"/>
            <a:ext cx="12192000" cy="572092"/>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2400" b="1">
                <a:solidFill>
                  <a:schemeClr val="bg1"/>
                </a:solidFill>
                <a:latin typeface="Georgia" panose="02040502050405020303" pitchFamily="18" charset="0"/>
              </a:rPr>
              <a:t>Related Party Transactions</a:t>
            </a:r>
            <a:endParaRPr lang="en-US" sz="2400" b="1">
              <a:solidFill>
                <a:schemeClr val="bg1"/>
              </a:solidFill>
              <a:latin typeface="Georgia" panose="02040502050405020303" pitchFamily="18" charset="0"/>
            </a:endParaRPr>
          </a:p>
        </p:txBody>
      </p:sp>
      <p:pic>
        <p:nvPicPr>
          <p:cNvPr id="20" name="Graphic 19" descr="Lights On with solid fill">
            <a:extLst>
              <a:ext uri="{FF2B5EF4-FFF2-40B4-BE49-F238E27FC236}">
                <a16:creationId xmlns:a16="http://schemas.microsoft.com/office/drawing/2014/main" id="{B410FB75-F02B-520F-2D59-CC2CDEF63192}"/>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18555" y="986874"/>
            <a:ext cx="320492" cy="320492"/>
          </a:xfrm>
          <a:prstGeom prst="rect">
            <a:avLst/>
          </a:prstGeom>
        </p:spPr>
      </p:pic>
      <p:sp>
        <p:nvSpPr>
          <p:cNvPr id="21" name="TextBox 20">
            <a:extLst>
              <a:ext uri="{FF2B5EF4-FFF2-40B4-BE49-F238E27FC236}">
                <a16:creationId xmlns:a16="http://schemas.microsoft.com/office/drawing/2014/main" id="{AD3FAB0A-53A7-E38A-D60F-CB77C9B7166F}"/>
              </a:ext>
            </a:extLst>
          </p:cNvPr>
          <p:cNvSpPr txBox="1"/>
          <p:nvPr/>
        </p:nvSpPr>
        <p:spPr>
          <a:xfrm>
            <a:off x="218555" y="1014532"/>
            <a:ext cx="1600200" cy="301752"/>
          </a:xfrm>
          <a:prstGeom prst="rect">
            <a:avLst/>
          </a:prstGeom>
          <a:noFill/>
        </p:spPr>
        <p:txBody>
          <a:bodyPr wrap="square" lIns="0" tIns="0" rIns="0" bIns="0" rtlCol="0">
            <a:noAutofit/>
          </a:bodyPr>
          <a:lstStyle/>
          <a:p>
            <a:pPr algn="l"/>
            <a:r>
              <a:rPr lang="en-GB" sz="1600">
                <a:latin typeface="+mj-lt"/>
              </a:rPr>
              <a:t>        </a:t>
            </a:r>
            <a:r>
              <a:rPr lang="en-GB" sz="1400" b="1">
                <a:solidFill>
                  <a:schemeClr val="accent1"/>
                </a:solidFill>
                <a:ea typeface="Roboto Medium" panose="02000000000000000000" pitchFamily="2" charset="0"/>
                <a:cs typeface="Arial" panose="020B0604020202020204" pitchFamily="34" charset="0"/>
              </a:rPr>
              <a:t>Concept</a:t>
            </a:r>
          </a:p>
        </p:txBody>
      </p:sp>
      <p:sp>
        <p:nvSpPr>
          <p:cNvPr id="25" name="TextBox 24">
            <a:extLst>
              <a:ext uri="{FF2B5EF4-FFF2-40B4-BE49-F238E27FC236}">
                <a16:creationId xmlns:a16="http://schemas.microsoft.com/office/drawing/2014/main" id="{ECD7C164-AF4E-67C3-F2B1-75422144DD06}"/>
              </a:ext>
            </a:extLst>
          </p:cNvPr>
          <p:cNvSpPr txBox="1"/>
          <p:nvPr/>
        </p:nvSpPr>
        <p:spPr>
          <a:xfrm>
            <a:off x="4586080" y="1014532"/>
            <a:ext cx="2838638" cy="366212"/>
          </a:xfrm>
          <a:prstGeom prst="rect">
            <a:avLst/>
          </a:prstGeom>
          <a:noFill/>
        </p:spPr>
        <p:txBody>
          <a:bodyPr wrap="square" lIns="0" tIns="0" rIns="0" bIns="0" rtlCol="0">
            <a:noAutofit/>
          </a:bodyPr>
          <a:lstStyle/>
          <a:p>
            <a:r>
              <a:rPr lang="en-GB" sz="1600">
                <a:latin typeface="+mj-lt"/>
              </a:rPr>
              <a:t> </a:t>
            </a:r>
            <a:r>
              <a:rPr lang="en-US" sz="1400" b="1">
                <a:solidFill>
                  <a:schemeClr val="accent1"/>
                </a:solidFill>
              </a:rPr>
              <a:t>Who Are “Related Parties”?</a:t>
            </a:r>
            <a:endParaRPr lang="en-GB" sz="1400" b="1">
              <a:solidFill>
                <a:schemeClr val="accent1"/>
              </a:solidFill>
              <a:ea typeface="Roboto Medium" panose="02000000000000000000" pitchFamily="2" charset="0"/>
              <a:cs typeface="Arial" panose="020B0604020202020204" pitchFamily="34" charset="0"/>
            </a:endParaRPr>
          </a:p>
        </p:txBody>
      </p:sp>
      <p:pic>
        <p:nvPicPr>
          <p:cNvPr id="29" name="Graphic 28" descr="Transfer with solid fill">
            <a:extLst>
              <a:ext uri="{FF2B5EF4-FFF2-40B4-BE49-F238E27FC236}">
                <a16:creationId xmlns:a16="http://schemas.microsoft.com/office/drawing/2014/main" id="{CAA9780F-786A-6DA0-8724-D1056750946A}"/>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4217079" y="994335"/>
            <a:ext cx="291356" cy="291356"/>
          </a:xfrm>
          <a:prstGeom prst="rect">
            <a:avLst/>
          </a:prstGeom>
        </p:spPr>
      </p:pic>
      <p:sp>
        <p:nvSpPr>
          <p:cNvPr id="30" name="TextBox 29">
            <a:extLst>
              <a:ext uri="{FF2B5EF4-FFF2-40B4-BE49-F238E27FC236}">
                <a16:creationId xmlns:a16="http://schemas.microsoft.com/office/drawing/2014/main" id="{A1F8FEDD-CCB1-8CF9-701B-E158595CC25A}"/>
              </a:ext>
            </a:extLst>
          </p:cNvPr>
          <p:cNvSpPr txBox="1"/>
          <p:nvPr/>
        </p:nvSpPr>
        <p:spPr>
          <a:xfrm>
            <a:off x="4217079" y="1536192"/>
            <a:ext cx="3601041" cy="2048256"/>
          </a:xfrm>
          <a:prstGeom prst="rect">
            <a:avLst/>
          </a:prstGeom>
          <a:noFill/>
        </p:spPr>
        <p:txBody>
          <a:bodyPr wrap="square" lIns="0" tIns="0" rIns="0" bIns="0" rtlCol="0">
            <a:noAutofit/>
          </a:bodyPr>
          <a:lstStyle/>
          <a:p>
            <a:pPr marL="171450" indent="-171450" algn="just">
              <a:buFont typeface="Arial" panose="020B0604020202020204" pitchFamily="34" charset="0"/>
              <a:buChar char="•"/>
            </a:pPr>
            <a:r>
              <a:rPr lang="en-US" sz="1200"/>
              <a:t>Promoters / Controlling shareholders</a:t>
            </a:r>
          </a:p>
          <a:p>
            <a:pPr marL="171450" indent="-171450" algn="just">
              <a:buFont typeface="Arial" panose="020B0604020202020204" pitchFamily="34" charset="0"/>
              <a:buChar char="•"/>
            </a:pPr>
            <a:r>
              <a:rPr lang="en-US" sz="1200"/>
              <a:t>Subsidiaries, associates, joint ventures</a:t>
            </a:r>
          </a:p>
          <a:p>
            <a:pPr marL="171450" indent="-171450" algn="just">
              <a:buFont typeface="Arial" panose="020B0604020202020204" pitchFamily="34" charset="0"/>
              <a:buChar char="•"/>
            </a:pPr>
            <a:r>
              <a:rPr lang="en-US" sz="1200"/>
              <a:t>Directors /Key managerial personnel (KMP) and their relatives</a:t>
            </a:r>
          </a:p>
          <a:p>
            <a:pPr marL="171450" indent="-171450" algn="just">
              <a:buFont typeface="Arial" panose="020B0604020202020204" pitchFamily="34" charset="0"/>
              <a:buChar char="•"/>
            </a:pPr>
            <a:r>
              <a:rPr lang="en-US" sz="1200"/>
              <a:t>Entities significantly influenced by board members/KMP</a:t>
            </a:r>
          </a:p>
          <a:p>
            <a:pPr algn="just"/>
            <a:br>
              <a:rPr lang="en-US" sz="1200">
                <a:highlight>
                  <a:srgbClr val="FFFFFF"/>
                </a:highlight>
              </a:rPr>
            </a:br>
            <a:br>
              <a:rPr lang="en-US" sz="1200">
                <a:highlight>
                  <a:srgbClr val="FFFFFF"/>
                </a:highlight>
              </a:rPr>
            </a:br>
            <a:r>
              <a:rPr lang="en-US" sz="1200" i="1">
                <a:highlight>
                  <a:srgbClr val="FFFFFF"/>
                </a:highlight>
              </a:rPr>
              <a:t>*Across </a:t>
            </a:r>
            <a:r>
              <a:rPr lang="en-US" sz="1200" b="1" i="1">
                <a:highlight>
                  <a:srgbClr val="FFFFFF"/>
                </a:highlight>
              </a:rPr>
              <a:t>US </a:t>
            </a:r>
            <a:r>
              <a:rPr lang="en-US" sz="1200" i="1">
                <a:highlight>
                  <a:srgbClr val="FFFFFF"/>
                </a:highlight>
              </a:rPr>
              <a:t>SEC, </a:t>
            </a:r>
            <a:r>
              <a:rPr lang="en-US" sz="1200" b="1" i="1">
                <a:highlight>
                  <a:srgbClr val="FFFFFF"/>
                </a:highlight>
              </a:rPr>
              <a:t>Indian </a:t>
            </a:r>
            <a:r>
              <a:rPr lang="en-US" sz="1200" i="1">
                <a:highlight>
                  <a:srgbClr val="FFFFFF"/>
                </a:highlight>
              </a:rPr>
              <a:t>Companies Act, </a:t>
            </a:r>
            <a:r>
              <a:rPr lang="en-US" sz="1200" b="1" i="1">
                <a:highlight>
                  <a:srgbClr val="FFFFFF"/>
                </a:highlight>
              </a:rPr>
              <a:t>UK</a:t>
            </a:r>
            <a:r>
              <a:rPr lang="en-US" sz="1200" i="1">
                <a:highlight>
                  <a:srgbClr val="FFFFFF"/>
                </a:highlight>
              </a:rPr>
              <a:t> Listing Rules and Companies Act, IFRS, definitions generally include these categories</a:t>
            </a:r>
          </a:p>
          <a:p>
            <a:pPr algn="just"/>
            <a:endParaRPr lang="en-GB" sz="1200"/>
          </a:p>
        </p:txBody>
      </p:sp>
      <p:sp>
        <p:nvSpPr>
          <p:cNvPr id="55" name="TextBox 54">
            <a:extLst>
              <a:ext uri="{FF2B5EF4-FFF2-40B4-BE49-F238E27FC236}">
                <a16:creationId xmlns:a16="http://schemas.microsoft.com/office/drawing/2014/main" id="{FE00C06D-65E6-3DFD-C535-AD7415490013}"/>
              </a:ext>
            </a:extLst>
          </p:cNvPr>
          <p:cNvSpPr txBox="1"/>
          <p:nvPr/>
        </p:nvSpPr>
        <p:spPr>
          <a:xfrm>
            <a:off x="8836735" y="1045746"/>
            <a:ext cx="2996527" cy="366212"/>
          </a:xfrm>
          <a:prstGeom prst="rect">
            <a:avLst/>
          </a:prstGeom>
          <a:noFill/>
        </p:spPr>
        <p:txBody>
          <a:bodyPr wrap="square" lIns="0" tIns="0" rIns="0" bIns="0" rtlCol="0">
            <a:noAutofit/>
          </a:bodyPr>
          <a:lstStyle/>
          <a:p>
            <a:r>
              <a:rPr lang="en-US" sz="1400" b="1">
                <a:solidFill>
                  <a:schemeClr val="accent1"/>
                </a:solidFill>
              </a:rPr>
              <a:t>Ordinary Course of Business &amp; Arms’ Length Basis </a:t>
            </a:r>
            <a:endParaRPr lang="en-GB" sz="1400" b="1">
              <a:solidFill>
                <a:schemeClr val="accent1"/>
              </a:solidFill>
            </a:endParaRPr>
          </a:p>
        </p:txBody>
      </p:sp>
      <p:sp>
        <p:nvSpPr>
          <p:cNvPr id="58" name="TextBox 57">
            <a:extLst>
              <a:ext uri="{FF2B5EF4-FFF2-40B4-BE49-F238E27FC236}">
                <a16:creationId xmlns:a16="http://schemas.microsoft.com/office/drawing/2014/main" id="{4FBC2A61-A202-022A-3DE8-DA384DDDA787}"/>
              </a:ext>
            </a:extLst>
          </p:cNvPr>
          <p:cNvSpPr txBox="1"/>
          <p:nvPr/>
        </p:nvSpPr>
        <p:spPr>
          <a:xfrm>
            <a:off x="8217668" y="1597989"/>
            <a:ext cx="3601041" cy="2048256"/>
          </a:xfrm>
          <a:prstGeom prst="rect">
            <a:avLst/>
          </a:prstGeom>
          <a:noFill/>
        </p:spPr>
        <p:txBody>
          <a:bodyPr wrap="square" lIns="0" tIns="0" rIns="0" bIns="0" rtlCol="0">
            <a:noAutofit/>
          </a:bodyPr>
          <a:lstStyle/>
          <a:p>
            <a:pPr marL="171450" indent="-171450" algn="just">
              <a:buFont typeface="Arial" panose="020B0604020202020204" pitchFamily="34" charset="0"/>
              <a:buChar char="•"/>
            </a:pPr>
            <a:endParaRPr lang="en-GB" sz="1200"/>
          </a:p>
        </p:txBody>
      </p:sp>
      <p:sp>
        <p:nvSpPr>
          <p:cNvPr id="59" name="TextBox 58">
            <a:extLst>
              <a:ext uri="{FF2B5EF4-FFF2-40B4-BE49-F238E27FC236}">
                <a16:creationId xmlns:a16="http://schemas.microsoft.com/office/drawing/2014/main" id="{FB83A3FC-7D83-1C6F-B627-8AE012D4C9F9}"/>
              </a:ext>
            </a:extLst>
          </p:cNvPr>
          <p:cNvSpPr txBox="1"/>
          <p:nvPr/>
        </p:nvSpPr>
        <p:spPr>
          <a:xfrm>
            <a:off x="663738" y="3931110"/>
            <a:ext cx="2838638" cy="366212"/>
          </a:xfrm>
          <a:prstGeom prst="rect">
            <a:avLst/>
          </a:prstGeom>
          <a:noFill/>
        </p:spPr>
        <p:txBody>
          <a:bodyPr wrap="square" lIns="0" tIns="0" rIns="0" bIns="0" rtlCol="0">
            <a:noAutofit/>
          </a:bodyPr>
          <a:lstStyle/>
          <a:p>
            <a:r>
              <a:rPr lang="en-GB" sz="1600">
                <a:latin typeface="+mj-lt"/>
              </a:rPr>
              <a:t> </a:t>
            </a:r>
            <a:r>
              <a:rPr lang="en-US" sz="1400" b="1">
                <a:solidFill>
                  <a:schemeClr val="accent1"/>
                </a:solidFill>
                <a:ea typeface="Roboto Medium" panose="02000000000000000000" pitchFamily="2" charset="0"/>
                <a:cs typeface="Arial" panose="020B0604020202020204" pitchFamily="34" charset="0"/>
              </a:rPr>
              <a:t>Global Regulatory Framework</a:t>
            </a:r>
            <a:endParaRPr lang="en-GB" sz="1400" b="1">
              <a:solidFill>
                <a:schemeClr val="accent1"/>
              </a:solidFill>
              <a:ea typeface="Roboto Medium" panose="02000000000000000000" pitchFamily="2" charset="0"/>
              <a:cs typeface="Arial" panose="020B0604020202020204" pitchFamily="34" charset="0"/>
            </a:endParaRPr>
          </a:p>
        </p:txBody>
      </p:sp>
      <p:pic>
        <p:nvPicPr>
          <p:cNvPr id="61" name="Graphic 60" descr="Globe outline">
            <a:extLst>
              <a:ext uri="{FF2B5EF4-FFF2-40B4-BE49-F238E27FC236}">
                <a16:creationId xmlns:a16="http://schemas.microsoft.com/office/drawing/2014/main" id="{7C3E822F-8CFB-A7AE-2D60-E7CA3A27DBE9}"/>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262363" y="3909527"/>
            <a:ext cx="387795" cy="387795"/>
          </a:xfrm>
          <a:prstGeom prst="rect">
            <a:avLst/>
          </a:prstGeom>
        </p:spPr>
      </p:pic>
      <p:sp>
        <p:nvSpPr>
          <p:cNvPr id="62" name="TextBox 61">
            <a:extLst>
              <a:ext uri="{FF2B5EF4-FFF2-40B4-BE49-F238E27FC236}">
                <a16:creationId xmlns:a16="http://schemas.microsoft.com/office/drawing/2014/main" id="{D1F35727-0A3A-D6D2-CC92-BA844402F4F1}"/>
              </a:ext>
            </a:extLst>
          </p:cNvPr>
          <p:cNvSpPr txBox="1"/>
          <p:nvPr/>
        </p:nvSpPr>
        <p:spPr>
          <a:xfrm>
            <a:off x="262363" y="4427846"/>
            <a:ext cx="7555757" cy="1872012"/>
          </a:xfrm>
          <a:prstGeom prst="rect">
            <a:avLst/>
          </a:prstGeom>
          <a:noFill/>
        </p:spPr>
        <p:txBody>
          <a:bodyPr wrap="square" lIns="0" tIns="0" rIns="0" bIns="0" rtlCol="0">
            <a:noAutofit/>
          </a:bodyPr>
          <a:lstStyle/>
          <a:p>
            <a:pPr marL="171450" lvl="0" indent="-171450" algn="just">
              <a:buFont typeface="Arial" panose="020B0604020202020204" pitchFamily="34" charset="0"/>
              <a:buChar char="•"/>
            </a:pPr>
            <a:r>
              <a:rPr lang="en-GB" sz="1200" b="1">
                <a:highlight>
                  <a:srgbClr val="FFFFFF"/>
                </a:highlight>
              </a:rPr>
              <a:t>US </a:t>
            </a:r>
            <a:r>
              <a:rPr lang="en-GB" sz="1200">
                <a:highlight>
                  <a:srgbClr val="FFFFFF"/>
                </a:highlight>
              </a:rPr>
              <a:t>- </a:t>
            </a:r>
            <a:r>
              <a:rPr lang="en-US" sz="1200">
                <a:highlight>
                  <a:srgbClr val="FFFFFF"/>
                </a:highlight>
              </a:rPr>
              <a:t>SEC states that the financial statements shall include </a:t>
            </a:r>
            <a:r>
              <a:rPr lang="en-US" sz="1200" b="1">
                <a:highlight>
                  <a:srgbClr val="FFFFFF"/>
                </a:highlight>
              </a:rPr>
              <a:t>disclosures </a:t>
            </a:r>
            <a:r>
              <a:rPr lang="en-US" sz="1200">
                <a:highlight>
                  <a:srgbClr val="FFFFFF"/>
                </a:highlight>
              </a:rPr>
              <a:t>of material RPTs. </a:t>
            </a:r>
          </a:p>
          <a:p>
            <a:pPr marL="171450" lvl="0" indent="-171450" algn="just">
              <a:buFont typeface="Arial" panose="020B0604020202020204" pitchFamily="34" charset="0"/>
              <a:buChar char="•"/>
            </a:pPr>
            <a:endParaRPr lang="en-US" sz="1200"/>
          </a:p>
          <a:p>
            <a:pPr marL="171450" lvl="0" indent="-171450" algn="just">
              <a:buFont typeface="Arial" panose="020B0604020202020204" pitchFamily="34" charset="0"/>
              <a:buChar char="•"/>
            </a:pPr>
            <a:r>
              <a:rPr lang="en-US" sz="1200" b="1"/>
              <a:t>UK </a:t>
            </a:r>
            <a:r>
              <a:rPr lang="en-US" sz="1200"/>
              <a:t>-</a:t>
            </a:r>
            <a:r>
              <a:rPr lang="en-US" sz="1200" b="1">
                <a:solidFill>
                  <a:schemeClr val="accent1"/>
                </a:solidFill>
              </a:rPr>
              <a:t> </a:t>
            </a:r>
            <a:r>
              <a:rPr lang="en-US" sz="1200"/>
              <a:t>Significant RPTs need </a:t>
            </a:r>
            <a:r>
              <a:rPr lang="en-US" sz="1200" b="1"/>
              <a:t>shareholder approval</a:t>
            </a:r>
            <a:r>
              <a:rPr lang="en-US" sz="1200"/>
              <a:t>. Governance Code stress on </a:t>
            </a:r>
            <a:r>
              <a:rPr lang="en-US" sz="1200" b="1"/>
              <a:t>board independence </a:t>
            </a:r>
            <a:r>
              <a:rPr lang="en-US" sz="1200"/>
              <a:t>and </a:t>
            </a:r>
            <a:r>
              <a:rPr lang="en-US" sz="1200" b="1"/>
              <a:t>oversight</a:t>
            </a:r>
            <a:r>
              <a:rPr lang="en-US" sz="1200"/>
              <a:t> of RPTs.</a:t>
            </a:r>
          </a:p>
          <a:p>
            <a:pPr marL="171450" lvl="0" indent="-171450" algn="just">
              <a:buFont typeface="Arial" panose="020B0604020202020204" pitchFamily="34" charset="0"/>
              <a:buChar char="•"/>
            </a:pPr>
            <a:endParaRPr lang="en-US" sz="1200"/>
          </a:p>
          <a:p>
            <a:pPr marL="171450" lvl="0" indent="-171450" algn="just">
              <a:buFont typeface="Arial" panose="020B0604020202020204" pitchFamily="34" charset="0"/>
              <a:buChar char="•"/>
            </a:pPr>
            <a:r>
              <a:rPr lang="en-US" sz="1200" b="1"/>
              <a:t>India</a:t>
            </a:r>
            <a:r>
              <a:rPr lang="en-US" sz="1200"/>
              <a:t> - Companies Act and SEBI regulations require </a:t>
            </a:r>
            <a:r>
              <a:rPr lang="en-US" sz="1200" b="1"/>
              <a:t>board/shareholder approval</a:t>
            </a:r>
            <a:r>
              <a:rPr lang="en-US" sz="1200"/>
              <a:t>, </a:t>
            </a:r>
            <a:r>
              <a:rPr lang="en-US" sz="1200" b="1"/>
              <a:t>audit committee review</a:t>
            </a:r>
            <a:r>
              <a:rPr lang="en-US" sz="1200"/>
              <a:t>, and </a:t>
            </a:r>
            <a:r>
              <a:rPr lang="en-US" sz="1200" b="1"/>
              <a:t>stock exchange disclosure </a:t>
            </a:r>
            <a:r>
              <a:rPr lang="en-US" sz="1200"/>
              <a:t>for significant RPTs</a:t>
            </a:r>
          </a:p>
          <a:p>
            <a:pPr marL="171450" lvl="0" indent="-171450" algn="just">
              <a:buFont typeface="Arial" panose="020B0604020202020204" pitchFamily="34" charset="0"/>
              <a:buChar char="•"/>
            </a:pPr>
            <a:endParaRPr lang="en-US" sz="1200" b="1"/>
          </a:p>
          <a:p>
            <a:pPr marL="171450" lvl="0" indent="-171450" algn="just">
              <a:buFont typeface="Arial" panose="020B0604020202020204" pitchFamily="34" charset="0"/>
              <a:buChar char="•"/>
            </a:pPr>
            <a:r>
              <a:rPr lang="en-US" sz="1200" b="1"/>
              <a:t>IFRS </a:t>
            </a:r>
            <a:r>
              <a:rPr lang="en-US" sz="1200"/>
              <a:t>-</a:t>
            </a:r>
            <a:r>
              <a:rPr lang="en-US" sz="1200" b="1"/>
              <a:t> </a:t>
            </a:r>
            <a:r>
              <a:rPr lang="en-US" sz="1200"/>
              <a:t>It mandates </a:t>
            </a:r>
            <a:r>
              <a:rPr lang="en-US" sz="1200" b="1"/>
              <a:t>disclosure</a:t>
            </a:r>
            <a:r>
              <a:rPr lang="en-US" sz="1200"/>
              <a:t> of relationships, nature of transactions, amounts involved and outstanding balances.</a:t>
            </a:r>
          </a:p>
          <a:p>
            <a:pPr lvl="0" algn="just"/>
            <a:endParaRPr lang="en-US" sz="1200" b="1"/>
          </a:p>
          <a:p>
            <a:pPr lvl="0" algn="just"/>
            <a:endParaRPr lang="en-US" sz="1200" b="1"/>
          </a:p>
          <a:p>
            <a:pPr lvl="0" algn="just"/>
            <a:endParaRPr lang="en-US" sz="1200"/>
          </a:p>
          <a:p>
            <a:pPr lvl="0" algn="just"/>
            <a:endParaRPr lang="en-US" sz="1200"/>
          </a:p>
          <a:p>
            <a:pPr lvl="0" algn="just"/>
            <a:endParaRPr lang="en-US" sz="1200"/>
          </a:p>
          <a:p>
            <a:pPr lvl="0" algn="just"/>
            <a:endParaRPr lang="en-US" sz="1200"/>
          </a:p>
          <a:p>
            <a:pPr lvl="0" algn="just"/>
            <a:endParaRPr lang="en-US" sz="1200"/>
          </a:p>
          <a:p>
            <a:pPr lvl="0" algn="just"/>
            <a:endParaRPr lang="en-US" sz="1200"/>
          </a:p>
          <a:p>
            <a:pPr lvl="0" algn="just"/>
            <a:endParaRPr lang="en-GB" sz="1200"/>
          </a:p>
          <a:p>
            <a:pPr algn="just"/>
            <a:r>
              <a:rPr lang="en-GB" sz="1200"/>
              <a:t> </a:t>
            </a:r>
          </a:p>
        </p:txBody>
      </p:sp>
      <p:sp>
        <p:nvSpPr>
          <p:cNvPr id="66" name="TextBox 65">
            <a:extLst>
              <a:ext uri="{FF2B5EF4-FFF2-40B4-BE49-F238E27FC236}">
                <a16:creationId xmlns:a16="http://schemas.microsoft.com/office/drawing/2014/main" id="{85BF7FE8-13F0-9244-FDE0-90DC26A4FF27}"/>
              </a:ext>
            </a:extLst>
          </p:cNvPr>
          <p:cNvSpPr txBox="1"/>
          <p:nvPr/>
        </p:nvSpPr>
        <p:spPr>
          <a:xfrm>
            <a:off x="8794039" y="3903320"/>
            <a:ext cx="2838638" cy="366212"/>
          </a:xfrm>
          <a:prstGeom prst="rect">
            <a:avLst/>
          </a:prstGeom>
          <a:noFill/>
        </p:spPr>
        <p:txBody>
          <a:bodyPr wrap="square" lIns="0" tIns="0" rIns="0" bIns="0" rtlCol="0">
            <a:noAutofit/>
          </a:bodyPr>
          <a:lstStyle/>
          <a:p>
            <a:r>
              <a:rPr lang="en-GB" sz="1600">
                <a:latin typeface="+mj-lt"/>
              </a:rPr>
              <a:t> </a:t>
            </a:r>
            <a:r>
              <a:rPr lang="en-US" sz="1400" b="1">
                <a:solidFill>
                  <a:schemeClr val="accent1"/>
                </a:solidFill>
                <a:ea typeface="Roboto Medium" panose="02000000000000000000" pitchFamily="2" charset="0"/>
                <a:cs typeface="Arial" panose="020B0604020202020204" pitchFamily="34" charset="0"/>
              </a:rPr>
              <a:t>Board’s Role in RPT Governance</a:t>
            </a:r>
            <a:endParaRPr lang="en-GB" sz="1400" b="1">
              <a:solidFill>
                <a:schemeClr val="accent1"/>
              </a:solidFill>
              <a:ea typeface="Roboto Medium" panose="02000000000000000000" pitchFamily="2" charset="0"/>
              <a:cs typeface="Arial" panose="020B0604020202020204" pitchFamily="34" charset="0"/>
            </a:endParaRPr>
          </a:p>
        </p:txBody>
      </p:sp>
      <p:pic>
        <p:nvPicPr>
          <p:cNvPr id="68" name="Graphic 67" descr="Board Of Directors with solid fill">
            <a:extLst>
              <a:ext uri="{FF2B5EF4-FFF2-40B4-BE49-F238E27FC236}">
                <a16:creationId xmlns:a16="http://schemas.microsoft.com/office/drawing/2014/main" id="{83D968F8-B11E-35A1-8677-BF253BCD3B0B}"/>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8191622" y="3802540"/>
            <a:ext cx="567771" cy="567771"/>
          </a:xfrm>
          <a:prstGeom prst="rect">
            <a:avLst/>
          </a:prstGeom>
        </p:spPr>
      </p:pic>
      <p:sp>
        <p:nvSpPr>
          <p:cNvPr id="70" name="TextBox 69">
            <a:extLst>
              <a:ext uri="{FF2B5EF4-FFF2-40B4-BE49-F238E27FC236}">
                <a16:creationId xmlns:a16="http://schemas.microsoft.com/office/drawing/2014/main" id="{C9C15B79-A08C-4E32-6FD8-F0F6125253F7}"/>
              </a:ext>
            </a:extLst>
          </p:cNvPr>
          <p:cNvSpPr txBox="1"/>
          <p:nvPr/>
        </p:nvSpPr>
        <p:spPr>
          <a:xfrm>
            <a:off x="8232221" y="4463761"/>
            <a:ext cx="3601041" cy="1763303"/>
          </a:xfrm>
          <a:prstGeom prst="rect">
            <a:avLst/>
          </a:prstGeom>
          <a:noFill/>
        </p:spPr>
        <p:txBody>
          <a:bodyPr wrap="square" lIns="0" tIns="0" rIns="0" bIns="0" rtlCol="0">
            <a:noAutofit/>
          </a:bodyPr>
          <a:lstStyle/>
          <a:p>
            <a:pPr marL="171450" indent="-171450">
              <a:spcAft>
                <a:spcPts val="600"/>
              </a:spcAft>
              <a:buFont typeface="Arial" panose="020B0604020202020204" pitchFamily="34" charset="0"/>
              <a:buChar char="•"/>
            </a:pPr>
            <a:r>
              <a:rPr lang="en-US" sz="1200" b="1"/>
              <a:t>Ensure </a:t>
            </a:r>
            <a:r>
              <a:rPr lang="en-US" sz="1200"/>
              <a:t>RPTs occur at arm’s length</a:t>
            </a:r>
          </a:p>
          <a:p>
            <a:pPr marL="171450" indent="-171450">
              <a:spcAft>
                <a:spcPts val="600"/>
              </a:spcAft>
              <a:buFont typeface="Arial" panose="020B0604020202020204" pitchFamily="34" charset="0"/>
              <a:buChar char="•"/>
            </a:pPr>
            <a:r>
              <a:rPr lang="en-US" sz="1200" b="1"/>
              <a:t>Approve</a:t>
            </a:r>
            <a:r>
              <a:rPr lang="en-US" sz="1200"/>
              <a:t>, </a:t>
            </a:r>
            <a:r>
              <a:rPr lang="en-US" sz="1200" b="1"/>
              <a:t>monitor</a:t>
            </a:r>
            <a:r>
              <a:rPr lang="en-US" sz="1200"/>
              <a:t> and </a:t>
            </a:r>
            <a:r>
              <a:rPr lang="en-US" sz="1200" b="1"/>
              <a:t>review</a:t>
            </a:r>
            <a:r>
              <a:rPr lang="en-US" sz="1200"/>
              <a:t> material or non-routine transactions</a:t>
            </a:r>
          </a:p>
          <a:p>
            <a:pPr marL="171450" indent="-171450">
              <a:spcAft>
                <a:spcPts val="600"/>
              </a:spcAft>
              <a:buFont typeface="Arial" panose="020B0604020202020204" pitchFamily="34" charset="0"/>
              <a:buChar char="•"/>
            </a:pPr>
            <a:r>
              <a:rPr lang="en-US" sz="1200" b="1"/>
              <a:t>Oversee</a:t>
            </a:r>
            <a:r>
              <a:rPr lang="en-US" sz="1200"/>
              <a:t> independent valuation &amp; fairness opinions</a:t>
            </a:r>
          </a:p>
          <a:p>
            <a:pPr marL="171450" indent="-171450">
              <a:spcAft>
                <a:spcPts val="600"/>
              </a:spcAft>
              <a:buFont typeface="Arial" panose="020B0604020202020204" pitchFamily="34" charset="0"/>
              <a:buChar char="•"/>
            </a:pPr>
            <a:r>
              <a:rPr lang="en-US" sz="1200" b="1"/>
              <a:t>Ensure</a:t>
            </a:r>
            <a:r>
              <a:rPr lang="en-US" sz="1200"/>
              <a:t> full disclosures in financial statements</a:t>
            </a:r>
          </a:p>
        </p:txBody>
      </p:sp>
      <p:sp>
        <p:nvSpPr>
          <p:cNvPr id="71" name="Slide Number Placeholder 3">
            <a:extLst>
              <a:ext uri="{FF2B5EF4-FFF2-40B4-BE49-F238E27FC236}">
                <a16:creationId xmlns:a16="http://schemas.microsoft.com/office/drawing/2014/main" id="{2F362F76-7D17-0BF8-08F5-BAE3A709B7BA}"/>
              </a:ext>
            </a:extLst>
          </p:cNvPr>
          <p:cNvSpPr txBox="1">
            <a:spLocks/>
          </p:cNvSpPr>
          <p:nvPr/>
        </p:nvSpPr>
        <p:spPr>
          <a:xfrm>
            <a:off x="11756210" y="6604188"/>
            <a:ext cx="298209" cy="161583"/>
          </a:xfrm>
          <a:prstGeom prst="rect">
            <a:avLst/>
          </a:prstGeom>
        </p:spPr>
        <p:txBody>
          <a:bodyPr vert="horz" wrap="square" lIns="0" tIns="0" rIns="0" bIns="0" rtlCol="0" anchor="b"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600"/>
              </a:spcAft>
            </a:pPr>
            <a:fld id="{3E6AC032-1535-134B-A583-D5E1DDD0D167}" type="slidenum">
              <a:rPr lang="en-US" sz="900" smtClean="0"/>
              <a:pPr>
                <a:spcAft>
                  <a:spcPts val="600"/>
                </a:spcAft>
              </a:pPr>
              <a:t>15</a:t>
            </a:fld>
            <a:endParaRPr lang="en-US" sz="900"/>
          </a:p>
        </p:txBody>
      </p:sp>
      <p:pic>
        <p:nvPicPr>
          <p:cNvPr id="73" name="Graphic 72" descr="Handshake outline">
            <a:extLst>
              <a:ext uri="{FF2B5EF4-FFF2-40B4-BE49-F238E27FC236}">
                <a16:creationId xmlns:a16="http://schemas.microsoft.com/office/drawing/2014/main" id="{C231112E-D965-C98B-0D81-DF254825282D}"/>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8191621" y="970729"/>
            <a:ext cx="567771" cy="567771"/>
          </a:xfrm>
          <a:prstGeom prst="rect">
            <a:avLst/>
          </a:prstGeom>
        </p:spPr>
      </p:pic>
      <p:sp>
        <p:nvSpPr>
          <p:cNvPr id="74" name="TextBox 73">
            <a:extLst>
              <a:ext uri="{FF2B5EF4-FFF2-40B4-BE49-F238E27FC236}">
                <a16:creationId xmlns:a16="http://schemas.microsoft.com/office/drawing/2014/main" id="{F810D7DE-0524-535F-7CD8-418EA78C9FA7}"/>
              </a:ext>
            </a:extLst>
          </p:cNvPr>
          <p:cNvSpPr txBox="1"/>
          <p:nvPr/>
        </p:nvSpPr>
        <p:spPr>
          <a:xfrm>
            <a:off x="8191921" y="1601206"/>
            <a:ext cx="3601041" cy="2048256"/>
          </a:xfrm>
          <a:prstGeom prst="rect">
            <a:avLst/>
          </a:prstGeom>
          <a:noFill/>
        </p:spPr>
        <p:txBody>
          <a:bodyPr wrap="square" lIns="0" tIns="0" rIns="0" bIns="0" rtlCol="0">
            <a:noAutofit/>
          </a:bodyPr>
          <a:lstStyle/>
          <a:p>
            <a:pPr marL="171450" indent="-171450" algn="just">
              <a:buFont typeface="Arial" panose="020B0604020202020204" pitchFamily="34" charset="0"/>
              <a:buChar char="•"/>
            </a:pPr>
            <a:r>
              <a:rPr lang="en-GB" sz="1200" b="1"/>
              <a:t>Ordinary Course of Business - </a:t>
            </a:r>
            <a:r>
              <a:rPr lang="en-US" sz="1200"/>
              <a:t>Transactions that are routine, day-to-day and aligned with the company’s </a:t>
            </a:r>
            <a:r>
              <a:rPr lang="en-US" sz="1200" b="1"/>
              <a:t>normal business activities</a:t>
            </a:r>
            <a:r>
              <a:rPr lang="en-US" sz="1200"/>
              <a:t>.</a:t>
            </a:r>
          </a:p>
          <a:p>
            <a:pPr algn="just"/>
            <a:endParaRPr lang="en-US" sz="1200"/>
          </a:p>
          <a:p>
            <a:pPr marL="171450" indent="-171450" algn="just">
              <a:buFont typeface="Arial" panose="020B0604020202020204" pitchFamily="34" charset="0"/>
              <a:buChar char="•"/>
            </a:pPr>
            <a:r>
              <a:rPr lang="en-US" sz="1200" b="1"/>
              <a:t>Arm’s Length Basis - </a:t>
            </a:r>
            <a:r>
              <a:rPr lang="en-US" sz="1200"/>
              <a:t>A transaction conducted as if the parties were  </a:t>
            </a:r>
            <a:r>
              <a:rPr lang="en-US" sz="1200" b="1"/>
              <a:t>unrelated,</a:t>
            </a:r>
            <a:r>
              <a:rPr lang="en-US" sz="1200"/>
              <a:t> with </a:t>
            </a:r>
            <a:r>
              <a:rPr lang="en-US" sz="1200" b="1"/>
              <a:t>fair pricing</a:t>
            </a:r>
            <a:r>
              <a:rPr lang="en-US" sz="1200"/>
              <a:t>, </a:t>
            </a:r>
            <a:r>
              <a:rPr lang="en-US" sz="1200" b="1"/>
              <a:t>independent judgment</a:t>
            </a:r>
            <a:r>
              <a:rPr lang="en-US" sz="1200"/>
              <a:t> and </a:t>
            </a:r>
            <a:r>
              <a:rPr lang="en-US" sz="1200" b="1"/>
              <a:t>no undue influence</a:t>
            </a:r>
            <a:r>
              <a:rPr lang="en-US" sz="1200"/>
              <a:t>. This ensures commercial terms mirror what any third party would agree to under similar circumstances.</a:t>
            </a:r>
          </a:p>
          <a:p>
            <a:pPr marL="171450" indent="-171450" algn="just">
              <a:buFont typeface="Arial" panose="020B0604020202020204" pitchFamily="34" charset="0"/>
              <a:buChar char="•"/>
            </a:pPr>
            <a:endParaRPr lang="en-GB" sz="1200"/>
          </a:p>
        </p:txBody>
      </p:sp>
    </p:spTree>
    <p:custDataLst>
      <p:custData r:id="rId1"/>
    </p:custDataLst>
    <p:extLst>
      <p:ext uri="{BB962C8B-B14F-4D97-AF65-F5344CB8AC3E}">
        <p14:creationId xmlns:p14="http://schemas.microsoft.com/office/powerpoint/2010/main" val="501286807"/>
      </p:ext>
    </p:extLst>
  </p:cSld>
  <p:clrMapOvr>
    <a:masterClrMapping/>
  </p:clrMapOvr>
  <mc:AlternateContent xmlns:mc="http://schemas.openxmlformats.org/markup-compatibility/2006" xmlns:p14="http://schemas.microsoft.com/office/powerpoint/2010/main">
    <mc:Choice Requires="p14">
      <p:transition p14:dur="10" advClick="0" advTm="15000"/>
    </mc:Choice>
    <mc:Fallback xmlns="">
      <p:transition advClick="0" advTm="15000"/>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7D8032-AEF9-29F9-EB47-593933C9B5BE}"/>
            </a:ext>
          </a:extLst>
        </p:cNvPr>
        <p:cNvGrpSpPr/>
        <p:nvPr/>
      </p:nvGrpSpPr>
      <p:grpSpPr>
        <a:xfrm>
          <a:off x="0" y="0"/>
          <a:ext cx="0" cy="0"/>
          <a:chOff x="0" y="0"/>
          <a:chExt cx="0" cy="0"/>
        </a:xfrm>
      </p:grpSpPr>
      <p:sp>
        <p:nvSpPr>
          <p:cNvPr id="23" name="Rectangle 22">
            <a:extLst>
              <a:ext uri="{FF2B5EF4-FFF2-40B4-BE49-F238E27FC236}">
                <a16:creationId xmlns:a16="http://schemas.microsoft.com/office/drawing/2014/main" id="{F8B78AC4-D470-8101-8DF1-E37517B9962A}"/>
              </a:ext>
            </a:extLst>
          </p:cNvPr>
          <p:cNvSpPr/>
          <p:nvPr/>
        </p:nvSpPr>
        <p:spPr>
          <a:xfrm>
            <a:off x="0" y="0"/>
            <a:ext cx="3410712" cy="6858000"/>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3200" b="1">
              <a:solidFill>
                <a:schemeClr val="accent1"/>
              </a:solidFill>
              <a:latin typeface="+mj-lt"/>
            </a:endParaRPr>
          </a:p>
          <a:p>
            <a:pPr algn="ctr"/>
            <a:endParaRPr lang="en-GB" sz="3200" b="1">
              <a:solidFill>
                <a:schemeClr val="accent1"/>
              </a:solidFill>
              <a:latin typeface="+mj-lt"/>
            </a:endParaRPr>
          </a:p>
          <a:p>
            <a:pPr algn="ctr"/>
            <a:endParaRPr lang="en-GB" sz="3200" b="1">
              <a:solidFill>
                <a:schemeClr val="accent1"/>
              </a:solidFill>
              <a:latin typeface="+mj-lt"/>
            </a:endParaRPr>
          </a:p>
          <a:p>
            <a:pPr algn="ctr"/>
            <a:endParaRPr lang="en-GB" sz="3200" b="1">
              <a:solidFill>
                <a:schemeClr val="accent1"/>
              </a:solidFill>
              <a:latin typeface="+mj-lt"/>
            </a:endParaRPr>
          </a:p>
          <a:p>
            <a:pPr algn="ctr"/>
            <a:endParaRPr lang="en-GB" sz="3200" b="1">
              <a:solidFill>
                <a:schemeClr val="accent1"/>
              </a:solidFill>
              <a:latin typeface="+mj-lt"/>
            </a:endParaRPr>
          </a:p>
          <a:p>
            <a:pPr algn="ctr"/>
            <a:endParaRPr lang="en-GB" sz="3200" b="1">
              <a:solidFill>
                <a:schemeClr val="accent1"/>
              </a:solidFill>
              <a:latin typeface="+mj-lt"/>
            </a:endParaRPr>
          </a:p>
          <a:p>
            <a:pPr algn="ctr"/>
            <a:r>
              <a:rPr lang="en-GB" sz="3200" b="1">
                <a:solidFill>
                  <a:schemeClr val="accent1"/>
                </a:solidFill>
                <a:latin typeface="+mj-lt"/>
              </a:rPr>
              <a:t>Boardroom Decision </a:t>
            </a:r>
          </a:p>
          <a:p>
            <a:pPr algn="ctr"/>
            <a:endParaRPr lang="en-GB" sz="3600"/>
          </a:p>
          <a:p>
            <a:pPr algn="ctr"/>
            <a:r>
              <a:rPr lang="en-GB" sz="2800">
                <a:solidFill>
                  <a:schemeClr val="accent1"/>
                </a:solidFill>
                <a:latin typeface="+mj-lt"/>
              </a:rPr>
              <a:t>RPT Edition</a:t>
            </a:r>
          </a:p>
          <a:p>
            <a:pPr algn="ctr"/>
            <a:endParaRPr lang="en-GB"/>
          </a:p>
        </p:txBody>
      </p:sp>
      <p:pic>
        <p:nvPicPr>
          <p:cNvPr id="22" name="Picture 21" descr="Yellow and blue symbols">
            <a:extLst>
              <a:ext uri="{FF2B5EF4-FFF2-40B4-BE49-F238E27FC236}">
                <a16:creationId xmlns:a16="http://schemas.microsoft.com/office/drawing/2014/main" id="{A322F1C2-839F-795A-599C-26F378A953B9}"/>
              </a:ext>
            </a:extLst>
          </p:cNvPr>
          <p:cNvPicPr>
            <a:picLocks noChangeAspect="1"/>
          </p:cNvPicPr>
          <p:nvPr/>
        </p:nvPicPr>
        <p:blipFill>
          <a:blip r:embed="rId3">
            <a:duotone>
              <a:schemeClr val="accent1">
                <a:shade val="45000"/>
                <a:satMod val="135000"/>
              </a:schemeClr>
              <a:prstClr val="white"/>
            </a:duotone>
            <a:extLst>
              <a:ext uri="{28A0092B-C50C-407E-A947-70E740481C1C}">
                <a14:useLocalDpi xmlns:a14="http://schemas.microsoft.com/office/drawing/2010/main" val="0"/>
              </a:ext>
            </a:extLst>
          </a:blip>
          <a:srcRect l="20851" t="17467" r="22314" b="19333"/>
          <a:stretch>
            <a:fillRect/>
          </a:stretch>
        </p:blipFill>
        <p:spPr>
          <a:xfrm>
            <a:off x="0" y="0"/>
            <a:ext cx="3410712" cy="2902473"/>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28" name="Rectangle 27">
            <a:extLst>
              <a:ext uri="{FF2B5EF4-FFF2-40B4-BE49-F238E27FC236}">
                <a16:creationId xmlns:a16="http://schemas.microsoft.com/office/drawing/2014/main" id="{BF3D7600-D8D0-6832-01BD-7FBC5F710AD2}"/>
              </a:ext>
            </a:extLst>
          </p:cNvPr>
          <p:cNvSpPr/>
          <p:nvPr/>
        </p:nvSpPr>
        <p:spPr>
          <a:xfrm>
            <a:off x="3827495" y="318978"/>
            <a:ext cx="7878952" cy="948571"/>
          </a:xfrm>
          <a:prstGeom prst="rect">
            <a:avLst/>
          </a:prstGeom>
          <a:solidFill>
            <a:schemeClr val="bg1"/>
          </a:solid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b="1">
                <a:solidFill>
                  <a:schemeClr val="tx1"/>
                </a:solidFill>
              </a:rPr>
              <a:t>Scenario 1 </a:t>
            </a:r>
            <a:r>
              <a:rPr lang="en-GB" sz="1400">
                <a:solidFill>
                  <a:schemeClr val="tx1"/>
                </a:solidFill>
              </a:rPr>
              <a:t>- </a:t>
            </a:r>
            <a:r>
              <a:rPr lang="en-US" sz="1400">
                <a:solidFill>
                  <a:schemeClr val="tx1"/>
                </a:solidFill>
              </a:rPr>
              <a:t>The company rents an office floor from a property owned by the </a:t>
            </a:r>
            <a:r>
              <a:rPr lang="en-US" sz="1400" b="1">
                <a:solidFill>
                  <a:schemeClr val="tx1"/>
                </a:solidFill>
              </a:rPr>
              <a:t>Director’s brother</a:t>
            </a:r>
            <a:r>
              <a:rPr lang="en-US" sz="1400">
                <a:solidFill>
                  <a:schemeClr val="tx1"/>
                </a:solidFill>
              </a:rPr>
              <a:t>. Is this Related Party Transaction ?</a:t>
            </a:r>
            <a:endParaRPr lang="en-GB" sz="1400">
              <a:solidFill>
                <a:schemeClr val="tx1"/>
              </a:solidFill>
            </a:endParaRPr>
          </a:p>
        </p:txBody>
      </p:sp>
      <p:sp>
        <p:nvSpPr>
          <p:cNvPr id="30" name="Rectangle 29">
            <a:extLst>
              <a:ext uri="{FF2B5EF4-FFF2-40B4-BE49-F238E27FC236}">
                <a16:creationId xmlns:a16="http://schemas.microsoft.com/office/drawing/2014/main" id="{6EF96983-3497-7E0D-BBD0-AF465A10FA7F}"/>
              </a:ext>
            </a:extLst>
          </p:cNvPr>
          <p:cNvSpPr/>
          <p:nvPr/>
        </p:nvSpPr>
        <p:spPr>
          <a:xfrm>
            <a:off x="3816976" y="1316447"/>
            <a:ext cx="7878952" cy="948571"/>
          </a:xfrm>
          <a:prstGeom prst="rect">
            <a:avLst/>
          </a:prstGeom>
          <a:solidFill>
            <a:schemeClr val="bg1">
              <a:lumMod val="75000"/>
            </a:schemeClr>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a:solidFill>
                  <a:schemeClr val="tx1"/>
                </a:solidFill>
              </a:rPr>
              <a:t>Yes</a:t>
            </a:r>
            <a:r>
              <a:rPr lang="en-US" sz="1400">
                <a:solidFill>
                  <a:schemeClr val="tx1"/>
                </a:solidFill>
              </a:rPr>
              <a:t>. This is a </a:t>
            </a:r>
            <a:r>
              <a:rPr lang="en-US" sz="1400" b="1">
                <a:solidFill>
                  <a:schemeClr val="tx1"/>
                </a:solidFill>
              </a:rPr>
              <a:t>Related Party Transaction. </a:t>
            </a:r>
            <a:r>
              <a:rPr lang="en-US" sz="1400">
                <a:solidFill>
                  <a:schemeClr val="tx1"/>
                </a:solidFill>
              </a:rPr>
              <a:t>Because the </a:t>
            </a:r>
            <a:r>
              <a:rPr lang="en-US" sz="1400" b="1">
                <a:solidFill>
                  <a:schemeClr val="tx1"/>
                </a:solidFill>
              </a:rPr>
              <a:t>relative of a director</a:t>
            </a:r>
            <a:r>
              <a:rPr lang="en-US" sz="1400">
                <a:solidFill>
                  <a:schemeClr val="tx1"/>
                </a:solidFill>
              </a:rPr>
              <a:t> is a related party. However, further checks required such as arm’s length basis.</a:t>
            </a:r>
            <a:endParaRPr lang="en-GB" sz="1400">
              <a:solidFill>
                <a:schemeClr val="tx1"/>
              </a:solidFill>
            </a:endParaRPr>
          </a:p>
        </p:txBody>
      </p:sp>
      <p:sp>
        <p:nvSpPr>
          <p:cNvPr id="34" name="Rectangle 33">
            <a:extLst>
              <a:ext uri="{FF2B5EF4-FFF2-40B4-BE49-F238E27FC236}">
                <a16:creationId xmlns:a16="http://schemas.microsoft.com/office/drawing/2014/main" id="{86F97954-75DE-3384-10E2-4BB2E988D49C}"/>
              </a:ext>
            </a:extLst>
          </p:cNvPr>
          <p:cNvSpPr/>
          <p:nvPr/>
        </p:nvSpPr>
        <p:spPr>
          <a:xfrm>
            <a:off x="3816976" y="2493195"/>
            <a:ext cx="7878952" cy="948571"/>
          </a:xfrm>
          <a:prstGeom prst="rect">
            <a:avLst/>
          </a:prstGeom>
          <a:solidFill>
            <a:schemeClr val="bg1"/>
          </a:solid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b="1">
                <a:solidFill>
                  <a:schemeClr val="tx1"/>
                </a:solidFill>
              </a:rPr>
              <a:t>Scenario 2 </a:t>
            </a:r>
            <a:r>
              <a:rPr lang="en-GB" sz="1400">
                <a:solidFill>
                  <a:schemeClr val="tx1"/>
                </a:solidFill>
              </a:rPr>
              <a:t>-</a:t>
            </a:r>
            <a:r>
              <a:rPr lang="en-US" sz="1400">
                <a:solidFill>
                  <a:schemeClr val="tx1"/>
                </a:solidFill>
              </a:rPr>
              <a:t>The company sells its standard products to its regular </a:t>
            </a:r>
            <a:r>
              <a:rPr lang="en-US" sz="1400" b="1">
                <a:solidFill>
                  <a:schemeClr val="tx1"/>
                </a:solidFill>
              </a:rPr>
              <a:t>customers</a:t>
            </a:r>
            <a:r>
              <a:rPr lang="en-US" sz="1400">
                <a:solidFill>
                  <a:schemeClr val="tx1"/>
                </a:solidFill>
              </a:rPr>
              <a:t> every month. Is this an ordinary course of business?</a:t>
            </a:r>
            <a:endParaRPr lang="en-GB" sz="1400">
              <a:solidFill>
                <a:schemeClr val="tx1"/>
              </a:solidFill>
            </a:endParaRPr>
          </a:p>
        </p:txBody>
      </p:sp>
      <p:sp>
        <p:nvSpPr>
          <p:cNvPr id="35" name="Rectangle 34">
            <a:extLst>
              <a:ext uri="{FF2B5EF4-FFF2-40B4-BE49-F238E27FC236}">
                <a16:creationId xmlns:a16="http://schemas.microsoft.com/office/drawing/2014/main" id="{1E7F03A1-AD95-B167-EDD5-CDDC1E9AF64E}"/>
              </a:ext>
            </a:extLst>
          </p:cNvPr>
          <p:cNvSpPr/>
          <p:nvPr/>
        </p:nvSpPr>
        <p:spPr>
          <a:xfrm>
            <a:off x="3806456" y="3490664"/>
            <a:ext cx="7878952" cy="948571"/>
          </a:xfrm>
          <a:prstGeom prst="rect">
            <a:avLst/>
          </a:prstGeom>
          <a:solidFill>
            <a:schemeClr val="bg1">
              <a:lumMod val="75000"/>
            </a:schemeClr>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a:solidFill>
                  <a:schemeClr val="tx1"/>
                </a:solidFill>
              </a:rPr>
              <a:t>Yes</a:t>
            </a:r>
            <a:r>
              <a:rPr lang="en-US" sz="1400">
                <a:solidFill>
                  <a:schemeClr val="tx1"/>
                </a:solidFill>
              </a:rPr>
              <a:t>.</a:t>
            </a:r>
            <a:r>
              <a:rPr lang="en-US" sz="1400"/>
              <a:t> </a:t>
            </a:r>
            <a:r>
              <a:rPr lang="en-US" sz="1400">
                <a:solidFill>
                  <a:schemeClr val="tx1"/>
                </a:solidFill>
              </a:rPr>
              <a:t>This is an </a:t>
            </a:r>
            <a:r>
              <a:rPr lang="en-US" sz="1400" b="1">
                <a:solidFill>
                  <a:schemeClr val="tx1"/>
                </a:solidFill>
              </a:rPr>
              <a:t>ordinary course of business. </a:t>
            </a:r>
            <a:r>
              <a:rPr lang="en-US" sz="1400">
                <a:solidFill>
                  <a:schemeClr val="tx1"/>
                </a:solidFill>
              </a:rPr>
              <a:t>Because it is routine, day-to-day and part of normal business activity. Not necessarily an RPT unless the customer is a related party.</a:t>
            </a:r>
            <a:endParaRPr lang="en-GB" sz="1400">
              <a:solidFill>
                <a:schemeClr val="tx1"/>
              </a:solidFill>
            </a:endParaRPr>
          </a:p>
        </p:txBody>
      </p:sp>
      <p:sp>
        <p:nvSpPr>
          <p:cNvPr id="36" name="Rectangle 35">
            <a:extLst>
              <a:ext uri="{FF2B5EF4-FFF2-40B4-BE49-F238E27FC236}">
                <a16:creationId xmlns:a16="http://schemas.microsoft.com/office/drawing/2014/main" id="{D8169C20-7E6A-0364-8AAA-6EA42AC7552E}"/>
              </a:ext>
            </a:extLst>
          </p:cNvPr>
          <p:cNvSpPr/>
          <p:nvPr/>
        </p:nvSpPr>
        <p:spPr>
          <a:xfrm>
            <a:off x="3806456" y="4667412"/>
            <a:ext cx="7878952" cy="948571"/>
          </a:xfrm>
          <a:prstGeom prst="rect">
            <a:avLst/>
          </a:prstGeom>
          <a:solidFill>
            <a:schemeClr val="bg1"/>
          </a:solid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b="1">
                <a:solidFill>
                  <a:schemeClr val="tx1"/>
                </a:solidFill>
              </a:rPr>
              <a:t>Scenario 3 </a:t>
            </a:r>
            <a:r>
              <a:rPr lang="en-GB" sz="1400">
                <a:solidFill>
                  <a:schemeClr val="tx1"/>
                </a:solidFill>
              </a:rPr>
              <a:t>-</a:t>
            </a:r>
            <a:r>
              <a:rPr lang="en-US" sz="1400">
                <a:solidFill>
                  <a:schemeClr val="tx1"/>
                </a:solidFill>
              </a:rPr>
              <a:t>A company buys raw material from its </a:t>
            </a:r>
            <a:r>
              <a:rPr lang="en-US" sz="1400" b="1">
                <a:solidFill>
                  <a:schemeClr val="tx1"/>
                </a:solidFill>
              </a:rPr>
              <a:t>subsidiary</a:t>
            </a:r>
            <a:r>
              <a:rPr lang="en-US" sz="1400">
                <a:solidFill>
                  <a:schemeClr val="tx1"/>
                </a:solidFill>
              </a:rPr>
              <a:t> at the same price offered to independent vendors. Is this on arm’s length basis?</a:t>
            </a:r>
            <a:endParaRPr lang="en-GB" sz="1400">
              <a:solidFill>
                <a:schemeClr val="tx1"/>
              </a:solidFill>
            </a:endParaRPr>
          </a:p>
        </p:txBody>
      </p:sp>
      <p:sp>
        <p:nvSpPr>
          <p:cNvPr id="37" name="Rectangle 36">
            <a:extLst>
              <a:ext uri="{FF2B5EF4-FFF2-40B4-BE49-F238E27FC236}">
                <a16:creationId xmlns:a16="http://schemas.microsoft.com/office/drawing/2014/main" id="{6ECD2B3C-2AD9-B8C3-E67E-815F41ADBDBD}"/>
              </a:ext>
            </a:extLst>
          </p:cNvPr>
          <p:cNvSpPr/>
          <p:nvPr/>
        </p:nvSpPr>
        <p:spPr>
          <a:xfrm>
            <a:off x="3809023" y="5664881"/>
            <a:ext cx="7878952" cy="948571"/>
          </a:xfrm>
          <a:prstGeom prst="rect">
            <a:avLst/>
          </a:prstGeom>
          <a:solidFill>
            <a:schemeClr val="bg1">
              <a:lumMod val="75000"/>
            </a:schemeClr>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a:solidFill>
                  <a:schemeClr val="tx1"/>
                </a:solidFill>
              </a:rPr>
              <a:t>Yes</a:t>
            </a:r>
            <a:r>
              <a:rPr lang="en-US" sz="1400">
                <a:solidFill>
                  <a:schemeClr val="tx1"/>
                </a:solidFill>
              </a:rPr>
              <a:t>. This is </a:t>
            </a:r>
            <a:r>
              <a:rPr lang="en-US" sz="1400" b="1">
                <a:solidFill>
                  <a:schemeClr val="tx1"/>
                </a:solidFill>
              </a:rPr>
              <a:t>arm’s length</a:t>
            </a:r>
            <a:r>
              <a:rPr lang="en-US" sz="1400">
                <a:solidFill>
                  <a:schemeClr val="tx1"/>
                </a:solidFill>
              </a:rPr>
              <a:t>. Because the pricing and terms are the same as those offered to unrelated third parties. It is still an RPT, but a fair one.</a:t>
            </a:r>
            <a:endParaRPr lang="en-GB" sz="1400">
              <a:solidFill>
                <a:schemeClr val="tx1"/>
              </a:solidFill>
            </a:endParaRPr>
          </a:p>
        </p:txBody>
      </p:sp>
      <p:sp>
        <p:nvSpPr>
          <p:cNvPr id="2" name="Slide Number Placeholder 3">
            <a:extLst>
              <a:ext uri="{FF2B5EF4-FFF2-40B4-BE49-F238E27FC236}">
                <a16:creationId xmlns:a16="http://schemas.microsoft.com/office/drawing/2014/main" id="{7D3AE60C-B51D-9046-0016-BDEA11C5651C}"/>
              </a:ext>
            </a:extLst>
          </p:cNvPr>
          <p:cNvSpPr txBox="1">
            <a:spLocks/>
          </p:cNvSpPr>
          <p:nvPr/>
        </p:nvSpPr>
        <p:spPr>
          <a:xfrm>
            <a:off x="11713152" y="6555571"/>
            <a:ext cx="298209" cy="161583"/>
          </a:xfrm>
          <a:prstGeom prst="rect">
            <a:avLst/>
          </a:prstGeom>
        </p:spPr>
        <p:txBody>
          <a:bodyPr vert="horz" wrap="square" lIns="0" tIns="0" rIns="0" bIns="0" rtlCol="0" anchor="b"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spcAft>
                <a:spcPts val="600"/>
              </a:spcAft>
            </a:pPr>
            <a:fld id="{3E6AC032-1535-134B-A583-D5E1DDD0D167}" type="slidenum">
              <a:rPr lang="en-US" sz="900" smtClean="0"/>
              <a:pPr algn="r">
                <a:spcAft>
                  <a:spcPts val="600"/>
                </a:spcAft>
              </a:pPr>
              <a:t>16</a:t>
            </a:fld>
            <a:endParaRPr lang="en-US" sz="900"/>
          </a:p>
        </p:txBody>
      </p:sp>
    </p:spTree>
    <p:custDataLst>
      <p:custData r:id="rId1"/>
    </p:custDataLst>
    <p:extLst>
      <p:ext uri="{BB962C8B-B14F-4D97-AF65-F5344CB8AC3E}">
        <p14:creationId xmlns:p14="http://schemas.microsoft.com/office/powerpoint/2010/main" val="5648034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anim calcmode="lin" valueType="num">
                                      <p:cBhvr additive="base">
                                        <p:cTn id="7" dur="250" fill="hold"/>
                                        <p:tgtEl>
                                          <p:spTgt spid="28"/>
                                        </p:tgtEl>
                                        <p:attrNameLst>
                                          <p:attrName>ppt_x</p:attrName>
                                        </p:attrNameLst>
                                      </p:cBhvr>
                                      <p:tavLst>
                                        <p:tav tm="0">
                                          <p:val>
                                            <p:strVal val="#ppt_x"/>
                                          </p:val>
                                        </p:tav>
                                        <p:tav tm="100000">
                                          <p:val>
                                            <p:strVal val="#ppt_x"/>
                                          </p:val>
                                        </p:tav>
                                      </p:tavLst>
                                    </p:anim>
                                    <p:anim calcmode="lin" valueType="num">
                                      <p:cBhvr additive="base">
                                        <p:cTn id="8" dur="250" fill="hold"/>
                                        <p:tgtEl>
                                          <p:spTgt spid="2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0"/>
                                        </p:tgtEl>
                                        <p:attrNameLst>
                                          <p:attrName>style.visibility</p:attrName>
                                        </p:attrNameLst>
                                      </p:cBhvr>
                                      <p:to>
                                        <p:strVal val="visible"/>
                                      </p:to>
                                    </p:set>
                                    <p:anim calcmode="lin" valueType="num">
                                      <p:cBhvr additive="base">
                                        <p:cTn id="13" dur="250" fill="hold"/>
                                        <p:tgtEl>
                                          <p:spTgt spid="30"/>
                                        </p:tgtEl>
                                        <p:attrNameLst>
                                          <p:attrName>ppt_x</p:attrName>
                                        </p:attrNameLst>
                                      </p:cBhvr>
                                      <p:tavLst>
                                        <p:tav tm="0">
                                          <p:val>
                                            <p:strVal val="#ppt_x"/>
                                          </p:val>
                                        </p:tav>
                                        <p:tav tm="100000">
                                          <p:val>
                                            <p:strVal val="#ppt_x"/>
                                          </p:val>
                                        </p:tav>
                                      </p:tavLst>
                                    </p:anim>
                                    <p:anim calcmode="lin" valueType="num">
                                      <p:cBhvr additive="base">
                                        <p:cTn id="14" dur="250" fill="hold"/>
                                        <p:tgtEl>
                                          <p:spTgt spid="30"/>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4"/>
                                        </p:tgtEl>
                                        <p:attrNameLst>
                                          <p:attrName>style.visibility</p:attrName>
                                        </p:attrNameLst>
                                      </p:cBhvr>
                                      <p:to>
                                        <p:strVal val="visible"/>
                                      </p:to>
                                    </p:set>
                                    <p:anim calcmode="lin" valueType="num">
                                      <p:cBhvr additive="base">
                                        <p:cTn id="19" dur="250" fill="hold"/>
                                        <p:tgtEl>
                                          <p:spTgt spid="34"/>
                                        </p:tgtEl>
                                        <p:attrNameLst>
                                          <p:attrName>ppt_x</p:attrName>
                                        </p:attrNameLst>
                                      </p:cBhvr>
                                      <p:tavLst>
                                        <p:tav tm="0">
                                          <p:val>
                                            <p:strVal val="#ppt_x"/>
                                          </p:val>
                                        </p:tav>
                                        <p:tav tm="100000">
                                          <p:val>
                                            <p:strVal val="#ppt_x"/>
                                          </p:val>
                                        </p:tav>
                                      </p:tavLst>
                                    </p:anim>
                                    <p:anim calcmode="lin" valueType="num">
                                      <p:cBhvr additive="base">
                                        <p:cTn id="20" dur="250" fill="hold"/>
                                        <p:tgtEl>
                                          <p:spTgt spid="34"/>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5"/>
                                        </p:tgtEl>
                                        <p:attrNameLst>
                                          <p:attrName>style.visibility</p:attrName>
                                        </p:attrNameLst>
                                      </p:cBhvr>
                                      <p:to>
                                        <p:strVal val="visible"/>
                                      </p:to>
                                    </p:set>
                                    <p:anim calcmode="lin" valueType="num">
                                      <p:cBhvr additive="base">
                                        <p:cTn id="25" dur="250" fill="hold"/>
                                        <p:tgtEl>
                                          <p:spTgt spid="35"/>
                                        </p:tgtEl>
                                        <p:attrNameLst>
                                          <p:attrName>ppt_x</p:attrName>
                                        </p:attrNameLst>
                                      </p:cBhvr>
                                      <p:tavLst>
                                        <p:tav tm="0">
                                          <p:val>
                                            <p:strVal val="#ppt_x"/>
                                          </p:val>
                                        </p:tav>
                                        <p:tav tm="100000">
                                          <p:val>
                                            <p:strVal val="#ppt_x"/>
                                          </p:val>
                                        </p:tav>
                                      </p:tavLst>
                                    </p:anim>
                                    <p:anim calcmode="lin" valueType="num">
                                      <p:cBhvr additive="base">
                                        <p:cTn id="26" dur="250" fill="hold"/>
                                        <p:tgtEl>
                                          <p:spTgt spid="35"/>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6"/>
                                        </p:tgtEl>
                                        <p:attrNameLst>
                                          <p:attrName>style.visibility</p:attrName>
                                        </p:attrNameLst>
                                      </p:cBhvr>
                                      <p:to>
                                        <p:strVal val="visible"/>
                                      </p:to>
                                    </p:set>
                                    <p:anim calcmode="lin" valueType="num">
                                      <p:cBhvr additive="base">
                                        <p:cTn id="31" dur="250" fill="hold"/>
                                        <p:tgtEl>
                                          <p:spTgt spid="36"/>
                                        </p:tgtEl>
                                        <p:attrNameLst>
                                          <p:attrName>ppt_x</p:attrName>
                                        </p:attrNameLst>
                                      </p:cBhvr>
                                      <p:tavLst>
                                        <p:tav tm="0">
                                          <p:val>
                                            <p:strVal val="#ppt_x"/>
                                          </p:val>
                                        </p:tav>
                                        <p:tav tm="100000">
                                          <p:val>
                                            <p:strVal val="#ppt_x"/>
                                          </p:val>
                                        </p:tav>
                                      </p:tavLst>
                                    </p:anim>
                                    <p:anim calcmode="lin" valueType="num">
                                      <p:cBhvr additive="base">
                                        <p:cTn id="32" dur="250" fill="hold"/>
                                        <p:tgtEl>
                                          <p:spTgt spid="36"/>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7"/>
                                        </p:tgtEl>
                                        <p:attrNameLst>
                                          <p:attrName>style.visibility</p:attrName>
                                        </p:attrNameLst>
                                      </p:cBhvr>
                                      <p:to>
                                        <p:strVal val="visible"/>
                                      </p:to>
                                    </p:set>
                                    <p:anim calcmode="lin" valueType="num">
                                      <p:cBhvr additive="base">
                                        <p:cTn id="37" dur="250" fill="hold"/>
                                        <p:tgtEl>
                                          <p:spTgt spid="37"/>
                                        </p:tgtEl>
                                        <p:attrNameLst>
                                          <p:attrName>ppt_x</p:attrName>
                                        </p:attrNameLst>
                                      </p:cBhvr>
                                      <p:tavLst>
                                        <p:tav tm="0">
                                          <p:val>
                                            <p:strVal val="#ppt_x"/>
                                          </p:val>
                                        </p:tav>
                                        <p:tav tm="100000">
                                          <p:val>
                                            <p:strVal val="#ppt_x"/>
                                          </p:val>
                                        </p:tav>
                                      </p:tavLst>
                                    </p:anim>
                                    <p:anim calcmode="lin" valueType="num">
                                      <p:cBhvr additive="base">
                                        <p:cTn id="38" dur="250" fill="hold"/>
                                        <p:tgtEl>
                                          <p:spTgt spid="3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P spid="30" grpId="0" animBg="1"/>
      <p:bldP spid="34" grpId="0" animBg="1"/>
      <p:bldP spid="35" grpId="0" animBg="1"/>
      <p:bldP spid="36" grpId="0" animBg="1"/>
      <p:bldP spid="37"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EE2971-4812-C1AA-A716-B0100E9F13B4}"/>
            </a:ext>
          </a:extLst>
        </p:cNvPr>
        <p:cNvGrpSpPr/>
        <p:nvPr/>
      </p:nvGrpSpPr>
      <p:grpSpPr>
        <a:xfrm>
          <a:off x="0" y="0"/>
          <a:ext cx="0" cy="0"/>
          <a:chOff x="0" y="0"/>
          <a:chExt cx="0" cy="0"/>
        </a:xfrm>
      </p:grpSpPr>
      <p:sp>
        <p:nvSpPr>
          <p:cNvPr id="5" name="Right Triangle 4">
            <a:extLst>
              <a:ext uri="{FF2B5EF4-FFF2-40B4-BE49-F238E27FC236}">
                <a16:creationId xmlns:a16="http://schemas.microsoft.com/office/drawing/2014/main" id="{F0930BF7-1CCC-215A-A752-F1299D4B7B34}"/>
              </a:ext>
            </a:extLst>
          </p:cNvPr>
          <p:cNvSpPr/>
          <p:nvPr/>
        </p:nvSpPr>
        <p:spPr>
          <a:xfrm>
            <a:off x="0" y="-64008"/>
            <a:ext cx="9436608" cy="6922008"/>
          </a:xfrm>
          <a:prstGeom prst="rtTriangle">
            <a:avLst/>
          </a:prstGeom>
          <a:ln/>
        </p:spPr>
        <p:style>
          <a:lnRef idx="3">
            <a:schemeClr val="lt1"/>
          </a:lnRef>
          <a:fillRef idx="1">
            <a:schemeClr val="accent1"/>
          </a:fillRef>
          <a:effectRef idx="1">
            <a:schemeClr val="accent1"/>
          </a:effectRef>
          <a:fontRef idx="minor">
            <a:schemeClr val="lt1"/>
          </a:fontRef>
        </p:style>
        <p:txBody>
          <a:bodyPr rtlCol="0" anchor="ctr"/>
          <a:lstStyle/>
          <a:p>
            <a:pPr algn="ctr"/>
            <a:r>
              <a:rPr lang="en-US" sz="4000">
                <a:latin typeface="+mj-lt"/>
              </a:rPr>
              <a:t> </a:t>
            </a:r>
          </a:p>
          <a:p>
            <a:pPr algn="ctr"/>
            <a:r>
              <a:rPr lang="en-US" sz="3200">
                <a:latin typeface="+mj-lt"/>
              </a:rPr>
              <a:t>Loan to Directors and Loans &amp; Investments by Companies</a:t>
            </a:r>
          </a:p>
        </p:txBody>
      </p:sp>
      <p:cxnSp>
        <p:nvCxnSpPr>
          <p:cNvPr id="7" name="Straight Connector 6">
            <a:extLst>
              <a:ext uri="{FF2B5EF4-FFF2-40B4-BE49-F238E27FC236}">
                <a16:creationId xmlns:a16="http://schemas.microsoft.com/office/drawing/2014/main" id="{495650E0-3129-CA72-A150-F3F876221808}"/>
              </a:ext>
            </a:extLst>
          </p:cNvPr>
          <p:cNvCxnSpPr/>
          <p:nvPr/>
        </p:nvCxnSpPr>
        <p:spPr>
          <a:xfrm>
            <a:off x="685800" y="3429000"/>
            <a:ext cx="0" cy="3429000"/>
          </a:xfrm>
          <a:prstGeom prst="line">
            <a:avLst/>
          </a:prstGeom>
          <a:ln/>
        </p:spPr>
        <p:style>
          <a:lnRef idx="1">
            <a:schemeClr val="accent6"/>
          </a:lnRef>
          <a:fillRef idx="0">
            <a:schemeClr val="accent6"/>
          </a:fillRef>
          <a:effectRef idx="0">
            <a:schemeClr val="accent6"/>
          </a:effectRef>
          <a:fontRef idx="minor">
            <a:schemeClr val="tx1"/>
          </a:fontRef>
        </p:style>
      </p:cxnSp>
    </p:spTree>
    <p:custDataLst>
      <p:custData r:id="rId1"/>
    </p:custDataLst>
    <p:extLst>
      <p:ext uri="{BB962C8B-B14F-4D97-AF65-F5344CB8AC3E}">
        <p14:creationId xmlns:p14="http://schemas.microsoft.com/office/powerpoint/2010/main" val="2451794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5CF785-7C00-5CD8-680E-E39B33EF542A}"/>
            </a:ext>
          </a:extLst>
        </p:cNvPr>
        <p:cNvGrpSpPr/>
        <p:nvPr/>
      </p:nvGrpSpPr>
      <p:grpSpPr>
        <a:xfrm>
          <a:off x="0" y="0"/>
          <a:ext cx="0" cy="0"/>
          <a:chOff x="0" y="0"/>
          <a:chExt cx="0" cy="0"/>
        </a:xfrm>
      </p:grpSpPr>
      <p:sp>
        <p:nvSpPr>
          <p:cNvPr id="8" name="Content Placeholder 7">
            <a:extLst>
              <a:ext uri="{FF2B5EF4-FFF2-40B4-BE49-F238E27FC236}">
                <a16:creationId xmlns:a16="http://schemas.microsoft.com/office/drawing/2014/main" id="{831B1F92-B845-00A2-1E37-58CE78DCFF2F}"/>
              </a:ext>
            </a:extLst>
          </p:cNvPr>
          <p:cNvSpPr>
            <a:spLocks noGrp="1"/>
          </p:cNvSpPr>
          <p:nvPr>
            <p:ph idx="1"/>
          </p:nvPr>
        </p:nvSpPr>
        <p:spPr>
          <a:xfrm>
            <a:off x="162193" y="2214126"/>
            <a:ext cx="2633472" cy="4035425"/>
          </a:xfrm>
        </p:spPr>
        <p:txBody>
          <a:bodyPr/>
          <a:lstStyle/>
          <a:p>
            <a:pPr algn="ctr" fontAlgn="base"/>
            <a:r>
              <a:rPr lang="en-US"/>
              <a:t>General Prohibition</a:t>
            </a:r>
          </a:p>
          <a:p>
            <a:pPr marL="171450" indent="-171450" algn="just">
              <a:buFont typeface="Wingdings" panose="05000000000000000000" pitchFamily="2" charset="2"/>
              <a:buChar char="§"/>
            </a:pPr>
            <a:endParaRPr lang="en-US" sz="1200" b="0"/>
          </a:p>
          <a:p>
            <a:pPr marL="171450" indent="-171450" algn="just">
              <a:buFont typeface="Wingdings" panose="05000000000000000000" pitchFamily="2" charset="2"/>
              <a:buChar char="§"/>
            </a:pPr>
            <a:r>
              <a:rPr lang="en-US" sz="1200" b="0"/>
              <a:t>Most jurisdictions </a:t>
            </a:r>
            <a:r>
              <a:rPr lang="en-US" sz="1200"/>
              <a:t>prohibit </a:t>
            </a:r>
            <a:r>
              <a:rPr lang="en-US" sz="1200" b="0"/>
              <a:t>companies from granting loans, security or guarantees to directors or connected persons.</a:t>
            </a:r>
          </a:p>
          <a:p>
            <a:pPr marL="171450" indent="-171450" algn="just">
              <a:buFont typeface="Wingdings" panose="05000000000000000000" pitchFamily="2" charset="2"/>
              <a:buChar char="§"/>
            </a:pPr>
            <a:r>
              <a:rPr lang="en-US" sz="1200" b="0"/>
              <a:t>Aims to </a:t>
            </a:r>
            <a:r>
              <a:rPr lang="en-US" sz="1200"/>
              <a:t>prevent</a:t>
            </a:r>
            <a:r>
              <a:rPr lang="en-US" sz="1200" b="0"/>
              <a:t> conflicts of interest, and misuse of corporate funds.</a:t>
            </a:r>
          </a:p>
          <a:p>
            <a:pPr marL="171450" indent="-171450" algn="just">
              <a:buFont typeface="Wingdings" panose="05000000000000000000" pitchFamily="2" charset="2"/>
              <a:buChar char="§"/>
            </a:pPr>
            <a:r>
              <a:rPr lang="en-US" sz="1200"/>
              <a:t>Restrictions</a:t>
            </a:r>
            <a:r>
              <a:rPr lang="en-US" sz="1200" b="0"/>
              <a:t> often extend to holding company’s Directors and related parties (e.g., family members, controlled entities).</a:t>
            </a:r>
            <a:endParaRPr lang="en-GB" sz="1200" noProof="0"/>
          </a:p>
        </p:txBody>
      </p:sp>
      <p:sp>
        <p:nvSpPr>
          <p:cNvPr id="15" name="Content Placeholder 14">
            <a:extLst>
              <a:ext uri="{FF2B5EF4-FFF2-40B4-BE49-F238E27FC236}">
                <a16:creationId xmlns:a16="http://schemas.microsoft.com/office/drawing/2014/main" id="{519EE2B8-6B15-2A75-8E29-E45F9F3F15DC}"/>
              </a:ext>
            </a:extLst>
          </p:cNvPr>
          <p:cNvSpPr>
            <a:spLocks noGrp="1"/>
          </p:cNvSpPr>
          <p:nvPr>
            <p:ph idx="10"/>
          </p:nvPr>
        </p:nvSpPr>
        <p:spPr>
          <a:xfrm>
            <a:off x="3162781" y="2214126"/>
            <a:ext cx="2633471" cy="4035425"/>
          </a:xfrm>
        </p:spPr>
        <p:txBody>
          <a:bodyPr/>
          <a:lstStyle/>
          <a:p>
            <a:pPr algn="ctr" fontAlgn="base"/>
            <a:r>
              <a:rPr lang="en-US"/>
              <a:t>Permitted Exceptions</a:t>
            </a:r>
          </a:p>
          <a:p>
            <a:pPr marL="171450" indent="-171450" algn="just" fontAlgn="base">
              <a:buFont typeface="Wingdings" panose="05000000000000000000" pitchFamily="2" charset="2"/>
              <a:buChar char="§"/>
            </a:pPr>
            <a:endParaRPr lang="en-US" sz="1200" b="0"/>
          </a:p>
          <a:p>
            <a:pPr marL="171450" indent="-171450" algn="just" fontAlgn="base">
              <a:buFont typeface="Wingdings" panose="05000000000000000000" pitchFamily="2" charset="2"/>
              <a:buChar char="§"/>
            </a:pPr>
            <a:r>
              <a:rPr lang="en-US" sz="1200"/>
              <a:t>Allowed</a:t>
            </a:r>
            <a:r>
              <a:rPr lang="en-US" sz="1200" b="0"/>
              <a:t> if approved by shareholders (or in some cases, the board) with full disclosure.</a:t>
            </a:r>
          </a:p>
          <a:p>
            <a:pPr marL="171450" indent="-171450" algn="just" fontAlgn="base">
              <a:buFont typeface="Wingdings" panose="05000000000000000000" pitchFamily="2" charset="2"/>
              <a:buChar char="§"/>
            </a:pPr>
            <a:r>
              <a:rPr lang="en-US" sz="1200" b="0"/>
              <a:t>Intragroup loans (to or from wholly-owned subsidiaries) may be </a:t>
            </a:r>
            <a:r>
              <a:rPr lang="en-US" sz="1200"/>
              <a:t>permitted</a:t>
            </a:r>
            <a:r>
              <a:rPr lang="en-US" sz="1200" b="0"/>
              <a:t> with proper approvals.</a:t>
            </a:r>
          </a:p>
          <a:p>
            <a:pPr marL="171450" indent="-171450" algn="just" fontAlgn="base">
              <a:buFont typeface="Wingdings" panose="05000000000000000000" pitchFamily="2" charset="2"/>
              <a:buChar char="§"/>
            </a:pPr>
            <a:r>
              <a:rPr lang="en-US" sz="1200" b="0"/>
              <a:t>Loans in the ordinary course of business or under a standard service contracts may be </a:t>
            </a:r>
            <a:r>
              <a:rPr lang="en-US" sz="1200"/>
              <a:t>allowed.</a:t>
            </a:r>
          </a:p>
        </p:txBody>
      </p:sp>
      <p:sp>
        <p:nvSpPr>
          <p:cNvPr id="16" name="Content Placeholder 15">
            <a:extLst>
              <a:ext uri="{FF2B5EF4-FFF2-40B4-BE49-F238E27FC236}">
                <a16:creationId xmlns:a16="http://schemas.microsoft.com/office/drawing/2014/main" id="{BC0E4C39-FC0C-8F58-E800-1F2743BC3A22}"/>
              </a:ext>
            </a:extLst>
          </p:cNvPr>
          <p:cNvSpPr>
            <a:spLocks noGrp="1"/>
          </p:cNvSpPr>
          <p:nvPr>
            <p:ph idx="11"/>
          </p:nvPr>
        </p:nvSpPr>
        <p:spPr>
          <a:xfrm>
            <a:off x="6206833" y="2214126"/>
            <a:ext cx="2521526" cy="4035425"/>
          </a:xfrm>
        </p:spPr>
        <p:txBody>
          <a:bodyPr/>
          <a:lstStyle/>
          <a:p>
            <a:pPr algn="ctr"/>
            <a:r>
              <a:rPr lang="en-GB" noProof="0"/>
              <a:t>Common Exemptions</a:t>
            </a:r>
          </a:p>
          <a:p>
            <a:pPr marL="171450" indent="-171450" algn="just" fontAlgn="base">
              <a:buFont typeface="Wingdings" panose="05000000000000000000" pitchFamily="2" charset="2"/>
              <a:buChar char="§"/>
            </a:pPr>
            <a:endParaRPr lang="en-US" sz="1200" b="0"/>
          </a:p>
          <a:p>
            <a:pPr marL="171450" indent="-171450" algn="just" fontAlgn="base">
              <a:buFont typeface="Wingdings" panose="05000000000000000000" pitchFamily="2" charset="2"/>
              <a:buChar char="§"/>
            </a:pPr>
            <a:r>
              <a:rPr lang="en-US" sz="1200" b="0"/>
              <a:t>Parent–subsidiary transactions often </a:t>
            </a:r>
            <a:r>
              <a:rPr lang="en-US" sz="1200"/>
              <a:t>exempt</a:t>
            </a:r>
            <a:r>
              <a:rPr lang="en-US" sz="1200" b="0"/>
              <a:t> due to aligned interests.</a:t>
            </a:r>
          </a:p>
          <a:p>
            <a:pPr marL="171450" indent="-171450" algn="just" fontAlgn="base">
              <a:buFont typeface="Wingdings" panose="05000000000000000000" pitchFamily="2" charset="2"/>
              <a:buChar char="§"/>
            </a:pPr>
            <a:r>
              <a:rPr lang="en-US" sz="1200"/>
              <a:t>Exemptions</a:t>
            </a:r>
            <a:r>
              <a:rPr lang="en-US" sz="1200" b="0"/>
              <a:t> for foreign subsidiaries or small-value/commercial loans in some jurisdictions.</a:t>
            </a:r>
          </a:p>
          <a:p>
            <a:pPr marL="171450" indent="-171450" algn="just" fontAlgn="base">
              <a:buFont typeface="Wingdings" panose="05000000000000000000" pitchFamily="2" charset="2"/>
              <a:buChar char="§"/>
            </a:pPr>
            <a:r>
              <a:rPr lang="en-US" sz="1200" b="0"/>
              <a:t>Banks and regulated institutions may </a:t>
            </a:r>
            <a:r>
              <a:rPr lang="en-US" sz="1200"/>
              <a:t>lend</a:t>
            </a:r>
            <a:r>
              <a:rPr lang="en-US" sz="1200" b="0"/>
              <a:t> to Directors as part of normal operations.</a:t>
            </a:r>
          </a:p>
        </p:txBody>
      </p:sp>
      <p:sp>
        <p:nvSpPr>
          <p:cNvPr id="4" name="Content Placeholder 3">
            <a:extLst>
              <a:ext uri="{FF2B5EF4-FFF2-40B4-BE49-F238E27FC236}">
                <a16:creationId xmlns:a16="http://schemas.microsoft.com/office/drawing/2014/main" id="{CF61E1C9-27C2-1EA4-F784-B4C7EF9486DC}"/>
              </a:ext>
            </a:extLst>
          </p:cNvPr>
          <p:cNvSpPr>
            <a:spLocks noGrp="1"/>
          </p:cNvSpPr>
          <p:nvPr>
            <p:ph idx="12"/>
          </p:nvPr>
        </p:nvSpPr>
        <p:spPr>
          <a:xfrm>
            <a:off x="9183899" y="2211072"/>
            <a:ext cx="2671823" cy="4035425"/>
          </a:xfrm>
        </p:spPr>
        <p:txBody>
          <a:bodyPr/>
          <a:lstStyle/>
          <a:p>
            <a:pPr algn="ctr"/>
            <a:r>
              <a:rPr lang="en-GB" noProof="0"/>
              <a:t>Penalties</a:t>
            </a:r>
          </a:p>
          <a:p>
            <a:pPr marL="171450" indent="-171450" algn="just">
              <a:buFont typeface="Wingdings" panose="05000000000000000000" pitchFamily="2" charset="2"/>
              <a:buChar char="§"/>
            </a:pPr>
            <a:endParaRPr lang="en-US" sz="1200" b="0"/>
          </a:p>
          <a:p>
            <a:pPr marL="171450" indent="-171450" algn="just">
              <a:buFont typeface="Wingdings" panose="05000000000000000000" pitchFamily="2" charset="2"/>
              <a:buChar char="§"/>
            </a:pPr>
            <a:r>
              <a:rPr lang="en-US" sz="1200"/>
              <a:t>Personal liability</a:t>
            </a:r>
            <a:r>
              <a:rPr lang="en-US" sz="1200" b="0"/>
              <a:t>, </a:t>
            </a:r>
            <a:r>
              <a:rPr lang="en-US" sz="1200"/>
              <a:t>fines</a:t>
            </a:r>
            <a:r>
              <a:rPr lang="en-US" sz="1200" b="0"/>
              <a:t> or </a:t>
            </a:r>
            <a:r>
              <a:rPr lang="en-US" sz="1200"/>
              <a:t>imprisonment</a:t>
            </a:r>
            <a:r>
              <a:rPr lang="en-US" sz="1200" b="0"/>
              <a:t> for unauthorized loans.</a:t>
            </a:r>
          </a:p>
          <a:p>
            <a:pPr marL="171450" indent="-171450" algn="just">
              <a:buFont typeface="Wingdings" panose="05000000000000000000" pitchFamily="2" charset="2"/>
              <a:buChar char="§"/>
            </a:pPr>
            <a:r>
              <a:rPr lang="en-US" sz="1200" b="0"/>
              <a:t>Transaction may be </a:t>
            </a:r>
            <a:r>
              <a:rPr lang="en-US" sz="1200"/>
              <a:t>void </a:t>
            </a:r>
            <a:r>
              <a:rPr lang="en-US" sz="1200" b="0"/>
              <a:t>or </a:t>
            </a:r>
            <a:r>
              <a:rPr lang="en-US" sz="1200"/>
              <a:t>voidable</a:t>
            </a:r>
            <a:r>
              <a:rPr lang="en-US" sz="1200" b="0"/>
              <a:t> at company’s discretion.</a:t>
            </a:r>
          </a:p>
          <a:p>
            <a:pPr marL="171450" indent="-171450" algn="just">
              <a:buFont typeface="Wingdings" panose="05000000000000000000" pitchFamily="2" charset="2"/>
              <a:buChar char="§"/>
            </a:pPr>
            <a:r>
              <a:rPr lang="en-US" sz="1200" b="0"/>
              <a:t>Directors may be required to </a:t>
            </a:r>
            <a:r>
              <a:rPr lang="en-US" sz="1200"/>
              <a:t>repay</a:t>
            </a:r>
            <a:r>
              <a:rPr lang="en-US" sz="1200" b="0"/>
              <a:t> losses or face disqualification.</a:t>
            </a:r>
          </a:p>
          <a:p>
            <a:pPr marL="171450" indent="-171450" algn="just">
              <a:buFont typeface="Wingdings" panose="05000000000000000000" pitchFamily="2" charset="2"/>
              <a:buChar char="§"/>
            </a:pPr>
            <a:r>
              <a:rPr lang="en-US" sz="1200"/>
              <a:t>Reputational harm </a:t>
            </a:r>
            <a:r>
              <a:rPr lang="en-US" sz="1200" b="0"/>
              <a:t>to both company and individuals possible for non-compliance.</a:t>
            </a:r>
            <a:endParaRPr lang="en-GB" noProof="0"/>
          </a:p>
        </p:txBody>
      </p:sp>
      <p:sp>
        <p:nvSpPr>
          <p:cNvPr id="3" name="Slide Number Placeholder 2">
            <a:extLst>
              <a:ext uri="{FF2B5EF4-FFF2-40B4-BE49-F238E27FC236}">
                <a16:creationId xmlns:a16="http://schemas.microsoft.com/office/drawing/2014/main" id="{90AE01DA-046C-57BA-1251-09F75C8254E2}"/>
              </a:ext>
            </a:extLst>
          </p:cNvPr>
          <p:cNvSpPr>
            <a:spLocks noGrp="1"/>
          </p:cNvSpPr>
          <p:nvPr>
            <p:ph type="sldNum" sz="quarter" idx="4"/>
          </p:nvPr>
        </p:nvSpPr>
        <p:spPr>
          <a:xfrm>
            <a:off x="11503818" y="6556800"/>
            <a:ext cx="298209" cy="161583"/>
          </a:xfrm>
        </p:spPr>
        <p:txBody>
          <a:bodyPr/>
          <a:lstStyle/>
          <a:p>
            <a:fld id="{3E6AC032-1535-134B-A583-D5E1DDD0D167}" type="slidenum">
              <a:rPr lang="en-US" smtClean="0"/>
              <a:pPr/>
              <a:t>18</a:t>
            </a:fld>
            <a:endParaRPr lang="en-US"/>
          </a:p>
        </p:txBody>
      </p:sp>
      <p:sp>
        <p:nvSpPr>
          <p:cNvPr id="12" name="Rectangle 11">
            <a:extLst>
              <a:ext uri="{FF2B5EF4-FFF2-40B4-BE49-F238E27FC236}">
                <a16:creationId xmlns:a16="http://schemas.microsoft.com/office/drawing/2014/main" id="{330B62A3-8F68-5047-BDD9-6365FEED21AC}"/>
              </a:ext>
            </a:extLst>
          </p:cNvPr>
          <p:cNvSpPr/>
          <p:nvPr/>
        </p:nvSpPr>
        <p:spPr>
          <a:xfrm>
            <a:off x="0" y="-38113"/>
            <a:ext cx="12192000" cy="572092"/>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400" b="1">
                <a:solidFill>
                  <a:schemeClr val="bg1"/>
                </a:solidFill>
                <a:latin typeface="Georgia" panose="02040502050405020303" pitchFamily="18" charset="0"/>
              </a:rPr>
              <a:t>Loan to Directors | Regulatory Framework | Global </a:t>
            </a:r>
            <a:endParaRPr lang="en-GB" sz="2400" b="1">
              <a:latin typeface="Georgia" panose="02040502050405020303" pitchFamily="18" charset="0"/>
            </a:endParaRPr>
          </a:p>
        </p:txBody>
      </p:sp>
      <p:pic>
        <p:nvPicPr>
          <p:cNvPr id="14" name="Graphic 13">
            <a:extLst>
              <a:ext uri="{FF2B5EF4-FFF2-40B4-BE49-F238E27FC236}">
                <a16:creationId xmlns:a16="http://schemas.microsoft.com/office/drawing/2014/main" id="{1D8E6E50-AE08-EEC6-088B-471EF3E6E18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020899" y="1018070"/>
            <a:ext cx="914400" cy="914400"/>
          </a:xfrm>
          <a:prstGeom prst="rect">
            <a:avLst/>
          </a:prstGeom>
        </p:spPr>
      </p:pic>
      <p:pic>
        <p:nvPicPr>
          <p:cNvPr id="17" name="Graphic 16">
            <a:extLst>
              <a:ext uri="{FF2B5EF4-FFF2-40B4-BE49-F238E27FC236}">
                <a16:creationId xmlns:a16="http://schemas.microsoft.com/office/drawing/2014/main" id="{A425E225-605E-ECDC-0272-1735CAC2B4E6}"/>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053153" y="1018070"/>
            <a:ext cx="914400" cy="914400"/>
          </a:xfrm>
          <a:prstGeom prst="rect">
            <a:avLst/>
          </a:prstGeom>
        </p:spPr>
      </p:pic>
      <p:pic>
        <p:nvPicPr>
          <p:cNvPr id="18" name="Graphic 17">
            <a:extLst>
              <a:ext uri="{FF2B5EF4-FFF2-40B4-BE49-F238E27FC236}">
                <a16:creationId xmlns:a16="http://schemas.microsoft.com/office/drawing/2014/main" id="{40340D1B-A2E1-0783-51F8-3A5C3D32FE27}"/>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3980288" y="1018070"/>
            <a:ext cx="914400" cy="914400"/>
          </a:xfrm>
          <a:prstGeom prst="rect">
            <a:avLst/>
          </a:prstGeom>
        </p:spPr>
      </p:pic>
      <p:pic>
        <p:nvPicPr>
          <p:cNvPr id="19" name="Graphic 18">
            <a:extLst>
              <a:ext uri="{FF2B5EF4-FFF2-40B4-BE49-F238E27FC236}">
                <a16:creationId xmlns:a16="http://schemas.microsoft.com/office/drawing/2014/main" id="{9DF4CEC5-C308-B6A3-E529-EEB46F1C19B3}"/>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59278" y="1077429"/>
            <a:ext cx="914400" cy="914400"/>
          </a:xfrm>
          <a:prstGeom prst="rect">
            <a:avLst/>
          </a:prstGeom>
        </p:spPr>
      </p:pic>
      <p:cxnSp>
        <p:nvCxnSpPr>
          <p:cNvPr id="21" name="Straight Connector 20">
            <a:extLst>
              <a:ext uri="{FF2B5EF4-FFF2-40B4-BE49-F238E27FC236}">
                <a16:creationId xmlns:a16="http://schemas.microsoft.com/office/drawing/2014/main" id="{649DE056-6F1C-DC53-EB2E-A3A18581CA88}"/>
              </a:ext>
            </a:extLst>
          </p:cNvPr>
          <p:cNvCxnSpPr>
            <a:cxnSpLocks/>
          </p:cNvCxnSpPr>
          <p:nvPr/>
        </p:nvCxnSpPr>
        <p:spPr>
          <a:xfrm>
            <a:off x="3008101" y="533979"/>
            <a:ext cx="0" cy="5476104"/>
          </a:xfrm>
          <a:prstGeom prst="line">
            <a:avLst/>
          </a:prstGeom>
          <a:ln w="12700">
            <a:solidFill>
              <a:schemeClr val="tx1"/>
            </a:solidFill>
            <a:prstDash val="dash"/>
          </a:ln>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51AD0150-08FB-76E9-CD26-7B8FC7E65E6C}"/>
              </a:ext>
            </a:extLst>
          </p:cNvPr>
          <p:cNvCxnSpPr>
            <a:cxnSpLocks/>
          </p:cNvCxnSpPr>
          <p:nvPr/>
        </p:nvCxnSpPr>
        <p:spPr>
          <a:xfrm>
            <a:off x="5977588" y="533979"/>
            <a:ext cx="0" cy="5480719"/>
          </a:xfrm>
          <a:prstGeom prst="line">
            <a:avLst/>
          </a:prstGeom>
          <a:ln w="12700">
            <a:solidFill>
              <a:schemeClr val="tx1"/>
            </a:solidFill>
            <a:prstDash val="dash"/>
          </a:ln>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F8105113-7528-2E3C-339D-D2AFDF840957}"/>
              </a:ext>
            </a:extLst>
          </p:cNvPr>
          <p:cNvCxnSpPr>
            <a:cxnSpLocks/>
          </p:cNvCxnSpPr>
          <p:nvPr/>
        </p:nvCxnSpPr>
        <p:spPr>
          <a:xfrm>
            <a:off x="8984023" y="533979"/>
            <a:ext cx="0" cy="5476104"/>
          </a:xfrm>
          <a:prstGeom prst="line">
            <a:avLst/>
          </a:prstGeom>
          <a:ln w="12700">
            <a:solidFill>
              <a:schemeClr val="tx1"/>
            </a:solidFill>
            <a:prstDash val="dash"/>
          </a:ln>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DB04C1EA-BC65-BA71-447E-05A3902C6D38}"/>
              </a:ext>
            </a:extLst>
          </p:cNvPr>
          <p:cNvCxnSpPr/>
          <p:nvPr/>
        </p:nvCxnSpPr>
        <p:spPr>
          <a:xfrm>
            <a:off x="285750" y="6010083"/>
            <a:ext cx="11516277" cy="0"/>
          </a:xfrm>
          <a:prstGeom prst="line">
            <a:avLst/>
          </a:prstGeom>
          <a:ln w="12700">
            <a:solidFill>
              <a:schemeClr val="tx1"/>
            </a:solidFill>
            <a:prstDash val="dash"/>
          </a:ln>
        </p:spPr>
        <p:style>
          <a:lnRef idx="2">
            <a:schemeClr val="accent1"/>
          </a:lnRef>
          <a:fillRef idx="0">
            <a:schemeClr val="accent1"/>
          </a:fillRef>
          <a:effectRef idx="1">
            <a:schemeClr val="accent1"/>
          </a:effectRef>
          <a:fontRef idx="minor">
            <a:schemeClr val="tx1"/>
          </a:fontRef>
        </p:style>
      </p:cxnSp>
    </p:spTree>
    <p:custDataLst>
      <p:custData r:id="rId1"/>
    </p:custDataLst>
    <p:extLst>
      <p:ext uri="{BB962C8B-B14F-4D97-AF65-F5344CB8AC3E}">
        <p14:creationId xmlns:p14="http://schemas.microsoft.com/office/powerpoint/2010/main" val="34401827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51A89F-6654-9F99-2326-2FB59DCD4C65}"/>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AE4B79BF-5F06-B250-9509-79393D7AC061}"/>
              </a:ext>
            </a:extLst>
          </p:cNvPr>
          <p:cNvSpPr>
            <a:spLocks noGrp="1"/>
          </p:cNvSpPr>
          <p:nvPr>
            <p:ph type="sldNum" sz="quarter" idx="4"/>
          </p:nvPr>
        </p:nvSpPr>
        <p:spPr/>
        <p:txBody>
          <a:bodyPr/>
          <a:lstStyle/>
          <a:p>
            <a:fld id="{3E6AC032-1535-134B-A583-D5E1DDD0D167}" type="slidenum">
              <a:rPr lang="en-US" smtClean="0"/>
              <a:pPr/>
              <a:t>19</a:t>
            </a:fld>
            <a:endParaRPr lang="en-US"/>
          </a:p>
        </p:txBody>
      </p:sp>
      <p:sp>
        <p:nvSpPr>
          <p:cNvPr id="12" name="Rectangle 11">
            <a:extLst>
              <a:ext uri="{FF2B5EF4-FFF2-40B4-BE49-F238E27FC236}">
                <a16:creationId xmlns:a16="http://schemas.microsoft.com/office/drawing/2014/main" id="{5E09B5AE-20C6-6E4D-F128-F40E51918359}"/>
              </a:ext>
            </a:extLst>
          </p:cNvPr>
          <p:cNvSpPr/>
          <p:nvPr/>
        </p:nvSpPr>
        <p:spPr>
          <a:xfrm>
            <a:off x="0" y="-38113"/>
            <a:ext cx="12192000" cy="572092"/>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400" b="1">
                <a:solidFill>
                  <a:schemeClr val="bg1"/>
                </a:solidFill>
                <a:latin typeface="Georgia" panose="02040502050405020303" pitchFamily="18" charset="0"/>
              </a:rPr>
              <a:t>Loans &amp; Investments by Companies | Regulatory Framework</a:t>
            </a:r>
            <a:endParaRPr lang="en-GB" sz="2400" b="1">
              <a:latin typeface="Georgia" panose="02040502050405020303" pitchFamily="18" charset="0"/>
            </a:endParaRPr>
          </a:p>
        </p:txBody>
      </p:sp>
      <p:sp>
        <p:nvSpPr>
          <p:cNvPr id="13" name="TextBox 12">
            <a:extLst>
              <a:ext uri="{FF2B5EF4-FFF2-40B4-BE49-F238E27FC236}">
                <a16:creationId xmlns:a16="http://schemas.microsoft.com/office/drawing/2014/main" id="{648EB9E3-25C4-92F9-882B-435D86A949AC}"/>
              </a:ext>
            </a:extLst>
          </p:cNvPr>
          <p:cNvSpPr txBox="1"/>
          <p:nvPr/>
        </p:nvSpPr>
        <p:spPr>
          <a:xfrm>
            <a:off x="307397" y="938969"/>
            <a:ext cx="11573751" cy="572092"/>
          </a:xfrm>
          <a:prstGeom prst="rect">
            <a:avLst/>
          </a:prstGeom>
          <a:noFill/>
        </p:spPr>
        <p:txBody>
          <a:bodyPr wrap="square" lIns="0" tIns="0" rIns="0" bIns="0" rtlCol="0">
            <a:noAutofit/>
          </a:bodyPr>
          <a:lstStyle/>
          <a:p>
            <a:pPr algn="ctr"/>
            <a:r>
              <a:rPr lang="en-US" sz="1400"/>
              <a:t>While the </a:t>
            </a:r>
            <a:r>
              <a:rPr lang="en-US" sz="1400">
                <a:highlight>
                  <a:srgbClr val="FFFFFF"/>
                </a:highlight>
              </a:rPr>
              <a:t>specific thresholds, procedures, and exemptions may vary, all these jurisdictions incorporate the below mentioned principles into their regulation with respect to loans and investments by the Company.</a:t>
            </a:r>
          </a:p>
        </p:txBody>
      </p:sp>
      <p:sp>
        <p:nvSpPr>
          <p:cNvPr id="2" name="TextBox 1">
            <a:extLst>
              <a:ext uri="{FF2B5EF4-FFF2-40B4-BE49-F238E27FC236}">
                <a16:creationId xmlns:a16="http://schemas.microsoft.com/office/drawing/2014/main" id="{B1C51011-648C-F7CA-CEDF-5D564787F037}"/>
              </a:ext>
            </a:extLst>
          </p:cNvPr>
          <p:cNvSpPr txBox="1"/>
          <p:nvPr/>
        </p:nvSpPr>
        <p:spPr>
          <a:xfrm>
            <a:off x="307398" y="2043680"/>
            <a:ext cx="2801943" cy="403726"/>
          </a:xfrm>
          <a:prstGeom prst="rect">
            <a:avLst/>
          </a:prstGeom>
          <a:solidFill>
            <a:schemeClr val="accent1">
              <a:lumMod val="20000"/>
              <a:lumOff val="80000"/>
            </a:schemeClr>
          </a:solidFill>
        </p:spPr>
        <p:style>
          <a:lnRef idx="2">
            <a:schemeClr val="dk1"/>
          </a:lnRef>
          <a:fillRef idx="1">
            <a:schemeClr val="lt1"/>
          </a:fillRef>
          <a:effectRef idx="0">
            <a:schemeClr val="dk1"/>
          </a:effectRef>
          <a:fontRef idx="minor">
            <a:schemeClr val="dk1"/>
          </a:fontRef>
        </p:style>
        <p:txBody>
          <a:bodyPr wrap="square" lIns="0" tIns="0" rIns="0" bIns="0" rtlCol="0" anchor="ctr">
            <a:noAutofit/>
          </a:bodyPr>
          <a:lstStyle/>
          <a:p>
            <a:pPr algn="ctr"/>
            <a:r>
              <a:rPr lang="en-US" sz="1400" b="1">
                <a:solidFill>
                  <a:schemeClr val="tx1"/>
                </a:solidFill>
              </a:rPr>
              <a:t>Layering Restriction</a:t>
            </a:r>
          </a:p>
        </p:txBody>
      </p:sp>
      <p:sp>
        <p:nvSpPr>
          <p:cNvPr id="9" name="Rectangle 8">
            <a:extLst>
              <a:ext uri="{FF2B5EF4-FFF2-40B4-BE49-F238E27FC236}">
                <a16:creationId xmlns:a16="http://schemas.microsoft.com/office/drawing/2014/main" id="{38F9918A-5489-EF35-A579-817F46AC6D71}"/>
              </a:ext>
            </a:extLst>
          </p:cNvPr>
          <p:cNvSpPr/>
          <p:nvPr/>
        </p:nvSpPr>
        <p:spPr>
          <a:xfrm>
            <a:off x="307398" y="2496311"/>
            <a:ext cx="2801943" cy="2761489"/>
          </a:xfrm>
          <a:prstGeom prst="rect">
            <a:avLst/>
          </a:prstGeom>
          <a:ln/>
        </p:spPr>
        <p:style>
          <a:lnRef idx="2">
            <a:schemeClr val="dk1"/>
          </a:lnRef>
          <a:fillRef idx="1">
            <a:schemeClr val="lt1"/>
          </a:fillRef>
          <a:effectRef idx="0">
            <a:schemeClr val="dk1"/>
          </a:effectRef>
          <a:fontRef idx="minor">
            <a:schemeClr val="dk1"/>
          </a:fontRef>
        </p:style>
        <p:txBody>
          <a:bodyPr lIns="91440" tIns="45720" rIns="91440" bIns="45720" rtlCol="0" anchor="t"/>
          <a:lstStyle/>
          <a:p>
            <a:pPr marL="171450" indent="-171450" algn="just" fontAlgn="base">
              <a:buFont typeface="Wingdings" panose="05000000000000000000" pitchFamily="2" charset="2"/>
              <a:buChar char="§"/>
            </a:pPr>
            <a:endParaRPr lang="en-US" sz="1200">
              <a:solidFill>
                <a:schemeClr val="tx1"/>
              </a:solidFill>
            </a:endParaRPr>
          </a:p>
          <a:p>
            <a:pPr marL="171450" indent="-171450" algn="just" fontAlgn="base">
              <a:buFont typeface="Wingdings" panose="05000000000000000000" pitchFamily="2" charset="2"/>
              <a:buChar char="§"/>
            </a:pPr>
            <a:endParaRPr lang="en-US" sz="1200">
              <a:solidFill>
                <a:schemeClr val="tx1"/>
              </a:solidFill>
            </a:endParaRPr>
          </a:p>
          <a:p>
            <a:pPr marL="171450" indent="-171450" algn="just" fontAlgn="base">
              <a:buFont typeface="Wingdings" panose="05000000000000000000" pitchFamily="2" charset="2"/>
              <a:buChar char="§"/>
            </a:pPr>
            <a:r>
              <a:rPr lang="en-US" sz="1200" b="1">
                <a:solidFill>
                  <a:schemeClr val="tx1"/>
                </a:solidFill>
              </a:rPr>
              <a:t>Multiple tiers </a:t>
            </a:r>
            <a:r>
              <a:rPr lang="en-US" sz="1200">
                <a:solidFill>
                  <a:schemeClr val="tx1"/>
                </a:solidFill>
              </a:rPr>
              <a:t>of holding or investment companies are discouraged, as excessive layering can be used to obscure the true movement and source of funds. </a:t>
            </a:r>
          </a:p>
          <a:p>
            <a:pPr marL="171450" indent="-171450" algn="just" fontAlgn="base">
              <a:buFont typeface="Wingdings" panose="05000000000000000000" pitchFamily="2" charset="2"/>
              <a:buChar char="§"/>
            </a:pPr>
            <a:endParaRPr lang="en-US" sz="1200">
              <a:solidFill>
                <a:schemeClr val="tx1"/>
              </a:solidFill>
            </a:endParaRPr>
          </a:p>
          <a:p>
            <a:pPr marL="171450" indent="-171450" fontAlgn="base">
              <a:buFont typeface="Wingdings" panose="05000000000000000000" pitchFamily="2" charset="2"/>
              <a:buChar char="§"/>
            </a:pPr>
            <a:r>
              <a:rPr lang="en-US" sz="1200" b="1">
                <a:solidFill>
                  <a:schemeClr val="tx1"/>
                </a:solidFill>
              </a:rPr>
              <a:t>Intra-group loans </a:t>
            </a:r>
            <a:r>
              <a:rPr lang="en-US" sz="1200">
                <a:solidFill>
                  <a:schemeClr val="tx1"/>
                </a:solidFill>
              </a:rPr>
              <a:t>generally permitted but may require solvency checks and board oversight. </a:t>
            </a:r>
            <a:endParaRPr lang="en-US" sz="1200">
              <a:solidFill>
                <a:schemeClr val="tx1"/>
              </a:solidFill>
              <a:cs typeface="Arial"/>
            </a:endParaRPr>
          </a:p>
        </p:txBody>
      </p:sp>
      <p:sp>
        <p:nvSpPr>
          <p:cNvPr id="10" name="TextBox 9">
            <a:extLst>
              <a:ext uri="{FF2B5EF4-FFF2-40B4-BE49-F238E27FC236}">
                <a16:creationId xmlns:a16="http://schemas.microsoft.com/office/drawing/2014/main" id="{24DABB95-A24E-9073-4F4C-E93086FBB374}"/>
              </a:ext>
            </a:extLst>
          </p:cNvPr>
          <p:cNvSpPr txBox="1"/>
          <p:nvPr/>
        </p:nvSpPr>
        <p:spPr>
          <a:xfrm>
            <a:off x="3228906" y="2039853"/>
            <a:ext cx="2801943" cy="403726"/>
          </a:xfrm>
          <a:prstGeom prst="rect">
            <a:avLst/>
          </a:prstGeom>
          <a:solidFill>
            <a:schemeClr val="accent1">
              <a:lumMod val="20000"/>
              <a:lumOff val="80000"/>
            </a:schemeClr>
          </a:solidFill>
        </p:spPr>
        <p:style>
          <a:lnRef idx="2">
            <a:schemeClr val="dk1"/>
          </a:lnRef>
          <a:fillRef idx="1">
            <a:schemeClr val="lt1"/>
          </a:fillRef>
          <a:effectRef idx="0">
            <a:schemeClr val="dk1"/>
          </a:effectRef>
          <a:fontRef idx="minor">
            <a:schemeClr val="dk1"/>
          </a:fontRef>
        </p:style>
        <p:txBody>
          <a:bodyPr wrap="square" lIns="0" tIns="0" rIns="0" bIns="0" rtlCol="0" anchor="ctr">
            <a:noAutofit/>
          </a:bodyPr>
          <a:lstStyle/>
          <a:p>
            <a:pPr algn="ctr"/>
            <a:r>
              <a:rPr lang="en-US" sz="1400" b="1">
                <a:solidFill>
                  <a:schemeClr val="tx1"/>
                </a:solidFill>
              </a:rPr>
              <a:t>Limits on Loans/Investments</a:t>
            </a:r>
          </a:p>
        </p:txBody>
      </p:sp>
      <p:sp>
        <p:nvSpPr>
          <p:cNvPr id="11" name="Rectangle 10">
            <a:extLst>
              <a:ext uri="{FF2B5EF4-FFF2-40B4-BE49-F238E27FC236}">
                <a16:creationId xmlns:a16="http://schemas.microsoft.com/office/drawing/2014/main" id="{B99061B2-8491-8C1F-5BC0-15BE302E46D0}"/>
              </a:ext>
            </a:extLst>
          </p:cNvPr>
          <p:cNvSpPr/>
          <p:nvPr/>
        </p:nvSpPr>
        <p:spPr>
          <a:xfrm>
            <a:off x="3228906" y="2496310"/>
            <a:ext cx="2801943" cy="2761489"/>
          </a:xfrm>
          <a:prstGeom prst="rect">
            <a:avLst/>
          </a:prstGeom>
          <a:ln/>
        </p:spPr>
        <p:style>
          <a:lnRef idx="2">
            <a:schemeClr val="dk1"/>
          </a:lnRef>
          <a:fillRef idx="1">
            <a:schemeClr val="lt1"/>
          </a:fillRef>
          <a:effectRef idx="0">
            <a:schemeClr val="dk1"/>
          </a:effectRef>
          <a:fontRef idx="minor">
            <a:schemeClr val="dk1"/>
          </a:fontRef>
        </p:style>
        <p:txBody>
          <a:bodyPr rtlCol="0" anchor="t"/>
          <a:lstStyle/>
          <a:p>
            <a:pPr marL="171450" indent="-171450" algn="just" fontAlgn="base">
              <a:buFont typeface="Wingdings" panose="05000000000000000000" pitchFamily="2" charset="2"/>
              <a:buChar char="§"/>
            </a:pPr>
            <a:endParaRPr lang="en-US" sz="1200">
              <a:solidFill>
                <a:schemeClr val="tx1"/>
              </a:solidFill>
            </a:endParaRPr>
          </a:p>
          <a:p>
            <a:pPr marL="171450" indent="-171450" algn="just" fontAlgn="base">
              <a:buFont typeface="Wingdings" panose="05000000000000000000" pitchFamily="2" charset="2"/>
              <a:buChar char="§"/>
            </a:pPr>
            <a:endParaRPr lang="en-US" sz="1200"/>
          </a:p>
          <a:p>
            <a:pPr marL="171450" indent="-171450" algn="just" fontAlgn="base">
              <a:buFont typeface="Wingdings" panose="05000000000000000000" pitchFamily="2" charset="2"/>
              <a:buChar char="§"/>
            </a:pPr>
            <a:r>
              <a:rPr lang="en-US" sz="1200"/>
              <a:t>No fixed universal caps — limits are based on </a:t>
            </a:r>
            <a:r>
              <a:rPr lang="en-US" sz="1200" b="1"/>
              <a:t>solvency</a:t>
            </a:r>
            <a:r>
              <a:rPr lang="en-US" sz="1200"/>
              <a:t>, </a:t>
            </a:r>
            <a:r>
              <a:rPr lang="en-US" sz="1200" b="1"/>
              <a:t>commercial fairness </a:t>
            </a:r>
            <a:r>
              <a:rPr lang="en-US" sz="1200"/>
              <a:t>and </a:t>
            </a:r>
            <a:r>
              <a:rPr lang="en-US" sz="1200" b="1"/>
              <a:t>corporate purpose</a:t>
            </a:r>
            <a:r>
              <a:rPr lang="en-US" sz="1200"/>
              <a:t>.</a:t>
            </a:r>
          </a:p>
          <a:p>
            <a:pPr marL="171450" indent="-171450" algn="just" fontAlgn="base">
              <a:buFont typeface="Wingdings" panose="05000000000000000000" pitchFamily="2" charset="2"/>
              <a:buChar char="§"/>
            </a:pPr>
            <a:endParaRPr lang="en-US" sz="1200">
              <a:solidFill>
                <a:schemeClr val="tx1"/>
              </a:solidFill>
            </a:endParaRPr>
          </a:p>
          <a:p>
            <a:pPr marL="171450" indent="-171450" algn="just" fontAlgn="base">
              <a:buFont typeface="Wingdings" panose="05000000000000000000" pitchFamily="2" charset="2"/>
              <a:buChar char="§"/>
            </a:pPr>
            <a:r>
              <a:rPr lang="en-US" sz="1200"/>
              <a:t>Arm’s-length terms, transfer-pricing rules and fiduciary duties </a:t>
            </a:r>
            <a:r>
              <a:rPr lang="en-US" sz="1200" b="1"/>
              <a:t>restrict </a:t>
            </a:r>
            <a:r>
              <a:rPr lang="en-US" sz="1200"/>
              <a:t>excessive or unfair loans.</a:t>
            </a:r>
          </a:p>
          <a:p>
            <a:pPr marL="171450" indent="-171450" algn="just" fontAlgn="base">
              <a:buFont typeface="Wingdings" panose="05000000000000000000" pitchFamily="2" charset="2"/>
              <a:buChar char="§"/>
            </a:pPr>
            <a:endParaRPr lang="en-US" sz="1200"/>
          </a:p>
          <a:p>
            <a:pPr marL="171450" indent="-171450" algn="just" fontAlgn="base">
              <a:buFont typeface="Wingdings" panose="05000000000000000000" pitchFamily="2" charset="2"/>
              <a:buChar char="§"/>
            </a:pPr>
            <a:r>
              <a:rPr lang="en-US" sz="1200"/>
              <a:t>Regulated sectors (e.g., banks) have additional </a:t>
            </a:r>
            <a:r>
              <a:rPr lang="en-US" sz="1200" b="1"/>
              <a:t>statutory caps</a:t>
            </a:r>
            <a:r>
              <a:rPr lang="en-US" sz="1200"/>
              <a:t>.</a:t>
            </a:r>
            <a:endParaRPr lang="en-US" sz="1200">
              <a:solidFill>
                <a:schemeClr val="tx1"/>
              </a:solidFill>
            </a:endParaRPr>
          </a:p>
          <a:p>
            <a:pPr marL="171450" indent="-171450" algn="just" fontAlgn="base">
              <a:buFont typeface="Wingdings" panose="05000000000000000000" pitchFamily="2" charset="2"/>
              <a:buChar char="§"/>
            </a:pPr>
            <a:endParaRPr lang="en-US" sz="1200">
              <a:solidFill>
                <a:schemeClr val="tx1"/>
              </a:solidFill>
            </a:endParaRPr>
          </a:p>
          <a:p>
            <a:pPr marL="171450" indent="-171450" algn="just" fontAlgn="base">
              <a:buFont typeface="Wingdings" panose="05000000000000000000" pitchFamily="2" charset="2"/>
              <a:buChar char="§"/>
            </a:pPr>
            <a:endParaRPr lang="en-US" sz="1200">
              <a:solidFill>
                <a:schemeClr val="tx1"/>
              </a:solidFill>
            </a:endParaRPr>
          </a:p>
          <a:p>
            <a:pPr marL="171450" indent="-171450" algn="just" fontAlgn="base">
              <a:buFont typeface="Wingdings" panose="05000000000000000000" pitchFamily="2" charset="2"/>
              <a:buChar char="§"/>
            </a:pPr>
            <a:endParaRPr lang="en-US" sz="1200">
              <a:solidFill>
                <a:schemeClr val="tx1"/>
              </a:solidFill>
            </a:endParaRPr>
          </a:p>
        </p:txBody>
      </p:sp>
      <p:sp>
        <p:nvSpPr>
          <p:cNvPr id="14" name="TextBox 13">
            <a:extLst>
              <a:ext uri="{FF2B5EF4-FFF2-40B4-BE49-F238E27FC236}">
                <a16:creationId xmlns:a16="http://schemas.microsoft.com/office/drawing/2014/main" id="{58796175-6B32-88A2-E7B0-D0F4CAF5042B}"/>
              </a:ext>
            </a:extLst>
          </p:cNvPr>
          <p:cNvSpPr txBox="1"/>
          <p:nvPr/>
        </p:nvSpPr>
        <p:spPr>
          <a:xfrm>
            <a:off x="6146223" y="2039852"/>
            <a:ext cx="2801943" cy="403726"/>
          </a:xfrm>
          <a:prstGeom prst="rect">
            <a:avLst/>
          </a:prstGeom>
          <a:solidFill>
            <a:schemeClr val="accent1">
              <a:lumMod val="20000"/>
              <a:lumOff val="80000"/>
            </a:schemeClr>
          </a:solidFill>
        </p:spPr>
        <p:style>
          <a:lnRef idx="2">
            <a:schemeClr val="dk1"/>
          </a:lnRef>
          <a:fillRef idx="1">
            <a:schemeClr val="lt1"/>
          </a:fillRef>
          <a:effectRef idx="0">
            <a:schemeClr val="dk1"/>
          </a:effectRef>
          <a:fontRef idx="minor">
            <a:schemeClr val="dk1"/>
          </a:fontRef>
        </p:style>
        <p:txBody>
          <a:bodyPr wrap="square" lIns="0" tIns="0" rIns="0" bIns="0" rtlCol="0" anchor="ctr">
            <a:noAutofit/>
          </a:bodyPr>
          <a:lstStyle/>
          <a:p>
            <a:pPr algn="ctr"/>
            <a:r>
              <a:rPr lang="en-US" sz="1400" b="1">
                <a:solidFill>
                  <a:schemeClr val="tx1"/>
                </a:solidFill>
              </a:rPr>
              <a:t>Special Resolution</a:t>
            </a:r>
          </a:p>
        </p:txBody>
      </p:sp>
      <p:sp>
        <p:nvSpPr>
          <p:cNvPr id="15" name="Rectangle 14">
            <a:extLst>
              <a:ext uri="{FF2B5EF4-FFF2-40B4-BE49-F238E27FC236}">
                <a16:creationId xmlns:a16="http://schemas.microsoft.com/office/drawing/2014/main" id="{A6D4D4D8-7A5C-D876-3593-0FF431F85DA5}"/>
              </a:ext>
            </a:extLst>
          </p:cNvPr>
          <p:cNvSpPr/>
          <p:nvPr/>
        </p:nvSpPr>
        <p:spPr>
          <a:xfrm>
            <a:off x="6146223" y="2496311"/>
            <a:ext cx="2801943" cy="2761489"/>
          </a:xfrm>
          <a:prstGeom prst="rect">
            <a:avLst/>
          </a:prstGeom>
          <a:ln/>
        </p:spPr>
        <p:style>
          <a:lnRef idx="2">
            <a:schemeClr val="dk1"/>
          </a:lnRef>
          <a:fillRef idx="1">
            <a:schemeClr val="lt1"/>
          </a:fillRef>
          <a:effectRef idx="0">
            <a:schemeClr val="dk1"/>
          </a:effectRef>
          <a:fontRef idx="minor">
            <a:schemeClr val="dk1"/>
          </a:fontRef>
        </p:style>
        <p:txBody>
          <a:bodyPr rtlCol="0" anchor="t"/>
          <a:lstStyle/>
          <a:p>
            <a:pPr marL="171450" indent="-171450" algn="just" fontAlgn="base">
              <a:buFont typeface="Wingdings" panose="05000000000000000000" pitchFamily="2" charset="2"/>
              <a:buChar char="§"/>
            </a:pPr>
            <a:endParaRPr lang="en-US" sz="1200">
              <a:solidFill>
                <a:schemeClr val="tx1"/>
              </a:solidFill>
            </a:endParaRPr>
          </a:p>
          <a:p>
            <a:pPr marL="171450" indent="-171450" algn="just" fontAlgn="base">
              <a:buFont typeface="Wingdings" panose="05000000000000000000" pitchFamily="2" charset="2"/>
              <a:buChar char="§"/>
            </a:pPr>
            <a:endParaRPr lang="en-US" sz="1200"/>
          </a:p>
          <a:p>
            <a:pPr marL="171450" indent="-171450" algn="just" fontAlgn="base">
              <a:buFont typeface="Wingdings" panose="05000000000000000000" pitchFamily="2" charset="2"/>
              <a:buChar char="§"/>
            </a:pPr>
            <a:r>
              <a:rPr lang="en-US" sz="1200"/>
              <a:t>Required mainly for loans/guarantees to </a:t>
            </a:r>
            <a:r>
              <a:rPr lang="en-US" sz="1200" b="1"/>
              <a:t>directors</a:t>
            </a:r>
            <a:r>
              <a:rPr lang="en-US" sz="1200"/>
              <a:t>, </a:t>
            </a:r>
            <a:r>
              <a:rPr lang="en-US" sz="1200" b="1"/>
              <a:t>key managerial personnel</a:t>
            </a:r>
            <a:r>
              <a:rPr lang="en-US" sz="1200"/>
              <a:t>, major </a:t>
            </a:r>
            <a:r>
              <a:rPr lang="en-US" sz="1200" b="1"/>
              <a:t>related parties</a:t>
            </a:r>
            <a:r>
              <a:rPr lang="en-US" sz="1200"/>
              <a:t>, or </a:t>
            </a:r>
            <a:r>
              <a:rPr lang="en-US" sz="1200" b="1"/>
              <a:t>share-purchase financial assistance</a:t>
            </a:r>
            <a:r>
              <a:rPr lang="en-US" sz="1200"/>
              <a:t>.</a:t>
            </a:r>
          </a:p>
          <a:p>
            <a:pPr marL="171450" indent="-171450" algn="just" fontAlgn="base">
              <a:buFont typeface="Wingdings" panose="05000000000000000000" pitchFamily="2" charset="2"/>
              <a:buChar char="§"/>
            </a:pPr>
            <a:endParaRPr lang="en-US" sz="1200">
              <a:solidFill>
                <a:schemeClr val="tx1"/>
              </a:solidFill>
            </a:endParaRPr>
          </a:p>
          <a:p>
            <a:pPr marL="171450" indent="-171450" algn="just" fontAlgn="base">
              <a:buFont typeface="Wingdings" panose="05000000000000000000" pitchFamily="2" charset="2"/>
              <a:buChar char="§"/>
            </a:pPr>
            <a:r>
              <a:rPr lang="en-US" sz="1200" b="1"/>
              <a:t>Shareholders’ approval</a:t>
            </a:r>
            <a:r>
              <a:rPr lang="en-US" sz="1200"/>
              <a:t> typically needs full disclosure of terms, purpose and beneficiaries.</a:t>
            </a:r>
            <a:endParaRPr lang="en-US" sz="1200">
              <a:solidFill>
                <a:schemeClr val="tx1"/>
              </a:solidFill>
            </a:endParaRPr>
          </a:p>
        </p:txBody>
      </p:sp>
      <p:sp>
        <p:nvSpPr>
          <p:cNvPr id="16" name="TextBox 15">
            <a:extLst>
              <a:ext uri="{FF2B5EF4-FFF2-40B4-BE49-F238E27FC236}">
                <a16:creationId xmlns:a16="http://schemas.microsoft.com/office/drawing/2014/main" id="{BC1A0376-7290-FBA1-8054-E07A4647C7FE}"/>
              </a:ext>
            </a:extLst>
          </p:cNvPr>
          <p:cNvSpPr txBox="1"/>
          <p:nvPr/>
        </p:nvSpPr>
        <p:spPr>
          <a:xfrm>
            <a:off x="9079205" y="2039851"/>
            <a:ext cx="2801943" cy="403726"/>
          </a:xfrm>
          <a:prstGeom prst="rect">
            <a:avLst/>
          </a:prstGeom>
          <a:solidFill>
            <a:schemeClr val="accent1">
              <a:lumMod val="20000"/>
              <a:lumOff val="80000"/>
            </a:schemeClr>
          </a:solidFill>
        </p:spPr>
        <p:style>
          <a:lnRef idx="2">
            <a:schemeClr val="dk1"/>
          </a:lnRef>
          <a:fillRef idx="1">
            <a:schemeClr val="lt1"/>
          </a:fillRef>
          <a:effectRef idx="0">
            <a:schemeClr val="dk1"/>
          </a:effectRef>
          <a:fontRef idx="minor">
            <a:schemeClr val="dk1"/>
          </a:fontRef>
        </p:style>
        <p:txBody>
          <a:bodyPr wrap="square" lIns="0" tIns="0" rIns="0" bIns="0" rtlCol="0" anchor="ctr">
            <a:noAutofit/>
          </a:bodyPr>
          <a:lstStyle/>
          <a:p>
            <a:pPr algn="ctr"/>
            <a:r>
              <a:rPr lang="en-US" sz="1400" b="1">
                <a:solidFill>
                  <a:schemeClr val="tx1"/>
                </a:solidFill>
              </a:rPr>
              <a:t>Disclosure</a:t>
            </a:r>
          </a:p>
        </p:txBody>
      </p:sp>
      <p:sp>
        <p:nvSpPr>
          <p:cNvPr id="17" name="Rectangle 16">
            <a:extLst>
              <a:ext uri="{FF2B5EF4-FFF2-40B4-BE49-F238E27FC236}">
                <a16:creationId xmlns:a16="http://schemas.microsoft.com/office/drawing/2014/main" id="{4273FEC3-CC4F-A08C-EE8E-0DDF6400B666}"/>
              </a:ext>
            </a:extLst>
          </p:cNvPr>
          <p:cNvSpPr/>
          <p:nvPr/>
        </p:nvSpPr>
        <p:spPr>
          <a:xfrm>
            <a:off x="9081828" y="2496311"/>
            <a:ext cx="2801943" cy="2761489"/>
          </a:xfrm>
          <a:prstGeom prst="rect">
            <a:avLst/>
          </a:prstGeom>
          <a:ln/>
        </p:spPr>
        <p:style>
          <a:lnRef idx="2">
            <a:schemeClr val="dk1"/>
          </a:lnRef>
          <a:fillRef idx="1">
            <a:schemeClr val="lt1"/>
          </a:fillRef>
          <a:effectRef idx="0">
            <a:schemeClr val="dk1"/>
          </a:effectRef>
          <a:fontRef idx="minor">
            <a:schemeClr val="dk1"/>
          </a:fontRef>
        </p:style>
        <p:txBody>
          <a:bodyPr rtlCol="0" anchor="t"/>
          <a:lstStyle/>
          <a:p>
            <a:pPr marL="171450" indent="-171450" algn="just" fontAlgn="base">
              <a:buFont typeface="Wingdings" panose="05000000000000000000" pitchFamily="2" charset="2"/>
              <a:buChar char="§"/>
            </a:pPr>
            <a:endParaRPr lang="en-US" sz="1200"/>
          </a:p>
          <a:p>
            <a:pPr marL="171450" indent="-171450" algn="just" fontAlgn="base">
              <a:buFont typeface="Wingdings" panose="05000000000000000000" pitchFamily="2" charset="2"/>
              <a:buChar char="§"/>
            </a:pPr>
            <a:endParaRPr lang="en-US" sz="1200"/>
          </a:p>
          <a:p>
            <a:pPr marL="171450" indent="-171450" algn="just" fontAlgn="base">
              <a:buFont typeface="Wingdings" panose="05000000000000000000" pitchFamily="2" charset="2"/>
              <a:buChar char="§"/>
            </a:pPr>
            <a:r>
              <a:rPr lang="en-US" sz="1200"/>
              <a:t>Loans/guarantees to related parties must be disclosed in </a:t>
            </a:r>
            <a:r>
              <a:rPr lang="en-US" sz="1200" b="1"/>
              <a:t>financial statements</a:t>
            </a:r>
            <a:r>
              <a:rPr lang="en-US" sz="1200"/>
              <a:t> and </a:t>
            </a:r>
            <a:r>
              <a:rPr lang="en-US" sz="1200" b="1"/>
              <a:t>public filings </a:t>
            </a:r>
            <a:r>
              <a:rPr lang="en-US" sz="1200"/>
              <a:t>for listed companies.</a:t>
            </a:r>
          </a:p>
          <a:p>
            <a:pPr marL="171450" indent="-171450" algn="just" fontAlgn="base">
              <a:buFont typeface="Wingdings" panose="05000000000000000000" pitchFamily="2" charset="2"/>
              <a:buChar char="§"/>
            </a:pPr>
            <a:endParaRPr lang="en-US" sz="1200">
              <a:solidFill>
                <a:schemeClr val="tx1"/>
              </a:solidFill>
            </a:endParaRPr>
          </a:p>
          <a:p>
            <a:pPr marL="171450" indent="-171450" algn="just" fontAlgn="base">
              <a:buFont typeface="Wingdings" panose="05000000000000000000" pitchFamily="2" charset="2"/>
              <a:buChar char="§"/>
            </a:pPr>
            <a:r>
              <a:rPr lang="en-US" sz="1200"/>
              <a:t>Board minutes documenting </a:t>
            </a:r>
            <a:r>
              <a:rPr lang="en-US" sz="1200" b="1"/>
              <a:t>solvency</a:t>
            </a:r>
            <a:r>
              <a:rPr lang="en-US" sz="1200"/>
              <a:t>, </a:t>
            </a:r>
            <a:r>
              <a:rPr lang="en-US" sz="1200" b="1"/>
              <a:t>fairness</a:t>
            </a:r>
            <a:r>
              <a:rPr lang="en-US" sz="1200"/>
              <a:t>, and </a:t>
            </a:r>
            <a:r>
              <a:rPr lang="en-US" sz="1200" b="1"/>
              <a:t>approval rationale</a:t>
            </a:r>
            <a:r>
              <a:rPr lang="en-US" sz="1200"/>
              <a:t> are standard.</a:t>
            </a:r>
          </a:p>
          <a:p>
            <a:pPr marL="171450" indent="-171450" algn="just" fontAlgn="base">
              <a:buFont typeface="Wingdings" panose="05000000000000000000" pitchFamily="2" charset="2"/>
              <a:buChar char="§"/>
            </a:pPr>
            <a:endParaRPr lang="en-US" sz="1200"/>
          </a:p>
        </p:txBody>
      </p:sp>
      <p:sp>
        <p:nvSpPr>
          <p:cNvPr id="18" name="TextBox 17">
            <a:extLst>
              <a:ext uri="{FF2B5EF4-FFF2-40B4-BE49-F238E27FC236}">
                <a16:creationId xmlns:a16="http://schemas.microsoft.com/office/drawing/2014/main" id="{61778365-A91C-533B-21B8-9E53AFED98F5}"/>
              </a:ext>
            </a:extLst>
          </p:cNvPr>
          <p:cNvSpPr txBox="1"/>
          <p:nvPr/>
        </p:nvSpPr>
        <p:spPr>
          <a:xfrm>
            <a:off x="307396" y="5919031"/>
            <a:ext cx="11573751" cy="366838"/>
          </a:xfrm>
          <a:prstGeom prst="rect">
            <a:avLst/>
          </a:prstGeom>
          <a:noFill/>
        </p:spPr>
        <p:txBody>
          <a:bodyPr wrap="square" lIns="0" tIns="0" rIns="0" bIns="0" rtlCol="0" anchor="ctr">
            <a:noAutofit/>
          </a:bodyPr>
          <a:lstStyle/>
          <a:p>
            <a:pPr algn="ctr"/>
            <a:r>
              <a:rPr lang="en-US" sz="1200" b="1" i="1"/>
              <a:t>Note: </a:t>
            </a:r>
            <a:r>
              <a:rPr lang="en-US" sz="1200" i="1"/>
              <a:t>Board’s approval is a mandatory requirement for company loans and investments, with additional shareholders’ approval for certain transactions in major jurisdictions.</a:t>
            </a:r>
          </a:p>
        </p:txBody>
      </p:sp>
      <p:sp>
        <p:nvSpPr>
          <p:cNvPr id="7" name="Right Triangle 6">
            <a:extLst>
              <a:ext uri="{FF2B5EF4-FFF2-40B4-BE49-F238E27FC236}">
                <a16:creationId xmlns:a16="http://schemas.microsoft.com/office/drawing/2014/main" id="{B81C9A30-595C-9F84-B5BA-46C93598E5AA}"/>
              </a:ext>
            </a:extLst>
          </p:cNvPr>
          <p:cNvSpPr/>
          <p:nvPr/>
        </p:nvSpPr>
        <p:spPr>
          <a:xfrm>
            <a:off x="9136692" y="4749284"/>
            <a:ext cx="473652" cy="454329"/>
          </a:xfrm>
          <a:prstGeom prst="rtTriangle">
            <a:avLst/>
          </a:prstGeom>
          <a:ln/>
        </p:spPr>
        <p:style>
          <a:lnRef idx="3">
            <a:schemeClr val="lt1"/>
          </a:lnRef>
          <a:fillRef idx="1">
            <a:schemeClr val="accent2"/>
          </a:fillRef>
          <a:effectRef idx="1">
            <a:schemeClr val="accent2"/>
          </a:effectRef>
          <a:fontRef idx="minor">
            <a:schemeClr val="lt1"/>
          </a:fontRef>
        </p:style>
        <p:txBody>
          <a:bodyPr rtlCol="0" anchor="ctr"/>
          <a:lstStyle/>
          <a:p>
            <a:pPr algn="ctr"/>
            <a:endParaRPr lang="en-US"/>
          </a:p>
        </p:txBody>
      </p:sp>
      <p:sp>
        <p:nvSpPr>
          <p:cNvPr id="23" name="Right Triangle 22">
            <a:extLst>
              <a:ext uri="{FF2B5EF4-FFF2-40B4-BE49-F238E27FC236}">
                <a16:creationId xmlns:a16="http://schemas.microsoft.com/office/drawing/2014/main" id="{C0FA9B30-E986-7388-8758-0CB8C6AA9CB5}"/>
              </a:ext>
            </a:extLst>
          </p:cNvPr>
          <p:cNvSpPr/>
          <p:nvPr/>
        </p:nvSpPr>
        <p:spPr>
          <a:xfrm>
            <a:off x="6197589" y="4749961"/>
            <a:ext cx="473652" cy="454329"/>
          </a:xfrm>
          <a:prstGeom prst="rtTriangle">
            <a:avLst/>
          </a:prstGeom>
          <a:ln/>
        </p:spPr>
        <p:style>
          <a:lnRef idx="3">
            <a:schemeClr val="lt1"/>
          </a:lnRef>
          <a:fillRef idx="1">
            <a:schemeClr val="accent2"/>
          </a:fillRef>
          <a:effectRef idx="1">
            <a:schemeClr val="accent2"/>
          </a:effectRef>
          <a:fontRef idx="minor">
            <a:schemeClr val="lt1"/>
          </a:fontRef>
        </p:style>
        <p:txBody>
          <a:bodyPr rtlCol="0" anchor="ctr"/>
          <a:lstStyle/>
          <a:p>
            <a:pPr algn="ctr"/>
            <a:endParaRPr lang="en-US"/>
          </a:p>
        </p:txBody>
      </p:sp>
      <p:sp>
        <p:nvSpPr>
          <p:cNvPr id="24" name="Right Triangle 23">
            <a:extLst>
              <a:ext uri="{FF2B5EF4-FFF2-40B4-BE49-F238E27FC236}">
                <a16:creationId xmlns:a16="http://schemas.microsoft.com/office/drawing/2014/main" id="{9E80C025-A364-45F3-A3AE-078A7428CE61}"/>
              </a:ext>
            </a:extLst>
          </p:cNvPr>
          <p:cNvSpPr/>
          <p:nvPr/>
        </p:nvSpPr>
        <p:spPr>
          <a:xfrm>
            <a:off x="3284844" y="4749283"/>
            <a:ext cx="473652" cy="454329"/>
          </a:xfrm>
          <a:prstGeom prst="rtTriangle">
            <a:avLst/>
          </a:prstGeom>
          <a:ln/>
        </p:spPr>
        <p:style>
          <a:lnRef idx="3">
            <a:schemeClr val="lt1"/>
          </a:lnRef>
          <a:fillRef idx="1">
            <a:schemeClr val="accent2"/>
          </a:fillRef>
          <a:effectRef idx="1">
            <a:schemeClr val="accent2"/>
          </a:effectRef>
          <a:fontRef idx="minor">
            <a:schemeClr val="lt1"/>
          </a:fontRef>
        </p:style>
        <p:txBody>
          <a:bodyPr rtlCol="0" anchor="ctr"/>
          <a:lstStyle/>
          <a:p>
            <a:pPr algn="ctr"/>
            <a:endParaRPr lang="en-US"/>
          </a:p>
        </p:txBody>
      </p:sp>
      <p:sp>
        <p:nvSpPr>
          <p:cNvPr id="25" name="Right Triangle 24">
            <a:extLst>
              <a:ext uri="{FF2B5EF4-FFF2-40B4-BE49-F238E27FC236}">
                <a16:creationId xmlns:a16="http://schemas.microsoft.com/office/drawing/2014/main" id="{B958D89F-4991-690A-5B70-3A8766E7A144}"/>
              </a:ext>
            </a:extLst>
          </p:cNvPr>
          <p:cNvSpPr/>
          <p:nvPr/>
        </p:nvSpPr>
        <p:spPr>
          <a:xfrm>
            <a:off x="362260" y="4749282"/>
            <a:ext cx="473652" cy="454329"/>
          </a:xfrm>
          <a:prstGeom prst="rtTriangle">
            <a:avLst/>
          </a:prstGeom>
          <a:ln/>
        </p:spPr>
        <p:style>
          <a:lnRef idx="3">
            <a:schemeClr val="lt1"/>
          </a:lnRef>
          <a:fillRef idx="1">
            <a:schemeClr val="accent2"/>
          </a:fillRef>
          <a:effectRef idx="1">
            <a:schemeClr val="accent2"/>
          </a:effectRef>
          <a:fontRef idx="minor">
            <a:schemeClr val="lt1"/>
          </a:fontRef>
        </p:style>
        <p:txBody>
          <a:bodyPr rtlCol="0" anchor="ctr"/>
          <a:lstStyle/>
          <a:p>
            <a:pPr algn="ctr"/>
            <a:endParaRPr lang="en-US"/>
          </a:p>
        </p:txBody>
      </p:sp>
    </p:spTree>
    <p:custDataLst>
      <p:custData r:id="rId1"/>
    </p:custDataLst>
    <p:extLst>
      <p:ext uri="{BB962C8B-B14F-4D97-AF65-F5344CB8AC3E}">
        <p14:creationId xmlns:p14="http://schemas.microsoft.com/office/powerpoint/2010/main" val="390498021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4FBB47-BB9F-4C73-77BB-7B539DE0E5B6}"/>
            </a:ext>
          </a:extLst>
        </p:cNvPr>
        <p:cNvGrpSpPr/>
        <p:nvPr/>
      </p:nvGrpSpPr>
      <p:grpSpPr>
        <a:xfrm>
          <a:off x="0" y="0"/>
          <a:ext cx="0" cy="0"/>
          <a:chOff x="0" y="0"/>
          <a:chExt cx="0" cy="0"/>
        </a:xfrm>
      </p:grpSpPr>
      <p:sp>
        <p:nvSpPr>
          <p:cNvPr id="5" name="Right Triangle 4">
            <a:extLst>
              <a:ext uri="{FF2B5EF4-FFF2-40B4-BE49-F238E27FC236}">
                <a16:creationId xmlns:a16="http://schemas.microsoft.com/office/drawing/2014/main" id="{7CEA724A-8E61-AF94-E362-F9D4F11FA8F2}"/>
              </a:ext>
            </a:extLst>
          </p:cNvPr>
          <p:cNvSpPr/>
          <p:nvPr/>
        </p:nvSpPr>
        <p:spPr>
          <a:xfrm>
            <a:off x="0" y="-64008"/>
            <a:ext cx="9436608" cy="6922008"/>
          </a:xfrm>
          <a:prstGeom prst="rtTriangle">
            <a:avLst/>
          </a:prstGeom>
          <a:ln/>
        </p:spPr>
        <p:style>
          <a:lnRef idx="3">
            <a:schemeClr val="lt1"/>
          </a:lnRef>
          <a:fillRef idx="1">
            <a:schemeClr val="accent1"/>
          </a:fillRef>
          <a:effectRef idx="1">
            <a:schemeClr val="accent1"/>
          </a:effectRef>
          <a:fontRef idx="minor">
            <a:schemeClr val="lt1"/>
          </a:fontRef>
        </p:style>
        <p:txBody>
          <a:bodyPr rtlCol="0" anchor="ctr"/>
          <a:lstStyle/>
          <a:p>
            <a:pPr algn="ctr"/>
            <a:endParaRPr lang="en-US" sz="4000">
              <a:latin typeface="+mj-lt"/>
            </a:endParaRPr>
          </a:p>
        </p:txBody>
      </p:sp>
      <p:cxnSp>
        <p:nvCxnSpPr>
          <p:cNvPr id="7" name="Straight Connector 6">
            <a:extLst>
              <a:ext uri="{FF2B5EF4-FFF2-40B4-BE49-F238E27FC236}">
                <a16:creationId xmlns:a16="http://schemas.microsoft.com/office/drawing/2014/main" id="{89AAEB9D-F75D-4B03-0D33-409827D47DCE}"/>
              </a:ext>
            </a:extLst>
          </p:cNvPr>
          <p:cNvCxnSpPr/>
          <p:nvPr/>
        </p:nvCxnSpPr>
        <p:spPr>
          <a:xfrm>
            <a:off x="685800" y="3429000"/>
            <a:ext cx="0" cy="3429000"/>
          </a:xfrm>
          <a:prstGeom prst="line">
            <a:avLst/>
          </a:prstGeom>
          <a:ln/>
        </p:spPr>
        <p:style>
          <a:lnRef idx="1">
            <a:schemeClr val="accent6"/>
          </a:lnRef>
          <a:fillRef idx="0">
            <a:schemeClr val="accent6"/>
          </a:fillRef>
          <a:effectRef idx="0">
            <a:schemeClr val="accent6"/>
          </a:effectRef>
          <a:fontRef idx="minor">
            <a:schemeClr val="tx1"/>
          </a:fontRef>
        </p:style>
      </p:cxnSp>
      <p:sp>
        <p:nvSpPr>
          <p:cNvPr id="2" name="TextBox 1">
            <a:extLst>
              <a:ext uri="{FF2B5EF4-FFF2-40B4-BE49-F238E27FC236}">
                <a16:creationId xmlns:a16="http://schemas.microsoft.com/office/drawing/2014/main" id="{FA61B23D-048A-2E01-E219-874CB777BB48}"/>
              </a:ext>
            </a:extLst>
          </p:cNvPr>
          <p:cNvSpPr txBox="1"/>
          <p:nvPr/>
        </p:nvSpPr>
        <p:spPr>
          <a:xfrm>
            <a:off x="1060703" y="4786884"/>
            <a:ext cx="4928615" cy="713232"/>
          </a:xfrm>
          <a:prstGeom prst="rect">
            <a:avLst/>
          </a:prstGeom>
          <a:noFill/>
        </p:spPr>
        <p:txBody>
          <a:bodyPr wrap="square" lIns="0" tIns="0" rIns="0" bIns="0" rtlCol="0">
            <a:noAutofit/>
          </a:bodyPr>
          <a:lstStyle/>
          <a:p>
            <a:pPr algn="ctr"/>
            <a:r>
              <a:rPr lang="en-GB" sz="3600">
                <a:solidFill>
                  <a:schemeClr val="lt1"/>
                </a:solidFill>
                <a:latin typeface="+mj-lt"/>
              </a:rPr>
              <a:t>Audit Committee</a:t>
            </a:r>
          </a:p>
        </p:txBody>
      </p:sp>
    </p:spTree>
    <p:custDataLst>
      <p:custData r:id="rId1"/>
    </p:custDataLst>
    <p:extLst>
      <p:ext uri="{BB962C8B-B14F-4D97-AF65-F5344CB8AC3E}">
        <p14:creationId xmlns:p14="http://schemas.microsoft.com/office/powerpoint/2010/main" val="191459078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65E5B1-7BD7-2135-C1D7-B040B4848671}"/>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0E80D7CF-6EA1-1B65-417C-9886322005E7}"/>
              </a:ext>
            </a:extLst>
          </p:cNvPr>
          <p:cNvSpPr txBox="1"/>
          <p:nvPr/>
        </p:nvSpPr>
        <p:spPr>
          <a:xfrm>
            <a:off x="1524000" y="1434022"/>
            <a:ext cx="9144000" cy="2764028"/>
          </a:xfrm>
          <a:prstGeom prst="rect">
            <a:avLst/>
          </a:prstGeom>
        </p:spPr>
        <p:txBody>
          <a:bodyPr vert="horz" lIns="91440" tIns="45720" rIns="91440" bIns="45720" rtlCol="0" anchor="ctr">
            <a:normAutofit/>
          </a:bodyPr>
          <a:lstStyle/>
          <a:p>
            <a:pPr marL="0" marR="0" lvl="0" indent="0" algn="ctr" fontAlgn="auto">
              <a:lnSpc>
                <a:spcPct val="90000"/>
              </a:lnSpc>
              <a:spcBef>
                <a:spcPct val="0"/>
              </a:spcBef>
              <a:spcAft>
                <a:spcPts val="600"/>
              </a:spcAft>
              <a:buClrTx/>
              <a:buSzTx/>
              <a:tabLst/>
              <a:defRPr/>
            </a:pPr>
            <a:r>
              <a:rPr kumimoji="0" lang="en-US" sz="7200" i="0" u="none" strike="noStrike" kern="1200" normalizeH="0" baseline="0" noProof="0">
                <a:ln w="22225">
                  <a:noFill/>
                  <a:prstDash val="solid"/>
                </a:ln>
                <a:solidFill>
                  <a:sysClr val="windowText" lastClr="000000"/>
                </a:solidFill>
                <a:uLnTx/>
                <a:uFillTx/>
                <a:latin typeface="Georgia" panose="02040502050405020303" pitchFamily="18" charset="0"/>
                <a:ea typeface="+mj-ea"/>
                <a:cs typeface="+mj-cs"/>
              </a:rPr>
              <a:t>Audit Committee  Guess the role!</a:t>
            </a:r>
          </a:p>
        </p:txBody>
      </p:sp>
      <p:cxnSp>
        <p:nvCxnSpPr>
          <p:cNvPr id="4" name="Straight Connector 3">
            <a:extLst>
              <a:ext uri="{FF2B5EF4-FFF2-40B4-BE49-F238E27FC236}">
                <a16:creationId xmlns:a16="http://schemas.microsoft.com/office/drawing/2014/main" id="{08F7FA64-A408-CAE5-8C64-9061113B5CA6}"/>
              </a:ext>
            </a:extLst>
          </p:cNvPr>
          <p:cNvCxnSpPr/>
          <p:nvPr/>
        </p:nvCxnSpPr>
        <p:spPr>
          <a:xfrm>
            <a:off x="2768600" y="4420743"/>
            <a:ext cx="6578600" cy="0"/>
          </a:xfrm>
          <a:prstGeom prst="line">
            <a:avLst/>
          </a:prstGeom>
          <a:ln w="28575" cap="flat" cmpd="sng" algn="ctr">
            <a:solidFill>
              <a:schemeClr val="accent2"/>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sp>
        <p:nvSpPr>
          <p:cNvPr id="2" name="Rectangle 1">
            <a:extLst>
              <a:ext uri="{FF2B5EF4-FFF2-40B4-BE49-F238E27FC236}">
                <a16:creationId xmlns:a16="http://schemas.microsoft.com/office/drawing/2014/main" id="{3B191319-C20D-FD68-4E8E-853B4ED9F818}"/>
              </a:ext>
            </a:extLst>
          </p:cNvPr>
          <p:cNvSpPr/>
          <p:nvPr/>
        </p:nvSpPr>
        <p:spPr>
          <a:xfrm>
            <a:off x="3492500" y="5410200"/>
            <a:ext cx="5575300" cy="23495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TextBox 17">
            <a:extLst>
              <a:ext uri="{FF2B5EF4-FFF2-40B4-BE49-F238E27FC236}">
                <a16:creationId xmlns:a16="http://schemas.microsoft.com/office/drawing/2014/main" id="{6C873E8F-101A-99D5-D087-4B958F22B3B6}"/>
              </a:ext>
            </a:extLst>
          </p:cNvPr>
          <p:cNvSpPr txBox="1"/>
          <p:nvPr/>
        </p:nvSpPr>
        <p:spPr>
          <a:xfrm>
            <a:off x="1928812" y="5329237"/>
            <a:ext cx="8258176" cy="631825"/>
          </a:xfrm>
          <a:prstGeom prst="rect">
            <a:avLst/>
          </a:prstGeom>
        </p:spPr>
        <p:txBody>
          <a:bodyPr vert="horz" lIns="91440" tIns="45720" rIns="91440" bIns="45720" rtlCol="0" anchor="ctr">
            <a:normAutofit/>
          </a:bodyPr>
          <a:lstStyle/>
          <a:p>
            <a:pPr marR="0" lvl="0" algn="ctr" fontAlgn="auto">
              <a:lnSpc>
                <a:spcPct val="90000"/>
              </a:lnSpc>
              <a:spcBef>
                <a:spcPts val="1000"/>
              </a:spcBef>
              <a:spcAft>
                <a:spcPts val="0"/>
              </a:spcAft>
              <a:buClrTx/>
              <a:buSzTx/>
              <a:tabLst/>
              <a:defRPr/>
            </a:pPr>
            <a:r>
              <a:rPr kumimoji="0" lang="en-US" sz="2600" i="1" u="none" strike="noStrike" kern="1200" normalizeH="0" baseline="0" noProof="0">
                <a:uLnTx/>
                <a:uFillTx/>
                <a:latin typeface="Georgia" panose="02040502050405020303" pitchFamily="18" charset="0"/>
              </a:rPr>
              <a:t>What do you think this committee is responsible for ? </a:t>
            </a:r>
          </a:p>
        </p:txBody>
      </p:sp>
      <p:sp>
        <p:nvSpPr>
          <p:cNvPr id="3" name="Slide Number Placeholder 3">
            <a:extLst>
              <a:ext uri="{FF2B5EF4-FFF2-40B4-BE49-F238E27FC236}">
                <a16:creationId xmlns:a16="http://schemas.microsoft.com/office/drawing/2014/main" id="{34019B54-156C-0325-86E7-0328F35C316E}"/>
              </a:ext>
            </a:extLst>
          </p:cNvPr>
          <p:cNvSpPr txBox="1">
            <a:spLocks/>
          </p:cNvSpPr>
          <p:nvPr/>
        </p:nvSpPr>
        <p:spPr>
          <a:xfrm>
            <a:off x="11713152" y="6555571"/>
            <a:ext cx="298209" cy="161583"/>
          </a:xfrm>
          <a:prstGeom prst="rect">
            <a:avLst/>
          </a:prstGeom>
        </p:spPr>
        <p:txBody>
          <a:bodyPr vert="horz" wrap="square" lIns="0" tIns="0" rIns="0" bIns="0" rtlCol="0" anchor="b"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spcAft>
                <a:spcPts val="600"/>
              </a:spcAft>
            </a:pPr>
            <a:fld id="{3E6AC032-1535-134B-A583-D5E1DDD0D167}" type="slidenum">
              <a:rPr lang="en-US" sz="900" smtClean="0"/>
              <a:pPr algn="r">
                <a:spcAft>
                  <a:spcPts val="600"/>
                </a:spcAft>
              </a:pPr>
              <a:t>21</a:t>
            </a:fld>
            <a:endParaRPr lang="en-US" sz="900"/>
          </a:p>
        </p:txBody>
      </p:sp>
    </p:spTree>
    <p:custDataLst>
      <p:custData r:id="rId1"/>
    </p:custDataLst>
    <p:extLst>
      <p:ext uri="{BB962C8B-B14F-4D97-AF65-F5344CB8AC3E}">
        <p14:creationId xmlns:p14="http://schemas.microsoft.com/office/powerpoint/2010/main" val="322663608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A3B308-2405-049B-90B9-F44242B49FF9}"/>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F7DBFEB-87C1-D74B-BC84-1289788AB0CF}"/>
              </a:ext>
            </a:extLst>
          </p:cNvPr>
          <p:cNvSpPr>
            <a:spLocks noGrp="1"/>
          </p:cNvSpPr>
          <p:nvPr>
            <p:ph type="sldNum" sz="quarter" idx="4"/>
          </p:nvPr>
        </p:nvSpPr>
        <p:spPr>
          <a:xfrm>
            <a:off x="11651599" y="6556800"/>
            <a:ext cx="298209" cy="161583"/>
          </a:xfrm>
        </p:spPr>
        <p:txBody>
          <a:bodyPr/>
          <a:lstStyle/>
          <a:p>
            <a:fld id="{3E6AC032-1535-134B-A583-D5E1DDD0D167}" type="slidenum">
              <a:rPr lang="en-US" smtClean="0"/>
              <a:pPr/>
              <a:t>22</a:t>
            </a:fld>
            <a:endParaRPr lang="en-US"/>
          </a:p>
        </p:txBody>
      </p:sp>
      <p:sp>
        <p:nvSpPr>
          <p:cNvPr id="8" name="Rectangle 7">
            <a:extLst>
              <a:ext uri="{FF2B5EF4-FFF2-40B4-BE49-F238E27FC236}">
                <a16:creationId xmlns:a16="http://schemas.microsoft.com/office/drawing/2014/main" id="{1084E799-B34C-F168-C1D7-C3529BB07AA9}"/>
              </a:ext>
            </a:extLst>
          </p:cNvPr>
          <p:cNvSpPr/>
          <p:nvPr/>
        </p:nvSpPr>
        <p:spPr>
          <a:xfrm>
            <a:off x="0" y="-28877"/>
            <a:ext cx="12192000" cy="572092"/>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400" b="1">
                <a:solidFill>
                  <a:schemeClr val="bg1"/>
                </a:solidFill>
                <a:latin typeface="Georgia" panose="02040502050405020303" pitchFamily="18" charset="0"/>
              </a:rPr>
              <a:t>Audit Committee – Empowering Boards through Financial Oversight </a:t>
            </a:r>
            <a:endParaRPr lang="en-GB" sz="2400" b="1">
              <a:latin typeface="Georgia" panose="02040502050405020303" pitchFamily="18" charset="0"/>
            </a:endParaRPr>
          </a:p>
        </p:txBody>
      </p:sp>
      <p:grpSp>
        <p:nvGrpSpPr>
          <p:cNvPr id="34" name="Group 33">
            <a:extLst>
              <a:ext uri="{FF2B5EF4-FFF2-40B4-BE49-F238E27FC236}">
                <a16:creationId xmlns:a16="http://schemas.microsoft.com/office/drawing/2014/main" id="{65E64E96-4502-1F74-AE5D-FFE5C78C3B47}"/>
              </a:ext>
            </a:extLst>
          </p:cNvPr>
          <p:cNvGrpSpPr/>
          <p:nvPr/>
        </p:nvGrpSpPr>
        <p:grpSpPr>
          <a:xfrm>
            <a:off x="545504" y="1209095"/>
            <a:ext cx="11116809" cy="5356937"/>
            <a:chOff x="3216077" y="805129"/>
            <a:chExt cx="8412208" cy="5449141"/>
          </a:xfrm>
        </p:grpSpPr>
        <p:grpSp>
          <p:nvGrpSpPr>
            <p:cNvPr id="3" name="Group 2">
              <a:extLst>
                <a:ext uri="{FF2B5EF4-FFF2-40B4-BE49-F238E27FC236}">
                  <a16:creationId xmlns:a16="http://schemas.microsoft.com/office/drawing/2014/main" id="{332CC9AD-CC80-2FF6-4C3C-DFC3F675D39A}"/>
                </a:ext>
              </a:extLst>
            </p:cNvPr>
            <p:cNvGrpSpPr/>
            <p:nvPr/>
          </p:nvGrpSpPr>
          <p:grpSpPr>
            <a:xfrm>
              <a:off x="3216077" y="2690124"/>
              <a:ext cx="2808179" cy="3564146"/>
              <a:chOff x="3232207" y="2631444"/>
              <a:chExt cx="2808179" cy="3564146"/>
            </a:xfrm>
          </p:grpSpPr>
          <p:sp>
            <p:nvSpPr>
              <p:cNvPr id="7" name="Rectangle 6">
                <a:extLst>
                  <a:ext uri="{FF2B5EF4-FFF2-40B4-BE49-F238E27FC236}">
                    <a16:creationId xmlns:a16="http://schemas.microsoft.com/office/drawing/2014/main" id="{42A5F1A2-E70C-F716-0565-6F9697EEB084}"/>
                  </a:ext>
                </a:extLst>
              </p:cNvPr>
              <p:cNvSpPr/>
              <p:nvPr/>
            </p:nvSpPr>
            <p:spPr>
              <a:xfrm>
                <a:off x="3232207" y="2631444"/>
                <a:ext cx="2808179" cy="355475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1FB9791D-F7C7-629C-F11E-B388B58B9AD4}"/>
                  </a:ext>
                </a:extLst>
              </p:cNvPr>
              <p:cNvSpPr txBox="1"/>
              <p:nvPr/>
            </p:nvSpPr>
            <p:spPr>
              <a:xfrm>
                <a:off x="3263172" y="3255892"/>
                <a:ext cx="2674055" cy="2939698"/>
              </a:xfrm>
              <a:prstGeom prst="rect">
                <a:avLst/>
              </a:prstGeom>
              <a:noFill/>
            </p:spPr>
            <p:txBody>
              <a:bodyPr wrap="square" lIns="91440" tIns="0" rIns="0" bIns="0" rtlCol="0">
                <a:noAutofit/>
              </a:bodyPr>
              <a:lstStyle/>
              <a:p>
                <a:pPr marL="171450" indent="-171450" algn="just">
                  <a:buFont typeface="Arial" panose="020B0604020202020204" pitchFamily="34" charset="0"/>
                  <a:buChar char="•"/>
                </a:pPr>
                <a:r>
                  <a:rPr lang="en-US" sz="1200" b="1"/>
                  <a:t>Protects Shareholder Interests - </a:t>
                </a:r>
                <a:r>
                  <a:rPr lang="en-US" sz="1200"/>
                  <a:t>Ensures transparent &amp; reliable financial reporting</a:t>
                </a:r>
              </a:p>
              <a:p>
                <a:pPr marL="171450" indent="-171450" algn="just">
                  <a:buFont typeface="Arial" panose="020B0604020202020204" pitchFamily="34" charset="0"/>
                  <a:buChar char="•"/>
                </a:pPr>
                <a:endParaRPr lang="en-US" sz="1200"/>
              </a:p>
              <a:p>
                <a:pPr marL="171450" indent="-171450" algn="just">
                  <a:buFont typeface="Arial" panose="020B0604020202020204" pitchFamily="34" charset="0"/>
                  <a:buChar char="•"/>
                </a:pPr>
                <a:r>
                  <a:rPr lang="en-US" sz="1200" b="1"/>
                  <a:t>Risk Management -  </a:t>
                </a:r>
                <a:r>
                  <a:rPr lang="en-US" sz="1200"/>
                  <a:t>Detects and mitigates financial and operational risks</a:t>
                </a:r>
              </a:p>
              <a:p>
                <a:pPr marL="171450" indent="-171450" algn="just">
                  <a:buFont typeface="Arial" panose="020B0604020202020204" pitchFamily="34" charset="0"/>
                  <a:buChar char="•"/>
                </a:pPr>
                <a:endParaRPr lang="en-US" sz="1200"/>
              </a:p>
              <a:p>
                <a:pPr marL="171450" indent="-171450" algn="just">
                  <a:buFont typeface="Arial" panose="020B0604020202020204" pitchFamily="34" charset="0"/>
                  <a:buChar char="•"/>
                </a:pPr>
                <a:r>
                  <a:rPr lang="en-US" sz="1200" b="1"/>
                  <a:t>Regulatory Compliance -  </a:t>
                </a:r>
                <a:r>
                  <a:rPr lang="en-US" sz="1200"/>
                  <a:t>Meets legal requirements (e.g., SOX in the US, SEBI in India)</a:t>
                </a:r>
              </a:p>
              <a:p>
                <a:pPr marL="171450" indent="-171450" algn="just">
                  <a:buFont typeface="Arial" panose="020B0604020202020204" pitchFamily="34" charset="0"/>
                  <a:buChar char="•"/>
                </a:pPr>
                <a:endParaRPr lang="en-US" sz="1200"/>
              </a:p>
              <a:p>
                <a:pPr marL="171450" indent="-171450" algn="just">
                  <a:buFont typeface="Arial" panose="020B0604020202020204" pitchFamily="34" charset="0"/>
                  <a:buChar char="•"/>
                </a:pPr>
                <a:r>
                  <a:rPr lang="en-US" sz="1200" b="1"/>
                  <a:t>Investor Confidence -  </a:t>
                </a:r>
                <a:r>
                  <a:rPr lang="en-US" sz="1200"/>
                  <a:t>Builds trust in governance and financial integrity</a:t>
                </a:r>
              </a:p>
              <a:p>
                <a:pPr algn="just">
                  <a:spcAft>
                    <a:spcPts val="600"/>
                  </a:spcAft>
                </a:pPr>
                <a:endParaRPr lang="en-GB" sz="1200">
                  <a:latin typeface="+mj-lt"/>
                </a:endParaRPr>
              </a:p>
            </p:txBody>
          </p:sp>
          <p:sp>
            <p:nvSpPr>
              <p:cNvPr id="14" name="Text Placeholder 25">
                <a:extLst>
                  <a:ext uri="{FF2B5EF4-FFF2-40B4-BE49-F238E27FC236}">
                    <a16:creationId xmlns:a16="http://schemas.microsoft.com/office/drawing/2014/main" id="{5A0F98DC-3E5D-0131-C08E-DA626D6D5910}"/>
                  </a:ext>
                </a:extLst>
              </p:cNvPr>
              <p:cNvSpPr txBox="1">
                <a:spLocks/>
              </p:cNvSpPr>
              <p:nvPr/>
            </p:nvSpPr>
            <p:spPr>
              <a:xfrm>
                <a:off x="3291128" y="2758436"/>
                <a:ext cx="2483506" cy="1415772"/>
              </a:xfrm>
              <a:prstGeom prst="rect">
                <a:avLst/>
              </a:prstGeom>
            </p:spPr>
            <p:txBody>
              <a:bodyPr/>
              <a:lstStyle>
                <a:lvl1pPr marL="0" indent="0" algn="l" defTabSz="914400" rtl="0" eaLnBrk="1" latinLnBrk="0" hangingPunct="1">
                  <a:lnSpc>
                    <a:spcPct val="100000"/>
                  </a:lnSpc>
                  <a:spcBef>
                    <a:spcPts val="300"/>
                  </a:spcBef>
                  <a:spcAft>
                    <a:spcPts val="1200"/>
                  </a:spcAft>
                  <a:buFont typeface="Arial" panose="020B0604020202020204" pitchFamily="34" charset="0"/>
                  <a:buNone/>
                  <a:defRPr sz="1500" b="1" kern="1200">
                    <a:solidFill>
                      <a:schemeClr val="tx1"/>
                    </a:solidFill>
                    <a:latin typeface="+mn-lt"/>
                    <a:ea typeface="+mn-ea"/>
                    <a:cs typeface="+mn-cs"/>
                  </a:defRPr>
                </a:lvl1pPr>
                <a:lvl2pPr marL="0" indent="0" algn="l" defTabSz="914400" rtl="0" eaLnBrk="1" latinLnBrk="0" hangingPunct="1">
                  <a:lnSpc>
                    <a:spcPct val="125000"/>
                  </a:lnSpc>
                  <a:spcBef>
                    <a:spcPts val="600"/>
                  </a:spcBef>
                  <a:buFont typeface="Arial" panose="020B0604020202020204" pitchFamily="34" charset="0"/>
                  <a:buNone/>
                  <a:defRPr sz="1400" kern="1200">
                    <a:solidFill>
                      <a:schemeClr val="tx1"/>
                    </a:solidFill>
                    <a:latin typeface="+mj-lt"/>
                    <a:ea typeface="+mn-ea"/>
                    <a:cs typeface="+mn-cs"/>
                  </a:defRPr>
                </a:lvl2pPr>
                <a:lvl3pPr marL="171450" indent="-171450" algn="l" defTabSz="914400" rtl="0" eaLnBrk="1" latinLnBrk="0" hangingPunct="1">
                  <a:lnSpc>
                    <a:spcPct val="125000"/>
                  </a:lnSpc>
                  <a:spcBef>
                    <a:spcPts val="600"/>
                  </a:spcBef>
                  <a:buFont typeface="Arial" panose="020B0604020202020204" pitchFamily="34" charset="0"/>
                  <a:buChar char="•"/>
                  <a:defRPr sz="1400" kern="1200">
                    <a:solidFill>
                      <a:schemeClr val="tx1"/>
                    </a:solidFill>
                    <a:latin typeface="+mj-lt"/>
                    <a:ea typeface="+mn-ea"/>
                    <a:cs typeface="+mn-cs"/>
                  </a:defRPr>
                </a:lvl3pPr>
                <a:lvl4pPr marL="344488" indent="-173038" algn="l" defTabSz="914400" rtl="0" eaLnBrk="1" latinLnBrk="0" hangingPunct="1">
                  <a:lnSpc>
                    <a:spcPct val="125000"/>
                  </a:lnSpc>
                  <a:spcBef>
                    <a:spcPts val="600"/>
                  </a:spcBef>
                  <a:buFont typeface="Georgia" panose="02040502050405020303" pitchFamily="18" charset="0"/>
                  <a:buChar char="–"/>
                  <a:defRPr sz="1400" kern="1200">
                    <a:solidFill>
                      <a:schemeClr val="tx1"/>
                    </a:solidFill>
                    <a:latin typeface="+mj-lt"/>
                    <a:ea typeface="+mn-ea"/>
                    <a:cs typeface="+mn-cs"/>
                  </a:defRPr>
                </a:lvl4pPr>
                <a:lvl5pPr marL="515938" indent="-171450" algn="l" defTabSz="914400" rtl="0" eaLnBrk="1" latinLnBrk="0" hangingPunct="1">
                  <a:lnSpc>
                    <a:spcPct val="125000"/>
                  </a:lnSpc>
                  <a:spcBef>
                    <a:spcPts val="600"/>
                  </a:spcBef>
                  <a:buFont typeface="Wingdings" panose="05000000000000000000" pitchFamily="2" charset="2"/>
                  <a:buChar char="§"/>
                  <a:defRPr sz="14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400"/>
                  <a:t>Audit Committee – Importance </a:t>
                </a:r>
              </a:p>
            </p:txBody>
          </p:sp>
        </p:grpSp>
        <p:grpSp>
          <p:nvGrpSpPr>
            <p:cNvPr id="21" name="Group 20">
              <a:extLst>
                <a:ext uri="{FF2B5EF4-FFF2-40B4-BE49-F238E27FC236}">
                  <a16:creationId xmlns:a16="http://schemas.microsoft.com/office/drawing/2014/main" id="{285ADF14-1756-8662-250A-3DB59AA6A908}"/>
                </a:ext>
              </a:extLst>
            </p:cNvPr>
            <p:cNvGrpSpPr/>
            <p:nvPr/>
          </p:nvGrpSpPr>
          <p:grpSpPr>
            <a:xfrm>
              <a:off x="6018091" y="1828307"/>
              <a:ext cx="2808179" cy="4416569"/>
              <a:chOff x="6045345" y="1769627"/>
              <a:chExt cx="2808179" cy="4416569"/>
            </a:xfrm>
          </p:grpSpPr>
          <p:sp>
            <p:nvSpPr>
              <p:cNvPr id="24" name="Rectangle 23">
                <a:extLst>
                  <a:ext uri="{FF2B5EF4-FFF2-40B4-BE49-F238E27FC236}">
                    <a16:creationId xmlns:a16="http://schemas.microsoft.com/office/drawing/2014/main" id="{A9233311-DC05-F981-12B8-884A00472E76}"/>
                  </a:ext>
                </a:extLst>
              </p:cNvPr>
              <p:cNvSpPr/>
              <p:nvPr/>
            </p:nvSpPr>
            <p:spPr>
              <a:xfrm>
                <a:off x="6045345" y="1769627"/>
                <a:ext cx="2808179" cy="4416569"/>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35B16D8F-FB44-A3F0-A7A3-7294FF7CFAD2}"/>
                  </a:ext>
                </a:extLst>
              </p:cNvPr>
              <p:cNvSpPr txBox="1"/>
              <p:nvPr/>
            </p:nvSpPr>
            <p:spPr>
              <a:xfrm>
                <a:off x="6070900" y="2729052"/>
                <a:ext cx="2681867" cy="3145100"/>
              </a:xfrm>
              <a:prstGeom prst="rect">
                <a:avLst/>
              </a:prstGeom>
              <a:noFill/>
            </p:spPr>
            <p:txBody>
              <a:bodyPr wrap="square" lIns="91440" tIns="0" rIns="0" bIns="0" rtlCol="0">
                <a:noAutofit/>
              </a:bodyPr>
              <a:lstStyle/>
              <a:p>
                <a:pPr marL="285750" indent="-285750" algn="just">
                  <a:buFont typeface="Arial" panose="020B0604020202020204" pitchFamily="34" charset="0"/>
                  <a:buChar char="•"/>
                </a:pPr>
                <a:r>
                  <a:rPr lang="en-US" sz="1200" b="1"/>
                  <a:t>Reviews </a:t>
                </a:r>
                <a:r>
                  <a:rPr lang="en-US" sz="1200"/>
                  <a:t>financial statements for accuracy</a:t>
                </a:r>
              </a:p>
              <a:p>
                <a:pPr marL="285750" indent="-285750" algn="just">
                  <a:buFont typeface="Arial" panose="020B0604020202020204" pitchFamily="34" charset="0"/>
                  <a:buChar char="•"/>
                </a:pPr>
                <a:endParaRPr lang="en-US" sz="1200"/>
              </a:p>
              <a:p>
                <a:pPr marL="285750" indent="-285750" algn="just">
                  <a:buFont typeface="Arial" panose="020B0604020202020204" pitchFamily="34" charset="0"/>
                  <a:buChar char="•"/>
                </a:pPr>
                <a:r>
                  <a:rPr lang="en-US" sz="1200" b="1"/>
                  <a:t>Monitors </a:t>
                </a:r>
                <a:r>
                  <a:rPr lang="en-US" sz="1200"/>
                  <a:t>internal financial controls</a:t>
                </a:r>
              </a:p>
              <a:p>
                <a:pPr marL="285750" indent="-285750" algn="just">
                  <a:buFont typeface="Arial" panose="020B0604020202020204" pitchFamily="34" charset="0"/>
                  <a:buChar char="•"/>
                </a:pPr>
                <a:endParaRPr lang="en-US" sz="1200"/>
              </a:p>
              <a:p>
                <a:pPr marL="285750" indent="-285750" algn="just">
                  <a:buFont typeface="Arial" panose="020B0604020202020204" pitchFamily="34" charset="0"/>
                  <a:buChar char="•"/>
                </a:pPr>
                <a:r>
                  <a:rPr lang="en-US" sz="1200" b="1"/>
                  <a:t>Oversees </a:t>
                </a:r>
                <a:r>
                  <a:rPr lang="en-US" sz="1200"/>
                  <a:t>independent external audits</a:t>
                </a:r>
              </a:p>
              <a:p>
                <a:pPr marL="285750" indent="-285750" algn="just">
                  <a:buFont typeface="Arial" panose="020B0604020202020204" pitchFamily="34" charset="0"/>
                  <a:buChar char="•"/>
                </a:pPr>
                <a:endParaRPr lang="en-US" sz="1200"/>
              </a:p>
              <a:p>
                <a:pPr marL="285750" indent="-285750" algn="just">
                  <a:buFont typeface="Arial" panose="020B0604020202020204" pitchFamily="34" charset="0"/>
                  <a:buChar char="•"/>
                </a:pPr>
                <a:r>
                  <a:rPr lang="en-US" sz="1200" b="1"/>
                  <a:t>Ensures</a:t>
                </a:r>
                <a:r>
                  <a:rPr lang="en-US" sz="1200"/>
                  <a:t> compliance with standards and laws</a:t>
                </a:r>
              </a:p>
              <a:p>
                <a:pPr marL="285750" indent="-285750" algn="just">
                  <a:buFont typeface="Arial" panose="020B0604020202020204" pitchFamily="34" charset="0"/>
                  <a:buChar char="•"/>
                </a:pPr>
                <a:endParaRPr lang="en-US" sz="1200"/>
              </a:p>
              <a:p>
                <a:pPr marL="285750" indent="-285750" algn="just">
                  <a:buFont typeface="Arial" panose="020B0604020202020204" pitchFamily="34" charset="0"/>
                  <a:buChar char="•"/>
                </a:pPr>
                <a:r>
                  <a:rPr lang="en-US" sz="1200" b="1"/>
                  <a:t>Addresses</a:t>
                </a:r>
                <a:r>
                  <a:rPr lang="en-US" sz="1200"/>
                  <a:t> risks of misstatements or fraud</a:t>
                </a:r>
              </a:p>
              <a:p>
                <a:pPr marL="285750" indent="-285750" algn="just">
                  <a:buFont typeface="Arial" panose="020B0604020202020204" pitchFamily="34" charset="0"/>
                  <a:buChar char="•"/>
                </a:pPr>
                <a:endParaRPr lang="en-US" sz="1200"/>
              </a:p>
              <a:p>
                <a:pPr marL="285750" indent="-285750" algn="just">
                  <a:buFont typeface="Arial" panose="020B0604020202020204" pitchFamily="34" charset="0"/>
                  <a:buChar char="•"/>
                </a:pPr>
                <a:r>
                  <a:rPr lang="en-US" sz="1200" b="1"/>
                  <a:t>Promotes</a:t>
                </a:r>
                <a:r>
                  <a:rPr lang="en-US" sz="1200"/>
                  <a:t> ethical financial practices</a:t>
                </a:r>
              </a:p>
              <a:p>
                <a:pPr algn="just">
                  <a:spcAft>
                    <a:spcPts val="600"/>
                  </a:spcAft>
                </a:pPr>
                <a:endParaRPr lang="en-GB" sz="1200"/>
              </a:p>
              <a:p>
                <a:pPr algn="just">
                  <a:spcAft>
                    <a:spcPts val="600"/>
                  </a:spcAft>
                </a:pPr>
                <a:endParaRPr lang="en-GB" sz="1200">
                  <a:latin typeface="+mj-lt"/>
                </a:endParaRPr>
              </a:p>
            </p:txBody>
          </p:sp>
          <p:sp>
            <p:nvSpPr>
              <p:cNvPr id="28" name="Text Placeholder 25">
                <a:extLst>
                  <a:ext uri="{FF2B5EF4-FFF2-40B4-BE49-F238E27FC236}">
                    <a16:creationId xmlns:a16="http://schemas.microsoft.com/office/drawing/2014/main" id="{CD08D3CB-CC33-0F36-5844-172B7119C27A}"/>
                  </a:ext>
                </a:extLst>
              </p:cNvPr>
              <p:cNvSpPr txBox="1">
                <a:spLocks/>
              </p:cNvSpPr>
              <p:nvPr/>
            </p:nvSpPr>
            <p:spPr>
              <a:xfrm>
                <a:off x="6080313" y="1953128"/>
                <a:ext cx="2483506" cy="377975"/>
              </a:xfrm>
              <a:prstGeom prst="rect">
                <a:avLst/>
              </a:prstGeom>
            </p:spPr>
            <p:txBody>
              <a:bodyPr/>
              <a:lstStyle>
                <a:lvl1pPr marL="0" indent="0" algn="l" defTabSz="914400" rtl="0" eaLnBrk="1" latinLnBrk="0" hangingPunct="1">
                  <a:lnSpc>
                    <a:spcPct val="100000"/>
                  </a:lnSpc>
                  <a:spcBef>
                    <a:spcPts val="300"/>
                  </a:spcBef>
                  <a:spcAft>
                    <a:spcPts val="1200"/>
                  </a:spcAft>
                  <a:buFont typeface="Arial" panose="020B0604020202020204" pitchFamily="34" charset="0"/>
                  <a:buNone/>
                  <a:defRPr sz="1500" b="1" kern="1200">
                    <a:solidFill>
                      <a:schemeClr val="tx1"/>
                    </a:solidFill>
                    <a:latin typeface="+mn-lt"/>
                    <a:ea typeface="+mn-ea"/>
                    <a:cs typeface="+mn-cs"/>
                  </a:defRPr>
                </a:lvl1pPr>
                <a:lvl2pPr marL="0" indent="0" algn="l" defTabSz="914400" rtl="0" eaLnBrk="1" latinLnBrk="0" hangingPunct="1">
                  <a:lnSpc>
                    <a:spcPct val="125000"/>
                  </a:lnSpc>
                  <a:spcBef>
                    <a:spcPts val="600"/>
                  </a:spcBef>
                  <a:buFont typeface="Arial" panose="020B0604020202020204" pitchFamily="34" charset="0"/>
                  <a:buNone/>
                  <a:defRPr sz="1400" kern="1200">
                    <a:solidFill>
                      <a:schemeClr val="tx1"/>
                    </a:solidFill>
                    <a:latin typeface="+mj-lt"/>
                    <a:ea typeface="+mn-ea"/>
                    <a:cs typeface="+mn-cs"/>
                  </a:defRPr>
                </a:lvl2pPr>
                <a:lvl3pPr marL="171450" indent="-171450" algn="l" defTabSz="914400" rtl="0" eaLnBrk="1" latinLnBrk="0" hangingPunct="1">
                  <a:lnSpc>
                    <a:spcPct val="125000"/>
                  </a:lnSpc>
                  <a:spcBef>
                    <a:spcPts val="600"/>
                  </a:spcBef>
                  <a:buFont typeface="Arial" panose="020B0604020202020204" pitchFamily="34" charset="0"/>
                  <a:buChar char="•"/>
                  <a:defRPr sz="1400" kern="1200">
                    <a:solidFill>
                      <a:schemeClr val="tx1"/>
                    </a:solidFill>
                    <a:latin typeface="+mj-lt"/>
                    <a:ea typeface="+mn-ea"/>
                    <a:cs typeface="+mn-cs"/>
                  </a:defRPr>
                </a:lvl3pPr>
                <a:lvl4pPr marL="344488" indent="-173038" algn="l" defTabSz="914400" rtl="0" eaLnBrk="1" latinLnBrk="0" hangingPunct="1">
                  <a:lnSpc>
                    <a:spcPct val="125000"/>
                  </a:lnSpc>
                  <a:spcBef>
                    <a:spcPts val="600"/>
                  </a:spcBef>
                  <a:buFont typeface="Georgia" panose="02040502050405020303" pitchFamily="18" charset="0"/>
                  <a:buChar char="–"/>
                  <a:defRPr sz="1400" kern="1200">
                    <a:solidFill>
                      <a:schemeClr val="tx1"/>
                    </a:solidFill>
                    <a:latin typeface="+mj-lt"/>
                    <a:ea typeface="+mn-ea"/>
                    <a:cs typeface="+mn-cs"/>
                  </a:defRPr>
                </a:lvl4pPr>
                <a:lvl5pPr marL="515938" indent="-171450" algn="l" defTabSz="914400" rtl="0" eaLnBrk="1" latinLnBrk="0" hangingPunct="1">
                  <a:lnSpc>
                    <a:spcPct val="125000"/>
                  </a:lnSpc>
                  <a:spcBef>
                    <a:spcPts val="600"/>
                  </a:spcBef>
                  <a:buFont typeface="Wingdings" panose="05000000000000000000" pitchFamily="2" charset="2"/>
                  <a:buChar char="§"/>
                  <a:defRPr sz="14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sz="1400"/>
                  <a:t>Audit Committee - Role to  ensure transparent financial disclosure</a:t>
                </a:r>
              </a:p>
            </p:txBody>
          </p:sp>
        </p:grpSp>
        <p:grpSp>
          <p:nvGrpSpPr>
            <p:cNvPr id="29" name="Group 28">
              <a:extLst>
                <a:ext uri="{FF2B5EF4-FFF2-40B4-BE49-F238E27FC236}">
                  <a16:creationId xmlns:a16="http://schemas.microsoft.com/office/drawing/2014/main" id="{3301B40C-9C80-DD75-BF36-C5DAD08B1F2F}"/>
                </a:ext>
              </a:extLst>
            </p:cNvPr>
            <p:cNvGrpSpPr/>
            <p:nvPr/>
          </p:nvGrpSpPr>
          <p:grpSpPr>
            <a:xfrm>
              <a:off x="8820106" y="805129"/>
              <a:ext cx="2808179" cy="5439747"/>
              <a:chOff x="8858484" y="746449"/>
              <a:chExt cx="2808179" cy="5439747"/>
            </a:xfrm>
          </p:grpSpPr>
          <p:sp>
            <p:nvSpPr>
              <p:cNvPr id="30" name="Rectangle 29">
                <a:extLst>
                  <a:ext uri="{FF2B5EF4-FFF2-40B4-BE49-F238E27FC236}">
                    <a16:creationId xmlns:a16="http://schemas.microsoft.com/office/drawing/2014/main" id="{85255B6C-DB52-DE03-8FA7-B9141C81B2DE}"/>
                  </a:ext>
                </a:extLst>
              </p:cNvPr>
              <p:cNvSpPr/>
              <p:nvPr/>
            </p:nvSpPr>
            <p:spPr>
              <a:xfrm>
                <a:off x="8858484" y="746449"/>
                <a:ext cx="2808179" cy="5439747"/>
              </a:xfrm>
              <a:prstGeom prst="rect">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4C26BB8A-5C45-CEFA-511B-1B4E5F13EF27}"/>
                  </a:ext>
                </a:extLst>
              </p:cNvPr>
              <p:cNvSpPr txBox="1"/>
              <p:nvPr/>
            </p:nvSpPr>
            <p:spPr>
              <a:xfrm>
                <a:off x="8904896" y="1725548"/>
                <a:ext cx="2690877" cy="4416568"/>
              </a:xfrm>
              <a:prstGeom prst="rect">
                <a:avLst/>
              </a:prstGeom>
              <a:noFill/>
            </p:spPr>
            <p:txBody>
              <a:bodyPr wrap="square" lIns="91440" tIns="0" rIns="0" bIns="0" rtlCol="0">
                <a:noAutofit/>
              </a:bodyPr>
              <a:lstStyle/>
              <a:p>
                <a:pPr marL="171450" indent="-171450" algn="just">
                  <a:buFont typeface="Arial" panose="020B0604020202020204" pitchFamily="34" charset="0"/>
                  <a:buChar char="•"/>
                </a:pPr>
                <a:r>
                  <a:rPr lang="en-US" sz="1200" b="1">
                    <a:solidFill>
                      <a:schemeClr val="bg1"/>
                    </a:solidFill>
                  </a:rPr>
                  <a:t>Oversight </a:t>
                </a:r>
                <a:r>
                  <a:rPr lang="en-US" sz="1200">
                    <a:solidFill>
                      <a:schemeClr val="bg1"/>
                    </a:solidFill>
                  </a:rPr>
                  <a:t>of financial reporting process</a:t>
                </a:r>
              </a:p>
              <a:p>
                <a:pPr algn="just"/>
                <a:endParaRPr lang="en-US" sz="1200">
                  <a:solidFill>
                    <a:schemeClr val="bg1"/>
                  </a:solidFill>
                </a:endParaRPr>
              </a:p>
              <a:p>
                <a:pPr marL="171450" indent="-171450" algn="just">
                  <a:buFont typeface="Arial" panose="020B0604020202020204" pitchFamily="34" charset="0"/>
                  <a:buChar char="•"/>
                </a:pPr>
                <a:r>
                  <a:rPr lang="en-US" sz="1200" b="1">
                    <a:solidFill>
                      <a:schemeClr val="bg1"/>
                    </a:solidFill>
                  </a:rPr>
                  <a:t>Review</a:t>
                </a:r>
                <a:r>
                  <a:rPr lang="en-US" sz="1200">
                    <a:solidFill>
                      <a:schemeClr val="bg1"/>
                    </a:solidFill>
                  </a:rPr>
                  <a:t> of quarterly/annual financials</a:t>
                </a:r>
              </a:p>
              <a:p>
                <a:pPr marL="171450" indent="-171450" algn="just">
                  <a:buFont typeface="Arial" panose="020B0604020202020204" pitchFamily="34" charset="0"/>
                  <a:buChar char="•"/>
                </a:pPr>
                <a:endParaRPr lang="en-US" sz="1200">
                  <a:solidFill>
                    <a:schemeClr val="bg1"/>
                  </a:solidFill>
                </a:endParaRPr>
              </a:p>
              <a:p>
                <a:pPr marL="171450" indent="-171450" algn="just">
                  <a:buFont typeface="Arial" panose="020B0604020202020204" pitchFamily="34" charset="0"/>
                  <a:buChar char="•"/>
                </a:pPr>
                <a:r>
                  <a:rPr lang="en-US" sz="1200" b="1">
                    <a:solidFill>
                      <a:schemeClr val="bg1"/>
                    </a:solidFill>
                  </a:rPr>
                  <a:t>Evaluation</a:t>
                </a:r>
                <a:r>
                  <a:rPr lang="en-US" sz="1200">
                    <a:solidFill>
                      <a:schemeClr val="bg1"/>
                    </a:solidFill>
                  </a:rPr>
                  <a:t> of internal controls &amp; risk systems</a:t>
                </a:r>
              </a:p>
              <a:p>
                <a:pPr algn="just"/>
                <a:endParaRPr lang="en-US" sz="1200">
                  <a:solidFill>
                    <a:schemeClr val="bg1"/>
                  </a:solidFill>
                </a:endParaRPr>
              </a:p>
              <a:p>
                <a:pPr marL="171450" indent="-171450">
                  <a:buFont typeface="Arial" panose="020B0604020202020204" pitchFamily="34" charset="0"/>
                  <a:buChar char="•"/>
                </a:pPr>
                <a:r>
                  <a:rPr lang="en-US" sz="1200" b="1">
                    <a:solidFill>
                      <a:schemeClr val="bg1"/>
                    </a:solidFill>
                  </a:rPr>
                  <a:t>Recommending</a:t>
                </a:r>
                <a:r>
                  <a:rPr lang="en-US" sz="1200">
                    <a:solidFill>
                      <a:schemeClr val="bg1"/>
                    </a:solidFill>
                  </a:rPr>
                  <a:t> appointment &amp; independence of auditors</a:t>
                </a:r>
              </a:p>
              <a:p>
                <a:pPr marL="171450" indent="-171450" algn="just">
                  <a:buFont typeface="Arial" panose="020B0604020202020204" pitchFamily="34" charset="0"/>
                  <a:buChar char="•"/>
                </a:pPr>
                <a:endParaRPr lang="en-US" sz="1200">
                  <a:solidFill>
                    <a:schemeClr val="bg1"/>
                  </a:solidFill>
                </a:endParaRPr>
              </a:p>
              <a:p>
                <a:pPr marL="171450" indent="-171450" algn="just">
                  <a:buFont typeface="Arial" panose="020B0604020202020204" pitchFamily="34" charset="0"/>
                  <a:buChar char="•"/>
                </a:pPr>
                <a:r>
                  <a:rPr lang="en-US" sz="1200" b="1">
                    <a:solidFill>
                      <a:schemeClr val="bg1"/>
                    </a:solidFill>
                  </a:rPr>
                  <a:t>Approval/modification </a:t>
                </a:r>
                <a:r>
                  <a:rPr lang="en-US" sz="1200">
                    <a:solidFill>
                      <a:schemeClr val="bg1"/>
                    </a:solidFill>
                  </a:rPr>
                  <a:t>of RPTs</a:t>
                </a:r>
              </a:p>
              <a:p>
                <a:pPr marL="171450" indent="-171450" algn="just">
                  <a:buFont typeface="Arial" panose="020B0604020202020204" pitchFamily="34" charset="0"/>
                  <a:buChar char="•"/>
                </a:pPr>
                <a:endParaRPr lang="en-US" sz="1200">
                  <a:solidFill>
                    <a:schemeClr val="bg1"/>
                  </a:solidFill>
                </a:endParaRPr>
              </a:p>
              <a:p>
                <a:pPr marL="171450" indent="-171450" algn="just">
                  <a:buFont typeface="Arial" panose="020B0604020202020204" pitchFamily="34" charset="0"/>
                  <a:buChar char="•"/>
                </a:pPr>
                <a:r>
                  <a:rPr lang="en-US" sz="1200" b="1">
                    <a:solidFill>
                      <a:schemeClr val="bg1"/>
                    </a:solidFill>
                  </a:rPr>
                  <a:t>Scrutiny</a:t>
                </a:r>
                <a:r>
                  <a:rPr lang="en-US" sz="1200">
                    <a:solidFill>
                      <a:schemeClr val="bg1"/>
                    </a:solidFill>
                  </a:rPr>
                  <a:t> of inter-corporate loans/investments</a:t>
                </a:r>
              </a:p>
              <a:p>
                <a:pPr marL="171450" indent="-171450" algn="just">
                  <a:buFont typeface="Arial" panose="020B0604020202020204" pitchFamily="34" charset="0"/>
                  <a:buChar char="•"/>
                </a:pPr>
                <a:endParaRPr lang="en-US" sz="1200">
                  <a:solidFill>
                    <a:schemeClr val="bg1"/>
                  </a:solidFill>
                </a:endParaRPr>
              </a:p>
              <a:p>
                <a:pPr marL="171450" indent="-171450" algn="just">
                  <a:buFont typeface="Arial" panose="020B0604020202020204" pitchFamily="34" charset="0"/>
                  <a:buChar char="•"/>
                </a:pPr>
                <a:r>
                  <a:rPr lang="en-US" sz="1200" b="1">
                    <a:solidFill>
                      <a:schemeClr val="bg1"/>
                    </a:solidFill>
                  </a:rPr>
                  <a:t>Valuation</a:t>
                </a:r>
                <a:r>
                  <a:rPr lang="en-US" sz="1200">
                    <a:solidFill>
                      <a:schemeClr val="bg1"/>
                    </a:solidFill>
                  </a:rPr>
                  <a:t> of undertakings/assets</a:t>
                </a:r>
              </a:p>
              <a:p>
                <a:pPr marL="171450" indent="-171450" algn="just">
                  <a:spcAft>
                    <a:spcPts val="600"/>
                  </a:spcAft>
                  <a:buFont typeface="Arial" panose="020B0604020202020204" pitchFamily="34" charset="0"/>
                  <a:buChar char="•"/>
                </a:pPr>
                <a:endParaRPr lang="en-GB" sz="1200">
                  <a:solidFill>
                    <a:schemeClr val="bg1"/>
                  </a:solidFill>
                  <a:latin typeface="+mj-lt"/>
                </a:endParaRPr>
              </a:p>
            </p:txBody>
          </p:sp>
          <p:sp>
            <p:nvSpPr>
              <p:cNvPr id="33" name="Text Placeholder 25">
                <a:extLst>
                  <a:ext uri="{FF2B5EF4-FFF2-40B4-BE49-F238E27FC236}">
                    <a16:creationId xmlns:a16="http://schemas.microsoft.com/office/drawing/2014/main" id="{AF8BD779-08CC-3FE9-3591-79CFF7D0D6C7}"/>
                  </a:ext>
                </a:extLst>
              </p:cNvPr>
              <p:cNvSpPr txBox="1">
                <a:spLocks/>
              </p:cNvSpPr>
              <p:nvPr/>
            </p:nvSpPr>
            <p:spPr>
              <a:xfrm>
                <a:off x="8864648" y="1023926"/>
                <a:ext cx="2662510" cy="557516"/>
              </a:xfrm>
              <a:prstGeom prst="rect">
                <a:avLst/>
              </a:prstGeom>
            </p:spPr>
            <p:txBody>
              <a:bodyPr/>
              <a:lstStyle>
                <a:lvl1pPr marL="0" indent="0" algn="l" defTabSz="914400" rtl="0" eaLnBrk="1" latinLnBrk="0" hangingPunct="1">
                  <a:lnSpc>
                    <a:spcPct val="100000"/>
                  </a:lnSpc>
                  <a:spcBef>
                    <a:spcPts val="300"/>
                  </a:spcBef>
                  <a:spcAft>
                    <a:spcPts val="1200"/>
                  </a:spcAft>
                  <a:buFont typeface="Arial" panose="020B0604020202020204" pitchFamily="34" charset="0"/>
                  <a:buNone/>
                  <a:defRPr sz="1500" b="1" kern="1200">
                    <a:solidFill>
                      <a:schemeClr val="tx1"/>
                    </a:solidFill>
                    <a:latin typeface="+mn-lt"/>
                    <a:ea typeface="+mn-ea"/>
                    <a:cs typeface="+mn-cs"/>
                  </a:defRPr>
                </a:lvl1pPr>
                <a:lvl2pPr marL="0" indent="0" algn="l" defTabSz="914400" rtl="0" eaLnBrk="1" latinLnBrk="0" hangingPunct="1">
                  <a:lnSpc>
                    <a:spcPct val="125000"/>
                  </a:lnSpc>
                  <a:spcBef>
                    <a:spcPts val="600"/>
                  </a:spcBef>
                  <a:buFont typeface="Arial" panose="020B0604020202020204" pitchFamily="34" charset="0"/>
                  <a:buNone/>
                  <a:defRPr sz="1400" kern="1200">
                    <a:solidFill>
                      <a:schemeClr val="tx1"/>
                    </a:solidFill>
                    <a:latin typeface="+mj-lt"/>
                    <a:ea typeface="+mn-ea"/>
                    <a:cs typeface="+mn-cs"/>
                  </a:defRPr>
                </a:lvl2pPr>
                <a:lvl3pPr marL="171450" indent="-171450" algn="l" defTabSz="914400" rtl="0" eaLnBrk="1" latinLnBrk="0" hangingPunct="1">
                  <a:lnSpc>
                    <a:spcPct val="125000"/>
                  </a:lnSpc>
                  <a:spcBef>
                    <a:spcPts val="600"/>
                  </a:spcBef>
                  <a:buFont typeface="Arial" panose="020B0604020202020204" pitchFamily="34" charset="0"/>
                  <a:buChar char="•"/>
                  <a:defRPr sz="1400" kern="1200">
                    <a:solidFill>
                      <a:schemeClr val="tx1"/>
                    </a:solidFill>
                    <a:latin typeface="+mj-lt"/>
                    <a:ea typeface="+mn-ea"/>
                    <a:cs typeface="+mn-cs"/>
                  </a:defRPr>
                </a:lvl3pPr>
                <a:lvl4pPr marL="344488" indent="-173038" algn="l" defTabSz="914400" rtl="0" eaLnBrk="1" latinLnBrk="0" hangingPunct="1">
                  <a:lnSpc>
                    <a:spcPct val="125000"/>
                  </a:lnSpc>
                  <a:spcBef>
                    <a:spcPts val="600"/>
                  </a:spcBef>
                  <a:buFont typeface="Georgia" panose="02040502050405020303" pitchFamily="18" charset="0"/>
                  <a:buChar char="–"/>
                  <a:defRPr sz="1400" kern="1200">
                    <a:solidFill>
                      <a:schemeClr val="tx1"/>
                    </a:solidFill>
                    <a:latin typeface="+mj-lt"/>
                    <a:ea typeface="+mn-ea"/>
                    <a:cs typeface="+mn-cs"/>
                  </a:defRPr>
                </a:lvl4pPr>
                <a:lvl5pPr marL="515938" indent="-171450" algn="l" defTabSz="914400" rtl="0" eaLnBrk="1" latinLnBrk="0" hangingPunct="1">
                  <a:lnSpc>
                    <a:spcPct val="125000"/>
                  </a:lnSpc>
                  <a:spcBef>
                    <a:spcPts val="600"/>
                  </a:spcBef>
                  <a:buFont typeface="Wingdings" panose="05000000000000000000" pitchFamily="2" charset="2"/>
                  <a:buChar char="§"/>
                  <a:defRPr sz="14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sz="1400">
                    <a:solidFill>
                      <a:schemeClr val="bg1"/>
                    </a:solidFill>
                  </a:rPr>
                  <a:t>Audit Committee - Key Responsibilities </a:t>
                </a:r>
              </a:p>
            </p:txBody>
          </p:sp>
        </p:grpSp>
      </p:grpSp>
      <p:cxnSp>
        <p:nvCxnSpPr>
          <p:cNvPr id="35" name="Straight Connector 34">
            <a:extLst>
              <a:ext uri="{FF2B5EF4-FFF2-40B4-BE49-F238E27FC236}">
                <a16:creationId xmlns:a16="http://schemas.microsoft.com/office/drawing/2014/main" id="{1FC50518-74BE-97AB-DC93-057E19592BB0}"/>
              </a:ext>
            </a:extLst>
          </p:cNvPr>
          <p:cNvCxnSpPr>
            <a:cxnSpLocks/>
          </p:cNvCxnSpPr>
          <p:nvPr/>
        </p:nvCxnSpPr>
        <p:spPr>
          <a:xfrm>
            <a:off x="1816737" y="3501763"/>
            <a:ext cx="1406649"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36" name="Straight Connector 35">
            <a:extLst>
              <a:ext uri="{FF2B5EF4-FFF2-40B4-BE49-F238E27FC236}">
                <a16:creationId xmlns:a16="http://schemas.microsoft.com/office/drawing/2014/main" id="{CB14D833-3FCA-66D2-E721-F1F18583871F}"/>
              </a:ext>
            </a:extLst>
          </p:cNvPr>
          <p:cNvCxnSpPr>
            <a:cxnSpLocks/>
          </p:cNvCxnSpPr>
          <p:nvPr/>
        </p:nvCxnSpPr>
        <p:spPr>
          <a:xfrm>
            <a:off x="5994268" y="2954977"/>
            <a:ext cx="1406649"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37" name="Straight Connector 36">
            <a:extLst>
              <a:ext uri="{FF2B5EF4-FFF2-40B4-BE49-F238E27FC236}">
                <a16:creationId xmlns:a16="http://schemas.microsoft.com/office/drawing/2014/main" id="{3BF8940B-06C3-D9A6-3591-F55863796F0D}"/>
              </a:ext>
            </a:extLst>
          </p:cNvPr>
          <p:cNvCxnSpPr>
            <a:cxnSpLocks/>
          </p:cNvCxnSpPr>
          <p:nvPr/>
        </p:nvCxnSpPr>
        <p:spPr>
          <a:xfrm>
            <a:off x="9963305" y="1842757"/>
            <a:ext cx="1406649" cy="0"/>
          </a:xfrm>
          <a:prstGeom prst="line">
            <a:avLst/>
          </a:prstGeom>
          <a:ln w="12700">
            <a:solidFill>
              <a:schemeClr val="bg1"/>
            </a:solidFill>
          </a:ln>
        </p:spPr>
        <p:style>
          <a:lnRef idx="1">
            <a:schemeClr val="dk1"/>
          </a:lnRef>
          <a:fillRef idx="0">
            <a:schemeClr val="dk1"/>
          </a:fillRef>
          <a:effectRef idx="0">
            <a:schemeClr val="dk1"/>
          </a:effectRef>
          <a:fontRef idx="minor">
            <a:schemeClr val="tx1"/>
          </a:fontRef>
        </p:style>
      </p:cxnSp>
      <p:sp>
        <p:nvSpPr>
          <p:cNvPr id="2" name="TextBox 1">
            <a:extLst>
              <a:ext uri="{FF2B5EF4-FFF2-40B4-BE49-F238E27FC236}">
                <a16:creationId xmlns:a16="http://schemas.microsoft.com/office/drawing/2014/main" id="{7EC5BF11-C8F0-62D4-17D5-2B94458B84B3}"/>
              </a:ext>
            </a:extLst>
          </p:cNvPr>
          <p:cNvSpPr txBox="1"/>
          <p:nvPr/>
        </p:nvSpPr>
        <p:spPr>
          <a:xfrm>
            <a:off x="529686" y="844104"/>
            <a:ext cx="5464581" cy="480290"/>
          </a:xfrm>
          <a:prstGeom prst="rect">
            <a:avLst/>
          </a:prstGeom>
          <a:noFill/>
        </p:spPr>
        <p:txBody>
          <a:bodyPr wrap="square" lIns="0" tIns="0" rIns="0" bIns="0" rtlCol="0">
            <a:noAutofit/>
          </a:bodyPr>
          <a:lstStyle/>
          <a:p>
            <a:pPr algn="just">
              <a:buNone/>
            </a:pPr>
            <a:r>
              <a:rPr lang="en-US" sz="1400" b="1" i="1"/>
              <a:t>Meaning of Audit Committee</a:t>
            </a:r>
          </a:p>
          <a:p>
            <a:pPr algn="just">
              <a:buNone/>
            </a:pPr>
            <a:endParaRPr lang="en-US" sz="1200"/>
          </a:p>
          <a:p>
            <a:r>
              <a:rPr lang="en-US" sz="1200"/>
              <a:t>The Audit Committee oversees financial reporting, internal controls, external audits and compliance to ensure accuracy, transparency and integrity in a company’s financial disclosures.</a:t>
            </a:r>
            <a:endParaRPr lang="en-US" sz="1200">
              <a:latin typeface="+mj-lt"/>
            </a:endParaRPr>
          </a:p>
        </p:txBody>
      </p:sp>
      <p:cxnSp>
        <p:nvCxnSpPr>
          <p:cNvPr id="5" name="Straight Connector 4">
            <a:extLst>
              <a:ext uri="{FF2B5EF4-FFF2-40B4-BE49-F238E27FC236}">
                <a16:creationId xmlns:a16="http://schemas.microsoft.com/office/drawing/2014/main" id="{EE7BF1FC-7220-6EBD-98FF-815F014B3C2D}"/>
              </a:ext>
            </a:extLst>
          </p:cNvPr>
          <p:cNvCxnSpPr>
            <a:cxnSpLocks/>
          </p:cNvCxnSpPr>
          <p:nvPr/>
        </p:nvCxnSpPr>
        <p:spPr>
          <a:xfrm>
            <a:off x="1490672" y="1091716"/>
            <a:ext cx="1406649" cy="0"/>
          </a:xfrm>
          <a:prstGeom prst="line">
            <a:avLst/>
          </a:prstGeom>
          <a:ln w="12700"/>
        </p:spPr>
        <p:style>
          <a:lnRef idx="1">
            <a:schemeClr val="dk1"/>
          </a:lnRef>
          <a:fillRef idx="0">
            <a:schemeClr val="dk1"/>
          </a:fillRef>
          <a:effectRef idx="0">
            <a:schemeClr val="dk1"/>
          </a:effectRef>
          <a:fontRef idx="minor">
            <a:schemeClr val="tx1"/>
          </a:fontRef>
        </p:style>
      </p:cxnSp>
      <p:pic>
        <p:nvPicPr>
          <p:cNvPr id="10" name="Graphic 9" descr="Badge 3 with solid fill">
            <a:extLst>
              <a:ext uri="{FF2B5EF4-FFF2-40B4-BE49-F238E27FC236}">
                <a16:creationId xmlns:a16="http://schemas.microsoft.com/office/drawing/2014/main" id="{841DBE7A-D063-9612-5927-6763685A70FD}"/>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604891" y="875412"/>
            <a:ext cx="567771" cy="567771"/>
          </a:xfrm>
          <a:prstGeom prst="rect">
            <a:avLst/>
          </a:prstGeom>
        </p:spPr>
      </p:pic>
      <p:pic>
        <p:nvPicPr>
          <p:cNvPr id="12" name="Graphic 11" descr="Badge with solid fill">
            <a:extLst>
              <a:ext uri="{FF2B5EF4-FFF2-40B4-BE49-F238E27FC236}">
                <a16:creationId xmlns:a16="http://schemas.microsoft.com/office/drawing/2014/main" id="{BE7F4721-94B8-ECBE-E8F0-5720293F74CA}"/>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900417" y="1887742"/>
            <a:ext cx="567771" cy="567771"/>
          </a:xfrm>
          <a:prstGeom prst="rect">
            <a:avLst/>
          </a:prstGeom>
        </p:spPr>
      </p:pic>
      <p:pic>
        <p:nvPicPr>
          <p:cNvPr id="15" name="Graphic 14" descr="Badge 1 with solid fill">
            <a:extLst>
              <a:ext uri="{FF2B5EF4-FFF2-40B4-BE49-F238E27FC236}">
                <a16:creationId xmlns:a16="http://schemas.microsoft.com/office/drawing/2014/main" id="{F30A9301-3B4E-5CD6-5B2B-3F907426134E}"/>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99116" y="2729323"/>
            <a:ext cx="567771" cy="567771"/>
          </a:xfrm>
          <a:prstGeom prst="rect">
            <a:avLst/>
          </a:prstGeom>
        </p:spPr>
      </p:pic>
    </p:spTree>
    <p:custDataLst>
      <p:custData r:id="rId1"/>
    </p:custDataLst>
    <p:extLst>
      <p:ext uri="{BB962C8B-B14F-4D97-AF65-F5344CB8AC3E}">
        <p14:creationId xmlns:p14="http://schemas.microsoft.com/office/powerpoint/2010/main" val="53613994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9E6E69-DEAC-39C6-5B7A-1A96981F4ABC}"/>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F992A9A-9097-9A21-B899-60C8A9B79C31}"/>
              </a:ext>
            </a:extLst>
          </p:cNvPr>
          <p:cNvSpPr>
            <a:spLocks noGrp="1"/>
          </p:cNvSpPr>
          <p:nvPr>
            <p:ph type="sldNum" sz="quarter" idx="4"/>
          </p:nvPr>
        </p:nvSpPr>
        <p:spPr>
          <a:xfrm>
            <a:off x="11503818" y="6586447"/>
            <a:ext cx="298209" cy="161583"/>
          </a:xfrm>
        </p:spPr>
        <p:txBody>
          <a:bodyPr/>
          <a:lstStyle/>
          <a:p>
            <a:fld id="{3E6AC032-1535-134B-A583-D5E1DDD0D167}" type="slidenum">
              <a:rPr lang="en-US" smtClean="0"/>
              <a:pPr/>
              <a:t>23</a:t>
            </a:fld>
            <a:endParaRPr lang="en-US"/>
          </a:p>
        </p:txBody>
      </p:sp>
      <p:sp>
        <p:nvSpPr>
          <p:cNvPr id="7" name="Rectangle 6">
            <a:extLst>
              <a:ext uri="{FF2B5EF4-FFF2-40B4-BE49-F238E27FC236}">
                <a16:creationId xmlns:a16="http://schemas.microsoft.com/office/drawing/2014/main" id="{1C961C04-E526-20B6-3DF8-ABED1037C25D}"/>
              </a:ext>
            </a:extLst>
          </p:cNvPr>
          <p:cNvSpPr/>
          <p:nvPr/>
        </p:nvSpPr>
        <p:spPr>
          <a:xfrm>
            <a:off x="0" y="4218"/>
            <a:ext cx="12192000" cy="572092"/>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GB" sz="2400" b="1">
                <a:solidFill>
                  <a:schemeClr val="bg1"/>
                </a:solidFill>
                <a:latin typeface="Georgia" panose="02040502050405020303" pitchFamily="18" charset="0"/>
              </a:rPr>
              <a:t>Audit Committee | Legal Framework </a:t>
            </a:r>
            <a:endParaRPr lang="en-US" sz="2400" b="1">
              <a:solidFill>
                <a:schemeClr val="bg1"/>
              </a:solidFill>
              <a:latin typeface="Georgia" panose="02040502050405020303" pitchFamily="18" charset="0"/>
            </a:endParaRPr>
          </a:p>
        </p:txBody>
      </p:sp>
      <p:graphicFrame>
        <p:nvGraphicFramePr>
          <p:cNvPr id="28" name="Table 27">
            <a:extLst>
              <a:ext uri="{FF2B5EF4-FFF2-40B4-BE49-F238E27FC236}">
                <a16:creationId xmlns:a16="http://schemas.microsoft.com/office/drawing/2014/main" id="{DBE0ED45-764F-53F9-B94A-ADDFF20FA0D3}"/>
              </a:ext>
            </a:extLst>
          </p:cNvPr>
          <p:cNvGraphicFramePr>
            <a:graphicFrameLocks noGrp="1"/>
          </p:cNvGraphicFramePr>
          <p:nvPr/>
        </p:nvGraphicFramePr>
        <p:xfrm>
          <a:off x="2723048" y="1851406"/>
          <a:ext cx="9048195" cy="4340807"/>
        </p:xfrm>
        <a:graphic>
          <a:graphicData uri="http://schemas.openxmlformats.org/drawingml/2006/table">
            <a:tbl>
              <a:tblPr firstRow="1" bandRow="1">
                <a:tableStyleId>{3B4B98B0-60AC-42C2-AFA5-B58CD77FA1E5}</a:tableStyleId>
              </a:tblPr>
              <a:tblGrid>
                <a:gridCol w="4648605">
                  <a:extLst>
                    <a:ext uri="{9D8B030D-6E8A-4147-A177-3AD203B41FA5}">
                      <a16:colId xmlns:a16="http://schemas.microsoft.com/office/drawing/2014/main" val="1318235722"/>
                    </a:ext>
                  </a:extLst>
                </a:gridCol>
                <a:gridCol w="4399590">
                  <a:extLst>
                    <a:ext uri="{9D8B030D-6E8A-4147-A177-3AD203B41FA5}">
                      <a16:colId xmlns:a16="http://schemas.microsoft.com/office/drawing/2014/main" val="1746799347"/>
                    </a:ext>
                  </a:extLst>
                </a:gridCol>
              </a:tblGrid>
              <a:tr h="624224">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200" b="0">
                          <a:cs typeface="Arial"/>
                        </a:rPr>
                        <a:t>Companies Act, 2013 and SEBI’s LODR Regulations outline the composition, roles, responsibilities and reporting standards.</a:t>
                      </a:r>
                    </a:p>
                  </a:txBody>
                  <a:tcPr/>
                </a:tc>
                <a:tc>
                  <a:txBody>
                    <a:bodyPr/>
                    <a:lstStyle/>
                    <a:p>
                      <a:pPr marL="0" indent="0" algn="just">
                        <a:buFont typeface="Wingdings" panose="05000000000000000000" pitchFamily="2" charset="2"/>
                        <a:buNone/>
                      </a:pPr>
                      <a:r>
                        <a:rPr lang="en-US" sz="1200" b="0"/>
                        <a:t>Investigates matters within scope, requests information from management or auditors, reviews financials, controls, and risks.</a:t>
                      </a:r>
                    </a:p>
                  </a:txBody>
                  <a:tcPr/>
                </a:tc>
                <a:extLst>
                  <a:ext uri="{0D108BD9-81ED-4DB2-BD59-A6C34878D82A}">
                    <a16:rowId xmlns:a16="http://schemas.microsoft.com/office/drawing/2014/main" val="4160628672"/>
                  </a:ext>
                </a:extLst>
              </a:tr>
              <a:tr h="520602">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200" b="0"/>
                        <a:t>The UK Corporate Governance Code outlines roles, responsibilities, and governance practices of the Audit Committee.</a:t>
                      </a:r>
                      <a:endParaRPr lang="en-US" sz="1200" b="0">
                        <a:cs typeface="Arial"/>
                      </a:endParaRPr>
                    </a:p>
                  </a:txBody>
                  <a:tcPr>
                    <a:lnB w="12700" cap="flat" cmpd="sng" algn="ctr">
                      <a:solidFill>
                        <a:schemeClr val="accent1"/>
                      </a:solidFill>
                      <a:prstDash val="solid"/>
                      <a:round/>
                      <a:headEnd type="none" w="med" len="med"/>
                      <a:tailEnd type="none" w="med" len="med"/>
                    </a:lnB>
                  </a:tcPr>
                </a:tc>
                <a:tc>
                  <a:txBody>
                    <a:bodyPr/>
                    <a:lstStyle/>
                    <a:p>
                      <a:pPr algn="just"/>
                      <a:r>
                        <a:rPr lang="en-US" sz="1200" b="0"/>
                        <a:t>Oversight of risk, internal controls, financial reporting and audit effectiveness.</a:t>
                      </a:r>
                    </a:p>
                  </a:txBody>
                  <a:tcPr>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4202104610"/>
                  </a:ext>
                </a:extLst>
              </a:tr>
              <a:tr h="624224">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200" b="0"/>
                        <a:t>Governed by the EU Audit Directive and Regulation (EU) No 537/2014.</a:t>
                      </a:r>
                      <a:endParaRPr lang="en-US" sz="1200" b="0">
                        <a:cs typeface="Arial"/>
                      </a:endParaRPr>
                    </a:p>
                  </a:txBody>
                  <a:tcP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200" b="0"/>
                        <a:t>Ensuring independence, quality, oversight of statutory audits, and harmonization across member states.</a:t>
                      </a:r>
                      <a:endParaRPr lang="en-US" sz="1200" b="0">
                        <a:cs typeface="Arial"/>
                      </a:endParaRPr>
                    </a:p>
                  </a:txBody>
                  <a:tcP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2147149551"/>
                  </a:ext>
                </a:extLst>
              </a:tr>
              <a:tr h="624224">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200" b="0"/>
                        <a:t>Defined in the Audit Committee Guide by </a:t>
                      </a:r>
                      <a:r>
                        <a:rPr lang="en-US" sz="1200"/>
                        <a:t>Auditing and Assurance Standards Board, Australian Institute of Company Directors and The Institute of Internal Auditors-Australia. </a:t>
                      </a:r>
                      <a:endParaRPr lang="en-US" sz="1200" b="0"/>
                    </a:p>
                  </a:txBody>
                  <a:tcP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200" b="0"/>
                        <a:t>Financial reporting, risk management, internal controls, a</a:t>
                      </a:r>
                      <a:r>
                        <a:rPr lang="en-US" sz="1200"/>
                        <a:t>ssessing the entity’s fraud risk and action to mitigate fraud risk, </a:t>
                      </a:r>
                      <a:r>
                        <a:rPr lang="en-US" sz="1200" b="0"/>
                        <a:t>and auditor oversight.</a:t>
                      </a:r>
                      <a:endParaRPr lang="en-US" sz="1200" b="0">
                        <a:cs typeface="Arial"/>
                      </a:endParaRPr>
                    </a:p>
                  </a:txBody>
                  <a:tcP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1703247983"/>
                  </a:ext>
                </a:extLst>
              </a:tr>
              <a:tr h="624224">
                <a:tc>
                  <a:txBody>
                    <a:bodyPr/>
                    <a:lstStyle/>
                    <a:p>
                      <a:pPr algn="just"/>
                      <a:r>
                        <a:rPr lang="en-US" sz="1200" b="0"/>
                        <a:t>Governed by SEC and Public Company Accounting Oversight Board rules; Sarbanes-Oxley Act.</a:t>
                      </a:r>
                    </a:p>
                  </a:txBody>
                  <a:tcP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200" b="0"/>
                        <a:t>Oversight of financial reporting, internal controls, external audit and compliance.</a:t>
                      </a:r>
                    </a:p>
                  </a:txBody>
                  <a:tcP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435376844"/>
                  </a:ext>
                </a:extLst>
              </a:tr>
              <a:tr h="624224">
                <a:tc>
                  <a:txBody>
                    <a:bodyPr/>
                    <a:lstStyle/>
                    <a:p>
                      <a:pPr algn="just"/>
                      <a:r>
                        <a:rPr lang="en-US" sz="1200" b="0"/>
                        <a:t>Governed by Financial Administration Act; joint guidance and tools by CPA Canada, CPAB, and ICD.</a:t>
                      </a:r>
                    </a:p>
                  </a:txBody>
                  <a:tcP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200" b="0"/>
                        <a:t>Oversight of external auditors, audit quality indicators (AQIs), and risk management.</a:t>
                      </a:r>
                    </a:p>
                  </a:txBody>
                  <a:tcP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2049313331"/>
                  </a:ext>
                </a:extLst>
              </a:tr>
              <a:tr h="667373">
                <a:tc>
                  <a:txBody>
                    <a:bodyPr/>
                    <a:lstStyle/>
                    <a:p>
                      <a:pPr algn="just"/>
                      <a:r>
                        <a:rPr lang="en-US" sz="1200" b="0"/>
                        <a:t>Governed by the Companies Act, SGX Listing Rules, and the Guidebook for Audit Committees in Singapore. </a:t>
                      </a:r>
                      <a:endParaRPr lang="en-GB" sz="1200" b="0"/>
                    </a:p>
                  </a:txBody>
                  <a:tcP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200"/>
                        <a:t>Oversight of audit plan, internal accounting controls, internal audit procedures, auditor independence, and related-party transactions.</a:t>
                      </a:r>
                      <a:endParaRPr lang="en-US" sz="1200">
                        <a:cs typeface="Arial"/>
                      </a:endParaRPr>
                    </a:p>
                  </a:txBody>
                  <a:tcP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1138189333"/>
                  </a:ext>
                </a:extLst>
              </a:tr>
            </a:tbl>
          </a:graphicData>
        </a:graphic>
      </p:graphicFrame>
      <p:sp>
        <p:nvSpPr>
          <p:cNvPr id="38" name="Rectangle: Top Corners Rounded 37">
            <a:extLst>
              <a:ext uri="{FF2B5EF4-FFF2-40B4-BE49-F238E27FC236}">
                <a16:creationId xmlns:a16="http://schemas.microsoft.com/office/drawing/2014/main" id="{6A3D4381-1D3C-14EC-35BD-9E5DC7F121EC}"/>
              </a:ext>
            </a:extLst>
          </p:cNvPr>
          <p:cNvSpPr/>
          <p:nvPr/>
        </p:nvSpPr>
        <p:spPr>
          <a:xfrm>
            <a:off x="179356" y="3136795"/>
            <a:ext cx="2413591" cy="489098"/>
          </a:xfrm>
          <a:prstGeom prst="round2SameRect">
            <a:avLst/>
          </a:prstGeom>
          <a:solidFill>
            <a:schemeClr val="bg1"/>
          </a:solidFill>
          <a:ln>
            <a:solidFill>
              <a:schemeClr val="bg1">
                <a:lumMod val="50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9" name="Rectangle: Top Corners Rounded 38">
            <a:extLst>
              <a:ext uri="{FF2B5EF4-FFF2-40B4-BE49-F238E27FC236}">
                <a16:creationId xmlns:a16="http://schemas.microsoft.com/office/drawing/2014/main" id="{8D003FE6-75F5-5DFB-F751-E3EDD38AEE4A}"/>
              </a:ext>
            </a:extLst>
          </p:cNvPr>
          <p:cNvSpPr/>
          <p:nvPr/>
        </p:nvSpPr>
        <p:spPr>
          <a:xfrm>
            <a:off x="179355" y="3735761"/>
            <a:ext cx="2413591" cy="489098"/>
          </a:xfrm>
          <a:prstGeom prst="round2SameRect">
            <a:avLst/>
          </a:prstGeom>
          <a:solidFill>
            <a:schemeClr val="bg1"/>
          </a:solidFill>
          <a:ln>
            <a:solidFill>
              <a:schemeClr val="bg1">
                <a:lumMod val="50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0" name="Rectangle: Top Corners Rounded 39">
            <a:extLst>
              <a:ext uri="{FF2B5EF4-FFF2-40B4-BE49-F238E27FC236}">
                <a16:creationId xmlns:a16="http://schemas.microsoft.com/office/drawing/2014/main" id="{4092114B-EBCD-F207-9F6A-80B4120B8AFC}"/>
              </a:ext>
            </a:extLst>
          </p:cNvPr>
          <p:cNvSpPr/>
          <p:nvPr/>
        </p:nvSpPr>
        <p:spPr>
          <a:xfrm>
            <a:off x="179353" y="5631897"/>
            <a:ext cx="2413591" cy="489098"/>
          </a:xfrm>
          <a:prstGeom prst="round2SameRect">
            <a:avLst/>
          </a:prstGeom>
          <a:solidFill>
            <a:schemeClr val="bg1"/>
          </a:solidFill>
          <a:ln>
            <a:solidFill>
              <a:schemeClr val="bg1">
                <a:lumMod val="50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2" name="Rectangle: Top Corners Rounded 41">
            <a:extLst>
              <a:ext uri="{FF2B5EF4-FFF2-40B4-BE49-F238E27FC236}">
                <a16:creationId xmlns:a16="http://schemas.microsoft.com/office/drawing/2014/main" id="{2BCDE19A-3895-19C3-F0EC-9C3F67E36883}"/>
              </a:ext>
            </a:extLst>
          </p:cNvPr>
          <p:cNvSpPr/>
          <p:nvPr/>
        </p:nvSpPr>
        <p:spPr>
          <a:xfrm>
            <a:off x="179354" y="4340047"/>
            <a:ext cx="2413591" cy="489098"/>
          </a:xfrm>
          <a:prstGeom prst="round2SameRect">
            <a:avLst/>
          </a:prstGeom>
          <a:solidFill>
            <a:schemeClr val="bg1"/>
          </a:solidFill>
          <a:ln>
            <a:solidFill>
              <a:schemeClr val="bg1">
                <a:lumMod val="50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3" name="Rectangle: Top Corners Rounded 42">
            <a:extLst>
              <a:ext uri="{FF2B5EF4-FFF2-40B4-BE49-F238E27FC236}">
                <a16:creationId xmlns:a16="http://schemas.microsoft.com/office/drawing/2014/main" id="{E0A93A45-3EBF-B54A-F8A3-8921612EE0C9}"/>
              </a:ext>
            </a:extLst>
          </p:cNvPr>
          <p:cNvSpPr/>
          <p:nvPr/>
        </p:nvSpPr>
        <p:spPr>
          <a:xfrm>
            <a:off x="179353" y="4985972"/>
            <a:ext cx="2413591" cy="489098"/>
          </a:xfrm>
          <a:prstGeom prst="round2SameRect">
            <a:avLst/>
          </a:prstGeom>
          <a:solidFill>
            <a:schemeClr val="bg1"/>
          </a:solidFill>
          <a:ln>
            <a:solidFill>
              <a:schemeClr val="bg1">
                <a:lumMod val="50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6" name="Rectangle: Top Corners Rounded 55">
            <a:extLst>
              <a:ext uri="{FF2B5EF4-FFF2-40B4-BE49-F238E27FC236}">
                <a16:creationId xmlns:a16="http://schemas.microsoft.com/office/drawing/2014/main" id="{EEF31E1E-4451-944F-8365-C013391DB5B2}"/>
              </a:ext>
            </a:extLst>
          </p:cNvPr>
          <p:cNvSpPr/>
          <p:nvPr/>
        </p:nvSpPr>
        <p:spPr>
          <a:xfrm>
            <a:off x="179352" y="2481987"/>
            <a:ext cx="2413591" cy="489098"/>
          </a:xfrm>
          <a:prstGeom prst="round2SameRect">
            <a:avLst/>
          </a:prstGeom>
          <a:solidFill>
            <a:schemeClr val="bg1"/>
          </a:solidFill>
          <a:ln>
            <a:solidFill>
              <a:schemeClr val="bg1">
                <a:lumMod val="50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46" name="Picture 45" descr="A flag in a circle with Great Britain in the background&#10;&#10;AI-generated content may be incorrect.">
            <a:extLst>
              <a:ext uri="{FF2B5EF4-FFF2-40B4-BE49-F238E27FC236}">
                <a16:creationId xmlns:a16="http://schemas.microsoft.com/office/drawing/2014/main" id="{6CAD311A-175B-BB6B-72B3-CE7F3B1BF5C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53780" y="2521015"/>
            <a:ext cx="409246" cy="409246"/>
          </a:xfrm>
          <a:prstGeom prst="rect">
            <a:avLst/>
          </a:prstGeom>
        </p:spPr>
      </p:pic>
      <p:sp>
        <p:nvSpPr>
          <p:cNvPr id="57" name="TextBox 56">
            <a:extLst>
              <a:ext uri="{FF2B5EF4-FFF2-40B4-BE49-F238E27FC236}">
                <a16:creationId xmlns:a16="http://schemas.microsoft.com/office/drawing/2014/main" id="{B560271D-2D69-EF57-F975-88F5C3AD8FFE}"/>
              </a:ext>
            </a:extLst>
          </p:cNvPr>
          <p:cNvSpPr txBox="1"/>
          <p:nvPr/>
        </p:nvSpPr>
        <p:spPr>
          <a:xfrm>
            <a:off x="833147" y="2601625"/>
            <a:ext cx="1568415" cy="292331"/>
          </a:xfrm>
          <a:prstGeom prst="rect">
            <a:avLst/>
          </a:prstGeom>
          <a:noFill/>
        </p:spPr>
        <p:txBody>
          <a:bodyPr wrap="square" lIns="0" tIns="0" rIns="0" bIns="0" rtlCol="0">
            <a:noAutofit/>
          </a:bodyPr>
          <a:lstStyle/>
          <a:p>
            <a:pPr algn="l"/>
            <a:r>
              <a:rPr lang="en-GB" sz="1600"/>
              <a:t>United Kingdom</a:t>
            </a:r>
          </a:p>
        </p:txBody>
      </p:sp>
      <p:pic>
        <p:nvPicPr>
          <p:cNvPr id="59" name="Picture 58" descr="A blue circle with yellow stars on it&#10;&#10;AI-generated content may be incorrect.">
            <a:extLst>
              <a:ext uri="{FF2B5EF4-FFF2-40B4-BE49-F238E27FC236}">
                <a16:creationId xmlns:a16="http://schemas.microsoft.com/office/drawing/2014/main" id="{3EE6C619-408A-BAB5-CC23-0CFB1F3B226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33318" y="3137587"/>
            <a:ext cx="450171" cy="450171"/>
          </a:xfrm>
          <a:prstGeom prst="rect">
            <a:avLst/>
          </a:prstGeom>
        </p:spPr>
      </p:pic>
      <p:sp>
        <p:nvSpPr>
          <p:cNvPr id="60" name="TextBox 59">
            <a:extLst>
              <a:ext uri="{FF2B5EF4-FFF2-40B4-BE49-F238E27FC236}">
                <a16:creationId xmlns:a16="http://schemas.microsoft.com/office/drawing/2014/main" id="{38FC5023-37EF-E374-C8F0-B42E1E1B118C}"/>
              </a:ext>
            </a:extLst>
          </p:cNvPr>
          <p:cNvSpPr txBox="1"/>
          <p:nvPr/>
        </p:nvSpPr>
        <p:spPr>
          <a:xfrm>
            <a:off x="833146" y="3252899"/>
            <a:ext cx="1568415" cy="292331"/>
          </a:xfrm>
          <a:prstGeom prst="rect">
            <a:avLst/>
          </a:prstGeom>
          <a:noFill/>
        </p:spPr>
        <p:txBody>
          <a:bodyPr wrap="square" lIns="0" tIns="0" rIns="0" bIns="0" rtlCol="0">
            <a:noAutofit/>
          </a:bodyPr>
          <a:lstStyle/>
          <a:p>
            <a:pPr algn="l"/>
            <a:r>
              <a:rPr lang="en-GB" sz="1600"/>
              <a:t>European Union</a:t>
            </a:r>
          </a:p>
        </p:txBody>
      </p:sp>
      <p:pic>
        <p:nvPicPr>
          <p:cNvPr id="61" name="Picture 60" descr="Australia ">
            <a:extLst>
              <a:ext uri="{FF2B5EF4-FFF2-40B4-BE49-F238E27FC236}">
                <a16:creationId xmlns:a16="http://schemas.microsoft.com/office/drawing/2014/main" id="{02ECBF5E-53C8-7DC5-46DD-71AECDB40B8C}"/>
              </a:ext>
            </a:extLst>
          </p:cNvPr>
          <p:cNvPicPr>
            <a:picLocks noChangeAspect="1"/>
          </p:cNvPicPr>
          <p:nvPr/>
        </p:nvPicPr>
        <p:blipFill>
          <a:blip r:embed="rId6"/>
          <a:stretch>
            <a:fillRect/>
          </a:stretch>
        </p:blipFill>
        <p:spPr>
          <a:xfrm>
            <a:off x="249590" y="3744163"/>
            <a:ext cx="427323" cy="427323"/>
          </a:xfrm>
          <a:prstGeom prst="rect">
            <a:avLst/>
          </a:prstGeom>
        </p:spPr>
      </p:pic>
      <p:sp>
        <p:nvSpPr>
          <p:cNvPr id="62" name="TextBox 61">
            <a:extLst>
              <a:ext uri="{FF2B5EF4-FFF2-40B4-BE49-F238E27FC236}">
                <a16:creationId xmlns:a16="http://schemas.microsoft.com/office/drawing/2014/main" id="{CD24DA92-CA31-E7C5-0EB7-B72A05E8C833}"/>
              </a:ext>
            </a:extLst>
          </p:cNvPr>
          <p:cNvSpPr txBox="1"/>
          <p:nvPr/>
        </p:nvSpPr>
        <p:spPr>
          <a:xfrm>
            <a:off x="816254" y="3832363"/>
            <a:ext cx="1568415" cy="292331"/>
          </a:xfrm>
          <a:prstGeom prst="rect">
            <a:avLst/>
          </a:prstGeom>
          <a:noFill/>
        </p:spPr>
        <p:txBody>
          <a:bodyPr wrap="square" lIns="0" tIns="0" rIns="0" bIns="0" rtlCol="0">
            <a:noAutofit/>
          </a:bodyPr>
          <a:lstStyle/>
          <a:p>
            <a:pPr algn="l"/>
            <a:r>
              <a:rPr lang="en-GB" sz="1600"/>
              <a:t>Australia</a:t>
            </a:r>
          </a:p>
        </p:txBody>
      </p:sp>
      <p:pic>
        <p:nvPicPr>
          <p:cNvPr id="63" name="Picture 62" descr="United states of america ">
            <a:extLst>
              <a:ext uri="{FF2B5EF4-FFF2-40B4-BE49-F238E27FC236}">
                <a16:creationId xmlns:a16="http://schemas.microsoft.com/office/drawing/2014/main" id="{DD66663B-9905-0468-55BA-72B1B77D7187}"/>
              </a:ext>
            </a:extLst>
          </p:cNvPr>
          <p:cNvPicPr>
            <a:picLocks noChangeAspect="1"/>
          </p:cNvPicPr>
          <p:nvPr/>
        </p:nvPicPr>
        <p:blipFill>
          <a:blip r:embed="rId7"/>
          <a:stretch>
            <a:fillRect/>
          </a:stretch>
        </p:blipFill>
        <p:spPr>
          <a:xfrm>
            <a:off x="233318" y="4373813"/>
            <a:ext cx="388475" cy="385055"/>
          </a:xfrm>
          <a:prstGeom prst="rect">
            <a:avLst/>
          </a:prstGeom>
        </p:spPr>
      </p:pic>
      <p:sp>
        <p:nvSpPr>
          <p:cNvPr id="64" name="TextBox 63">
            <a:extLst>
              <a:ext uri="{FF2B5EF4-FFF2-40B4-BE49-F238E27FC236}">
                <a16:creationId xmlns:a16="http://schemas.microsoft.com/office/drawing/2014/main" id="{3E79D9D1-A7E4-6275-0B7D-91266AB30284}"/>
              </a:ext>
            </a:extLst>
          </p:cNvPr>
          <p:cNvSpPr txBox="1"/>
          <p:nvPr/>
        </p:nvSpPr>
        <p:spPr>
          <a:xfrm>
            <a:off x="779980" y="4463893"/>
            <a:ext cx="2413591" cy="399498"/>
          </a:xfrm>
          <a:prstGeom prst="rect">
            <a:avLst/>
          </a:prstGeom>
          <a:noFill/>
        </p:spPr>
        <p:txBody>
          <a:bodyPr wrap="square" lIns="0" tIns="0" rIns="0" bIns="0" rtlCol="0">
            <a:noAutofit/>
          </a:bodyPr>
          <a:lstStyle/>
          <a:p>
            <a:pPr algn="l"/>
            <a:r>
              <a:rPr lang="en-GB" sz="1600"/>
              <a:t>United States</a:t>
            </a:r>
          </a:p>
        </p:txBody>
      </p:sp>
      <p:pic>
        <p:nvPicPr>
          <p:cNvPr id="65" name="Picture 5" descr="Canada ">
            <a:extLst>
              <a:ext uri="{FF2B5EF4-FFF2-40B4-BE49-F238E27FC236}">
                <a16:creationId xmlns:a16="http://schemas.microsoft.com/office/drawing/2014/main" id="{BBEE61C1-86D4-D632-A19E-6E7379ACE653}"/>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33318" y="5004380"/>
            <a:ext cx="431595" cy="431595"/>
          </a:xfrm>
          <a:prstGeom prst="rect">
            <a:avLst/>
          </a:prstGeom>
          <a:noFill/>
          <a:extLst>
            <a:ext uri="{909E8E84-426E-40DD-AFC4-6F175D3DCCD1}">
              <a14:hiddenFill xmlns:a14="http://schemas.microsoft.com/office/drawing/2010/main">
                <a:solidFill>
                  <a:srgbClr val="FFFFFF"/>
                </a:solidFill>
              </a14:hiddenFill>
            </a:ext>
          </a:extLst>
        </p:spPr>
      </p:pic>
      <p:sp>
        <p:nvSpPr>
          <p:cNvPr id="66" name="TextBox 65">
            <a:extLst>
              <a:ext uri="{FF2B5EF4-FFF2-40B4-BE49-F238E27FC236}">
                <a16:creationId xmlns:a16="http://schemas.microsoft.com/office/drawing/2014/main" id="{AC9A3471-E431-902F-7A6E-E446C9833D37}"/>
              </a:ext>
            </a:extLst>
          </p:cNvPr>
          <p:cNvSpPr txBox="1"/>
          <p:nvPr/>
        </p:nvSpPr>
        <p:spPr>
          <a:xfrm>
            <a:off x="789556" y="5084709"/>
            <a:ext cx="2413591" cy="399498"/>
          </a:xfrm>
          <a:prstGeom prst="rect">
            <a:avLst/>
          </a:prstGeom>
          <a:noFill/>
        </p:spPr>
        <p:txBody>
          <a:bodyPr wrap="square" lIns="0" tIns="0" rIns="0" bIns="0" rtlCol="0">
            <a:noAutofit/>
          </a:bodyPr>
          <a:lstStyle/>
          <a:p>
            <a:pPr algn="l"/>
            <a:r>
              <a:rPr lang="en-GB" sz="1600"/>
              <a:t>Canada</a:t>
            </a:r>
          </a:p>
        </p:txBody>
      </p:sp>
      <p:pic>
        <p:nvPicPr>
          <p:cNvPr id="67" name="Picture 9" descr="Singapore ">
            <a:extLst>
              <a:ext uri="{FF2B5EF4-FFF2-40B4-BE49-F238E27FC236}">
                <a16:creationId xmlns:a16="http://schemas.microsoft.com/office/drawing/2014/main" id="{968A812E-1D15-2742-8F88-F236CB4ADB84}"/>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62223" y="5666459"/>
            <a:ext cx="392359" cy="392359"/>
          </a:xfrm>
          <a:prstGeom prst="rect">
            <a:avLst/>
          </a:prstGeom>
          <a:noFill/>
          <a:extLst>
            <a:ext uri="{909E8E84-426E-40DD-AFC4-6F175D3DCCD1}">
              <a14:hiddenFill xmlns:a14="http://schemas.microsoft.com/office/drawing/2010/main">
                <a:solidFill>
                  <a:srgbClr val="FFFFFF"/>
                </a:solidFill>
              </a14:hiddenFill>
            </a:ext>
          </a:extLst>
        </p:spPr>
      </p:pic>
      <p:sp>
        <p:nvSpPr>
          <p:cNvPr id="68" name="TextBox 67">
            <a:extLst>
              <a:ext uri="{FF2B5EF4-FFF2-40B4-BE49-F238E27FC236}">
                <a16:creationId xmlns:a16="http://schemas.microsoft.com/office/drawing/2014/main" id="{F377ACC1-1E30-6DEC-E3AF-4128AF333EF8}"/>
              </a:ext>
            </a:extLst>
          </p:cNvPr>
          <p:cNvSpPr txBox="1"/>
          <p:nvPr/>
        </p:nvSpPr>
        <p:spPr>
          <a:xfrm>
            <a:off x="779980" y="5741402"/>
            <a:ext cx="2413591" cy="399498"/>
          </a:xfrm>
          <a:prstGeom prst="rect">
            <a:avLst/>
          </a:prstGeom>
          <a:noFill/>
        </p:spPr>
        <p:txBody>
          <a:bodyPr wrap="square" lIns="0" tIns="0" rIns="0" bIns="0" rtlCol="0">
            <a:noAutofit/>
          </a:bodyPr>
          <a:lstStyle/>
          <a:p>
            <a:pPr algn="l"/>
            <a:r>
              <a:rPr lang="en-GB" sz="1600"/>
              <a:t>Singapore</a:t>
            </a:r>
          </a:p>
        </p:txBody>
      </p:sp>
      <p:sp>
        <p:nvSpPr>
          <p:cNvPr id="75" name="Rectangle: Top Corners Rounded 74">
            <a:extLst>
              <a:ext uri="{FF2B5EF4-FFF2-40B4-BE49-F238E27FC236}">
                <a16:creationId xmlns:a16="http://schemas.microsoft.com/office/drawing/2014/main" id="{206C334F-3CF9-D9B5-5D28-41B24A702D7A}"/>
              </a:ext>
            </a:extLst>
          </p:cNvPr>
          <p:cNvSpPr/>
          <p:nvPr/>
        </p:nvSpPr>
        <p:spPr>
          <a:xfrm>
            <a:off x="2809875" y="1377872"/>
            <a:ext cx="4457700" cy="467732"/>
          </a:xfrm>
          <a:prstGeom prst="round2SameRect">
            <a:avLst/>
          </a:prstGeom>
          <a:solidFill>
            <a:schemeClr val="accent1"/>
          </a:solidFill>
          <a:ln>
            <a:solidFill>
              <a:srgbClr val="FD5108"/>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600" b="1">
                <a:solidFill>
                  <a:schemeClr val="bg1"/>
                </a:solidFill>
              </a:rPr>
              <a:t>Legal Framework</a:t>
            </a:r>
          </a:p>
        </p:txBody>
      </p:sp>
      <p:sp>
        <p:nvSpPr>
          <p:cNvPr id="76" name="Rectangle: Top Corners Rounded 75">
            <a:extLst>
              <a:ext uri="{FF2B5EF4-FFF2-40B4-BE49-F238E27FC236}">
                <a16:creationId xmlns:a16="http://schemas.microsoft.com/office/drawing/2014/main" id="{255AA73E-AD1A-E878-43E4-CEDD7F059597}"/>
              </a:ext>
            </a:extLst>
          </p:cNvPr>
          <p:cNvSpPr/>
          <p:nvPr/>
        </p:nvSpPr>
        <p:spPr>
          <a:xfrm>
            <a:off x="7474693" y="1376944"/>
            <a:ext cx="4239400" cy="467732"/>
          </a:xfrm>
          <a:prstGeom prst="round2SameRect">
            <a:avLst/>
          </a:prstGeom>
          <a:solidFill>
            <a:schemeClr val="accent1"/>
          </a:solidFill>
          <a:ln>
            <a:solidFill>
              <a:srgbClr val="FD5108"/>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600" b="1">
                <a:solidFill>
                  <a:schemeClr val="bg1"/>
                </a:solidFill>
              </a:rPr>
              <a:t>Key Focus</a:t>
            </a:r>
          </a:p>
        </p:txBody>
      </p:sp>
      <p:sp>
        <p:nvSpPr>
          <p:cNvPr id="2" name="Rectangle: Top Corners Rounded 1">
            <a:extLst>
              <a:ext uri="{FF2B5EF4-FFF2-40B4-BE49-F238E27FC236}">
                <a16:creationId xmlns:a16="http://schemas.microsoft.com/office/drawing/2014/main" id="{9341FFC9-8D72-5BF3-42A5-5BBE8F248AB1}"/>
              </a:ext>
            </a:extLst>
          </p:cNvPr>
          <p:cNvSpPr/>
          <p:nvPr/>
        </p:nvSpPr>
        <p:spPr>
          <a:xfrm>
            <a:off x="179351" y="1851341"/>
            <a:ext cx="2413591" cy="489098"/>
          </a:xfrm>
          <a:prstGeom prst="round2SameRect">
            <a:avLst/>
          </a:prstGeom>
          <a:solidFill>
            <a:schemeClr val="bg1"/>
          </a:solidFill>
          <a:ln>
            <a:solidFill>
              <a:schemeClr val="bg1">
                <a:lumMod val="50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a:solidFill>
                  <a:schemeClr val="tx1"/>
                </a:solidFill>
              </a:rPr>
              <a:t>India </a:t>
            </a:r>
          </a:p>
        </p:txBody>
      </p:sp>
      <p:pic>
        <p:nvPicPr>
          <p:cNvPr id="6146" name="Picture 2" descr="World ">
            <a:extLst>
              <a:ext uri="{FF2B5EF4-FFF2-40B4-BE49-F238E27FC236}">
                <a16:creationId xmlns:a16="http://schemas.microsoft.com/office/drawing/2014/main" id="{696771A5-ACC9-6E1B-D3BB-17877ABEB9E5}"/>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42554" y="1891827"/>
            <a:ext cx="408126" cy="408126"/>
          </a:xfrm>
          <a:prstGeom prst="rect">
            <a:avLst/>
          </a:prstGeom>
          <a:noFill/>
          <a:extLst>
            <a:ext uri="{909E8E84-426E-40DD-AFC4-6F175D3DCCD1}">
              <a14:hiddenFill xmlns:a14="http://schemas.microsoft.com/office/drawing/2010/main">
                <a:solidFill>
                  <a:srgbClr val="FFFFFF"/>
                </a:solidFill>
              </a14:hiddenFill>
            </a:ext>
          </a:extLst>
        </p:spPr>
      </p:pic>
    </p:spTree>
    <p:custDataLst>
      <p:custData r:id="rId1"/>
    </p:custDataLst>
    <p:extLst>
      <p:ext uri="{BB962C8B-B14F-4D97-AF65-F5344CB8AC3E}">
        <p14:creationId xmlns:p14="http://schemas.microsoft.com/office/powerpoint/2010/main" val="40126124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B4B42C-BBF0-859C-FDDA-B2D7841B522A}"/>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56C373A4-0213-CD18-A355-8FE5493302AD}"/>
              </a:ext>
            </a:extLst>
          </p:cNvPr>
          <p:cNvSpPr/>
          <p:nvPr/>
        </p:nvSpPr>
        <p:spPr>
          <a:xfrm>
            <a:off x="0" y="-28877"/>
            <a:ext cx="12192000" cy="572092"/>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400" b="1">
                <a:solidFill>
                  <a:schemeClr val="bg1"/>
                </a:solidFill>
                <a:latin typeface="Georgia" panose="02040502050405020303" pitchFamily="18" charset="0"/>
              </a:rPr>
              <a:t>Commonly accepted Audit Committee Powers across Jurisdictions</a:t>
            </a:r>
            <a:endParaRPr lang="en-GB" sz="2400" b="1">
              <a:latin typeface="Georgia" panose="02040502050405020303" pitchFamily="18" charset="0"/>
            </a:endParaRPr>
          </a:p>
        </p:txBody>
      </p:sp>
      <p:sp>
        <p:nvSpPr>
          <p:cNvPr id="5" name="Slide Number Placeholder 3">
            <a:extLst>
              <a:ext uri="{FF2B5EF4-FFF2-40B4-BE49-F238E27FC236}">
                <a16:creationId xmlns:a16="http://schemas.microsoft.com/office/drawing/2014/main" id="{E08A1A51-5FA1-1385-278B-4C8F55625974}"/>
              </a:ext>
            </a:extLst>
          </p:cNvPr>
          <p:cNvSpPr txBox="1">
            <a:spLocks/>
          </p:cNvSpPr>
          <p:nvPr/>
        </p:nvSpPr>
        <p:spPr>
          <a:xfrm>
            <a:off x="11503818" y="6524573"/>
            <a:ext cx="298209" cy="115205"/>
          </a:xfrm>
          <a:prstGeom prst="rect">
            <a:avLst/>
          </a:prstGeom>
        </p:spPr>
        <p:txBody>
          <a:bodyPr vert="horz" wrap="square" lIns="0" tIns="0" rIns="0" bIns="0" rtlCol="0" anchor="b" anchorCtr="0">
            <a:spAutoFit/>
          </a:bodyPr>
          <a:lstStyle>
            <a:defPPr>
              <a:defRPr lang="en-US"/>
            </a:defPPr>
            <a:lvl1pPr marL="0" algn="r" defTabSz="914400" rtl="0" eaLnBrk="1" latinLnBrk="0" hangingPunct="1">
              <a:defRPr sz="1050" kern="1200">
                <a:solidFill>
                  <a:schemeClr val="tx1"/>
                </a:solidFill>
                <a:latin typeface="+mn-lt"/>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E6AC032-1535-134B-A583-D5E1DDD0D167}" type="slidenum">
              <a:rPr lang="en-US" smtClean="0"/>
              <a:pPr/>
              <a:t>24</a:t>
            </a:fld>
            <a:endParaRPr lang="en-US"/>
          </a:p>
        </p:txBody>
      </p:sp>
      <p:sp>
        <p:nvSpPr>
          <p:cNvPr id="2" name="Rectangle 1">
            <a:extLst>
              <a:ext uri="{FF2B5EF4-FFF2-40B4-BE49-F238E27FC236}">
                <a16:creationId xmlns:a16="http://schemas.microsoft.com/office/drawing/2014/main" id="{89CB006E-90BD-0C5D-4A21-F0D2901123D6}"/>
              </a:ext>
            </a:extLst>
          </p:cNvPr>
          <p:cNvSpPr/>
          <p:nvPr/>
        </p:nvSpPr>
        <p:spPr>
          <a:xfrm>
            <a:off x="1397514" y="3521180"/>
            <a:ext cx="2540000" cy="875670"/>
          </a:xfrm>
          <a:prstGeom prst="rect">
            <a:avLst/>
          </a:prstGeom>
          <a:ln/>
        </p:spPr>
        <p:style>
          <a:lnRef idx="3">
            <a:schemeClr val="lt1"/>
          </a:lnRef>
          <a:fillRef idx="1">
            <a:schemeClr val="accent1"/>
          </a:fillRef>
          <a:effectRef idx="1">
            <a:schemeClr val="accent1"/>
          </a:effectRef>
          <a:fontRef idx="minor">
            <a:schemeClr val="lt1"/>
          </a:fontRef>
        </p:style>
        <p:txBody>
          <a:bodyPr rtlCol="0" anchor="ctr"/>
          <a:lstStyle/>
          <a:p>
            <a:pPr algn="ctr"/>
            <a:r>
              <a:rPr lang="en-US" sz="1400">
                <a:solidFill>
                  <a:schemeClr val="bg1"/>
                </a:solidFill>
              </a:rPr>
              <a:t>Review and monitor auditor independence and audit process effectiveness;</a:t>
            </a:r>
          </a:p>
        </p:txBody>
      </p:sp>
      <p:sp>
        <p:nvSpPr>
          <p:cNvPr id="7" name="Rectangle 6">
            <a:extLst>
              <a:ext uri="{FF2B5EF4-FFF2-40B4-BE49-F238E27FC236}">
                <a16:creationId xmlns:a16="http://schemas.microsoft.com/office/drawing/2014/main" id="{B258487F-D403-7E1F-B52B-D19559B88241}"/>
              </a:ext>
            </a:extLst>
          </p:cNvPr>
          <p:cNvSpPr/>
          <p:nvPr/>
        </p:nvSpPr>
        <p:spPr>
          <a:xfrm>
            <a:off x="4752105" y="3521180"/>
            <a:ext cx="2540000" cy="910150"/>
          </a:xfrm>
          <a:prstGeom prst="rect">
            <a:avLst/>
          </a:prstGeom>
          <a:ln/>
        </p:spPr>
        <p:style>
          <a:lnRef idx="3">
            <a:schemeClr val="lt1"/>
          </a:lnRef>
          <a:fillRef idx="1">
            <a:schemeClr val="accent2"/>
          </a:fillRef>
          <a:effectRef idx="1">
            <a:schemeClr val="accent2"/>
          </a:effectRef>
          <a:fontRef idx="minor">
            <a:schemeClr val="lt1"/>
          </a:fontRef>
        </p:style>
        <p:txBody>
          <a:bodyPr rtlCol="0" anchor="ctr"/>
          <a:lstStyle/>
          <a:p>
            <a:pPr algn="ctr"/>
            <a:r>
              <a:rPr lang="en-US" sz="1400">
                <a:solidFill>
                  <a:schemeClr val="bg1"/>
                </a:solidFill>
              </a:rPr>
              <a:t>Examination of financial statements and auditor reports;</a:t>
            </a:r>
          </a:p>
        </p:txBody>
      </p:sp>
      <p:sp>
        <p:nvSpPr>
          <p:cNvPr id="8" name="Rectangle 7">
            <a:extLst>
              <a:ext uri="{FF2B5EF4-FFF2-40B4-BE49-F238E27FC236}">
                <a16:creationId xmlns:a16="http://schemas.microsoft.com/office/drawing/2014/main" id="{DA77D071-720C-81C6-EB7C-F0939E9CD6E9}"/>
              </a:ext>
            </a:extLst>
          </p:cNvPr>
          <p:cNvSpPr/>
          <p:nvPr/>
        </p:nvSpPr>
        <p:spPr>
          <a:xfrm>
            <a:off x="7684650" y="3521180"/>
            <a:ext cx="2540000" cy="910150"/>
          </a:xfrm>
          <a:prstGeom prst="rect">
            <a:avLst/>
          </a:prstGeom>
          <a:ln/>
        </p:spPr>
        <p:style>
          <a:lnRef idx="3">
            <a:schemeClr val="lt1"/>
          </a:lnRef>
          <a:fillRef idx="1">
            <a:schemeClr val="accent3"/>
          </a:fillRef>
          <a:effectRef idx="1">
            <a:schemeClr val="accent3"/>
          </a:effectRef>
          <a:fontRef idx="minor">
            <a:schemeClr val="lt1"/>
          </a:fontRef>
        </p:style>
        <p:txBody>
          <a:bodyPr rtlCol="0" anchor="ctr"/>
          <a:lstStyle/>
          <a:p>
            <a:pPr algn="ctr"/>
            <a:r>
              <a:rPr lang="en-US" sz="1400">
                <a:solidFill>
                  <a:schemeClr val="bg1"/>
                </a:solidFill>
              </a:rPr>
              <a:t>Approval or modification of related party transactions;</a:t>
            </a:r>
          </a:p>
        </p:txBody>
      </p:sp>
      <p:sp>
        <p:nvSpPr>
          <p:cNvPr id="9" name="Rectangle 8">
            <a:extLst>
              <a:ext uri="{FF2B5EF4-FFF2-40B4-BE49-F238E27FC236}">
                <a16:creationId xmlns:a16="http://schemas.microsoft.com/office/drawing/2014/main" id="{5B8F786A-7C07-458A-8975-B15B31EF8341}"/>
              </a:ext>
            </a:extLst>
          </p:cNvPr>
          <p:cNvSpPr/>
          <p:nvPr/>
        </p:nvSpPr>
        <p:spPr>
          <a:xfrm>
            <a:off x="364835" y="5400776"/>
            <a:ext cx="2540000" cy="910150"/>
          </a:xfrm>
          <a:prstGeom prst="rect">
            <a:avLst/>
          </a:prstGeom>
          <a:solidFill>
            <a:schemeClr val="accent4">
              <a:lumMod val="75000"/>
            </a:schemeClr>
          </a:solidFill>
          <a:ln/>
        </p:spPr>
        <p:style>
          <a:lnRef idx="3">
            <a:schemeClr val="lt1"/>
          </a:lnRef>
          <a:fillRef idx="1">
            <a:schemeClr val="accent4"/>
          </a:fillRef>
          <a:effectRef idx="1">
            <a:schemeClr val="accent4"/>
          </a:effectRef>
          <a:fontRef idx="minor">
            <a:schemeClr val="lt1"/>
          </a:fontRef>
        </p:style>
        <p:txBody>
          <a:bodyPr rtlCol="0" anchor="ctr"/>
          <a:lstStyle/>
          <a:p>
            <a:pPr algn="ctr"/>
            <a:r>
              <a:rPr lang="en-US" sz="1400">
                <a:solidFill>
                  <a:schemeClr val="bg1"/>
                </a:solidFill>
              </a:rPr>
              <a:t>Scrutiny of inter-corporate loans and investments;</a:t>
            </a:r>
          </a:p>
        </p:txBody>
      </p:sp>
      <p:sp>
        <p:nvSpPr>
          <p:cNvPr id="10" name="Rectangle 9">
            <a:extLst>
              <a:ext uri="{FF2B5EF4-FFF2-40B4-BE49-F238E27FC236}">
                <a16:creationId xmlns:a16="http://schemas.microsoft.com/office/drawing/2014/main" id="{5FA59754-1A06-B475-52A4-3CAD5698FFBF}"/>
              </a:ext>
            </a:extLst>
          </p:cNvPr>
          <p:cNvSpPr/>
          <p:nvPr/>
        </p:nvSpPr>
        <p:spPr>
          <a:xfrm>
            <a:off x="3344140" y="5400776"/>
            <a:ext cx="2540000" cy="910150"/>
          </a:xfrm>
          <a:prstGeom prst="rect">
            <a:avLst/>
          </a:prstGeom>
          <a:ln/>
        </p:spPr>
        <p:style>
          <a:lnRef idx="3">
            <a:schemeClr val="lt1"/>
          </a:lnRef>
          <a:fillRef idx="1">
            <a:schemeClr val="accent4"/>
          </a:fillRef>
          <a:effectRef idx="1">
            <a:schemeClr val="accent4"/>
          </a:effectRef>
          <a:fontRef idx="minor">
            <a:schemeClr val="lt1"/>
          </a:fontRef>
        </p:style>
        <p:txBody>
          <a:bodyPr rtlCol="0" anchor="ctr"/>
          <a:lstStyle/>
          <a:p>
            <a:pPr algn="ctr"/>
            <a:r>
              <a:rPr lang="en-US" sz="1400">
                <a:solidFill>
                  <a:schemeClr val="bg1"/>
                </a:solidFill>
              </a:rPr>
              <a:t>Valuation of undertakings or assets when necessary;</a:t>
            </a:r>
          </a:p>
        </p:txBody>
      </p:sp>
      <p:sp>
        <p:nvSpPr>
          <p:cNvPr id="11" name="Rectangle 10">
            <a:extLst>
              <a:ext uri="{FF2B5EF4-FFF2-40B4-BE49-F238E27FC236}">
                <a16:creationId xmlns:a16="http://schemas.microsoft.com/office/drawing/2014/main" id="{BF670266-C40C-CEA1-6379-AB308E9C841A}"/>
              </a:ext>
            </a:extLst>
          </p:cNvPr>
          <p:cNvSpPr/>
          <p:nvPr/>
        </p:nvSpPr>
        <p:spPr>
          <a:xfrm>
            <a:off x="6323445" y="5400776"/>
            <a:ext cx="2540000" cy="910150"/>
          </a:xfrm>
          <a:prstGeom prst="rect">
            <a:avLst/>
          </a:prstGeom>
          <a:ln/>
        </p:spPr>
        <p:style>
          <a:lnRef idx="3">
            <a:schemeClr val="lt1"/>
          </a:lnRef>
          <a:fillRef idx="1">
            <a:schemeClr val="accent5"/>
          </a:fillRef>
          <a:effectRef idx="1">
            <a:schemeClr val="accent5"/>
          </a:effectRef>
          <a:fontRef idx="minor">
            <a:schemeClr val="lt1"/>
          </a:fontRef>
        </p:style>
        <p:txBody>
          <a:bodyPr rtlCol="0" anchor="ctr"/>
          <a:lstStyle/>
          <a:p>
            <a:pPr algn="ctr"/>
            <a:r>
              <a:rPr lang="en-US" sz="1400">
                <a:solidFill>
                  <a:schemeClr val="bg1"/>
                </a:solidFill>
              </a:rPr>
              <a:t>Evaluation of internal financial controls and risk management systems;</a:t>
            </a:r>
          </a:p>
        </p:txBody>
      </p:sp>
      <p:sp>
        <p:nvSpPr>
          <p:cNvPr id="12" name="Rectangle 11">
            <a:extLst>
              <a:ext uri="{FF2B5EF4-FFF2-40B4-BE49-F238E27FC236}">
                <a16:creationId xmlns:a16="http://schemas.microsoft.com/office/drawing/2014/main" id="{6685B04A-F023-A7C2-CA39-1619237B7F30}"/>
              </a:ext>
            </a:extLst>
          </p:cNvPr>
          <p:cNvSpPr/>
          <p:nvPr/>
        </p:nvSpPr>
        <p:spPr>
          <a:xfrm>
            <a:off x="9301017" y="5400776"/>
            <a:ext cx="2540000" cy="910150"/>
          </a:xfrm>
          <a:prstGeom prst="rect">
            <a:avLst/>
          </a:prstGeom>
          <a:ln/>
        </p:spPr>
        <p:style>
          <a:lnRef idx="3">
            <a:schemeClr val="lt1"/>
          </a:lnRef>
          <a:fillRef idx="1">
            <a:schemeClr val="accent6"/>
          </a:fillRef>
          <a:effectRef idx="1">
            <a:schemeClr val="accent6"/>
          </a:effectRef>
          <a:fontRef idx="minor">
            <a:schemeClr val="lt1"/>
          </a:fontRef>
        </p:style>
        <p:txBody>
          <a:bodyPr rtlCol="0" anchor="ctr"/>
          <a:lstStyle/>
          <a:p>
            <a:pPr algn="ctr"/>
            <a:r>
              <a:rPr lang="en-US" sz="1400">
                <a:solidFill>
                  <a:schemeClr val="bg1"/>
                </a:solidFill>
              </a:rPr>
              <a:t>Monitoring end use of funds from public issues.</a:t>
            </a:r>
          </a:p>
        </p:txBody>
      </p:sp>
      <p:pic>
        <p:nvPicPr>
          <p:cNvPr id="14" name="Graphic 13">
            <a:extLst>
              <a:ext uri="{FF2B5EF4-FFF2-40B4-BE49-F238E27FC236}">
                <a16:creationId xmlns:a16="http://schemas.microsoft.com/office/drawing/2014/main" id="{C2C4677F-6FE2-CAEE-7059-571AE260F4F2}"/>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181107" y="4701821"/>
            <a:ext cx="779821" cy="779821"/>
          </a:xfrm>
          <a:prstGeom prst="rect">
            <a:avLst/>
          </a:prstGeom>
        </p:spPr>
      </p:pic>
      <p:pic>
        <p:nvPicPr>
          <p:cNvPr id="19" name="Graphic 18">
            <a:extLst>
              <a:ext uri="{FF2B5EF4-FFF2-40B4-BE49-F238E27FC236}">
                <a16:creationId xmlns:a16="http://schemas.microsoft.com/office/drawing/2014/main" id="{0DA84F50-8002-2740-E57B-173DB19EA2EA}"/>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284958" y="2671432"/>
            <a:ext cx="914400" cy="914400"/>
          </a:xfrm>
          <a:prstGeom prst="rect">
            <a:avLst/>
          </a:prstGeom>
        </p:spPr>
      </p:pic>
      <p:pic>
        <p:nvPicPr>
          <p:cNvPr id="20" name="Graphic 19">
            <a:extLst>
              <a:ext uri="{FF2B5EF4-FFF2-40B4-BE49-F238E27FC236}">
                <a16:creationId xmlns:a16="http://schemas.microsoft.com/office/drawing/2014/main" id="{C5A300AF-D5C0-1A62-FD45-30351A0AE428}"/>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8524785" y="2757646"/>
            <a:ext cx="741972" cy="741972"/>
          </a:xfrm>
          <a:prstGeom prst="rect">
            <a:avLst/>
          </a:prstGeom>
        </p:spPr>
      </p:pic>
      <p:pic>
        <p:nvPicPr>
          <p:cNvPr id="22" name="Graphic 21">
            <a:extLst>
              <a:ext uri="{FF2B5EF4-FFF2-40B4-BE49-F238E27FC236}">
                <a16:creationId xmlns:a16="http://schemas.microsoft.com/office/drawing/2014/main" id="{01C8D51B-1A46-337F-F8F2-3CEBFCE7A380}"/>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4285341" y="4679005"/>
            <a:ext cx="685198" cy="685198"/>
          </a:xfrm>
          <a:prstGeom prst="rect">
            <a:avLst/>
          </a:prstGeom>
        </p:spPr>
      </p:pic>
      <p:pic>
        <p:nvPicPr>
          <p:cNvPr id="23" name="Graphic 22">
            <a:extLst>
              <a:ext uri="{FF2B5EF4-FFF2-40B4-BE49-F238E27FC236}">
                <a16:creationId xmlns:a16="http://schemas.microsoft.com/office/drawing/2014/main" id="{EA66ADF9-343A-2A77-2F2C-8D84C2B88647}"/>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1227223" y="4659891"/>
            <a:ext cx="720150" cy="720150"/>
          </a:xfrm>
          <a:prstGeom prst="rect">
            <a:avLst/>
          </a:prstGeom>
        </p:spPr>
      </p:pic>
      <p:pic>
        <p:nvPicPr>
          <p:cNvPr id="24" name="Graphic 23">
            <a:extLst>
              <a:ext uri="{FF2B5EF4-FFF2-40B4-BE49-F238E27FC236}">
                <a16:creationId xmlns:a16="http://schemas.microsoft.com/office/drawing/2014/main" id="{A44F7022-94E2-D56B-999F-BD778B337063}"/>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7192797" y="4663181"/>
            <a:ext cx="764455" cy="764455"/>
          </a:xfrm>
          <a:prstGeom prst="rect">
            <a:avLst/>
          </a:prstGeom>
        </p:spPr>
      </p:pic>
      <p:pic>
        <p:nvPicPr>
          <p:cNvPr id="25" name="Graphic 24">
            <a:extLst>
              <a:ext uri="{FF2B5EF4-FFF2-40B4-BE49-F238E27FC236}">
                <a16:creationId xmlns:a16="http://schemas.microsoft.com/office/drawing/2014/main" id="{9151D82F-A6AF-BE52-7576-9FF67C59290F}"/>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5636867" y="2797843"/>
            <a:ext cx="696824" cy="696824"/>
          </a:xfrm>
          <a:prstGeom prst="rect">
            <a:avLst/>
          </a:prstGeom>
        </p:spPr>
      </p:pic>
      <p:pic>
        <p:nvPicPr>
          <p:cNvPr id="7176" name="Picture 8" descr="Team Discussing Different Business Scenarios | PowerPoint Templates  Download | PPT Background Template | Graphics Presentation">
            <a:extLst>
              <a:ext uri="{FF2B5EF4-FFF2-40B4-BE49-F238E27FC236}">
                <a16:creationId xmlns:a16="http://schemas.microsoft.com/office/drawing/2014/main" id="{98BF7E40-B5BB-D2AD-E4E0-AECDB805F576}"/>
              </a:ext>
            </a:extLst>
          </p:cNvPr>
          <p:cNvPicPr>
            <a:picLocks noChangeAspect="1" noChangeArrowheads="1"/>
          </p:cNvPicPr>
          <p:nvPr/>
        </p:nvPicPr>
        <p:blipFill rotWithShape="1">
          <a:blip r:embed="rId18">
            <a:grayscl/>
            <a:extLst>
              <a:ext uri="{28A0092B-C50C-407E-A947-70E740481C1C}">
                <a14:useLocalDpi xmlns:a14="http://schemas.microsoft.com/office/drawing/2010/main" val="0"/>
              </a:ext>
            </a:extLst>
          </a:blip>
          <a:srcRect t="16027" b="31773"/>
          <a:stretch>
            <a:fillRect/>
          </a:stretch>
        </p:blipFill>
        <p:spPr bwMode="auto">
          <a:xfrm>
            <a:off x="3106819" y="761708"/>
            <a:ext cx="6433252" cy="1337311"/>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custDataLst>
      <p:custData r:id="rId1"/>
    </p:custDataLst>
    <p:extLst>
      <p:ext uri="{BB962C8B-B14F-4D97-AF65-F5344CB8AC3E}">
        <p14:creationId xmlns:p14="http://schemas.microsoft.com/office/powerpoint/2010/main" val="11641496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additive="base">
                                        <p:cTn id="7" dur="10" fill="hold"/>
                                        <p:tgtEl>
                                          <p:spTgt spid="19"/>
                                        </p:tgtEl>
                                        <p:attrNameLst>
                                          <p:attrName>ppt_x</p:attrName>
                                        </p:attrNameLst>
                                      </p:cBhvr>
                                      <p:tavLst>
                                        <p:tav tm="0">
                                          <p:val>
                                            <p:strVal val="#ppt_x"/>
                                          </p:val>
                                        </p:tav>
                                        <p:tav tm="100000">
                                          <p:val>
                                            <p:strVal val="#ppt_x"/>
                                          </p:val>
                                        </p:tav>
                                      </p:tavLst>
                                    </p:anim>
                                    <p:anim calcmode="lin" valueType="num">
                                      <p:cBhvr additive="base">
                                        <p:cTn id="8" dur="10" fill="hold"/>
                                        <p:tgtEl>
                                          <p:spTgt spid="19"/>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additive="base">
                                        <p:cTn id="11" dur="10" fill="hold"/>
                                        <p:tgtEl>
                                          <p:spTgt spid="2"/>
                                        </p:tgtEl>
                                        <p:attrNameLst>
                                          <p:attrName>ppt_x</p:attrName>
                                        </p:attrNameLst>
                                      </p:cBhvr>
                                      <p:tavLst>
                                        <p:tav tm="0">
                                          <p:val>
                                            <p:strVal val="#ppt_x"/>
                                          </p:val>
                                        </p:tav>
                                        <p:tav tm="100000">
                                          <p:val>
                                            <p:strVal val="#ppt_x"/>
                                          </p:val>
                                        </p:tav>
                                      </p:tavLst>
                                    </p:anim>
                                    <p:anim calcmode="lin" valueType="num">
                                      <p:cBhvr additive="base">
                                        <p:cTn id="12" dur="1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25"/>
                                        </p:tgtEl>
                                        <p:attrNameLst>
                                          <p:attrName>style.visibility</p:attrName>
                                        </p:attrNameLst>
                                      </p:cBhvr>
                                      <p:to>
                                        <p:strVal val="visible"/>
                                      </p:to>
                                    </p:set>
                                    <p:anim calcmode="lin" valueType="num">
                                      <p:cBhvr additive="base">
                                        <p:cTn id="17" dur="10" fill="hold"/>
                                        <p:tgtEl>
                                          <p:spTgt spid="25"/>
                                        </p:tgtEl>
                                        <p:attrNameLst>
                                          <p:attrName>ppt_x</p:attrName>
                                        </p:attrNameLst>
                                      </p:cBhvr>
                                      <p:tavLst>
                                        <p:tav tm="0">
                                          <p:val>
                                            <p:strVal val="#ppt_x"/>
                                          </p:val>
                                        </p:tav>
                                        <p:tav tm="100000">
                                          <p:val>
                                            <p:strVal val="#ppt_x"/>
                                          </p:val>
                                        </p:tav>
                                      </p:tavLst>
                                    </p:anim>
                                    <p:anim calcmode="lin" valueType="num">
                                      <p:cBhvr additive="base">
                                        <p:cTn id="18" dur="10" fill="hold"/>
                                        <p:tgtEl>
                                          <p:spTgt spid="25"/>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7"/>
                                        </p:tgtEl>
                                        <p:attrNameLst>
                                          <p:attrName>style.visibility</p:attrName>
                                        </p:attrNameLst>
                                      </p:cBhvr>
                                      <p:to>
                                        <p:strVal val="visible"/>
                                      </p:to>
                                    </p:set>
                                    <p:anim calcmode="lin" valueType="num">
                                      <p:cBhvr additive="base">
                                        <p:cTn id="21" dur="10" fill="hold"/>
                                        <p:tgtEl>
                                          <p:spTgt spid="7"/>
                                        </p:tgtEl>
                                        <p:attrNameLst>
                                          <p:attrName>ppt_x</p:attrName>
                                        </p:attrNameLst>
                                      </p:cBhvr>
                                      <p:tavLst>
                                        <p:tav tm="0">
                                          <p:val>
                                            <p:strVal val="#ppt_x"/>
                                          </p:val>
                                        </p:tav>
                                        <p:tav tm="100000">
                                          <p:val>
                                            <p:strVal val="#ppt_x"/>
                                          </p:val>
                                        </p:tav>
                                      </p:tavLst>
                                    </p:anim>
                                    <p:anim calcmode="lin" valueType="num">
                                      <p:cBhvr additive="base">
                                        <p:cTn id="22" dur="1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20"/>
                                        </p:tgtEl>
                                        <p:attrNameLst>
                                          <p:attrName>style.visibility</p:attrName>
                                        </p:attrNameLst>
                                      </p:cBhvr>
                                      <p:to>
                                        <p:strVal val="visible"/>
                                      </p:to>
                                    </p:set>
                                    <p:anim calcmode="lin" valueType="num">
                                      <p:cBhvr additive="base">
                                        <p:cTn id="27" dur="10" fill="hold"/>
                                        <p:tgtEl>
                                          <p:spTgt spid="20"/>
                                        </p:tgtEl>
                                        <p:attrNameLst>
                                          <p:attrName>ppt_x</p:attrName>
                                        </p:attrNameLst>
                                      </p:cBhvr>
                                      <p:tavLst>
                                        <p:tav tm="0">
                                          <p:val>
                                            <p:strVal val="#ppt_x"/>
                                          </p:val>
                                        </p:tav>
                                        <p:tav tm="100000">
                                          <p:val>
                                            <p:strVal val="#ppt_x"/>
                                          </p:val>
                                        </p:tav>
                                      </p:tavLst>
                                    </p:anim>
                                    <p:anim calcmode="lin" valueType="num">
                                      <p:cBhvr additive="base">
                                        <p:cTn id="28" dur="10" fill="hold"/>
                                        <p:tgtEl>
                                          <p:spTgt spid="20"/>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8"/>
                                        </p:tgtEl>
                                        <p:attrNameLst>
                                          <p:attrName>style.visibility</p:attrName>
                                        </p:attrNameLst>
                                      </p:cBhvr>
                                      <p:to>
                                        <p:strVal val="visible"/>
                                      </p:to>
                                    </p:set>
                                    <p:anim calcmode="lin" valueType="num">
                                      <p:cBhvr additive="base">
                                        <p:cTn id="31" dur="10" fill="hold"/>
                                        <p:tgtEl>
                                          <p:spTgt spid="8"/>
                                        </p:tgtEl>
                                        <p:attrNameLst>
                                          <p:attrName>ppt_x</p:attrName>
                                        </p:attrNameLst>
                                      </p:cBhvr>
                                      <p:tavLst>
                                        <p:tav tm="0">
                                          <p:val>
                                            <p:strVal val="#ppt_x"/>
                                          </p:val>
                                        </p:tav>
                                        <p:tav tm="100000">
                                          <p:val>
                                            <p:strVal val="#ppt_x"/>
                                          </p:val>
                                        </p:tav>
                                      </p:tavLst>
                                    </p:anim>
                                    <p:anim calcmode="lin" valueType="num">
                                      <p:cBhvr additive="base">
                                        <p:cTn id="32" dur="1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23"/>
                                        </p:tgtEl>
                                        <p:attrNameLst>
                                          <p:attrName>style.visibility</p:attrName>
                                        </p:attrNameLst>
                                      </p:cBhvr>
                                      <p:to>
                                        <p:strVal val="visible"/>
                                      </p:to>
                                    </p:set>
                                    <p:anim calcmode="lin" valueType="num">
                                      <p:cBhvr additive="base">
                                        <p:cTn id="37" dur="10" fill="hold"/>
                                        <p:tgtEl>
                                          <p:spTgt spid="23"/>
                                        </p:tgtEl>
                                        <p:attrNameLst>
                                          <p:attrName>ppt_x</p:attrName>
                                        </p:attrNameLst>
                                      </p:cBhvr>
                                      <p:tavLst>
                                        <p:tav tm="0">
                                          <p:val>
                                            <p:strVal val="#ppt_x"/>
                                          </p:val>
                                        </p:tav>
                                        <p:tav tm="100000">
                                          <p:val>
                                            <p:strVal val="#ppt_x"/>
                                          </p:val>
                                        </p:tav>
                                      </p:tavLst>
                                    </p:anim>
                                    <p:anim calcmode="lin" valueType="num">
                                      <p:cBhvr additive="base">
                                        <p:cTn id="38" dur="10" fill="hold"/>
                                        <p:tgtEl>
                                          <p:spTgt spid="23"/>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9"/>
                                        </p:tgtEl>
                                        <p:attrNameLst>
                                          <p:attrName>style.visibility</p:attrName>
                                        </p:attrNameLst>
                                      </p:cBhvr>
                                      <p:to>
                                        <p:strVal val="visible"/>
                                      </p:to>
                                    </p:set>
                                    <p:anim calcmode="lin" valueType="num">
                                      <p:cBhvr additive="base">
                                        <p:cTn id="41" dur="10" fill="hold"/>
                                        <p:tgtEl>
                                          <p:spTgt spid="9"/>
                                        </p:tgtEl>
                                        <p:attrNameLst>
                                          <p:attrName>ppt_x</p:attrName>
                                        </p:attrNameLst>
                                      </p:cBhvr>
                                      <p:tavLst>
                                        <p:tav tm="0">
                                          <p:val>
                                            <p:strVal val="#ppt_x"/>
                                          </p:val>
                                        </p:tav>
                                        <p:tav tm="100000">
                                          <p:val>
                                            <p:strVal val="#ppt_x"/>
                                          </p:val>
                                        </p:tav>
                                      </p:tavLst>
                                    </p:anim>
                                    <p:anim calcmode="lin" valueType="num">
                                      <p:cBhvr additive="base">
                                        <p:cTn id="42" dur="1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nodeType="clickEffect">
                                  <p:stCondLst>
                                    <p:cond delay="0"/>
                                  </p:stCondLst>
                                  <p:childTnLst>
                                    <p:set>
                                      <p:cBhvr>
                                        <p:cTn id="46" dur="1" fill="hold">
                                          <p:stCondLst>
                                            <p:cond delay="0"/>
                                          </p:stCondLst>
                                        </p:cTn>
                                        <p:tgtEl>
                                          <p:spTgt spid="22"/>
                                        </p:tgtEl>
                                        <p:attrNameLst>
                                          <p:attrName>style.visibility</p:attrName>
                                        </p:attrNameLst>
                                      </p:cBhvr>
                                      <p:to>
                                        <p:strVal val="visible"/>
                                      </p:to>
                                    </p:set>
                                    <p:anim calcmode="lin" valueType="num">
                                      <p:cBhvr additive="base">
                                        <p:cTn id="47" dur="10" fill="hold"/>
                                        <p:tgtEl>
                                          <p:spTgt spid="22"/>
                                        </p:tgtEl>
                                        <p:attrNameLst>
                                          <p:attrName>ppt_x</p:attrName>
                                        </p:attrNameLst>
                                      </p:cBhvr>
                                      <p:tavLst>
                                        <p:tav tm="0">
                                          <p:val>
                                            <p:strVal val="#ppt_x"/>
                                          </p:val>
                                        </p:tav>
                                        <p:tav tm="100000">
                                          <p:val>
                                            <p:strVal val="#ppt_x"/>
                                          </p:val>
                                        </p:tav>
                                      </p:tavLst>
                                    </p:anim>
                                    <p:anim calcmode="lin" valueType="num">
                                      <p:cBhvr additive="base">
                                        <p:cTn id="48" dur="10" fill="hold"/>
                                        <p:tgtEl>
                                          <p:spTgt spid="22"/>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10"/>
                                        </p:tgtEl>
                                        <p:attrNameLst>
                                          <p:attrName>style.visibility</p:attrName>
                                        </p:attrNameLst>
                                      </p:cBhvr>
                                      <p:to>
                                        <p:strVal val="visible"/>
                                      </p:to>
                                    </p:set>
                                    <p:anim calcmode="lin" valueType="num">
                                      <p:cBhvr additive="base">
                                        <p:cTn id="51" dur="10" fill="hold"/>
                                        <p:tgtEl>
                                          <p:spTgt spid="10"/>
                                        </p:tgtEl>
                                        <p:attrNameLst>
                                          <p:attrName>ppt_x</p:attrName>
                                        </p:attrNameLst>
                                      </p:cBhvr>
                                      <p:tavLst>
                                        <p:tav tm="0">
                                          <p:val>
                                            <p:strVal val="#ppt_x"/>
                                          </p:val>
                                        </p:tav>
                                        <p:tav tm="100000">
                                          <p:val>
                                            <p:strVal val="#ppt_x"/>
                                          </p:val>
                                        </p:tav>
                                      </p:tavLst>
                                    </p:anim>
                                    <p:anim calcmode="lin" valueType="num">
                                      <p:cBhvr additive="base">
                                        <p:cTn id="52" dur="1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2" presetClass="entr" presetSubtype="4" fill="hold" nodeType="clickEffect">
                                  <p:stCondLst>
                                    <p:cond delay="0"/>
                                  </p:stCondLst>
                                  <p:childTnLst>
                                    <p:set>
                                      <p:cBhvr>
                                        <p:cTn id="56" dur="1" fill="hold">
                                          <p:stCondLst>
                                            <p:cond delay="0"/>
                                          </p:stCondLst>
                                        </p:cTn>
                                        <p:tgtEl>
                                          <p:spTgt spid="24"/>
                                        </p:tgtEl>
                                        <p:attrNameLst>
                                          <p:attrName>style.visibility</p:attrName>
                                        </p:attrNameLst>
                                      </p:cBhvr>
                                      <p:to>
                                        <p:strVal val="visible"/>
                                      </p:to>
                                    </p:set>
                                    <p:anim calcmode="lin" valueType="num">
                                      <p:cBhvr additive="base">
                                        <p:cTn id="57" dur="10" fill="hold"/>
                                        <p:tgtEl>
                                          <p:spTgt spid="24"/>
                                        </p:tgtEl>
                                        <p:attrNameLst>
                                          <p:attrName>ppt_x</p:attrName>
                                        </p:attrNameLst>
                                      </p:cBhvr>
                                      <p:tavLst>
                                        <p:tav tm="0">
                                          <p:val>
                                            <p:strVal val="#ppt_x"/>
                                          </p:val>
                                        </p:tav>
                                        <p:tav tm="100000">
                                          <p:val>
                                            <p:strVal val="#ppt_x"/>
                                          </p:val>
                                        </p:tav>
                                      </p:tavLst>
                                    </p:anim>
                                    <p:anim calcmode="lin" valueType="num">
                                      <p:cBhvr additive="base">
                                        <p:cTn id="58" dur="10" fill="hold"/>
                                        <p:tgtEl>
                                          <p:spTgt spid="24"/>
                                        </p:tgtEl>
                                        <p:attrNameLst>
                                          <p:attrName>ppt_y</p:attrName>
                                        </p:attrNameLst>
                                      </p:cBhvr>
                                      <p:tavLst>
                                        <p:tav tm="0">
                                          <p:val>
                                            <p:strVal val="1+#ppt_h/2"/>
                                          </p:val>
                                        </p:tav>
                                        <p:tav tm="100000">
                                          <p:val>
                                            <p:strVal val="#ppt_y"/>
                                          </p:val>
                                        </p:tav>
                                      </p:tavLst>
                                    </p:anim>
                                  </p:childTnLst>
                                </p:cTn>
                              </p:par>
                              <p:par>
                                <p:cTn id="59" presetID="2" presetClass="entr" presetSubtype="4" fill="hold" grpId="0" nodeType="withEffect">
                                  <p:stCondLst>
                                    <p:cond delay="0"/>
                                  </p:stCondLst>
                                  <p:childTnLst>
                                    <p:set>
                                      <p:cBhvr>
                                        <p:cTn id="60" dur="1" fill="hold">
                                          <p:stCondLst>
                                            <p:cond delay="0"/>
                                          </p:stCondLst>
                                        </p:cTn>
                                        <p:tgtEl>
                                          <p:spTgt spid="11"/>
                                        </p:tgtEl>
                                        <p:attrNameLst>
                                          <p:attrName>style.visibility</p:attrName>
                                        </p:attrNameLst>
                                      </p:cBhvr>
                                      <p:to>
                                        <p:strVal val="visible"/>
                                      </p:to>
                                    </p:set>
                                    <p:anim calcmode="lin" valueType="num">
                                      <p:cBhvr additive="base">
                                        <p:cTn id="61" dur="10" fill="hold"/>
                                        <p:tgtEl>
                                          <p:spTgt spid="11"/>
                                        </p:tgtEl>
                                        <p:attrNameLst>
                                          <p:attrName>ppt_x</p:attrName>
                                        </p:attrNameLst>
                                      </p:cBhvr>
                                      <p:tavLst>
                                        <p:tav tm="0">
                                          <p:val>
                                            <p:strVal val="#ppt_x"/>
                                          </p:val>
                                        </p:tav>
                                        <p:tav tm="100000">
                                          <p:val>
                                            <p:strVal val="#ppt_x"/>
                                          </p:val>
                                        </p:tav>
                                      </p:tavLst>
                                    </p:anim>
                                    <p:anim calcmode="lin" valueType="num">
                                      <p:cBhvr additive="base">
                                        <p:cTn id="62" dur="1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nodeType="clickEffect">
                                  <p:stCondLst>
                                    <p:cond delay="0"/>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0" fill="hold"/>
                                        <p:tgtEl>
                                          <p:spTgt spid="14"/>
                                        </p:tgtEl>
                                        <p:attrNameLst>
                                          <p:attrName>ppt_x</p:attrName>
                                        </p:attrNameLst>
                                      </p:cBhvr>
                                      <p:tavLst>
                                        <p:tav tm="0">
                                          <p:val>
                                            <p:strVal val="#ppt_x"/>
                                          </p:val>
                                        </p:tav>
                                        <p:tav tm="100000">
                                          <p:val>
                                            <p:strVal val="#ppt_x"/>
                                          </p:val>
                                        </p:tav>
                                      </p:tavLst>
                                    </p:anim>
                                    <p:anim calcmode="lin" valueType="num">
                                      <p:cBhvr additive="base">
                                        <p:cTn id="68" dur="10" fill="hold"/>
                                        <p:tgtEl>
                                          <p:spTgt spid="14"/>
                                        </p:tgtEl>
                                        <p:attrNameLst>
                                          <p:attrName>ppt_y</p:attrName>
                                        </p:attrNameLst>
                                      </p:cBhvr>
                                      <p:tavLst>
                                        <p:tav tm="0">
                                          <p:val>
                                            <p:strVal val="1+#ppt_h/2"/>
                                          </p:val>
                                        </p:tav>
                                        <p:tav tm="100000">
                                          <p:val>
                                            <p:strVal val="#ppt_y"/>
                                          </p:val>
                                        </p:tav>
                                      </p:tavLst>
                                    </p:anim>
                                  </p:childTnLst>
                                </p:cTn>
                              </p:par>
                              <p:par>
                                <p:cTn id="69" presetID="2" presetClass="entr" presetSubtype="4" fill="hold" grpId="0" nodeType="withEffect">
                                  <p:stCondLst>
                                    <p:cond delay="0"/>
                                  </p:stCondLst>
                                  <p:childTnLst>
                                    <p:set>
                                      <p:cBhvr>
                                        <p:cTn id="70" dur="1" fill="hold">
                                          <p:stCondLst>
                                            <p:cond delay="0"/>
                                          </p:stCondLst>
                                        </p:cTn>
                                        <p:tgtEl>
                                          <p:spTgt spid="12"/>
                                        </p:tgtEl>
                                        <p:attrNameLst>
                                          <p:attrName>style.visibility</p:attrName>
                                        </p:attrNameLst>
                                      </p:cBhvr>
                                      <p:to>
                                        <p:strVal val="visible"/>
                                      </p:to>
                                    </p:set>
                                    <p:anim calcmode="lin" valueType="num">
                                      <p:cBhvr additive="base">
                                        <p:cTn id="71" dur="10" fill="hold"/>
                                        <p:tgtEl>
                                          <p:spTgt spid="12"/>
                                        </p:tgtEl>
                                        <p:attrNameLst>
                                          <p:attrName>ppt_x</p:attrName>
                                        </p:attrNameLst>
                                      </p:cBhvr>
                                      <p:tavLst>
                                        <p:tav tm="0">
                                          <p:val>
                                            <p:strVal val="#ppt_x"/>
                                          </p:val>
                                        </p:tav>
                                        <p:tav tm="100000">
                                          <p:val>
                                            <p:strVal val="#ppt_x"/>
                                          </p:val>
                                        </p:tav>
                                      </p:tavLst>
                                    </p:anim>
                                    <p:anim calcmode="lin" valueType="num">
                                      <p:cBhvr additive="base">
                                        <p:cTn id="72" dur="1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7" grpId="0" animBg="1"/>
      <p:bldP spid="8" grpId="0" animBg="1"/>
      <p:bldP spid="9" grpId="0" animBg="1"/>
      <p:bldP spid="10" grpId="0" animBg="1"/>
      <p:bldP spid="11" grpId="0" animBg="1"/>
      <p:bldP spid="12"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9AB922-918F-56CE-15D0-4AD0B2D2C01C}"/>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27632DCF-0DED-A001-1822-15945D2C05CF}"/>
              </a:ext>
            </a:extLst>
          </p:cNvPr>
          <p:cNvSpPr/>
          <p:nvPr/>
        </p:nvSpPr>
        <p:spPr>
          <a:xfrm>
            <a:off x="0" y="-28877"/>
            <a:ext cx="12192000" cy="572092"/>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2400" b="1">
                <a:latin typeface="Georgia" panose="02040502050405020303" pitchFamily="18" charset="0"/>
              </a:rPr>
              <a:t>Role of Audit Committee towards Auditors</a:t>
            </a:r>
          </a:p>
        </p:txBody>
      </p:sp>
      <p:sp>
        <p:nvSpPr>
          <p:cNvPr id="39" name="Slide Number Placeholder 3">
            <a:extLst>
              <a:ext uri="{FF2B5EF4-FFF2-40B4-BE49-F238E27FC236}">
                <a16:creationId xmlns:a16="http://schemas.microsoft.com/office/drawing/2014/main" id="{2DE0393C-0F45-5195-941F-3FB88A14B1AE}"/>
              </a:ext>
            </a:extLst>
          </p:cNvPr>
          <p:cNvSpPr>
            <a:spLocks noGrp="1"/>
          </p:cNvSpPr>
          <p:nvPr>
            <p:ph type="sldNum" sz="quarter" idx="4"/>
          </p:nvPr>
        </p:nvSpPr>
        <p:spPr>
          <a:xfrm>
            <a:off x="11503818" y="6501384"/>
            <a:ext cx="298209" cy="161583"/>
          </a:xfrm>
        </p:spPr>
        <p:txBody>
          <a:bodyPr/>
          <a:lstStyle/>
          <a:p>
            <a:fld id="{3E6AC032-1535-134B-A583-D5E1DDD0D167}" type="slidenum">
              <a:rPr lang="en-US" smtClean="0"/>
              <a:pPr/>
              <a:t>25</a:t>
            </a:fld>
            <a:endParaRPr lang="en-US"/>
          </a:p>
        </p:txBody>
      </p:sp>
      <p:grpSp>
        <p:nvGrpSpPr>
          <p:cNvPr id="2" name="Group 54">
            <a:extLst>
              <a:ext uri="{FF2B5EF4-FFF2-40B4-BE49-F238E27FC236}">
                <a16:creationId xmlns:a16="http://schemas.microsoft.com/office/drawing/2014/main" id="{547A4F20-AE9E-C007-7ECA-3F852A20639A}"/>
              </a:ext>
            </a:extLst>
          </p:cNvPr>
          <p:cNvGrpSpPr/>
          <p:nvPr/>
        </p:nvGrpSpPr>
        <p:grpSpPr>
          <a:xfrm>
            <a:off x="633088" y="767502"/>
            <a:ext cx="10830205" cy="6090498"/>
            <a:chOff x="507542" y="2270695"/>
            <a:chExt cx="6450544" cy="3953184"/>
          </a:xfrm>
        </p:grpSpPr>
        <p:sp>
          <p:nvSpPr>
            <p:cNvPr id="3" name="Rectangle 2">
              <a:extLst>
                <a:ext uri="{FF2B5EF4-FFF2-40B4-BE49-F238E27FC236}">
                  <a16:creationId xmlns:a16="http://schemas.microsoft.com/office/drawing/2014/main" id="{5C2F3143-B941-0A1C-B3A6-E17DB11F4E67}"/>
                </a:ext>
              </a:extLst>
            </p:cNvPr>
            <p:cNvSpPr>
              <a:spLocks noChangeArrowheads="1"/>
            </p:cNvSpPr>
            <p:nvPr/>
          </p:nvSpPr>
          <p:spPr bwMode="auto">
            <a:xfrm>
              <a:off x="546273" y="4027411"/>
              <a:ext cx="64992" cy="180658"/>
            </a:xfrm>
            <a:prstGeom prst="rect">
              <a:avLst/>
            </a:prstGeom>
            <a:solidFill>
              <a:schemeClr val="bg1"/>
            </a:solidFill>
            <a:ln w="6350">
              <a:noFill/>
              <a:miter lim="800000"/>
              <a:headEnd/>
              <a:tailEnd/>
            </a:ln>
            <a:effectLst/>
          </p:spPr>
          <p:txBody>
            <a:bodyPr wrap="none" lIns="54000" tIns="54000" rIns="54000" bIns="54000" anchor="ctr">
              <a:spAutoFit/>
            </a:bodyPr>
            <a:lstStyle>
              <a:defPPr>
                <a:defRPr lang="en-GB"/>
              </a:defPPr>
              <a:lvl1pPr algn="l" rtl="0" fontAlgn="base">
                <a:spcBef>
                  <a:spcPct val="0"/>
                </a:spcBef>
                <a:spcAft>
                  <a:spcPct val="0"/>
                </a:spcAft>
                <a:defRPr sz="1200" kern="1200">
                  <a:solidFill>
                    <a:schemeClr val="bg2"/>
                  </a:solidFill>
                  <a:latin typeface="Arial" charset="0"/>
                  <a:ea typeface="+mn-ea"/>
                  <a:cs typeface="+mn-cs"/>
                </a:defRPr>
              </a:lvl1pPr>
              <a:lvl2pPr marL="457200" algn="l" rtl="0" fontAlgn="base">
                <a:spcBef>
                  <a:spcPct val="0"/>
                </a:spcBef>
                <a:spcAft>
                  <a:spcPct val="0"/>
                </a:spcAft>
                <a:defRPr sz="1200" kern="1200">
                  <a:solidFill>
                    <a:schemeClr val="bg2"/>
                  </a:solidFill>
                  <a:latin typeface="Arial" charset="0"/>
                  <a:ea typeface="+mn-ea"/>
                  <a:cs typeface="+mn-cs"/>
                </a:defRPr>
              </a:lvl2pPr>
              <a:lvl3pPr marL="914400" algn="l" rtl="0" fontAlgn="base">
                <a:spcBef>
                  <a:spcPct val="0"/>
                </a:spcBef>
                <a:spcAft>
                  <a:spcPct val="0"/>
                </a:spcAft>
                <a:defRPr sz="1200" kern="1200">
                  <a:solidFill>
                    <a:schemeClr val="bg2"/>
                  </a:solidFill>
                  <a:latin typeface="Arial" charset="0"/>
                  <a:ea typeface="+mn-ea"/>
                  <a:cs typeface="+mn-cs"/>
                </a:defRPr>
              </a:lvl3pPr>
              <a:lvl4pPr marL="1371600" algn="l" rtl="0" fontAlgn="base">
                <a:spcBef>
                  <a:spcPct val="0"/>
                </a:spcBef>
                <a:spcAft>
                  <a:spcPct val="0"/>
                </a:spcAft>
                <a:defRPr sz="1200" kern="1200">
                  <a:solidFill>
                    <a:schemeClr val="bg2"/>
                  </a:solidFill>
                  <a:latin typeface="Arial" charset="0"/>
                  <a:ea typeface="+mn-ea"/>
                  <a:cs typeface="+mn-cs"/>
                </a:defRPr>
              </a:lvl4pPr>
              <a:lvl5pPr marL="1828800" algn="l" rtl="0" fontAlgn="base">
                <a:spcBef>
                  <a:spcPct val="0"/>
                </a:spcBef>
                <a:spcAft>
                  <a:spcPct val="0"/>
                </a:spcAft>
                <a:defRPr sz="1200" kern="1200">
                  <a:solidFill>
                    <a:schemeClr val="bg2"/>
                  </a:solidFill>
                  <a:latin typeface="Arial" charset="0"/>
                  <a:ea typeface="+mn-ea"/>
                  <a:cs typeface="+mn-cs"/>
                </a:defRPr>
              </a:lvl5pPr>
              <a:lvl6pPr marL="2286000" algn="l" defTabSz="914400" rtl="0" eaLnBrk="1" latinLnBrk="0" hangingPunct="1">
                <a:defRPr sz="1200" kern="1200">
                  <a:solidFill>
                    <a:schemeClr val="bg2"/>
                  </a:solidFill>
                  <a:latin typeface="Arial" charset="0"/>
                  <a:ea typeface="+mn-ea"/>
                  <a:cs typeface="+mn-cs"/>
                </a:defRPr>
              </a:lvl6pPr>
              <a:lvl7pPr marL="2743200" algn="l" defTabSz="914400" rtl="0" eaLnBrk="1" latinLnBrk="0" hangingPunct="1">
                <a:defRPr sz="1200" kern="1200">
                  <a:solidFill>
                    <a:schemeClr val="bg2"/>
                  </a:solidFill>
                  <a:latin typeface="Arial" charset="0"/>
                  <a:ea typeface="+mn-ea"/>
                  <a:cs typeface="+mn-cs"/>
                </a:defRPr>
              </a:lvl7pPr>
              <a:lvl8pPr marL="3200400" algn="l" defTabSz="914400" rtl="0" eaLnBrk="1" latinLnBrk="0" hangingPunct="1">
                <a:defRPr sz="1200" kern="1200">
                  <a:solidFill>
                    <a:schemeClr val="bg2"/>
                  </a:solidFill>
                  <a:latin typeface="Arial" charset="0"/>
                  <a:ea typeface="+mn-ea"/>
                  <a:cs typeface="+mn-cs"/>
                </a:defRPr>
              </a:lvl8pPr>
              <a:lvl9pPr marL="3657600" algn="l" defTabSz="914400" rtl="0" eaLnBrk="1" latinLnBrk="0" hangingPunct="1">
                <a:defRPr sz="1200" kern="1200">
                  <a:solidFill>
                    <a:schemeClr val="bg2"/>
                  </a:solidFill>
                  <a:latin typeface="Arial" charset="0"/>
                  <a:ea typeface="+mn-ea"/>
                  <a:cs typeface="+mn-cs"/>
                </a:defRPr>
              </a:lvl9pPr>
            </a:lstStyle>
            <a:p>
              <a:endParaRPr lang="en-GB" sz="1100">
                <a:latin typeface="+mn-lt"/>
              </a:endParaRPr>
            </a:p>
          </p:txBody>
        </p:sp>
        <p:sp>
          <p:nvSpPr>
            <p:cNvPr id="4" name="Line 20">
              <a:extLst>
                <a:ext uri="{FF2B5EF4-FFF2-40B4-BE49-F238E27FC236}">
                  <a16:creationId xmlns:a16="http://schemas.microsoft.com/office/drawing/2014/main" id="{9EC9FCB9-1F69-48F5-E86B-A776FDAC2E52}"/>
                </a:ext>
              </a:extLst>
            </p:cNvPr>
            <p:cNvSpPr>
              <a:spLocks noChangeShapeType="1"/>
            </p:cNvSpPr>
            <p:nvPr/>
          </p:nvSpPr>
          <p:spPr bwMode="auto">
            <a:xfrm flipH="1">
              <a:off x="3692376" y="2270695"/>
              <a:ext cx="0" cy="3679782"/>
            </a:xfrm>
            <a:prstGeom prst="line">
              <a:avLst/>
            </a:prstGeom>
            <a:noFill/>
            <a:ln w="12700">
              <a:solidFill>
                <a:schemeClr val="tx2"/>
              </a:solidFill>
              <a:round/>
              <a:headEnd/>
              <a:tailEnd/>
            </a:ln>
            <a:effectLst/>
          </p:spPr>
          <p:txBody>
            <a:bodyPr wrap="square" lIns="54000" tIns="54000" rIns="54000" bIns="54000">
              <a:spAutoFit/>
            </a:bodyPr>
            <a:lstStyle>
              <a:defPPr>
                <a:defRPr lang="en-GB"/>
              </a:defPPr>
              <a:lvl1pPr algn="l" rtl="0" fontAlgn="base">
                <a:spcBef>
                  <a:spcPct val="0"/>
                </a:spcBef>
                <a:spcAft>
                  <a:spcPct val="0"/>
                </a:spcAft>
                <a:defRPr sz="1200" kern="1200">
                  <a:solidFill>
                    <a:schemeClr val="bg2"/>
                  </a:solidFill>
                  <a:latin typeface="Arial" charset="0"/>
                  <a:ea typeface="+mn-ea"/>
                  <a:cs typeface="+mn-cs"/>
                </a:defRPr>
              </a:lvl1pPr>
              <a:lvl2pPr marL="457200" algn="l" rtl="0" fontAlgn="base">
                <a:spcBef>
                  <a:spcPct val="0"/>
                </a:spcBef>
                <a:spcAft>
                  <a:spcPct val="0"/>
                </a:spcAft>
                <a:defRPr sz="1200" kern="1200">
                  <a:solidFill>
                    <a:schemeClr val="bg2"/>
                  </a:solidFill>
                  <a:latin typeface="Arial" charset="0"/>
                  <a:ea typeface="+mn-ea"/>
                  <a:cs typeface="+mn-cs"/>
                </a:defRPr>
              </a:lvl2pPr>
              <a:lvl3pPr marL="914400" algn="l" rtl="0" fontAlgn="base">
                <a:spcBef>
                  <a:spcPct val="0"/>
                </a:spcBef>
                <a:spcAft>
                  <a:spcPct val="0"/>
                </a:spcAft>
                <a:defRPr sz="1200" kern="1200">
                  <a:solidFill>
                    <a:schemeClr val="bg2"/>
                  </a:solidFill>
                  <a:latin typeface="Arial" charset="0"/>
                  <a:ea typeface="+mn-ea"/>
                  <a:cs typeface="+mn-cs"/>
                </a:defRPr>
              </a:lvl3pPr>
              <a:lvl4pPr marL="1371600" algn="l" rtl="0" fontAlgn="base">
                <a:spcBef>
                  <a:spcPct val="0"/>
                </a:spcBef>
                <a:spcAft>
                  <a:spcPct val="0"/>
                </a:spcAft>
                <a:defRPr sz="1200" kern="1200">
                  <a:solidFill>
                    <a:schemeClr val="bg2"/>
                  </a:solidFill>
                  <a:latin typeface="Arial" charset="0"/>
                  <a:ea typeface="+mn-ea"/>
                  <a:cs typeface="+mn-cs"/>
                </a:defRPr>
              </a:lvl4pPr>
              <a:lvl5pPr marL="1828800" algn="l" rtl="0" fontAlgn="base">
                <a:spcBef>
                  <a:spcPct val="0"/>
                </a:spcBef>
                <a:spcAft>
                  <a:spcPct val="0"/>
                </a:spcAft>
                <a:defRPr sz="1200" kern="1200">
                  <a:solidFill>
                    <a:schemeClr val="bg2"/>
                  </a:solidFill>
                  <a:latin typeface="Arial" charset="0"/>
                  <a:ea typeface="+mn-ea"/>
                  <a:cs typeface="+mn-cs"/>
                </a:defRPr>
              </a:lvl5pPr>
              <a:lvl6pPr marL="2286000" algn="l" defTabSz="914400" rtl="0" eaLnBrk="1" latinLnBrk="0" hangingPunct="1">
                <a:defRPr sz="1200" kern="1200">
                  <a:solidFill>
                    <a:schemeClr val="bg2"/>
                  </a:solidFill>
                  <a:latin typeface="Arial" charset="0"/>
                  <a:ea typeface="+mn-ea"/>
                  <a:cs typeface="+mn-cs"/>
                </a:defRPr>
              </a:lvl6pPr>
              <a:lvl7pPr marL="2743200" algn="l" defTabSz="914400" rtl="0" eaLnBrk="1" latinLnBrk="0" hangingPunct="1">
                <a:defRPr sz="1200" kern="1200">
                  <a:solidFill>
                    <a:schemeClr val="bg2"/>
                  </a:solidFill>
                  <a:latin typeface="Arial" charset="0"/>
                  <a:ea typeface="+mn-ea"/>
                  <a:cs typeface="+mn-cs"/>
                </a:defRPr>
              </a:lvl7pPr>
              <a:lvl8pPr marL="3200400" algn="l" defTabSz="914400" rtl="0" eaLnBrk="1" latinLnBrk="0" hangingPunct="1">
                <a:defRPr sz="1200" kern="1200">
                  <a:solidFill>
                    <a:schemeClr val="bg2"/>
                  </a:solidFill>
                  <a:latin typeface="Arial" charset="0"/>
                  <a:ea typeface="+mn-ea"/>
                  <a:cs typeface="+mn-cs"/>
                </a:defRPr>
              </a:lvl8pPr>
              <a:lvl9pPr marL="3657600" algn="l" defTabSz="914400" rtl="0" eaLnBrk="1" latinLnBrk="0" hangingPunct="1">
                <a:defRPr sz="1200" kern="1200">
                  <a:solidFill>
                    <a:schemeClr val="bg2"/>
                  </a:solidFill>
                  <a:latin typeface="Arial" charset="0"/>
                  <a:ea typeface="+mn-ea"/>
                  <a:cs typeface="+mn-cs"/>
                </a:defRPr>
              </a:lvl9pPr>
            </a:lstStyle>
            <a:p>
              <a:endParaRPr lang="en-GB" sz="1100">
                <a:latin typeface="+mn-lt"/>
              </a:endParaRPr>
            </a:p>
          </p:txBody>
        </p:sp>
        <p:sp>
          <p:nvSpPr>
            <p:cNvPr id="6" name="Line 23">
              <a:extLst>
                <a:ext uri="{FF2B5EF4-FFF2-40B4-BE49-F238E27FC236}">
                  <a16:creationId xmlns:a16="http://schemas.microsoft.com/office/drawing/2014/main" id="{B8A4C523-CC10-D2D2-6D20-DFA53B861449}"/>
                </a:ext>
              </a:extLst>
            </p:cNvPr>
            <p:cNvSpPr>
              <a:spLocks noChangeShapeType="1"/>
            </p:cNvSpPr>
            <p:nvPr/>
          </p:nvSpPr>
          <p:spPr bwMode="auto">
            <a:xfrm rot="5400000">
              <a:off x="3690871" y="311970"/>
              <a:ext cx="0" cy="6287766"/>
            </a:xfrm>
            <a:prstGeom prst="line">
              <a:avLst/>
            </a:prstGeom>
            <a:noFill/>
            <a:ln w="12700">
              <a:solidFill>
                <a:schemeClr val="tx2"/>
              </a:solidFill>
              <a:round/>
              <a:headEnd/>
              <a:tailEnd/>
            </a:ln>
            <a:effectLst/>
          </p:spPr>
          <p:txBody>
            <a:bodyPr lIns="54000" tIns="54000" rIns="54000" bIns="54000">
              <a:spAutoFit/>
            </a:bodyPr>
            <a:lstStyle>
              <a:defPPr>
                <a:defRPr lang="en-GB"/>
              </a:defPPr>
              <a:lvl1pPr algn="l" rtl="0" fontAlgn="base">
                <a:spcBef>
                  <a:spcPct val="0"/>
                </a:spcBef>
                <a:spcAft>
                  <a:spcPct val="0"/>
                </a:spcAft>
                <a:defRPr sz="1200" kern="1200">
                  <a:solidFill>
                    <a:schemeClr val="bg2"/>
                  </a:solidFill>
                  <a:latin typeface="Arial" charset="0"/>
                  <a:ea typeface="+mn-ea"/>
                  <a:cs typeface="+mn-cs"/>
                </a:defRPr>
              </a:lvl1pPr>
              <a:lvl2pPr marL="457200" algn="l" rtl="0" fontAlgn="base">
                <a:spcBef>
                  <a:spcPct val="0"/>
                </a:spcBef>
                <a:spcAft>
                  <a:spcPct val="0"/>
                </a:spcAft>
                <a:defRPr sz="1200" kern="1200">
                  <a:solidFill>
                    <a:schemeClr val="bg2"/>
                  </a:solidFill>
                  <a:latin typeface="Arial" charset="0"/>
                  <a:ea typeface="+mn-ea"/>
                  <a:cs typeface="+mn-cs"/>
                </a:defRPr>
              </a:lvl2pPr>
              <a:lvl3pPr marL="914400" algn="l" rtl="0" fontAlgn="base">
                <a:spcBef>
                  <a:spcPct val="0"/>
                </a:spcBef>
                <a:spcAft>
                  <a:spcPct val="0"/>
                </a:spcAft>
                <a:defRPr sz="1200" kern="1200">
                  <a:solidFill>
                    <a:schemeClr val="bg2"/>
                  </a:solidFill>
                  <a:latin typeface="Arial" charset="0"/>
                  <a:ea typeface="+mn-ea"/>
                  <a:cs typeface="+mn-cs"/>
                </a:defRPr>
              </a:lvl3pPr>
              <a:lvl4pPr marL="1371600" algn="l" rtl="0" fontAlgn="base">
                <a:spcBef>
                  <a:spcPct val="0"/>
                </a:spcBef>
                <a:spcAft>
                  <a:spcPct val="0"/>
                </a:spcAft>
                <a:defRPr sz="1200" kern="1200">
                  <a:solidFill>
                    <a:schemeClr val="bg2"/>
                  </a:solidFill>
                  <a:latin typeface="Arial" charset="0"/>
                  <a:ea typeface="+mn-ea"/>
                  <a:cs typeface="+mn-cs"/>
                </a:defRPr>
              </a:lvl4pPr>
              <a:lvl5pPr marL="1828800" algn="l" rtl="0" fontAlgn="base">
                <a:spcBef>
                  <a:spcPct val="0"/>
                </a:spcBef>
                <a:spcAft>
                  <a:spcPct val="0"/>
                </a:spcAft>
                <a:defRPr sz="1200" kern="1200">
                  <a:solidFill>
                    <a:schemeClr val="bg2"/>
                  </a:solidFill>
                  <a:latin typeface="Arial" charset="0"/>
                  <a:ea typeface="+mn-ea"/>
                  <a:cs typeface="+mn-cs"/>
                </a:defRPr>
              </a:lvl5pPr>
              <a:lvl6pPr marL="2286000" algn="l" defTabSz="914400" rtl="0" eaLnBrk="1" latinLnBrk="0" hangingPunct="1">
                <a:defRPr sz="1200" kern="1200">
                  <a:solidFill>
                    <a:schemeClr val="bg2"/>
                  </a:solidFill>
                  <a:latin typeface="Arial" charset="0"/>
                  <a:ea typeface="+mn-ea"/>
                  <a:cs typeface="+mn-cs"/>
                </a:defRPr>
              </a:lvl6pPr>
              <a:lvl7pPr marL="2743200" algn="l" defTabSz="914400" rtl="0" eaLnBrk="1" latinLnBrk="0" hangingPunct="1">
                <a:defRPr sz="1200" kern="1200">
                  <a:solidFill>
                    <a:schemeClr val="bg2"/>
                  </a:solidFill>
                  <a:latin typeface="Arial" charset="0"/>
                  <a:ea typeface="+mn-ea"/>
                  <a:cs typeface="+mn-cs"/>
                </a:defRPr>
              </a:lvl7pPr>
              <a:lvl8pPr marL="3200400" algn="l" defTabSz="914400" rtl="0" eaLnBrk="1" latinLnBrk="0" hangingPunct="1">
                <a:defRPr sz="1200" kern="1200">
                  <a:solidFill>
                    <a:schemeClr val="bg2"/>
                  </a:solidFill>
                  <a:latin typeface="Arial" charset="0"/>
                  <a:ea typeface="+mn-ea"/>
                  <a:cs typeface="+mn-cs"/>
                </a:defRPr>
              </a:lvl8pPr>
              <a:lvl9pPr marL="3657600" algn="l" defTabSz="914400" rtl="0" eaLnBrk="1" latinLnBrk="0" hangingPunct="1">
                <a:defRPr sz="1200" kern="1200">
                  <a:solidFill>
                    <a:schemeClr val="bg2"/>
                  </a:solidFill>
                  <a:latin typeface="Arial" charset="0"/>
                  <a:ea typeface="+mn-ea"/>
                  <a:cs typeface="+mn-cs"/>
                </a:defRPr>
              </a:lvl9pPr>
            </a:lstStyle>
            <a:p>
              <a:endParaRPr lang="en-GB" sz="1100">
                <a:latin typeface="+mn-lt"/>
              </a:endParaRPr>
            </a:p>
          </p:txBody>
        </p:sp>
        <p:sp>
          <p:nvSpPr>
            <p:cNvPr id="8" name="Line 24">
              <a:extLst>
                <a:ext uri="{FF2B5EF4-FFF2-40B4-BE49-F238E27FC236}">
                  <a16:creationId xmlns:a16="http://schemas.microsoft.com/office/drawing/2014/main" id="{77D094BD-8D83-837D-BBB2-858EA02BEA6F}"/>
                </a:ext>
              </a:extLst>
            </p:cNvPr>
            <p:cNvSpPr>
              <a:spLocks noChangeShapeType="1"/>
            </p:cNvSpPr>
            <p:nvPr/>
          </p:nvSpPr>
          <p:spPr bwMode="auto">
            <a:xfrm rot="5400000">
              <a:off x="3690871" y="1713178"/>
              <a:ext cx="0" cy="6287766"/>
            </a:xfrm>
            <a:prstGeom prst="line">
              <a:avLst/>
            </a:prstGeom>
            <a:noFill/>
            <a:ln w="12700">
              <a:solidFill>
                <a:schemeClr val="tx2"/>
              </a:solidFill>
              <a:round/>
              <a:headEnd/>
              <a:tailEnd/>
            </a:ln>
            <a:effectLst/>
          </p:spPr>
          <p:txBody>
            <a:bodyPr lIns="54000" tIns="54000" rIns="54000" bIns="54000">
              <a:spAutoFit/>
            </a:bodyPr>
            <a:lstStyle>
              <a:defPPr>
                <a:defRPr lang="en-GB"/>
              </a:defPPr>
              <a:lvl1pPr algn="l" rtl="0" fontAlgn="base">
                <a:spcBef>
                  <a:spcPct val="0"/>
                </a:spcBef>
                <a:spcAft>
                  <a:spcPct val="0"/>
                </a:spcAft>
                <a:defRPr sz="1200" kern="1200">
                  <a:solidFill>
                    <a:schemeClr val="bg2"/>
                  </a:solidFill>
                  <a:latin typeface="Arial" charset="0"/>
                  <a:ea typeface="+mn-ea"/>
                  <a:cs typeface="+mn-cs"/>
                </a:defRPr>
              </a:lvl1pPr>
              <a:lvl2pPr marL="457200" algn="l" rtl="0" fontAlgn="base">
                <a:spcBef>
                  <a:spcPct val="0"/>
                </a:spcBef>
                <a:spcAft>
                  <a:spcPct val="0"/>
                </a:spcAft>
                <a:defRPr sz="1200" kern="1200">
                  <a:solidFill>
                    <a:schemeClr val="bg2"/>
                  </a:solidFill>
                  <a:latin typeface="Arial" charset="0"/>
                  <a:ea typeface="+mn-ea"/>
                  <a:cs typeface="+mn-cs"/>
                </a:defRPr>
              </a:lvl2pPr>
              <a:lvl3pPr marL="914400" algn="l" rtl="0" fontAlgn="base">
                <a:spcBef>
                  <a:spcPct val="0"/>
                </a:spcBef>
                <a:spcAft>
                  <a:spcPct val="0"/>
                </a:spcAft>
                <a:defRPr sz="1200" kern="1200">
                  <a:solidFill>
                    <a:schemeClr val="bg2"/>
                  </a:solidFill>
                  <a:latin typeface="Arial" charset="0"/>
                  <a:ea typeface="+mn-ea"/>
                  <a:cs typeface="+mn-cs"/>
                </a:defRPr>
              </a:lvl3pPr>
              <a:lvl4pPr marL="1371600" algn="l" rtl="0" fontAlgn="base">
                <a:spcBef>
                  <a:spcPct val="0"/>
                </a:spcBef>
                <a:spcAft>
                  <a:spcPct val="0"/>
                </a:spcAft>
                <a:defRPr sz="1200" kern="1200">
                  <a:solidFill>
                    <a:schemeClr val="bg2"/>
                  </a:solidFill>
                  <a:latin typeface="Arial" charset="0"/>
                  <a:ea typeface="+mn-ea"/>
                  <a:cs typeface="+mn-cs"/>
                </a:defRPr>
              </a:lvl4pPr>
              <a:lvl5pPr marL="1828800" algn="l" rtl="0" fontAlgn="base">
                <a:spcBef>
                  <a:spcPct val="0"/>
                </a:spcBef>
                <a:spcAft>
                  <a:spcPct val="0"/>
                </a:spcAft>
                <a:defRPr sz="1200" kern="1200">
                  <a:solidFill>
                    <a:schemeClr val="bg2"/>
                  </a:solidFill>
                  <a:latin typeface="Arial" charset="0"/>
                  <a:ea typeface="+mn-ea"/>
                  <a:cs typeface="+mn-cs"/>
                </a:defRPr>
              </a:lvl5pPr>
              <a:lvl6pPr marL="2286000" algn="l" defTabSz="914400" rtl="0" eaLnBrk="1" latinLnBrk="0" hangingPunct="1">
                <a:defRPr sz="1200" kern="1200">
                  <a:solidFill>
                    <a:schemeClr val="bg2"/>
                  </a:solidFill>
                  <a:latin typeface="Arial" charset="0"/>
                  <a:ea typeface="+mn-ea"/>
                  <a:cs typeface="+mn-cs"/>
                </a:defRPr>
              </a:lvl6pPr>
              <a:lvl7pPr marL="2743200" algn="l" defTabSz="914400" rtl="0" eaLnBrk="1" latinLnBrk="0" hangingPunct="1">
                <a:defRPr sz="1200" kern="1200">
                  <a:solidFill>
                    <a:schemeClr val="bg2"/>
                  </a:solidFill>
                  <a:latin typeface="Arial" charset="0"/>
                  <a:ea typeface="+mn-ea"/>
                  <a:cs typeface="+mn-cs"/>
                </a:defRPr>
              </a:lvl7pPr>
              <a:lvl8pPr marL="3200400" algn="l" defTabSz="914400" rtl="0" eaLnBrk="1" latinLnBrk="0" hangingPunct="1">
                <a:defRPr sz="1200" kern="1200">
                  <a:solidFill>
                    <a:schemeClr val="bg2"/>
                  </a:solidFill>
                  <a:latin typeface="Arial" charset="0"/>
                  <a:ea typeface="+mn-ea"/>
                  <a:cs typeface="+mn-cs"/>
                </a:defRPr>
              </a:lvl8pPr>
              <a:lvl9pPr marL="3657600" algn="l" defTabSz="914400" rtl="0" eaLnBrk="1" latinLnBrk="0" hangingPunct="1">
                <a:defRPr sz="1200" kern="1200">
                  <a:solidFill>
                    <a:schemeClr val="bg2"/>
                  </a:solidFill>
                  <a:latin typeface="Arial" charset="0"/>
                  <a:ea typeface="+mn-ea"/>
                  <a:cs typeface="+mn-cs"/>
                </a:defRPr>
              </a:lvl9pPr>
            </a:lstStyle>
            <a:p>
              <a:endParaRPr lang="en-GB" sz="1100">
                <a:latin typeface="+mn-lt"/>
              </a:endParaRPr>
            </a:p>
          </p:txBody>
        </p:sp>
        <p:grpSp>
          <p:nvGrpSpPr>
            <p:cNvPr id="9" name="Group 34">
              <a:extLst>
                <a:ext uri="{FF2B5EF4-FFF2-40B4-BE49-F238E27FC236}">
                  <a16:creationId xmlns:a16="http://schemas.microsoft.com/office/drawing/2014/main" id="{29446D85-CD0A-6291-F226-8520621761D5}"/>
                </a:ext>
              </a:extLst>
            </p:cNvPr>
            <p:cNvGrpSpPr>
              <a:grpSpLocks noChangeAspect="1"/>
            </p:cNvGrpSpPr>
            <p:nvPr/>
          </p:nvGrpSpPr>
          <p:grpSpPr bwMode="auto">
            <a:xfrm>
              <a:off x="2261120" y="2742477"/>
              <a:ext cx="2856645" cy="2823868"/>
              <a:chOff x="3550" y="1553"/>
              <a:chExt cx="1936" cy="1916"/>
            </a:xfrm>
          </p:grpSpPr>
          <p:sp>
            <p:nvSpPr>
              <p:cNvPr id="17" name="Freeform 35">
                <a:extLst>
                  <a:ext uri="{FF2B5EF4-FFF2-40B4-BE49-F238E27FC236}">
                    <a16:creationId xmlns:a16="http://schemas.microsoft.com/office/drawing/2014/main" id="{2ECF30E4-8938-C8A1-5F9A-94822E9FF760}"/>
                  </a:ext>
                </a:extLst>
              </p:cNvPr>
              <p:cNvSpPr>
                <a:spLocks noChangeAspect="1"/>
              </p:cNvSpPr>
              <p:nvPr/>
            </p:nvSpPr>
            <p:spPr bwMode="auto">
              <a:xfrm>
                <a:off x="4521" y="2033"/>
                <a:ext cx="965" cy="956"/>
              </a:xfrm>
              <a:custGeom>
                <a:avLst/>
                <a:gdLst/>
                <a:ahLst/>
                <a:cxnLst>
                  <a:cxn ang="0">
                    <a:pos x="150" y="173"/>
                  </a:cxn>
                  <a:cxn ang="0">
                    <a:pos x="174" y="87"/>
                  </a:cxn>
                  <a:cxn ang="0">
                    <a:pos x="150" y="0"/>
                  </a:cxn>
                  <a:cxn ang="0">
                    <a:pos x="0" y="87"/>
                  </a:cxn>
                  <a:cxn ang="0">
                    <a:pos x="150" y="173"/>
                  </a:cxn>
                </a:cxnLst>
                <a:rect l="0" t="0" r="r" b="b"/>
                <a:pathLst>
                  <a:path w="174" h="173">
                    <a:moveTo>
                      <a:pt x="150" y="173"/>
                    </a:moveTo>
                    <a:cubicBezTo>
                      <a:pt x="165" y="147"/>
                      <a:pt x="174" y="117"/>
                      <a:pt x="174" y="87"/>
                    </a:cubicBezTo>
                    <a:cubicBezTo>
                      <a:pt x="174" y="56"/>
                      <a:pt x="165" y="26"/>
                      <a:pt x="150" y="0"/>
                    </a:cubicBezTo>
                    <a:lnTo>
                      <a:pt x="0" y="87"/>
                    </a:lnTo>
                    <a:lnTo>
                      <a:pt x="150" y="173"/>
                    </a:lnTo>
                    <a:close/>
                  </a:path>
                </a:pathLst>
              </a:custGeom>
              <a:solidFill>
                <a:schemeClr val="bg2">
                  <a:lumMod val="75000"/>
                </a:schemeClr>
              </a:solidFill>
              <a:ln w="12700" cmpd="sng">
                <a:solidFill>
                  <a:schemeClr val="bg1"/>
                </a:solidFill>
                <a:prstDash val="solid"/>
                <a:round/>
                <a:headEnd/>
                <a:tailEnd/>
              </a:ln>
            </p:spPr>
            <p:txBody>
              <a:bodyPr anchor="ctr"/>
              <a:lstStyle>
                <a:defPPr>
                  <a:defRPr lang="en-GB"/>
                </a:defPPr>
                <a:lvl1pPr algn="l" rtl="0" fontAlgn="base">
                  <a:spcBef>
                    <a:spcPct val="0"/>
                  </a:spcBef>
                  <a:spcAft>
                    <a:spcPct val="0"/>
                  </a:spcAft>
                  <a:defRPr sz="1200" kern="1200">
                    <a:solidFill>
                      <a:schemeClr val="bg2"/>
                    </a:solidFill>
                    <a:latin typeface="Arial" charset="0"/>
                    <a:ea typeface="+mn-ea"/>
                    <a:cs typeface="+mn-cs"/>
                  </a:defRPr>
                </a:lvl1pPr>
                <a:lvl2pPr marL="457200" algn="l" rtl="0" fontAlgn="base">
                  <a:spcBef>
                    <a:spcPct val="0"/>
                  </a:spcBef>
                  <a:spcAft>
                    <a:spcPct val="0"/>
                  </a:spcAft>
                  <a:defRPr sz="1200" kern="1200">
                    <a:solidFill>
                      <a:schemeClr val="bg2"/>
                    </a:solidFill>
                    <a:latin typeface="Arial" charset="0"/>
                    <a:ea typeface="+mn-ea"/>
                    <a:cs typeface="+mn-cs"/>
                  </a:defRPr>
                </a:lvl2pPr>
                <a:lvl3pPr marL="914400" algn="l" rtl="0" fontAlgn="base">
                  <a:spcBef>
                    <a:spcPct val="0"/>
                  </a:spcBef>
                  <a:spcAft>
                    <a:spcPct val="0"/>
                  </a:spcAft>
                  <a:defRPr sz="1200" kern="1200">
                    <a:solidFill>
                      <a:schemeClr val="bg2"/>
                    </a:solidFill>
                    <a:latin typeface="Arial" charset="0"/>
                    <a:ea typeface="+mn-ea"/>
                    <a:cs typeface="+mn-cs"/>
                  </a:defRPr>
                </a:lvl3pPr>
                <a:lvl4pPr marL="1371600" algn="l" rtl="0" fontAlgn="base">
                  <a:spcBef>
                    <a:spcPct val="0"/>
                  </a:spcBef>
                  <a:spcAft>
                    <a:spcPct val="0"/>
                  </a:spcAft>
                  <a:defRPr sz="1200" kern="1200">
                    <a:solidFill>
                      <a:schemeClr val="bg2"/>
                    </a:solidFill>
                    <a:latin typeface="Arial" charset="0"/>
                    <a:ea typeface="+mn-ea"/>
                    <a:cs typeface="+mn-cs"/>
                  </a:defRPr>
                </a:lvl4pPr>
                <a:lvl5pPr marL="1828800" algn="l" rtl="0" fontAlgn="base">
                  <a:spcBef>
                    <a:spcPct val="0"/>
                  </a:spcBef>
                  <a:spcAft>
                    <a:spcPct val="0"/>
                  </a:spcAft>
                  <a:defRPr sz="1200" kern="1200">
                    <a:solidFill>
                      <a:schemeClr val="bg2"/>
                    </a:solidFill>
                    <a:latin typeface="Arial" charset="0"/>
                    <a:ea typeface="+mn-ea"/>
                    <a:cs typeface="+mn-cs"/>
                  </a:defRPr>
                </a:lvl5pPr>
                <a:lvl6pPr marL="2286000" algn="l" defTabSz="914400" rtl="0" eaLnBrk="1" latinLnBrk="0" hangingPunct="1">
                  <a:defRPr sz="1200" kern="1200">
                    <a:solidFill>
                      <a:schemeClr val="bg2"/>
                    </a:solidFill>
                    <a:latin typeface="Arial" charset="0"/>
                    <a:ea typeface="+mn-ea"/>
                    <a:cs typeface="+mn-cs"/>
                  </a:defRPr>
                </a:lvl6pPr>
                <a:lvl7pPr marL="2743200" algn="l" defTabSz="914400" rtl="0" eaLnBrk="1" latinLnBrk="0" hangingPunct="1">
                  <a:defRPr sz="1200" kern="1200">
                    <a:solidFill>
                      <a:schemeClr val="bg2"/>
                    </a:solidFill>
                    <a:latin typeface="Arial" charset="0"/>
                    <a:ea typeface="+mn-ea"/>
                    <a:cs typeface="+mn-cs"/>
                  </a:defRPr>
                </a:lvl7pPr>
                <a:lvl8pPr marL="3200400" algn="l" defTabSz="914400" rtl="0" eaLnBrk="1" latinLnBrk="0" hangingPunct="1">
                  <a:defRPr sz="1200" kern="1200">
                    <a:solidFill>
                      <a:schemeClr val="bg2"/>
                    </a:solidFill>
                    <a:latin typeface="Arial" charset="0"/>
                    <a:ea typeface="+mn-ea"/>
                    <a:cs typeface="+mn-cs"/>
                  </a:defRPr>
                </a:lvl8pPr>
                <a:lvl9pPr marL="3657600" algn="l" defTabSz="914400" rtl="0" eaLnBrk="1" latinLnBrk="0" hangingPunct="1">
                  <a:defRPr sz="1200" kern="1200">
                    <a:solidFill>
                      <a:schemeClr val="bg2"/>
                    </a:solidFill>
                    <a:latin typeface="Arial" charset="0"/>
                    <a:ea typeface="+mn-ea"/>
                    <a:cs typeface="+mn-cs"/>
                  </a:defRPr>
                </a:lvl9pPr>
              </a:lstStyle>
              <a:p>
                <a:endParaRPr lang="en-GB" sz="1100">
                  <a:latin typeface="+mn-lt"/>
                </a:endParaRPr>
              </a:p>
            </p:txBody>
          </p:sp>
          <p:sp>
            <p:nvSpPr>
              <p:cNvPr id="18" name="Freeform 36">
                <a:extLst>
                  <a:ext uri="{FF2B5EF4-FFF2-40B4-BE49-F238E27FC236}">
                    <a16:creationId xmlns:a16="http://schemas.microsoft.com/office/drawing/2014/main" id="{09222C85-A14A-8131-74F1-F140BE2DB970}"/>
                  </a:ext>
                </a:extLst>
              </p:cNvPr>
              <p:cNvSpPr>
                <a:spLocks noChangeAspect="1"/>
              </p:cNvSpPr>
              <p:nvPr/>
            </p:nvSpPr>
            <p:spPr bwMode="auto">
              <a:xfrm>
                <a:off x="4521" y="1553"/>
                <a:ext cx="832" cy="961"/>
              </a:xfrm>
              <a:custGeom>
                <a:avLst/>
                <a:gdLst/>
                <a:ahLst/>
                <a:cxnLst>
                  <a:cxn ang="0">
                    <a:pos x="150" y="87"/>
                  </a:cxn>
                  <a:cxn ang="0">
                    <a:pos x="0" y="0"/>
                  </a:cxn>
                  <a:cxn ang="0">
                    <a:pos x="0" y="174"/>
                  </a:cxn>
                  <a:cxn ang="0">
                    <a:pos x="150" y="87"/>
                  </a:cxn>
                </a:cxnLst>
                <a:rect l="0" t="0" r="r" b="b"/>
                <a:pathLst>
                  <a:path w="150" h="174">
                    <a:moveTo>
                      <a:pt x="150" y="87"/>
                    </a:moveTo>
                    <a:cubicBezTo>
                      <a:pt x="119" y="33"/>
                      <a:pt x="62" y="0"/>
                      <a:pt x="0" y="0"/>
                    </a:cubicBezTo>
                    <a:lnTo>
                      <a:pt x="0" y="174"/>
                    </a:lnTo>
                    <a:lnTo>
                      <a:pt x="150" y="87"/>
                    </a:lnTo>
                    <a:close/>
                  </a:path>
                </a:pathLst>
              </a:custGeom>
              <a:solidFill>
                <a:schemeClr val="bg2">
                  <a:lumMod val="90000"/>
                </a:schemeClr>
              </a:solidFill>
              <a:ln w="12700" cmpd="sng">
                <a:solidFill>
                  <a:schemeClr val="bg1"/>
                </a:solidFill>
                <a:prstDash val="solid"/>
                <a:round/>
                <a:headEnd/>
                <a:tailEnd/>
              </a:ln>
            </p:spPr>
            <p:txBody>
              <a:bodyPr anchor="ctr"/>
              <a:lstStyle>
                <a:defPPr>
                  <a:defRPr lang="en-GB"/>
                </a:defPPr>
                <a:lvl1pPr algn="l" rtl="0" fontAlgn="base">
                  <a:spcBef>
                    <a:spcPct val="0"/>
                  </a:spcBef>
                  <a:spcAft>
                    <a:spcPct val="0"/>
                  </a:spcAft>
                  <a:defRPr sz="1200" kern="1200">
                    <a:solidFill>
                      <a:schemeClr val="bg2"/>
                    </a:solidFill>
                    <a:latin typeface="Arial" charset="0"/>
                    <a:ea typeface="+mn-ea"/>
                    <a:cs typeface="+mn-cs"/>
                  </a:defRPr>
                </a:lvl1pPr>
                <a:lvl2pPr marL="457200" algn="l" rtl="0" fontAlgn="base">
                  <a:spcBef>
                    <a:spcPct val="0"/>
                  </a:spcBef>
                  <a:spcAft>
                    <a:spcPct val="0"/>
                  </a:spcAft>
                  <a:defRPr sz="1200" kern="1200">
                    <a:solidFill>
                      <a:schemeClr val="bg2"/>
                    </a:solidFill>
                    <a:latin typeface="Arial" charset="0"/>
                    <a:ea typeface="+mn-ea"/>
                    <a:cs typeface="+mn-cs"/>
                  </a:defRPr>
                </a:lvl2pPr>
                <a:lvl3pPr marL="914400" algn="l" rtl="0" fontAlgn="base">
                  <a:spcBef>
                    <a:spcPct val="0"/>
                  </a:spcBef>
                  <a:spcAft>
                    <a:spcPct val="0"/>
                  </a:spcAft>
                  <a:defRPr sz="1200" kern="1200">
                    <a:solidFill>
                      <a:schemeClr val="bg2"/>
                    </a:solidFill>
                    <a:latin typeface="Arial" charset="0"/>
                    <a:ea typeface="+mn-ea"/>
                    <a:cs typeface="+mn-cs"/>
                  </a:defRPr>
                </a:lvl3pPr>
                <a:lvl4pPr marL="1371600" algn="l" rtl="0" fontAlgn="base">
                  <a:spcBef>
                    <a:spcPct val="0"/>
                  </a:spcBef>
                  <a:spcAft>
                    <a:spcPct val="0"/>
                  </a:spcAft>
                  <a:defRPr sz="1200" kern="1200">
                    <a:solidFill>
                      <a:schemeClr val="bg2"/>
                    </a:solidFill>
                    <a:latin typeface="Arial" charset="0"/>
                    <a:ea typeface="+mn-ea"/>
                    <a:cs typeface="+mn-cs"/>
                  </a:defRPr>
                </a:lvl4pPr>
                <a:lvl5pPr marL="1828800" algn="l" rtl="0" fontAlgn="base">
                  <a:spcBef>
                    <a:spcPct val="0"/>
                  </a:spcBef>
                  <a:spcAft>
                    <a:spcPct val="0"/>
                  </a:spcAft>
                  <a:defRPr sz="1200" kern="1200">
                    <a:solidFill>
                      <a:schemeClr val="bg2"/>
                    </a:solidFill>
                    <a:latin typeface="Arial" charset="0"/>
                    <a:ea typeface="+mn-ea"/>
                    <a:cs typeface="+mn-cs"/>
                  </a:defRPr>
                </a:lvl5pPr>
                <a:lvl6pPr marL="2286000" algn="l" defTabSz="914400" rtl="0" eaLnBrk="1" latinLnBrk="0" hangingPunct="1">
                  <a:defRPr sz="1200" kern="1200">
                    <a:solidFill>
                      <a:schemeClr val="bg2"/>
                    </a:solidFill>
                    <a:latin typeface="Arial" charset="0"/>
                    <a:ea typeface="+mn-ea"/>
                    <a:cs typeface="+mn-cs"/>
                  </a:defRPr>
                </a:lvl6pPr>
                <a:lvl7pPr marL="2743200" algn="l" defTabSz="914400" rtl="0" eaLnBrk="1" latinLnBrk="0" hangingPunct="1">
                  <a:defRPr sz="1200" kern="1200">
                    <a:solidFill>
                      <a:schemeClr val="bg2"/>
                    </a:solidFill>
                    <a:latin typeface="Arial" charset="0"/>
                    <a:ea typeface="+mn-ea"/>
                    <a:cs typeface="+mn-cs"/>
                  </a:defRPr>
                </a:lvl7pPr>
                <a:lvl8pPr marL="3200400" algn="l" defTabSz="914400" rtl="0" eaLnBrk="1" latinLnBrk="0" hangingPunct="1">
                  <a:defRPr sz="1200" kern="1200">
                    <a:solidFill>
                      <a:schemeClr val="bg2"/>
                    </a:solidFill>
                    <a:latin typeface="Arial" charset="0"/>
                    <a:ea typeface="+mn-ea"/>
                    <a:cs typeface="+mn-cs"/>
                  </a:defRPr>
                </a:lvl8pPr>
                <a:lvl9pPr marL="3657600" algn="l" defTabSz="914400" rtl="0" eaLnBrk="1" latinLnBrk="0" hangingPunct="1">
                  <a:defRPr sz="1200" kern="1200">
                    <a:solidFill>
                      <a:schemeClr val="bg2"/>
                    </a:solidFill>
                    <a:latin typeface="Arial" charset="0"/>
                    <a:ea typeface="+mn-ea"/>
                    <a:cs typeface="+mn-cs"/>
                  </a:defRPr>
                </a:lvl9pPr>
              </a:lstStyle>
              <a:p>
                <a:endParaRPr lang="en-GB" sz="1100">
                  <a:latin typeface="+mn-lt"/>
                </a:endParaRPr>
              </a:p>
            </p:txBody>
          </p:sp>
          <p:sp>
            <p:nvSpPr>
              <p:cNvPr id="19" name="Freeform 37">
                <a:extLst>
                  <a:ext uri="{FF2B5EF4-FFF2-40B4-BE49-F238E27FC236}">
                    <a16:creationId xmlns:a16="http://schemas.microsoft.com/office/drawing/2014/main" id="{E46EA281-45B6-612F-A5A0-8A5DF87DE910}"/>
                  </a:ext>
                </a:extLst>
              </p:cNvPr>
              <p:cNvSpPr>
                <a:spLocks noChangeAspect="1"/>
              </p:cNvSpPr>
              <p:nvPr/>
            </p:nvSpPr>
            <p:spPr bwMode="auto">
              <a:xfrm>
                <a:off x="4521" y="2514"/>
                <a:ext cx="832" cy="955"/>
              </a:xfrm>
              <a:custGeom>
                <a:avLst/>
                <a:gdLst/>
                <a:ahLst/>
                <a:cxnLst>
                  <a:cxn ang="0">
                    <a:pos x="0" y="173"/>
                  </a:cxn>
                  <a:cxn ang="0">
                    <a:pos x="150" y="86"/>
                  </a:cxn>
                  <a:cxn ang="0">
                    <a:pos x="0" y="0"/>
                  </a:cxn>
                  <a:cxn ang="0">
                    <a:pos x="0" y="173"/>
                  </a:cxn>
                </a:cxnLst>
                <a:rect l="0" t="0" r="r" b="b"/>
                <a:pathLst>
                  <a:path w="150" h="173">
                    <a:moveTo>
                      <a:pt x="0" y="173"/>
                    </a:moveTo>
                    <a:cubicBezTo>
                      <a:pt x="62" y="173"/>
                      <a:pt x="119" y="140"/>
                      <a:pt x="150" y="86"/>
                    </a:cubicBezTo>
                    <a:lnTo>
                      <a:pt x="0" y="0"/>
                    </a:lnTo>
                    <a:lnTo>
                      <a:pt x="0" y="173"/>
                    </a:lnTo>
                    <a:close/>
                  </a:path>
                </a:pathLst>
              </a:custGeom>
              <a:solidFill>
                <a:schemeClr val="bg2">
                  <a:lumMod val="50000"/>
                </a:schemeClr>
              </a:solidFill>
              <a:ln w="12700" cmpd="sng">
                <a:solidFill>
                  <a:schemeClr val="bg1"/>
                </a:solidFill>
                <a:prstDash val="solid"/>
                <a:round/>
                <a:headEnd/>
                <a:tailEnd/>
              </a:ln>
            </p:spPr>
            <p:txBody>
              <a:bodyPr anchor="ctr"/>
              <a:lstStyle>
                <a:defPPr>
                  <a:defRPr lang="en-GB"/>
                </a:defPPr>
                <a:lvl1pPr algn="l" rtl="0" fontAlgn="base">
                  <a:spcBef>
                    <a:spcPct val="0"/>
                  </a:spcBef>
                  <a:spcAft>
                    <a:spcPct val="0"/>
                  </a:spcAft>
                  <a:defRPr sz="1200" kern="1200">
                    <a:solidFill>
                      <a:schemeClr val="bg2"/>
                    </a:solidFill>
                    <a:latin typeface="Arial" charset="0"/>
                    <a:ea typeface="+mn-ea"/>
                    <a:cs typeface="+mn-cs"/>
                  </a:defRPr>
                </a:lvl1pPr>
                <a:lvl2pPr marL="457200" algn="l" rtl="0" fontAlgn="base">
                  <a:spcBef>
                    <a:spcPct val="0"/>
                  </a:spcBef>
                  <a:spcAft>
                    <a:spcPct val="0"/>
                  </a:spcAft>
                  <a:defRPr sz="1200" kern="1200">
                    <a:solidFill>
                      <a:schemeClr val="bg2"/>
                    </a:solidFill>
                    <a:latin typeface="Arial" charset="0"/>
                    <a:ea typeface="+mn-ea"/>
                    <a:cs typeface="+mn-cs"/>
                  </a:defRPr>
                </a:lvl2pPr>
                <a:lvl3pPr marL="914400" algn="l" rtl="0" fontAlgn="base">
                  <a:spcBef>
                    <a:spcPct val="0"/>
                  </a:spcBef>
                  <a:spcAft>
                    <a:spcPct val="0"/>
                  </a:spcAft>
                  <a:defRPr sz="1200" kern="1200">
                    <a:solidFill>
                      <a:schemeClr val="bg2"/>
                    </a:solidFill>
                    <a:latin typeface="Arial" charset="0"/>
                    <a:ea typeface="+mn-ea"/>
                    <a:cs typeface="+mn-cs"/>
                  </a:defRPr>
                </a:lvl3pPr>
                <a:lvl4pPr marL="1371600" algn="l" rtl="0" fontAlgn="base">
                  <a:spcBef>
                    <a:spcPct val="0"/>
                  </a:spcBef>
                  <a:spcAft>
                    <a:spcPct val="0"/>
                  </a:spcAft>
                  <a:defRPr sz="1200" kern="1200">
                    <a:solidFill>
                      <a:schemeClr val="bg2"/>
                    </a:solidFill>
                    <a:latin typeface="Arial" charset="0"/>
                    <a:ea typeface="+mn-ea"/>
                    <a:cs typeface="+mn-cs"/>
                  </a:defRPr>
                </a:lvl4pPr>
                <a:lvl5pPr marL="1828800" algn="l" rtl="0" fontAlgn="base">
                  <a:spcBef>
                    <a:spcPct val="0"/>
                  </a:spcBef>
                  <a:spcAft>
                    <a:spcPct val="0"/>
                  </a:spcAft>
                  <a:defRPr sz="1200" kern="1200">
                    <a:solidFill>
                      <a:schemeClr val="bg2"/>
                    </a:solidFill>
                    <a:latin typeface="Arial" charset="0"/>
                    <a:ea typeface="+mn-ea"/>
                    <a:cs typeface="+mn-cs"/>
                  </a:defRPr>
                </a:lvl5pPr>
                <a:lvl6pPr marL="2286000" algn="l" defTabSz="914400" rtl="0" eaLnBrk="1" latinLnBrk="0" hangingPunct="1">
                  <a:defRPr sz="1200" kern="1200">
                    <a:solidFill>
                      <a:schemeClr val="bg2"/>
                    </a:solidFill>
                    <a:latin typeface="Arial" charset="0"/>
                    <a:ea typeface="+mn-ea"/>
                    <a:cs typeface="+mn-cs"/>
                  </a:defRPr>
                </a:lvl6pPr>
                <a:lvl7pPr marL="2743200" algn="l" defTabSz="914400" rtl="0" eaLnBrk="1" latinLnBrk="0" hangingPunct="1">
                  <a:defRPr sz="1200" kern="1200">
                    <a:solidFill>
                      <a:schemeClr val="bg2"/>
                    </a:solidFill>
                    <a:latin typeface="Arial" charset="0"/>
                    <a:ea typeface="+mn-ea"/>
                    <a:cs typeface="+mn-cs"/>
                  </a:defRPr>
                </a:lvl7pPr>
                <a:lvl8pPr marL="3200400" algn="l" defTabSz="914400" rtl="0" eaLnBrk="1" latinLnBrk="0" hangingPunct="1">
                  <a:defRPr sz="1200" kern="1200">
                    <a:solidFill>
                      <a:schemeClr val="bg2"/>
                    </a:solidFill>
                    <a:latin typeface="Arial" charset="0"/>
                    <a:ea typeface="+mn-ea"/>
                    <a:cs typeface="+mn-cs"/>
                  </a:defRPr>
                </a:lvl8pPr>
                <a:lvl9pPr marL="3657600" algn="l" defTabSz="914400" rtl="0" eaLnBrk="1" latinLnBrk="0" hangingPunct="1">
                  <a:defRPr sz="1200" kern="1200">
                    <a:solidFill>
                      <a:schemeClr val="bg2"/>
                    </a:solidFill>
                    <a:latin typeface="Arial" charset="0"/>
                    <a:ea typeface="+mn-ea"/>
                    <a:cs typeface="+mn-cs"/>
                  </a:defRPr>
                </a:lvl9pPr>
              </a:lstStyle>
              <a:p>
                <a:endParaRPr lang="en-GB" sz="1100">
                  <a:latin typeface="+mn-lt"/>
                </a:endParaRPr>
              </a:p>
            </p:txBody>
          </p:sp>
          <p:sp>
            <p:nvSpPr>
              <p:cNvPr id="20" name="Freeform 38">
                <a:extLst>
                  <a:ext uri="{FF2B5EF4-FFF2-40B4-BE49-F238E27FC236}">
                    <a16:creationId xmlns:a16="http://schemas.microsoft.com/office/drawing/2014/main" id="{5E4143CB-E829-587C-8E84-F55561873AFE}"/>
                  </a:ext>
                </a:extLst>
              </p:cNvPr>
              <p:cNvSpPr>
                <a:spLocks noChangeAspect="1"/>
              </p:cNvSpPr>
              <p:nvPr/>
            </p:nvSpPr>
            <p:spPr bwMode="auto">
              <a:xfrm>
                <a:off x="3683" y="2514"/>
                <a:ext cx="838" cy="955"/>
              </a:xfrm>
              <a:custGeom>
                <a:avLst/>
                <a:gdLst/>
                <a:ahLst/>
                <a:cxnLst>
                  <a:cxn ang="0">
                    <a:pos x="0" y="86"/>
                  </a:cxn>
                  <a:cxn ang="0">
                    <a:pos x="151" y="173"/>
                  </a:cxn>
                  <a:cxn ang="0">
                    <a:pos x="151" y="0"/>
                  </a:cxn>
                  <a:cxn ang="0">
                    <a:pos x="0" y="86"/>
                  </a:cxn>
                </a:cxnLst>
                <a:rect l="0" t="0" r="r" b="b"/>
                <a:pathLst>
                  <a:path w="151" h="173">
                    <a:moveTo>
                      <a:pt x="0" y="86"/>
                    </a:moveTo>
                    <a:cubicBezTo>
                      <a:pt x="31" y="140"/>
                      <a:pt x="88" y="173"/>
                      <a:pt x="151" y="173"/>
                    </a:cubicBezTo>
                    <a:lnTo>
                      <a:pt x="151" y="0"/>
                    </a:lnTo>
                    <a:lnTo>
                      <a:pt x="0" y="86"/>
                    </a:lnTo>
                    <a:close/>
                  </a:path>
                </a:pathLst>
              </a:custGeom>
              <a:solidFill>
                <a:schemeClr val="accent1">
                  <a:lumMod val="20000"/>
                  <a:lumOff val="80000"/>
                </a:schemeClr>
              </a:solidFill>
              <a:ln w="12700" cmpd="sng">
                <a:solidFill>
                  <a:schemeClr val="bg1"/>
                </a:solidFill>
                <a:prstDash val="solid"/>
                <a:round/>
                <a:headEnd/>
                <a:tailEnd/>
              </a:ln>
            </p:spPr>
            <p:txBody>
              <a:bodyPr anchor="ctr"/>
              <a:lstStyle>
                <a:defPPr>
                  <a:defRPr lang="en-GB"/>
                </a:defPPr>
                <a:lvl1pPr algn="l" rtl="0" fontAlgn="base">
                  <a:spcBef>
                    <a:spcPct val="0"/>
                  </a:spcBef>
                  <a:spcAft>
                    <a:spcPct val="0"/>
                  </a:spcAft>
                  <a:defRPr sz="1200" kern="1200">
                    <a:solidFill>
                      <a:schemeClr val="bg2"/>
                    </a:solidFill>
                    <a:latin typeface="Arial" charset="0"/>
                    <a:ea typeface="+mn-ea"/>
                    <a:cs typeface="+mn-cs"/>
                  </a:defRPr>
                </a:lvl1pPr>
                <a:lvl2pPr marL="457200" algn="l" rtl="0" fontAlgn="base">
                  <a:spcBef>
                    <a:spcPct val="0"/>
                  </a:spcBef>
                  <a:spcAft>
                    <a:spcPct val="0"/>
                  </a:spcAft>
                  <a:defRPr sz="1200" kern="1200">
                    <a:solidFill>
                      <a:schemeClr val="bg2"/>
                    </a:solidFill>
                    <a:latin typeface="Arial" charset="0"/>
                    <a:ea typeface="+mn-ea"/>
                    <a:cs typeface="+mn-cs"/>
                  </a:defRPr>
                </a:lvl2pPr>
                <a:lvl3pPr marL="914400" algn="l" rtl="0" fontAlgn="base">
                  <a:spcBef>
                    <a:spcPct val="0"/>
                  </a:spcBef>
                  <a:spcAft>
                    <a:spcPct val="0"/>
                  </a:spcAft>
                  <a:defRPr sz="1200" kern="1200">
                    <a:solidFill>
                      <a:schemeClr val="bg2"/>
                    </a:solidFill>
                    <a:latin typeface="Arial" charset="0"/>
                    <a:ea typeface="+mn-ea"/>
                    <a:cs typeface="+mn-cs"/>
                  </a:defRPr>
                </a:lvl3pPr>
                <a:lvl4pPr marL="1371600" algn="l" rtl="0" fontAlgn="base">
                  <a:spcBef>
                    <a:spcPct val="0"/>
                  </a:spcBef>
                  <a:spcAft>
                    <a:spcPct val="0"/>
                  </a:spcAft>
                  <a:defRPr sz="1200" kern="1200">
                    <a:solidFill>
                      <a:schemeClr val="bg2"/>
                    </a:solidFill>
                    <a:latin typeface="Arial" charset="0"/>
                    <a:ea typeface="+mn-ea"/>
                    <a:cs typeface="+mn-cs"/>
                  </a:defRPr>
                </a:lvl4pPr>
                <a:lvl5pPr marL="1828800" algn="l" rtl="0" fontAlgn="base">
                  <a:spcBef>
                    <a:spcPct val="0"/>
                  </a:spcBef>
                  <a:spcAft>
                    <a:spcPct val="0"/>
                  </a:spcAft>
                  <a:defRPr sz="1200" kern="1200">
                    <a:solidFill>
                      <a:schemeClr val="bg2"/>
                    </a:solidFill>
                    <a:latin typeface="Arial" charset="0"/>
                    <a:ea typeface="+mn-ea"/>
                    <a:cs typeface="+mn-cs"/>
                  </a:defRPr>
                </a:lvl5pPr>
                <a:lvl6pPr marL="2286000" algn="l" defTabSz="914400" rtl="0" eaLnBrk="1" latinLnBrk="0" hangingPunct="1">
                  <a:defRPr sz="1200" kern="1200">
                    <a:solidFill>
                      <a:schemeClr val="bg2"/>
                    </a:solidFill>
                    <a:latin typeface="Arial" charset="0"/>
                    <a:ea typeface="+mn-ea"/>
                    <a:cs typeface="+mn-cs"/>
                  </a:defRPr>
                </a:lvl6pPr>
                <a:lvl7pPr marL="2743200" algn="l" defTabSz="914400" rtl="0" eaLnBrk="1" latinLnBrk="0" hangingPunct="1">
                  <a:defRPr sz="1200" kern="1200">
                    <a:solidFill>
                      <a:schemeClr val="bg2"/>
                    </a:solidFill>
                    <a:latin typeface="Arial" charset="0"/>
                    <a:ea typeface="+mn-ea"/>
                    <a:cs typeface="+mn-cs"/>
                  </a:defRPr>
                </a:lvl7pPr>
                <a:lvl8pPr marL="3200400" algn="l" defTabSz="914400" rtl="0" eaLnBrk="1" latinLnBrk="0" hangingPunct="1">
                  <a:defRPr sz="1200" kern="1200">
                    <a:solidFill>
                      <a:schemeClr val="bg2"/>
                    </a:solidFill>
                    <a:latin typeface="Arial" charset="0"/>
                    <a:ea typeface="+mn-ea"/>
                    <a:cs typeface="+mn-cs"/>
                  </a:defRPr>
                </a:lvl8pPr>
                <a:lvl9pPr marL="3657600" algn="l" defTabSz="914400" rtl="0" eaLnBrk="1" latinLnBrk="0" hangingPunct="1">
                  <a:defRPr sz="1200" kern="1200">
                    <a:solidFill>
                      <a:schemeClr val="bg2"/>
                    </a:solidFill>
                    <a:latin typeface="Arial" charset="0"/>
                    <a:ea typeface="+mn-ea"/>
                    <a:cs typeface="+mn-cs"/>
                  </a:defRPr>
                </a:lvl9pPr>
              </a:lstStyle>
              <a:p>
                <a:endParaRPr lang="en-GB" sz="1100" b="1" i="1">
                  <a:latin typeface="+mn-lt"/>
                </a:endParaRPr>
              </a:p>
            </p:txBody>
          </p:sp>
          <p:sp>
            <p:nvSpPr>
              <p:cNvPr id="21" name="Freeform 39">
                <a:extLst>
                  <a:ext uri="{FF2B5EF4-FFF2-40B4-BE49-F238E27FC236}">
                    <a16:creationId xmlns:a16="http://schemas.microsoft.com/office/drawing/2014/main" id="{E1D6452B-1527-A533-E8F5-04994E2C35D2}"/>
                  </a:ext>
                </a:extLst>
              </p:cNvPr>
              <p:cNvSpPr>
                <a:spLocks noChangeAspect="1"/>
              </p:cNvSpPr>
              <p:nvPr/>
            </p:nvSpPr>
            <p:spPr bwMode="auto">
              <a:xfrm>
                <a:off x="3550" y="2033"/>
                <a:ext cx="971" cy="956"/>
              </a:xfrm>
              <a:custGeom>
                <a:avLst/>
                <a:gdLst/>
                <a:ahLst/>
                <a:cxnLst>
                  <a:cxn ang="0">
                    <a:pos x="24" y="0"/>
                  </a:cxn>
                  <a:cxn ang="0">
                    <a:pos x="1" y="86"/>
                  </a:cxn>
                  <a:cxn ang="0">
                    <a:pos x="24" y="173"/>
                  </a:cxn>
                  <a:cxn ang="0">
                    <a:pos x="175" y="87"/>
                  </a:cxn>
                  <a:cxn ang="0">
                    <a:pos x="24" y="0"/>
                  </a:cxn>
                </a:cxnLst>
                <a:rect l="0" t="0" r="r" b="b"/>
                <a:pathLst>
                  <a:path w="175" h="173">
                    <a:moveTo>
                      <a:pt x="24" y="0"/>
                    </a:moveTo>
                    <a:cubicBezTo>
                      <a:pt x="9" y="26"/>
                      <a:pt x="1" y="56"/>
                      <a:pt x="1" y="86"/>
                    </a:cubicBezTo>
                    <a:cubicBezTo>
                      <a:pt x="0" y="117"/>
                      <a:pt x="9" y="147"/>
                      <a:pt x="24" y="173"/>
                    </a:cubicBezTo>
                    <a:lnTo>
                      <a:pt x="175" y="87"/>
                    </a:lnTo>
                    <a:lnTo>
                      <a:pt x="24" y="0"/>
                    </a:lnTo>
                    <a:close/>
                  </a:path>
                </a:pathLst>
              </a:custGeom>
              <a:solidFill>
                <a:schemeClr val="accent1">
                  <a:lumMod val="60000"/>
                  <a:lumOff val="40000"/>
                </a:schemeClr>
              </a:solidFill>
              <a:ln w="12700" cmpd="sng">
                <a:solidFill>
                  <a:schemeClr val="bg1"/>
                </a:solidFill>
                <a:prstDash val="solid"/>
                <a:round/>
                <a:headEnd/>
                <a:tailEnd/>
              </a:ln>
            </p:spPr>
            <p:txBody>
              <a:bodyPr anchor="ctr"/>
              <a:lstStyle>
                <a:defPPr>
                  <a:defRPr lang="en-GB"/>
                </a:defPPr>
                <a:lvl1pPr algn="l" rtl="0" fontAlgn="base">
                  <a:spcBef>
                    <a:spcPct val="0"/>
                  </a:spcBef>
                  <a:spcAft>
                    <a:spcPct val="0"/>
                  </a:spcAft>
                  <a:defRPr sz="1200" kern="1200">
                    <a:solidFill>
                      <a:schemeClr val="bg2"/>
                    </a:solidFill>
                    <a:latin typeface="Arial" charset="0"/>
                    <a:ea typeface="+mn-ea"/>
                    <a:cs typeface="+mn-cs"/>
                  </a:defRPr>
                </a:lvl1pPr>
                <a:lvl2pPr marL="457200" algn="l" rtl="0" fontAlgn="base">
                  <a:spcBef>
                    <a:spcPct val="0"/>
                  </a:spcBef>
                  <a:spcAft>
                    <a:spcPct val="0"/>
                  </a:spcAft>
                  <a:defRPr sz="1200" kern="1200">
                    <a:solidFill>
                      <a:schemeClr val="bg2"/>
                    </a:solidFill>
                    <a:latin typeface="Arial" charset="0"/>
                    <a:ea typeface="+mn-ea"/>
                    <a:cs typeface="+mn-cs"/>
                  </a:defRPr>
                </a:lvl2pPr>
                <a:lvl3pPr marL="914400" algn="l" rtl="0" fontAlgn="base">
                  <a:spcBef>
                    <a:spcPct val="0"/>
                  </a:spcBef>
                  <a:spcAft>
                    <a:spcPct val="0"/>
                  </a:spcAft>
                  <a:defRPr sz="1200" kern="1200">
                    <a:solidFill>
                      <a:schemeClr val="bg2"/>
                    </a:solidFill>
                    <a:latin typeface="Arial" charset="0"/>
                    <a:ea typeface="+mn-ea"/>
                    <a:cs typeface="+mn-cs"/>
                  </a:defRPr>
                </a:lvl3pPr>
                <a:lvl4pPr marL="1371600" algn="l" rtl="0" fontAlgn="base">
                  <a:spcBef>
                    <a:spcPct val="0"/>
                  </a:spcBef>
                  <a:spcAft>
                    <a:spcPct val="0"/>
                  </a:spcAft>
                  <a:defRPr sz="1200" kern="1200">
                    <a:solidFill>
                      <a:schemeClr val="bg2"/>
                    </a:solidFill>
                    <a:latin typeface="Arial" charset="0"/>
                    <a:ea typeface="+mn-ea"/>
                    <a:cs typeface="+mn-cs"/>
                  </a:defRPr>
                </a:lvl4pPr>
                <a:lvl5pPr marL="1828800" algn="l" rtl="0" fontAlgn="base">
                  <a:spcBef>
                    <a:spcPct val="0"/>
                  </a:spcBef>
                  <a:spcAft>
                    <a:spcPct val="0"/>
                  </a:spcAft>
                  <a:defRPr sz="1200" kern="1200">
                    <a:solidFill>
                      <a:schemeClr val="bg2"/>
                    </a:solidFill>
                    <a:latin typeface="Arial" charset="0"/>
                    <a:ea typeface="+mn-ea"/>
                    <a:cs typeface="+mn-cs"/>
                  </a:defRPr>
                </a:lvl5pPr>
                <a:lvl6pPr marL="2286000" algn="l" defTabSz="914400" rtl="0" eaLnBrk="1" latinLnBrk="0" hangingPunct="1">
                  <a:defRPr sz="1200" kern="1200">
                    <a:solidFill>
                      <a:schemeClr val="bg2"/>
                    </a:solidFill>
                    <a:latin typeface="Arial" charset="0"/>
                    <a:ea typeface="+mn-ea"/>
                    <a:cs typeface="+mn-cs"/>
                  </a:defRPr>
                </a:lvl6pPr>
                <a:lvl7pPr marL="2743200" algn="l" defTabSz="914400" rtl="0" eaLnBrk="1" latinLnBrk="0" hangingPunct="1">
                  <a:defRPr sz="1200" kern="1200">
                    <a:solidFill>
                      <a:schemeClr val="bg2"/>
                    </a:solidFill>
                    <a:latin typeface="Arial" charset="0"/>
                    <a:ea typeface="+mn-ea"/>
                    <a:cs typeface="+mn-cs"/>
                  </a:defRPr>
                </a:lvl7pPr>
                <a:lvl8pPr marL="3200400" algn="l" defTabSz="914400" rtl="0" eaLnBrk="1" latinLnBrk="0" hangingPunct="1">
                  <a:defRPr sz="1200" kern="1200">
                    <a:solidFill>
                      <a:schemeClr val="bg2"/>
                    </a:solidFill>
                    <a:latin typeface="Arial" charset="0"/>
                    <a:ea typeface="+mn-ea"/>
                    <a:cs typeface="+mn-cs"/>
                  </a:defRPr>
                </a:lvl8pPr>
                <a:lvl9pPr marL="3657600" algn="l" defTabSz="914400" rtl="0" eaLnBrk="1" latinLnBrk="0" hangingPunct="1">
                  <a:defRPr sz="1200" kern="1200">
                    <a:solidFill>
                      <a:schemeClr val="bg2"/>
                    </a:solidFill>
                    <a:latin typeface="Arial" charset="0"/>
                    <a:ea typeface="+mn-ea"/>
                    <a:cs typeface="+mn-cs"/>
                  </a:defRPr>
                </a:lvl9pPr>
              </a:lstStyle>
              <a:p>
                <a:endParaRPr lang="en-GB" sz="1100">
                  <a:latin typeface="+mn-lt"/>
                </a:endParaRPr>
              </a:p>
            </p:txBody>
          </p:sp>
          <p:sp>
            <p:nvSpPr>
              <p:cNvPr id="22" name="Freeform 40">
                <a:extLst>
                  <a:ext uri="{FF2B5EF4-FFF2-40B4-BE49-F238E27FC236}">
                    <a16:creationId xmlns:a16="http://schemas.microsoft.com/office/drawing/2014/main" id="{11BDB8F5-AB61-56C2-B888-0D11DABCE56E}"/>
                  </a:ext>
                </a:extLst>
              </p:cNvPr>
              <p:cNvSpPr>
                <a:spLocks noChangeAspect="1"/>
              </p:cNvSpPr>
              <p:nvPr/>
            </p:nvSpPr>
            <p:spPr bwMode="auto">
              <a:xfrm>
                <a:off x="3683" y="1553"/>
                <a:ext cx="838" cy="961"/>
              </a:xfrm>
              <a:custGeom>
                <a:avLst/>
                <a:gdLst/>
                <a:ahLst/>
                <a:cxnLst>
                  <a:cxn ang="0">
                    <a:pos x="150" y="0"/>
                  </a:cxn>
                  <a:cxn ang="0">
                    <a:pos x="0" y="87"/>
                  </a:cxn>
                  <a:cxn ang="0">
                    <a:pos x="151" y="174"/>
                  </a:cxn>
                  <a:cxn ang="0">
                    <a:pos x="150" y="0"/>
                  </a:cxn>
                </a:cxnLst>
                <a:rect l="0" t="0" r="r" b="b"/>
                <a:pathLst>
                  <a:path w="151" h="174">
                    <a:moveTo>
                      <a:pt x="150" y="0"/>
                    </a:moveTo>
                    <a:cubicBezTo>
                      <a:pt x="88" y="0"/>
                      <a:pt x="31" y="33"/>
                      <a:pt x="0" y="87"/>
                    </a:cubicBezTo>
                    <a:lnTo>
                      <a:pt x="151" y="174"/>
                    </a:lnTo>
                    <a:lnTo>
                      <a:pt x="150" y="0"/>
                    </a:lnTo>
                    <a:close/>
                  </a:path>
                </a:pathLst>
              </a:custGeom>
              <a:solidFill>
                <a:schemeClr val="accent1"/>
              </a:solidFill>
              <a:ln w="12700" cmpd="sng">
                <a:solidFill>
                  <a:schemeClr val="bg1"/>
                </a:solidFill>
                <a:prstDash val="solid"/>
                <a:round/>
                <a:headEnd/>
                <a:tailEnd/>
              </a:ln>
            </p:spPr>
            <p:txBody>
              <a:bodyPr anchor="ctr"/>
              <a:lstStyle>
                <a:defPPr>
                  <a:defRPr lang="en-GB"/>
                </a:defPPr>
                <a:lvl1pPr algn="l" rtl="0" fontAlgn="base">
                  <a:spcBef>
                    <a:spcPct val="0"/>
                  </a:spcBef>
                  <a:spcAft>
                    <a:spcPct val="0"/>
                  </a:spcAft>
                  <a:defRPr sz="1200" kern="1200">
                    <a:solidFill>
                      <a:schemeClr val="bg2"/>
                    </a:solidFill>
                    <a:latin typeface="Arial" charset="0"/>
                    <a:ea typeface="+mn-ea"/>
                    <a:cs typeface="+mn-cs"/>
                  </a:defRPr>
                </a:lvl1pPr>
                <a:lvl2pPr marL="457200" algn="l" rtl="0" fontAlgn="base">
                  <a:spcBef>
                    <a:spcPct val="0"/>
                  </a:spcBef>
                  <a:spcAft>
                    <a:spcPct val="0"/>
                  </a:spcAft>
                  <a:defRPr sz="1200" kern="1200">
                    <a:solidFill>
                      <a:schemeClr val="bg2"/>
                    </a:solidFill>
                    <a:latin typeface="Arial" charset="0"/>
                    <a:ea typeface="+mn-ea"/>
                    <a:cs typeface="+mn-cs"/>
                  </a:defRPr>
                </a:lvl2pPr>
                <a:lvl3pPr marL="914400" algn="l" rtl="0" fontAlgn="base">
                  <a:spcBef>
                    <a:spcPct val="0"/>
                  </a:spcBef>
                  <a:spcAft>
                    <a:spcPct val="0"/>
                  </a:spcAft>
                  <a:defRPr sz="1200" kern="1200">
                    <a:solidFill>
                      <a:schemeClr val="bg2"/>
                    </a:solidFill>
                    <a:latin typeface="Arial" charset="0"/>
                    <a:ea typeface="+mn-ea"/>
                    <a:cs typeface="+mn-cs"/>
                  </a:defRPr>
                </a:lvl3pPr>
                <a:lvl4pPr marL="1371600" algn="l" rtl="0" fontAlgn="base">
                  <a:spcBef>
                    <a:spcPct val="0"/>
                  </a:spcBef>
                  <a:spcAft>
                    <a:spcPct val="0"/>
                  </a:spcAft>
                  <a:defRPr sz="1200" kern="1200">
                    <a:solidFill>
                      <a:schemeClr val="bg2"/>
                    </a:solidFill>
                    <a:latin typeface="Arial" charset="0"/>
                    <a:ea typeface="+mn-ea"/>
                    <a:cs typeface="+mn-cs"/>
                  </a:defRPr>
                </a:lvl4pPr>
                <a:lvl5pPr marL="1828800" algn="l" rtl="0" fontAlgn="base">
                  <a:spcBef>
                    <a:spcPct val="0"/>
                  </a:spcBef>
                  <a:spcAft>
                    <a:spcPct val="0"/>
                  </a:spcAft>
                  <a:defRPr sz="1200" kern="1200">
                    <a:solidFill>
                      <a:schemeClr val="bg2"/>
                    </a:solidFill>
                    <a:latin typeface="Arial" charset="0"/>
                    <a:ea typeface="+mn-ea"/>
                    <a:cs typeface="+mn-cs"/>
                  </a:defRPr>
                </a:lvl5pPr>
                <a:lvl6pPr marL="2286000" algn="l" defTabSz="914400" rtl="0" eaLnBrk="1" latinLnBrk="0" hangingPunct="1">
                  <a:defRPr sz="1200" kern="1200">
                    <a:solidFill>
                      <a:schemeClr val="bg2"/>
                    </a:solidFill>
                    <a:latin typeface="Arial" charset="0"/>
                    <a:ea typeface="+mn-ea"/>
                    <a:cs typeface="+mn-cs"/>
                  </a:defRPr>
                </a:lvl6pPr>
                <a:lvl7pPr marL="2743200" algn="l" defTabSz="914400" rtl="0" eaLnBrk="1" latinLnBrk="0" hangingPunct="1">
                  <a:defRPr sz="1200" kern="1200">
                    <a:solidFill>
                      <a:schemeClr val="bg2"/>
                    </a:solidFill>
                    <a:latin typeface="Arial" charset="0"/>
                    <a:ea typeface="+mn-ea"/>
                    <a:cs typeface="+mn-cs"/>
                  </a:defRPr>
                </a:lvl7pPr>
                <a:lvl8pPr marL="3200400" algn="l" defTabSz="914400" rtl="0" eaLnBrk="1" latinLnBrk="0" hangingPunct="1">
                  <a:defRPr sz="1200" kern="1200">
                    <a:solidFill>
                      <a:schemeClr val="bg2"/>
                    </a:solidFill>
                    <a:latin typeface="Arial" charset="0"/>
                    <a:ea typeface="+mn-ea"/>
                    <a:cs typeface="+mn-cs"/>
                  </a:defRPr>
                </a:lvl8pPr>
                <a:lvl9pPr marL="3657600" algn="l" defTabSz="914400" rtl="0" eaLnBrk="1" latinLnBrk="0" hangingPunct="1">
                  <a:defRPr sz="1200" kern="1200">
                    <a:solidFill>
                      <a:schemeClr val="bg2"/>
                    </a:solidFill>
                    <a:latin typeface="Arial" charset="0"/>
                    <a:ea typeface="+mn-ea"/>
                    <a:cs typeface="+mn-cs"/>
                  </a:defRPr>
                </a:lvl9pPr>
              </a:lstStyle>
              <a:p>
                <a:endParaRPr lang="en-GB" sz="1100" b="1" i="1">
                  <a:latin typeface="+mn-lt"/>
                </a:endParaRPr>
              </a:p>
            </p:txBody>
          </p:sp>
          <p:sp>
            <p:nvSpPr>
              <p:cNvPr id="23" name="Oval 22">
                <a:extLst>
                  <a:ext uri="{FF2B5EF4-FFF2-40B4-BE49-F238E27FC236}">
                    <a16:creationId xmlns:a16="http://schemas.microsoft.com/office/drawing/2014/main" id="{7663D9CA-B5B7-5007-F56F-EDC98F94555E}"/>
                  </a:ext>
                </a:extLst>
              </p:cNvPr>
              <p:cNvSpPr>
                <a:spLocks noChangeAspect="1" noChangeArrowheads="1"/>
              </p:cNvSpPr>
              <p:nvPr/>
            </p:nvSpPr>
            <p:spPr bwMode="auto">
              <a:xfrm>
                <a:off x="4124" y="2118"/>
                <a:ext cx="788" cy="786"/>
              </a:xfrm>
              <a:prstGeom prst="ellipse">
                <a:avLst/>
              </a:prstGeom>
              <a:solidFill>
                <a:schemeClr val="bg2"/>
              </a:solidFill>
              <a:ln w="12700" algn="ctr">
                <a:solidFill>
                  <a:schemeClr val="bg1"/>
                </a:solidFill>
                <a:round/>
                <a:headEnd/>
                <a:tailEnd/>
              </a:ln>
              <a:effectLst/>
            </p:spPr>
            <p:txBody>
              <a:bodyPr wrap="none" lIns="0" tIns="0" rIns="0" bIns="0" anchor="ctr"/>
              <a:lstStyle>
                <a:defPPr>
                  <a:defRPr lang="en-GB"/>
                </a:defPPr>
                <a:lvl1pPr algn="l" rtl="0" fontAlgn="base">
                  <a:spcBef>
                    <a:spcPct val="0"/>
                  </a:spcBef>
                  <a:spcAft>
                    <a:spcPct val="0"/>
                  </a:spcAft>
                  <a:defRPr sz="1200" kern="1200">
                    <a:solidFill>
                      <a:schemeClr val="bg2"/>
                    </a:solidFill>
                    <a:latin typeface="Arial" charset="0"/>
                    <a:ea typeface="+mn-ea"/>
                    <a:cs typeface="+mn-cs"/>
                  </a:defRPr>
                </a:lvl1pPr>
                <a:lvl2pPr marL="457200" algn="l" rtl="0" fontAlgn="base">
                  <a:spcBef>
                    <a:spcPct val="0"/>
                  </a:spcBef>
                  <a:spcAft>
                    <a:spcPct val="0"/>
                  </a:spcAft>
                  <a:defRPr sz="1200" kern="1200">
                    <a:solidFill>
                      <a:schemeClr val="bg2"/>
                    </a:solidFill>
                    <a:latin typeface="Arial" charset="0"/>
                    <a:ea typeface="+mn-ea"/>
                    <a:cs typeface="+mn-cs"/>
                  </a:defRPr>
                </a:lvl2pPr>
                <a:lvl3pPr marL="914400" algn="l" rtl="0" fontAlgn="base">
                  <a:spcBef>
                    <a:spcPct val="0"/>
                  </a:spcBef>
                  <a:spcAft>
                    <a:spcPct val="0"/>
                  </a:spcAft>
                  <a:defRPr sz="1200" kern="1200">
                    <a:solidFill>
                      <a:schemeClr val="bg2"/>
                    </a:solidFill>
                    <a:latin typeface="Arial" charset="0"/>
                    <a:ea typeface="+mn-ea"/>
                    <a:cs typeface="+mn-cs"/>
                  </a:defRPr>
                </a:lvl3pPr>
                <a:lvl4pPr marL="1371600" algn="l" rtl="0" fontAlgn="base">
                  <a:spcBef>
                    <a:spcPct val="0"/>
                  </a:spcBef>
                  <a:spcAft>
                    <a:spcPct val="0"/>
                  </a:spcAft>
                  <a:defRPr sz="1200" kern="1200">
                    <a:solidFill>
                      <a:schemeClr val="bg2"/>
                    </a:solidFill>
                    <a:latin typeface="Arial" charset="0"/>
                    <a:ea typeface="+mn-ea"/>
                    <a:cs typeface="+mn-cs"/>
                  </a:defRPr>
                </a:lvl4pPr>
                <a:lvl5pPr marL="1828800" algn="l" rtl="0" fontAlgn="base">
                  <a:spcBef>
                    <a:spcPct val="0"/>
                  </a:spcBef>
                  <a:spcAft>
                    <a:spcPct val="0"/>
                  </a:spcAft>
                  <a:defRPr sz="1200" kern="1200">
                    <a:solidFill>
                      <a:schemeClr val="bg2"/>
                    </a:solidFill>
                    <a:latin typeface="Arial" charset="0"/>
                    <a:ea typeface="+mn-ea"/>
                    <a:cs typeface="+mn-cs"/>
                  </a:defRPr>
                </a:lvl5pPr>
                <a:lvl6pPr marL="2286000" algn="l" defTabSz="914400" rtl="0" eaLnBrk="1" latinLnBrk="0" hangingPunct="1">
                  <a:defRPr sz="1200" kern="1200">
                    <a:solidFill>
                      <a:schemeClr val="bg2"/>
                    </a:solidFill>
                    <a:latin typeface="Arial" charset="0"/>
                    <a:ea typeface="+mn-ea"/>
                    <a:cs typeface="+mn-cs"/>
                  </a:defRPr>
                </a:lvl6pPr>
                <a:lvl7pPr marL="2743200" algn="l" defTabSz="914400" rtl="0" eaLnBrk="1" latinLnBrk="0" hangingPunct="1">
                  <a:defRPr sz="1200" kern="1200">
                    <a:solidFill>
                      <a:schemeClr val="bg2"/>
                    </a:solidFill>
                    <a:latin typeface="Arial" charset="0"/>
                    <a:ea typeface="+mn-ea"/>
                    <a:cs typeface="+mn-cs"/>
                  </a:defRPr>
                </a:lvl7pPr>
                <a:lvl8pPr marL="3200400" algn="l" defTabSz="914400" rtl="0" eaLnBrk="1" latinLnBrk="0" hangingPunct="1">
                  <a:defRPr sz="1200" kern="1200">
                    <a:solidFill>
                      <a:schemeClr val="bg2"/>
                    </a:solidFill>
                    <a:latin typeface="Arial" charset="0"/>
                    <a:ea typeface="+mn-ea"/>
                    <a:cs typeface="+mn-cs"/>
                  </a:defRPr>
                </a:lvl8pPr>
                <a:lvl9pPr marL="3657600" algn="l" defTabSz="914400" rtl="0" eaLnBrk="1" latinLnBrk="0" hangingPunct="1">
                  <a:defRPr sz="1200" kern="1200">
                    <a:solidFill>
                      <a:schemeClr val="bg2"/>
                    </a:solidFill>
                    <a:latin typeface="Arial" charset="0"/>
                    <a:ea typeface="+mn-ea"/>
                    <a:cs typeface="+mn-cs"/>
                  </a:defRPr>
                </a:lvl9pPr>
              </a:lstStyle>
              <a:p>
                <a:pPr algn="ctr">
                  <a:buSzPct val="90000"/>
                </a:pPr>
                <a:r>
                  <a:rPr lang="en-GB" b="1">
                    <a:solidFill>
                      <a:schemeClr val="tx2"/>
                    </a:solidFill>
                    <a:latin typeface="+mn-lt"/>
                    <a:cs typeface="Arial" charset="0"/>
                  </a:rPr>
                  <a:t>Audit Committee’s /</a:t>
                </a:r>
              </a:p>
              <a:p>
                <a:pPr algn="ctr">
                  <a:buSzPct val="90000"/>
                </a:pPr>
                <a:r>
                  <a:rPr lang="en-GB" b="1">
                    <a:solidFill>
                      <a:schemeClr val="tx2"/>
                    </a:solidFill>
                    <a:latin typeface="+mn-lt"/>
                    <a:cs typeface="Arial" charset="0"/>
                  </a:rPr>
                  <a:t>Board of Directors’ </a:t>
                </a:r>
              </a:p>
              <a:p>
                <a:pPr algn="ctr">
                  <a:buSzPct val="90000"/>
                </a:pPr>
                <a:r>
                  <a:rPr lang="en-GB" b="1">
                    <a:solidFill>
                      <a:schemeClr val="tx2"/>
                    </a:solidFill>
                    <a:latin typeface="+mn-lt"/>
                    <a:cs typeface="Arial" charset="0"/>
                  </a:rPr>
                  <a:t>Role</a:t>
                </a:r>
              </a:p>
            </p:txBody>
          </p:sp>
          <p:sp>
            <p:nvSpPr>
              <p:cNvPr id="24" name="Rectangle 23">
                <a:extLst>
                  <a:ext uri="{FF2B5EF4-FFF2-40B4-BE49-F238E27FC236}">
                    <a16:creationId xmlns:a16="http://schemas.microsoft.com/office/drawing/2014/main" id="{255BA8E6-8D41-5304-6FC0-2113140220E8}"/>
                  </a:ext>
                </a:extLst>
              </p:cNvPr>
              <p:cNvSpPr>
                <a:spLocks noChangeAspect="1" noChangeArrowheads="1"/>
              </p:cNvSpPr>
              <p:nvPr/>
            </p:nvSpPr>
            <p:spPr bwMode="auto">
              <a:xfrm>
                <a:off x="3916" y="1847"/>
                <a:ext cx="468" cy="298"/>
              </a:xfrm>
              <a:prstGeom prst="rect">
                <a:avLst/>
              </a:prstGeom>
              <a:noFill/>
              <a:ln w="12700" algn="ctr">
                <a:noFill/>
                <a:miter lim="800000"/>
                <a:headEnd/>
                <a:tailEnd/>
              </a:ln>
              <a:effectLst/>
            </p:spPr>
            <p:txBody>
              <a:bodyPr wrap="none" lIns="0" tIns="0" rIns="0" bIns="0" anchor="ctr">
                <a:spAutoFit/>
              </a:bodyPr>
              <a:lstStyle>
                <a:defPPr>
                  <a:defRPr lang="en-GB"/>
                </a:defPPr>
                <a:lvl1pPr algn="l" rtl="0" fontAlgn="base">
                  <a:spcBef>
                    <a:spcPct val="0"/>
                  </a:spcBef>
                  <a:spcAft>
                    <a:spcPct val="0"/>
                  </a:spcAft>
                  <a:defRPr sz="1200" kern="1200">
                    <a:solidFill>
                      <a:schemeClr val="bg2"/>
                    </a:solidFill>
                    <a:latin typeface="Arial" charset="0"/>
                    <a:ea typeface="+mn-ea"/>
                    <a:cs typeface="+mn-cs"/>
                  </a:defRPr>
                </a:lvl1pPr>
                <a:lvl2pPr marL="457200" algn="l" rtl="0" fontAlgn="base">
                  <a:spcBef>
                    <a:spcPct val="0"/>
                  </a:spcBef>
                  <a:spcAft>
                    <a:spcPct val="0"/>
                  </a:spcAft>
                  <a:defRPr sz="1200" kern="1200">
                    <a:solidFill>
                      <a:schemeClr val="bg2"/>
                    </a:solidFill>
                    <a:latin typeface="Arial" charset="0"/>
                    <a:ea typeface="+mn-ea"/>
                    <a:cs typeface="+mn-cs"/>
                  </a:defRPr>
                </a:lvl2pPr>
                <a:lvl3pPr marL="914400" algn="l" rtl="0" fontAlgn="base">
                  <a:spcBef>
                    <a:spcPct val="0"/>
                  </a:spcBef>
                  <a:spcAft>
                    <a:spcPct val="0"/>
                  </a:spcAft>
                  <a:defRPr sz="1200" kern="1200">
                    <a:solidFill>
                      <a:schemeClr val="bg2"/>
                    </a:solidFill>
                    <a:latin typeface="Arial" charset="0"/>
                    <a:ea typeface="+mn-ea"/>
                    <a:cs typeface="+mn-cs"/>
                  </a:defRPr>
                </a:lvl3pPr>
                <a:lvl4pPr marL="1371600" algn="l" rtl="0" fontAlgn="base">
                  <a:spcBef>
                    <a:spcPct val="0"/>
                  </a:spcBef>
                  <a:spcAft>
                    <a:spcPct val="0"/>
                  </a:spcAft>
                  <a:defRPr sz="1200" kern="1200">
                    <a:solidFill>
                      <a:schemeClr val="bg2"/>
                    </a:solidFill>
                    <a:latin typeface="Arial" charset="0"/>
                    <a:ea typeface="+mn-ea"/>
                    <a:cs typeface="+mn-cs"/>
                  </a:defRPr>
                </a:lvl4pPr>
                <a:lvl5pPr marL="1828800" algn="l" rtl="0" fontAlgn="base">
                  <a:spcBef>
                    <a:spcPct val="0"/>
                  </a:spcBef>
                  <a:spcAft>
                    <a:spcPct val="0"/>
                  </a:spcAft>
                  <a:defRPr sz="1200" kern="1200">
                    <a:solidFill>
                      <a:schemeClr val="bg2"/>
                    </a:solidFill>
                    <a:latin typeface="Arial" charset="0"/>
                    <a:ea typeface="+mn-ea"/>
                    <a:cs typeface="+mn-cs"/>
                  </a:defRPr>
                </a:lvl5pPr>
                <a:lvl6pPr marL="2286000" algn="l" defTabSz="914400" rtl="0" eaLnBrk="1" latinLnBrk="0" hangingPunct="1">
                  <a:defRPr sz="1200" kern="1200">
                    <a:solidFill>
                      <a:schemeClr val="bg2"/>
                    </a:solidFill>
                    <a:latin typeface="Arial" charset="0"/>
                    <a:ea typeface="+mn-ea"/>
                    <a:cs typeface="+mn-cs"/>
                  </a:defRPr>
                </a:lvl6pPr>
                <a:lvl7pPr marL="2743200" algn="l" defTabSz="914400" rtl="0" eaLnBrk="1" latinLnBrk="0" hangingPunct="1">
                  <a:defRPr sz="1200" kern="1200">
                    <a:solidFill>
                      <a:schemeClr val="bg2"/>
                    </a:solidFill>
                    <a:latin typeface="Arial" charset="0"/>
                    <a:ea typeface="+mn-ea"/>
                    <a:cs typeface="+mn-cs"/>
                  </a:defRPr>
                </a:lvl7pPr>
                <a:lvl8pPr marL="3200400" algn="l" defTabSz="914400" rtl="0" eaLnBrk="1" latinLnBrk="0" hangingPunct="1">
                  <a:defRPr sz="1200" kern="1200">
                    <a:solidFill>
                      <a:schemeClr val="bg2"/>
                    </a:solidFill>
                    <a:latin typeface="Arial" charset="0"/>
                    <a:ea typeface="+mn-ea"/>
                    <a:cs typeface="+mn-cs"/>
                  </a:defRPr>
                </a:lvl8pPr>
                <a:lvl9pPr marL="3657600" algn="l" defTabSz="914400" rtl="0" eaLnBrk="1" latinLnBrk="0" hangingPunct="1">
                  <a:defRPr sz="1200" kern="1200">
                    <a:solidFill>
                      <a:schemeClr val="bg2"/>
                    </a:solidFill>
                    <a:latin typeface="Arial" charset="0"/>
                    <a:ea typeface="+mn-ea"/>
                    <a:cs typeface="+mn-cs"/>
                  </a:defRPr>
                </a:lvl9pPr>
              </a:lstStyle>
              <a:p>
                <a:pPr algn="ctr">
                  <a:buSzPct val="90000"/>
                </a:pPr>
                <a:r>
                  <a:rPr lang="en-US" sz="1100" b="1">
                    <a:solidFill>
                      <a:schemeClr val="bg1"/>
                    </a:solidFill>
                    <a:latin typeface="+mn-lt"/>
                  </a:rPr>
                  <a:t>Appointment, </a:t>
                </a:r>
              </a:p>
              <a:p>
                <a:pPr algn="ctr">
                  <a:buSzPct val="90000"/>
                </a:pPr>
                <a:r>
                  <a:rPr lang="en-US" sz="1100" b="1">
                    <a:solidFill>
                      <a:schemeClr val="bg1"/>
                    </a:solidFill>
                    <a:latin typeface="+mn-lt"/>
                  </a:rPr>
                  <a:t>Compensation &amp; </a:t>
                </a:r>
              </a:p>
              <a:p>
                <a:pPr algn="ctr">
                  <a:buSzPct val="90000"/>
                </a:pPr>
                <a:r>
                  <a:rPr lang="en-US" sz="1100" b="1">
                    <a:solidFill>
                      <a:schemeClr val="bg1"/>
                    </a:solidFill>
                    <a:latin typeface="+mn-lt"/>
                  </a:rPr>
                  <a:t>Rotation</a:t>
                </a:r>
              </a:p>
              <a:p>
                <a:pPr algn="ctr">
                  <a:buSzPct val="90000"/>
                </a:pPr>
                <a:endParaRPr lang="en-GB" sz="1100" b="1" i="1">
                  <a:solidFill>
                    <a:schemeClr val="bg1"/>
                  </a:solidFill>
                  <a:latin typeface="+mn-lt"/>
                  <a:cs typeface="Arial" charset="0"/>
                </a:endParaRPr>
              </a:p>
            </p:txBody>
          </p:sp>
          <p:sp>
            <p:nvSpPr>
              <p:cNvPr id="25" name="Rectangle 24">
                <a:extLst>
                  <a:ext uri="{FF2B5EF4-FFF2-40B4-BE49-F238E27FC236}">
                    <a16:creationId xmlns:a16="http://schemas.microsoft.com/office/drawing/2014/main" id="{0C31B19F-9C2D-6E55-72E8-0BB8A80D17F3}"/>
                  </a:ext>
                </a:extLst>
              </p:cNvPr>
              <p:cNvSpPr>
                <a:spLocks noChangeAspect="1" noChangeArrowheads="1"/>
              </p:cNvSpPr>
              <p:nvPr/>
            </p:nvSpPr>
            <p:spPr bwMode="auto">
              <a:xfrm>
                <a:off x="4662" y="1846"/>
                <a:ext cx="441" cy="230"/>
              </a:xfrm>
              <a:prstGeom prst="rect">
                <a:avLst/>
              </a:prstGeom>
              <a:noFill/>
              <a:ln w="12700" algn="ctr">
                <a:noFill/>
                <a:miter lim="800000"/>
                <a:headEnd/>
                <a:tailEnd/>
              </a:ln>
              <a:effectLst/>
            </p:spPr>
            <p:txBody>
              <a:bodyPr wrap="none" lIns="0" tIns="0" rIns="0" bIns="0" anchor="ctr">
                <a:spAutoFit/>
              </a:bodyPr>
              <a:lstStyle>
                <a:defPPr>
                  <a:defRPr lang="en-GB"/>
                </a:defPPr>
                <a:lvl1pPr algn="l" rtl="0" fontAlgn="base">
                  <a:spcBef>
                    <a:spcPct val="0"/>
                  </a:spcBef>
                  <a:spcAft>
                    <a:spcPct val="0"/>
                  </a:spcAft>
                  <a:defRPr sz="1200" kern="1200">
                    <a:solidFill>
                      <a:schemeClr val="bg2"/>
                    </a:solidFill>
                    <a:latin typeface="Arial" charset="0"/>
                    <a:ea typeface="+mn-ea"/>
                    <a:cs typeface="+mn-cs"/>
                  </a:defRPr>
                </a:lvl1pPr>
                <a:lvl2pPr marL="457200" algn="l" rtl="0" fontAlgn="base">
                  <a:spcBef>
                    <a:spcPct val="0"/>
                  </a:spcBef>
                  <a:spcAft>
                    <a:spcPct val="0"/>
                  </a:spcAft>
                  <a:defRPr sz="1200" kern="1200">
                    <a:solidFill>
                      <a:schemeClr val="bg2"/>
                    </a:solidFill>
                    <a:latin typeface="Arial" charset="0"/>
                    <a:ea typeface="+mn-ea"/>
                    <a:cs typeface="+mn-cs"/>
                  </a:defRPr>
                </a:lvl2pPr>
                <a:lvl3pPr marL="914400" algn="l" rtl="0" fontAlgn="base">
                  <a:spcBef>
                    <a:spcPct val="0"/>
                  </a:spcBef>
                  <a:spcAft>
                    <a:spcPct val="0"/>
                  </a:spcAft>
                  <a:defRPr sz="1200" kern="1200">
                    <a:solidFill>
                      <a:schemeClr val="bg2"/>
                    </a:solidFill>
                    <a:latin typeface="Arial" charset="0"/>
                    <a:ea typeface="+mn-ea"/>
                    <a:cs typeface="+mn-cs"/>
                  </a:defRPr>
                </a:lvl3pPr>
                <a:lvl4pPr marL="1371600" algn="l" rtl="0" fontAlgn="base">
                  <a:spcBef>
                    <a:spcPct val="0"/>
                  </a:spcBef>
                  <a:spcAft>
                    <a:spcPct val="0"/>
                  </a:spcAft>
                  <a:defRPr sz="1200" kern="1200">
                    <a:solidFill>
                      <a:schemeClr val="bg2"/>
                    </a:solidFill>
                    <a:latin typeface="Arial" charset="0"/>
                    <a:ea typeface="+mn-ea"/>
                    <a:cs typeface="+mn-cs"/>
                  </a:defRPr>
                </a:lvl4pPr>
                <a:lvl5pPr marL="1828800" algn="l" rtl="0" fontAlgn="base">
                  <a:spcBef>
                    <a:spcPct val="0"/>
                  </a:spcBef>
                  <a:spcAft>
                    <a:spcPct val="0"/>
                  </a:spcAft>
                  <a:defRPr sz="1200" kern="1200">
                    <a:solidFill>
                      <a:schemeClr val="bg2"/>
                    </a:solidFill>
                    <a:latin typeface="Arial" charset="0"/>
                    <a:ea typeface="+mn-ea"/>
                    <a:cs typeface="+mn-cs"/>
                  </a:defRPr>
                </a:lvl5pPr>
                <a:lvl6pPr marL="2286000" algn="l" defTabSz="914400" rtl="0" eaLnBrk="1" latinLnBrk="0" hangingPunct="1">
                  <a:defRPr sz="1200" kern="1200">
                    <a:solidFill>
                      <a:schemeClr val="bg2"/>
                    </a:solidFill>
                    <a:latin typeface="Arial" charset="0"/>
                    <a:ea typeface="+mn-ea"/>
                    <a:cs typeface="+mn-cs"/>
                  </a:defRPr>
                </a:lvl6pPr>
                <a:lvl7pPr marL="2743200" algn="l" defTabSz="914400" rtl="0" eaLnBrk="1" latinLnBrk="0" hangingPunct="1">
                  <a:defRPr sz="1200" kern="1200">
                    <a:solidFill>
                      <a:schemeClr val="bg2"/>
                    </a:solidFill>
                    <a:latin typeface="Arial" charset="0"/>
                    <a:ea typeface="+mn-ea"/>
                    <a:cs typeface="+mn-cs"/>
                  </a:defRPr>
                </a:lvl7pPr>
                <a:lvl8pPr marL="3200400" algn="l" defTabSz="914400" rtl="0" eaLnBrk="1" latinLnBrk="0" hangingPunct="1">
                  <a:defRPr sz="1200" kern="1200">
                    <a:solidFill>
                      <a:schemeClr val="bg2"/>
                    </a:solidFill>
                    <a:latin typeface="Arial" charset="0"/>
                    <a:ea typeface="+mn-ea"/>
                    <a:cs typeface="+mn-cs"/>
                  </a:defRPr>
                </a:lvl8pPr>
                <a:lvl9pPr marL="3657600" algn="l" defTabSz="914400" rtl="0" eaLnBrk="1" latinLnBrk="0" hangingPunct="1">
                  <a:defRPr sz="1200" kern="1200">
                    <a:solidFill>
                      <a:schemeClr val="bg2"/>
                    </a:solidFill>
                    <a:latin typeface="Arial" charset="0"/>
                    <a:ea typeface="+mn-ea"/>
                    <a:cs typeface="+mn-cs"/>
                  </a:defRPr>
                </a:lvl9pPr>
              </a:lstStyle>
              <a:p>
                <a:pPr algn="ctr">
                  <a:buSzPct val="90000"/>
                </a:pPr>
                <a:r>
                  <a:rPr lang="en-US" sz="1100" b="1">
                    <a:solidFill>
                      <a:schemeClr val="tx1"/>
                    </a:solidFill>
                    <a:latin typeface="+mn-lt"/>
                  </a:rPr>
                  <a:t>Reporting &amp; </a:t>
                </a:r>
              </a:p>
              <a:p>
                <a:pPr algn="ctr">
                  <a:buSzPct val="90000"/>
                </a:pPr>
                <a:r>
                  <a:rPr lang="en-US" sz="1100" b="1">
                    <a:solidFill>
                      <a:schemeClr val="tx1"/>
                    </a:solidFill>
                    <a:latin typeface="+mn-lt"/>
                  </a:rPr>
                  <a:t>Communication</a:t>
                </a:r>
              </a:p>
              <a:p>
                <a:pPr algn="ctr">
                  <a:buSzPct val="90000"/>
                </a:pPr>
                <a:endParaRPr lang="en-GB" sz="1100" b="1" i="1">
                  <a:solidFill>
                    <a:schemeClr val="bg1"/>
                  </a:solidFill>
                  <a:latin typeface="+mn-lt"/>
                  <a:cs typeface="Arial" charset="0"/>
                </a:endParaRPr>
              </a:p>
            </p:txBody>
          </p:sp>
          <p:sp>
            <p:nvSpPr>
              <p:cNvPr id="26" name="Rectangle 25">
                <a:extLst>
                  <a:ext uri="{FF2B5EF4-FFF2-40B4-BE49-F238E27FC236}">
                    <a16:creationId xmlns:a16="http://schemas.microsoft.com/office/drawing/2014/main" id="{AB918FA5-118C-2A88-D1FD-2C3FC2824BCE}"/>
                  </a:ext>
                </a:extLst>
              </p:cNvPr>
              <p:cNvSpPr>
                <a:spLocks noChangeAspect="1" noChangeArrowheads="1"/>
              </p:cNvSpPr>
              <p:nvPr/>
            </p:nvSpPr>
            <p:spPr bwMode="auto">
              <a:xfrm>
                <a:off x="4935" y="2392"/>
                <a:ext cx="521" cy="230"/>
              </a:xfrm>
              <a:prstGeom prst="rect">
                <a:avLst/>
              </a:prstGeom>
              <a:noFill/>
              <a:ln w="12700" algn="ctr">
                <a:noFill/>
                <a:miter lim="800000"/>
                <a:headEnd/>
                <a:tailEnd/>
              </a:ln>
              <a:effectLst/>
            </p:spPr>
            <p:txBody>
              <a:bodyPr wrap="square" lIns="0" tIns="0" rIns="0" bIns="0" anchor="ctr">
                <a:spAutoFit/>
              </a:bodyPr>
              <a:lstStyle>
                <a:defPPr>
                  <a:defRPr lang="en-GB"/>
                </a:defPPr>
                <a:lvl1pPr algn="l" rtl="0" fontAlgn="base">
                  <a:spcBef>
                    <a:spcPct val="0"/>
                  </a:spcBef>
                  <a:spcAft>
                    <a:spcPct val="0"/>
                  </a:spcAft>
                  <a:defRPr sz="1200" kern="1200">
                    <a:solidFill>
                      <a:schemeClr val="bg2"/>
                    </a:solidFill>
                    <a:latin typeface="Arial" charset="0"/>
                    <a:ea typeface="+mn-ea"/>
                    <a:cs typeface="+mn-cs"/>
                  </a:defRPr>
                </a:lvl1pPr>
                <a:lvl2pPr marL="457200" algn="l" rtl="0" fontAlgn="base">
                  <a:spcBef>
                    <a:spcPct val="0"/>
                  </a:spcBef>
                  <a:spcAft>
                    <a:spcPct val="0"/>
                  </a:spcAft>
                  <a:defRPr sz="1200" kern="1200">
                    <a:solidFill>
                      <a:schemeClr val="bg2"/>
                    </a:solidFill>
                    <a:latin typeface="Arial" charset="0"/>
                    <a:ea typeface="+mn-ea"/>
                    <a:cs typeface="+mn-cs"/>
                  </a:defRPr>
                </a:lvl2pPr>
                <a:lvl3pPr marL="914400" algn="l" rtl="0" fontAlgn="base">
                  <a:spcBef>
                    <a:spcPct val="0"/>
                  </a:spcBef>
                  <a:spcAft>
                    <a:spcPct val="0"/>
                  </a:spcAft>
                  <a:defRPr sz="1200" kern="1200">
                    <a:solidFill>
                      <a:schemeClr val="bg2"/>
                    </a:solidFill>
                    <a:latin typeface="Arial" charset="0"/>
                    <a:ea typeface="+mn-ea"/>
                    <a:cs typeface="+mn-cs"/>
                  </a:defRPr>
                </a:lvl3pPr>
                <a:lvl4pPr marL="1371600" algn="l" rtl="0" fontAlgn="base">
                  <a:spcBef>
                    <a:spcPct val="0"/>
                  </a:spcBef>
                  <a:spcAft>
                    <a:spcPct val="0"/>
                  </a:spcAft>
                  <a:defRPr sz="1200" kern="1200">
                    <a:solidFill>
                      <a:schemeClr val="bg2"/>
                    </a:solidFill>
                    <a:latin typeface="Arial" charset="0"/>
                    <a:ea typeface="+mn-ea"/>
                    <a:cs typeface="+mn-cs"/>
                  </a:defRPr>
                </a:lvl4pPr>
                <a:lvl5pPr marL="1828800" algn="l" rtl="0" fontAlgn="base">
                  <a:spcBef>
                    <a:spcPct val="0"/>
                  </a:spcBef>
                  <a:spcAft>
                    <a:spcPct val="0"/>
                  </a:spcAft>
                  <a:defRPr sz="1200" kern="1200">
                    <a:solidFill>
                      <a:schemeClr val="bg2"/>
                    </a:solidFill>
                    <a:latin typeface="Arial" charset="0"/>
                    <a:ea typeface="+mn-ea"/>
                    <a:cs typeface="+mn-cs"/>
                  </a:defRPr>
                </a:lvl5pPr>
                <a:lvl6pPr marL="2286000" algn="l" defTabSz="914400" rtl="0" eaLnBrk="1" latinLnBrk="0" hangingPunct="1">
                  <a:defRPr sz="1200" kern="1200">
                    <a:solidFill>
                      <a:schemeClr val="bg2"/>
                    </a:solidFill>
                    <a:latin typeface="Arial" charset="0"/>
                    <a:ea typeface="+mn-ea"/>
                    <a:cs typeface="+mn-cs"/>
                  </a:defRPr>
                </a:lvl6pPr>
                <a:lvl7pPr marL="2743200" algn="l" defTabSz="914400" rtl="0" eaLnBrk="1" latinLnBrk="0" hangingPunct="1">
                  <a:defRPr sz="1200" kern="1200">
                    <a:solidFill>
                      <a:schemeClr val="bg2"/>
                    </a:solidFill>
                    <a:latin typeface="Arial" charset="0"/>
                    <a:ea typeface="+mn-ea"/>
                    <a:cs typeface="+mn-cs"/>
                  </a:defRPr>
                </a:lvl7pPr>
                <a:lvl8pPr marL="3200400" algn="l" defTabSz="914400" rtl="0" eaLnBrk="1" latinLnBrk="0" hangingPunct="1">
                  <a:defRPr sz="1200" kern="1200">
                    <a:solidFill>
                      <a:schemeClr val="bg2"/>
                    </a:solidFill>
                    <a:latin typeface="Arial" charset="0"/>
                    <a:ea typeface="+mn-ea"/>
                    <a:cs typeface="+mn-cs"/>
                  </a:defRPr>
                </a:lvl8pPr>
                <a:lvl9pPr marL="3657600" algn="l" defTabSz="914400" rtl="0" eaLnBrk="1" latinLnBrk="0" hangingPunct="1">
                  <a:defRPr sz="1200" kern="1200">
                    <a:solidFill>
                      <a:schemeClr val="bg2"/>
                    </a:solidFill>
                    <a:latin typeface="Arial" charset="0"/>
                    <a:ea typeface="+mn-ea"/>
                    <a:cs typeface="+mn-cs"/>
                  </a:defRPr>
                </a:lvl9pPr>
              </a:lstStyle>
              <a:p>
                <a:pPr algn="ctr"/>
                <a:r>
                  <a:rPr lang="en-US" sz="1100" b="1">
                    <a:solidFill>
                      <a:schemeClr val="tx1"/>
                    </a:solidFill>
                    <a:latin typeface="+mn-lt"/>
                  </a:rPr>
                  <a:t>Internal Controls &amp; </a:t>
                </a:r>
              </a:p>
              <a:p>
                <a:pPr algn="ctr"/>
                <a:r>
                  <a:rPr lang="en-US" sz="1100" b="1">
                    <a:solidFill>
                      <a:schemeClr val="tx1"/>
                    </a:solidFill>
                    <a:latin typeface="+mn-lt"/>
                  </a:rPr>
                  <a:t>Risk Management </a:t>
                </a:r>
              </a:p>
              <a:p>
                <a:pPr lvl="0" algn="ctr"/>
                <a:endParaRPr lang="en-US" sz="1100" b="1">
                  <a:solidFill>
                    <a:schemeClr val="accent2">
                      <a:lumMod val="75000"/>
                    </a:schemeClr>
                  </a:solidFill>
                  <a:latin typeface="+mn-lt"/>
                </a:endParaRPr>
              </a:p>
            </p:txBody>
          </p:sp>
          <p:sp>
            <p:nvSpPr>
              <p:cNvPr id="27" name="Rectangle 26">
                <a:extLst>
                  <a:ext uri="{FF2B5EF4-FFF2-40B4-BE49-F238E27FC236}">
                    <a16:creationId xmlns:a16="http://schemas.microsoft.com/office/drawing/2014/main" id="{863348E9-C585-AADC-B830-0770F96F0D44}"/>
                  </a:ext>
                </a:extLst>
              </p:cNvPr>
              <p:cNvSpPr>
                <a:spLocks noChangeAspect="1" noChangeArrowheads="1"/>
              </p:cNvSpPr>
              <p:nvPr/>
            </p:nvSpPr>
            <p:spPr bwMode="auto">
              <a:xfrm>
                <a:off x="3584" y="2392"/>
                <a:ext cx="524" cy="300"/>
              </a:xfrm>
              <a:prstGeom prst="rect">
                <a:avLst/>
              </a:prstGeom>
              <a:noFill/>
              <a:ln w="12700" algn="ctr">
                <a:noFill/>
                <a:miter lim="800000"/>
                <a:headEnd/>
                <a:tailEnd/>
              </a:ln>
              <a:effectLst/>
            </p:spPr>
            <p:txBody>
              <a:bodyPr wrap="square" lIns="0" tIns="0" rIns="0" bIns="0" anchor="ctr">
                <a:spAutoFit/>
              </a:bodyPr>
              <a:lstStyle>
                <a:defPPr>
                  <a:defRPr lang="en-GB"/>
                </a:defPPr>
                <a:lvl1pPr algn="l" rtl="0" fontAlgn="base">
                  <a:spcBef>
                    <a:spcPct val="0"/>
                  </a:spcBef>
                  <a:spcAft>
                    <a:spcPct val="0"/>
                  </a:spcAft>
                  <a:defRPr sz="1200" kern="1200">
                    <a:solidFill>
                      <a:schemeClr val="bg2"/>
                    </a:solidFill>
                    <a:latin typeface="Arial" charset="0"/>
                    <a:ea typeface="+mn-ea"/>
                    <a:cs typeface="+mn-cs"/>
                  </a:defRPr>
                </a:lvl1pPr>
                <a:lvl2pPr marL="457200" algn="l" rtl="0" fontAlgn="base">
                  <a:spcBef>
                    <a:spcPct val="0"/>
                  </a:spcBef>
                  <a:spcAft>
                    <a:spcPct val="0"/>
                  </a:spcAft>
                  <a:defRPr sz="1200" kern="1200">
                    <a:solidFill>
                      <a:schemeClr val="bg2"/>
                    </a:solidFill>
                    <a:latin typeface="Arial" charset="0"/>
                    <a:ea typeface="+mn-ea"/>
                    <a:cs typeface="+mn-cs"/>
                  </a:defRPr>
                </a:lvl2pPr>
                <a:lvl3pPr marL="914400" algn="l" rtl="0" fontAlgn="base">
                  <a:spcBef>
                    <a:spcPct val="0"/>
                  </a:spcBef>
                  <a:spcAft>
                    <a:spcPct val="0"/>
                  </a:spcAft>
                  <a:defRPr sz="1200" kern="1200">
                    <a:solidFill>
                      <a:schemeClr val="bg2"/>
                    </a:solidFill>
                    <a:latin typeface="Arial" charset="0"/>
                    <a:ea typeface="+mn-ea"/>
                    <a:cs typeface="+mn-cs"/>
                  </a:defRPr>
                </a:lvl3pPr>
                <a:lvl4pPr marL="1371600" algn="l" rtl="0" fontAlgn="base">
                  <a:spcBef>
                    <a:spcPct val="0"/>
                  </a:spcBef>
                  <a:spcAft>
                    <a:spcPct val="0"/>
                  </a:spcAft>
                  <a:defRPr sz="1200" kern="1200">
                    <a:solidFill>
                      <a:schemeClr val="bg2"/>
                    </a:solidFill>
                    <a:latin typeface="Arial" charset="0"/>
                    <a:ea typeface="+mn-ea"/>
                    <a:cs typeface="+mn-cs"/>
                  </a:defRPr>
                </a:lvl4pPr>
                <a:lvl5pPr marL="1828800" algn="l" rtl="0" fontAlgn="base">
                  <a:spcBef>
                    <a:spcPct val="0"/>
                  </a:spcBef>
                  <a:spcAft>
                    <a:spcPct val="0"/>
                  </a:spcAft>
                  <a:defRPr sz="1200" kern="1200">
                    <a:solidFill>
                      <a:schemeClr val="bg2"/>
                    </a:solidFill>
                    <a:latin typeface="Arial" charset="0"/>
                    <a:ea typeface="+mn-ea"/>
                    <a:cs typeface="+mn-cs"/>
                  </a:defRPr>
                </a:lvl5pPr>
                <a:lvl6pPr marL="2286000" algn="l" defTabSz="914400" rtl="0" eaLnBrk="1" latinLnBrk="0" hangingPunct="1">
                  <a:defRPr sz="1200" kern="1200">
                    <a:solidFill>
                      <a:schemeClr val="bg2"/>
                    </a:solidFill>
                    <a:latin typeface="Arial" charset="0"/>
                    <a:ea typeface="+mn-ea"/>
                    <a:cs typeface="+mn-cs"/>
                  </a:defRPr>
                </a:lvl6pPr>
                <a:lvl7pPr marL="2743200" algn="l" defTabSz="914400" rtl="0" eaLnBrk="1" latinLnBrk="0" hangingPunct="1">
                  <a:defRPr sz="1200" kern="1200">
                    <a:solidFill>
                      <a:schemeClr val="bg2"/>
                    </a:solidFill>
                    <a:latin typeface="Arial" charset="0"/>
                    <a:ea typeface="+mn-ea"/>
                    <a:cs typeface="+mn-cs"/>
                  </a:defRPr>
                </a:lvl7pPr>
                <a:lvl8pPr marL="3200400" algn="l" defTabSz="914400" rtl="0" eaLnBrk="1" latinLnBrk="0" hangingPunct="1">
                  <a:defRPr sz="1200" kern="1200">
                    <a:solidFill>
                      <a:schemeClr val="bg2"/>
                    </a:solidFill>
                    <a:latin typeface="Arial" charset="0"/>
                    <a:ea typeface="+mn-ea"/>
                    <a:cs typeface="+mn-cs"/>
                  </a:defRPr>
                </a:lvl8pPr>
                <a:lvl9pPr marL="3657600" algn="l" defTabSz="914400" rtl="0" eaLnBrk="1" latinLnBrk="0" hangingPunct="1">
                  <a:defRPr sz="1200" kern="1200">
                    <a:solidFill>
                      <a:schemeClr val="bg2"/>
                    </a:solidFill>
                    <a:latin typeface="Arial" charset="0"/>
                    <a:ea typeface="+mn-ea"/>
                    <a:cs typeface="+mn-cs"/>
                  </a:defRPr>
                </a:lvl9pPr>
              </a:lstStyle>
              <a:p>
                <a:pPr algn="ctr">
                  <a:buSzPct val="90000"/>
                </a:pPr>
                <a:r>
                  <a:rPr lang="en-US" sz="1100" b="1">
                    <a:solidFill>
                      <a:schemeClr val="bg1"/>
                    </a:solidFill>
                    <a:latin typeface="+mn-lt"/>
                  </a:rPr>
                  <a:t>Oversight of Audit Quality, Scope &amp; Integrity</a:t>
                </a:r>
              </a:p>
              <a:p>
                <a:pPr algn="ctr">
                  <a:buSzPct val="90000"/>
                </a:pPr>
                <a:endParaRPr lang="en-GB" sz="1100" b="1" i="1">
                  <a:solidFill>
                    <a:schemeClr val="bg1"/>
                  </a:solidFill>
                  <a:latin typeface="+mn-lt"/>
                  <a:cs typeface="Arial" charset="0"/>
                </a:endParaRPr>
              </a:p>
            </p:txBody>
          </p:sp>
          <p:sp>
            <p:nvSpPr>
              <p:cNvPr id="28" name="Rectangle 27">
                <a:extLst>
                  <a:ext uri="{FF2B5EF4-FFF2-40B4-BE49-F238E27FC236}">
                    <a16:creationId xmlns:a16="http://schemas.microsoft.com/office/drawing/2014/main" id="{7EB0D9D2-0F9D-3DBF-8D5B-BEE3C7BE7339}"/>
                  </a:ext>
                </a:extLst>
              </p:cNvPr>
              <p:cNvSpPr>
                <a:spLocks noChangeAspect="1" noChangeArrowheads="1"/>
              </p:cNvSpPr>
              <p:nvPr/>
            </p:nvSpPr>
            <p:spPr bwMode="auto">
              <a:xfrm>
                <a:off x="3904" y="2991"/>
                <a:ext cx="568" cy="153"/>
              </a:xfrm>
              <a:prstGeom prst="rect">
                <a:avLst/>
              </a:prstGeom>
              <a:noFill/>
              <a:ln w="12700" algn="ctr">
                <a:noFill/>
                <a:miter lim="800000"/>
                <a:headEnd/>
                <a:tailEnd/>
              </a:ln>
              <a:effectLst/>
            </p:spPr>
            <p:txBody>
              <a:bodyPr lIns="0" tIns="0" rIns="0" bIns="0" anchor="ctr">
                <a:spAutoFit/>
              </a:bodyPr>
              <a:lstStyle>
                <a:defPPr>
                  <a:defRPr lang="en-GB"/>
                </a:defPPr>
                <a:lvl1pPr algn="l" rtl="0" fontAlgn="base">
                  <a:spcBef>
                    <a:spcPct val="0"/>
                  </a:spcBef>
                  <a:spcAft>
                    <a:spcPct val="0"/>
                  </a:spcAft>
                  <a:defRPr sz="1200" kern="1200">
                    <a:solidFill>
                      <a:schemeClr val="bg2"/>
                    </a:solidFill>
                    <a:latin typeface="Arial" charset="0"/>
                    <a:ea typeface="+mn-ea"/>
                    <a:cs typeface="+mn-cs"/>
                  </a:defRPr>
                </a:lvl1pPr>
                <a:lvl2pPr marL="457200" algn="l" rtl="0" fontAlgn="base">
                  <a:spcBef>
                    <a:spcPct val="0"/>
                  </a:spcBef>
                  <a:spcAft>
                    <a:spcPct val="0"/>
                  </a:spcAft>
                  <a:defRPr sz="1200" kern="1200">
                    <a:solidFill>
                      <a:schemeClr val="bg2"/>
                    </a:solidFill>
                    <a:latin typeface="Arial" charset="0"/>
                    <a:ea typeface="+mn-ea"/>
                    <a:cs typeface="+mn-cs"/>
                  </a:defRPr>
                </a:lvl2pPr>
                <a:lvl3pPr marL="914400" algn="l" rtl="0" fontAlgn="base">
                  <a:spcBef>
                    <a:spcPct val="0"/>
                  </a:spcBef>
                  <a:spcAft>
                    <a:spcPct val="0"/>
                  </a:spcAft>
                  <a:defRPr sz="1200" kern="1200">
                    <a:solidFill>
                      <a:schemeClr val="bg2"/>
                    </a:solidFill>
                    <a:latin typeface="Arial" charset="0"/>
                    <a:ea typeface="+mn-ea"/>
                    <a:cs typeface="+mn-cs"/>
                  </a:defRPr>
                </a:lvl3pPr>
                <a:lvl4pPr marL="1371600" algn="l" rtl="0" fontAlgn="base">
                  <a:spcBef>
                    <a:spcPct val="0"/>
                  </a:spcBef>
                  <a:spcAft>
                    <a:spcPct val="0"/>
                  </a:spcAft>
                  <a:defRPr sz="1200" kern="1200">
                    <a:solidFill>
                      <a:schemeClr val="bg2"/>
                    </a:solidFill>
                    <a:latin typeface="Arial" charset="0"/>
                    <a:ea typeface="+mn-ea"/>
                    <a:cs typeface="+mn-cs"/>
                  </a:defRPr>
                </a:lvl4pPr>
                <a:lvl5pPr marL="1828800" algn="l" rtl="0" fontAlgn="base">
                  <a:spcBef>
                    <a:spcPct val="0"/>
                  </a:spcBef>
                  <a:spcAft>
                    <a:spcPct val="0"/>
                  </a:spcAft>
                  <a:defRPr sz="1200" kern="1200">
                    <a:solidFill>
                      <a:schemeClr val="bg2"/>
                    </a:solidFill>
                    <a:latin typeface="Arial" charset="0"/>
                    <a:ea typeface="+mn-ea"/>
                    <a:cs typeface="+mn-cs"/>
                  </a:defRPr>
                </a:lvl5pPr>
                <a:lvl6pPr marL="2286000" algn="l" defTabSz="914400" rtl="0" eaLnBrk="1" latinLnBrk="0" hangingPunct="1">
                  <a:defRPr sz="1200" kern="1200">
                    <a:solidFill>
                      <a:schemeClr val="bg2"/>
                    </a:solidFill>
                    <a:latin typeface="Arial" charset="0"/>
                    <a:ea typeface="+mn-ea"/>
                    <a:cs typeface="+mn-cs"/>
                  </a:defRPr>
                </a:lvl6pPr>
                <a:lvl7pPr marL="2743200" algn="l" defTabSz="914400" rtl="0" eaLnBrk="1" latinLnBrk="0" hangingPunct="1">
                  <a:defRPr sz="1200" kern="1200">
                    <a:solidFill>
                      <a:schemeClr val="bg2"/>
                    </a:solidFill>
                    <a:latin typeface="Arial" charset="0"/>
                    <a:ea typeface="+mn-ea"/>
                    <a:cs typeface="+mn-cs"/>
                  </a:defRPr>
                </a:lvl7pPr>
                <a:lvl8pPr marL="3200400" algn="l" defTabSz="914400" rtl="0" eaLnBrk="1" latinLnBrk="0" hangingPunct="1">
                  <a:defRPr sz="1200" kern="1200">
                    <a:solidFill>
                      <a:schemeClr val="bg2"/>
                    </a:solidFill>
                    <a:latin typeface="Arial" charset="0"/>
                    <a:ea typeface="+mn-ea"/>
                    <a:cs typeface="+mn-cs"/>
                  </a:defRPr>
                </a:lvl8pPr>
                <a:lvl9pPr marL="3657600" algn="l" defTabSz="914400" rtl="0" eaLnBrk="1" latinLnBrk="0" hangingPunct="1">
                  <a:defRPr sz="1200" kern="1200">
                    <a:solidFill>
                      <a:schemeClr val="bg2"/>
                    </a:solidFill>
                    <a:latin typeface="Arial" charset="0"/>
                    <a:ea typeface="+mn-ea"/>
                    <a:cs typeface="+mn-cs"/>
                  </a:defRPr>
                </a:lvl9pPr>
              </a:lstStyle>
              <a:p>
                <a:pPr algn="ctr">
                  <a:buSzPct val="90000"/>
                </a:pPr>
                <a:r>
                  <a:rPr lang="en-US" sz="1100" b="1">
                    <a:solidFill>
                      <a:schemeClr val="tx1"/>
                    </a:solidFill>
                    <a:latin typeface="+mn-lt"/>
                  </a:rPr>
                  <a:t>Independence &amp; Non-Audit Services</a:t>
                </a:r>
              </a:p>
            </p:txBody>
          </p:sp>
          <p:sp>
            <p:nvSpPr>
              <p:cNvPr id="29" name="Rectangle 28">
                <a:extLst>
                  <a:ext uri="{FF2B5EF4-FFF2-40B4-BE49-F238E27FC236}">
                    <a16:creationId xmlns:a16="http://schemas.microsoft.com/office/drawing/2014/main" id="{B5FC5288-3CBC-A900-2C85-13EEDEB8F88F}"/>
                  </a:ext>
                </a:extLst>
              </p:cNvPr>
              <p:cNvSpPr>
                <a:spLocks noChangeAspect="1" noChangeArrowheads="1"/>
              </p:cNvSpPr>
              <p:nvPr/>
            </p:nvSpPr>
            <p:spPr bwMode="auto">
              <a:xfrm>
                <a:off x="4529" y="3030"/>
                <a:ext cx="715" cy="75"/>
              </a:xfrm>
              <a:prstGeom prst="rect">
                <a:avLst/>
              </a:prstGeom>
              <a:noFill/>
              <a:ln w="12700" algn="ctr">
                <a:noFill/>
                <a:miter lim="800000"/>
                <a:headEnd/>
                <a:tailEnd/>
              </a:ln>
              <a:effectLst/>
            </p:spPr>
            <p:txBody>
              <a:bodyPr lIns="0" tIns="0" rIns="0" bIns="0" anchor="ctr">
                <a:spAutoFit/>
              </a:bodyPr>
              <a:lstStyle>
                <a:defPPr>
                  <a:defRPr lang="en-GB"/>
                </a:defPPr>
                <a:lvl1pPr algn="l" rtl="0" fontAlgn="base">
                  <a:spcBef>
                    <a:spcPct val="0"/>
                  </a:spcBef>
                  <a:spcAft>
                    <a:spcPct val="0"/>
                  </a:spcAft>
                  <a:defRPr sz="1200" kern="1200">
                    <a:solidFill>
                      <a:schemeClr val="bg2"/>
                    </a:solidFill>
                    <a:latin typeface="Arial" charset="0"/>
                    <a:ea typeface="+mn-ea"/>
                    <a:cs typeface="+mn-cs"/>
                  </a:defRPr>
                </a:lvl1pPr>
                <a:lvl2pPr marL="457200" algn="l" rtl="0" fontAlgn="base">
                  <a:spcBef>
                    <a:spcPct val="0"/>
                  </a:spcBef>
                  <a:spcAft>
                    <a:spcPct val="0"/>
                  </a:spcAft>
                  <a:defRPr sz="1200" kern="1200">
                    <a:solidFill>
                      <a:schemeClr val="bg2"/>
                    </a:solidFill>
                    <a:latin typeface="Arial" charset="0"/>
                    <a:ea typeface="+mn-ea"/>
                    <a:cs typeface="+mn-cs"/>
                  </a:defRPr>
                </a:lvl2pPr>
                <a:lvl3pPr marL="914400" algn="l" rtl="0" fontAlgn="base">
                  <a:spcBef>
                    <a:spcPct val="0"/>
                  </a:spcBef>
                  <a:spcAft>
                    <a:spcPct val="0"/>
                  </a:spcAft>
                  <a:defRPr sz="1200" kern="1200">
                    <a:solidFill>
                      <a:schemeClr val="bg2"/>
                    </a:solidFill>
                    <a:latin typeface="Arial" charset="0"/>
                    <a:ea typeface="+mn-ea"/>
                    <a:cs typeface="+mn-cs"/>
                  </a:defRPr>
                </a:lvl3pPr>
                <a:lvl4pPr marL="1371600" algn="l" rtl="0" fontAlgn="base">
                  <a:spcBef>
                    <a:spcPct val="0"/>
                  </a:spcBef>
                  <a:spcAft>
                    <a:spcPct val="0"/>
                  </a:spcAft>
                  <a:defRPr sz="1200" kern="1200">
                    <a:solidFill>
                      <a:schemeClr val="bg2"/>
                    </a:solidFill>
                    <a:latin typeface="Arial" charset="0"/>
                    <a:ea typeface="+mn-ea"/>
                    <a:cs typeface="+mn-cs"/>
                  </a:defRPr>
                </a:lvl4pPr>
                <a:lvl5pPr marL="1828800" algn="l" rtl="0" fontAlgn="base">
                  <a:spcBef>
                    <a:spcPct val="0"/>
                  </a:spcBef>
                  <a:spcAft>
                    <a:spcPct val="0"/>
                  </a:spcAft>
                  <a:defRPr sz="1200" kern="1200">
                    <a:solidFill>
                      <a:schemeClr val="bg2"/>
                    </a:solidFill>
                    <a:latin typeface="Arial" charset="0"/>
                    <a:ea typeface="+mn-ea"/>
                    <a:cs typeface="+mn-cs"/>
                  </a:defRPr>
                </a:lvl5pPr>
                <a:lvl6pPr marL="2286000" algn="l" defTabSz="914400" rtl="0" eaLnBrk="1" latinLnBrk="0" hangingPunct="1">
                  <a:defRPr sz="1200" kern="1200">
                    <a:solidFill>
                      <a:schemeClr val="bg2"/>
                    </a:solidFill>
                    <a:latin typeface="Arial" charset="0"/>
                    <a:ea typeface="+mn-ea"/>
                    <a:cs typeface="+mn-cs"/>
                  </a:defRPr>
                </a:lvl6pPr>
                <a:lvl7pPr marL="2743200" algn="l" defTabSz="914400" rtl="0" eaLnBrk="1" latinLnBrk="0" hangingPunct="1">
                  <a:defRPr sz="1200" kern="1200">
                    <a:solidFill>
                      <a:schemeClr val="bg2"/>
                    </a:solidFill>
                    <a:latin typeface="Arial" charset="0"/>
                    <a:ea typeface="+mn-ea"/>
                    <a:cs typeface="+mn-cs"/>
                  </a:defRPr>
                </a:lvl7pPr>
                <a:lvl8pPr marL="3200400" algn="l" defTabSz="914400" rtl="0" eaLnBrk="1" latinLnBrk="0" hangingPunct="1">
                  <a:defRPr sz="1200" kern="1200">
                    <a:solidFill>
                      <a:schemeClr val="bg2"/>
                    </a:solidFill>
                    <a:latin typeface="Arial" charset="0"/>
                    <a:ea typeface="+mn-ea"/>
                    <a:cs typeface="+mn-cs"/>
                  </a:defRPr>
                </a:lvl8pPr>
                <a:lvl9pPr marL="3657600" algn="l" defTabSz="914400" rtl="0" eaLnBrk="1" latinLnBrk="0" hangingPunct="1">
                  <a:defRPr sz="1200" kern="1200">
                    <a:solidFill>
                      <a:schemeClr val="bg2"/>
                    </a:solidFill>
                    <a:latin typeface="Arial" charset="0"/>
                    <a:ea typeface="+mn-ea"/>
                    <a:cs typeface="+mn-cs"/>
                  </a:defRPr>
                </a:lvl9pPr>
              </a:lstStyle>
              <a:p>
                <a:pPr algn="ctr">
                  <a:buSzPct val="90000"/>
                </a:pPr>
                <a:r>
                  <a:rPr lang="en-GB" sz="1100" b="1">
                    <a:solidFill>
                      <a:schemeClr val="bg1"/>
                    </a:solidFill>
                    <a:latin typeface="+mn-lt"/>
                    <a:cs typeface="Arial" charset="0"/>
                  </a:rPr>
                  <a:t>Shareholder Engagement</a:t>
                </a:r>
              </a:p>
            </p:txBody>
          </p:sp>
        </p:grpSp>
        <p:sp>
          <p:nvSpPr>
            <p:cNvPr id="10" name="Rectangle 9">
              <a:extLst>
                <a:ext uri="{FF2B5EF4-FFF2-40B4-BE49-F238E27FC236}">
                  <a16:creationId xmlns:a16="http://schemas.microsoft.com/office/drawing/2014/main" id="{6C7B3E59-DED2-43F1-BA9F-BA1B0ACF2D2F}"/>
                </a:ext>
              </a:extLst>
            </p:cNvPr>
            <p:cNvSpPr>
              <a:spLocks noChangeArrowheads="1"/>
            </p:cNvSpPr>
            <p:nvPr/>
          </p:nvSpPr>
          <p:spPr bwMode="auto">
            <a:xfrm>
              <a:off x="543582" y="2424042"/>
              <a:ext cx="1921142" cy="1133135"/>
            </a:xfrm>
            <a:prstGeom prst="rect">
              <a:avLst/>
            </a:prstGeom>
            <a:noFill/>
            <a:ln w="9525">
              <a:noFill/>
              <a:miter lim="800000"/>
              <a:headEnd/>
              <a:tailEnd/>
            </a:ln>
            <a:effectLst/>
          </p:spPr>
          <p:txBody>
            <a:bodyPr lIns="90000" tIns="54000" rIns="54000" bIns="54000" anchor="t"/>
            <a:lstStyle>
              <a:defPPr>
                <a:defRPr lang="en-GB"/>
              </a:defPPr>
              <a:lvl1pPr algn="l" rtl="0" fontAlgn="base">
                <a:spcBef>
                  <a:spcPct val="0"/>
                </a:spcBef>
                <a:spcAft>
                  <a:spcPct val="0"/>
                </a:spcAft>
                <a:defRPr sz="1200" kern="1200">
                  <a:solidFill>
                    <a:schemeClr val="bg2"/>
                  </a:solidFill>
                  <a:latin typeface="Arial" charset="0"/>
                  <a:ea typeface="+mn-ea"/>
                  <a:cs typeface="+mn-cs"/>
                </a:defRPr>
              </a:lvl1pPr>
              <a:lvl2pPr marL="457200" algn="l" rtl="0" fontAlgn="base">
                <a:spcBef>
                  <a:spcPct val="0"/>
                </a:spcBef>
                <a:spcAft>
                  <a:spcPct val="0"/>
                </a:spcAft>
                <a:defRPr sz="1200" kern="1200">
                  <a:solidFill>
                    <a:schemeClr val="bg2"/>
                  </a:solidFill>
                  <a:latin typeface="Arial" charset="0"/>
                  <a:ea typeface="+mn-ea"/>
                  <a:cs typeface="+mn-cs"/>
                </a:defRPr>
              </a:lvl2pPr>
              <a:lvl3pPr marL="914400" algn="l" rtl="0" fontAlgn="base">
                <a:spcBef>
                  <a:spcPct val="0"/>
                </a:spcBef>
                <a:spcAft>
                  <a:spcPct val="0"/>
                </a:spcAft>
                <a:defRPr sz="1200" kern="1200">
                  <a:solidFill>
                    <a:schemeClr val="bg2"/>
                  </a:solidFill>
                  <a:latin typeface="Arial" charset="0"/>
                  <a:ea typeface="+mn-ea"/>
                  <a:cs typeface="+mn-cs"/>
                </a:defRPr>
              </a:lvl3pPr>
              <a:lvl4pPr marL="1371600" algn="l" rtl="0" fontAlgn="base">
                <a:spcBef>
                  <a:spcPct val="0"/>
                </a:spcBef>
                <a:spcAft>
                  <a:spcPct val="0"/>
                </a:spcAft>
                <a:defRPr sz="1200" kern="1200">
                  <a:solidFill>
                    <a:schemeClr val="bg2"/>
                  </a:solidFill>
                  <a:latin typeface="Arial" charset="0"/>
                  <a:ea typeface="+mn-ea"/>
                  <a:cs typeface="+mn-cs"/>
                </a:defRPr>
              </a:lvl4pPr>
              <a:lvl5pPr marL="1828800" algn="l" rtl="0" fontAlgn="base">
                <a:spcBef>
                  <a:spcPct val="0"/>
                </a:spcBef>
                <a:spcAft>
                  <a:spcPct val="0"/>
                </a:spcAft>
                <a:defRPr sz="1200" kern="1200">
                  <a:solidFill>
                    <a:schemeClr val="bg2"/>
                  </a:solidFill>
                  <a:latin typeface="Arial" charset="0"/>
                  <a:ea typeface="+mn-ea"/>
                  <a:cs typeface="+mn-cs"/>
                </a:defRPr>
              </a:lvl5pPr>
              <a:lvl6pPr marL="2286000" algn="l" defTabSz="914400" rtl="0" eaLnBrk="1" latinLnBrk="0" hangingPunct="1">
                <a:defRPr sz="1200" kern="1200">
                  <a:solidFill>
                    <a:schemeClr val="bg2"/>
                  </a:solidFill>
                  <a:latin typeface="Arial" charset="0"/>
                  <a:ea typeface="+mn-ea"/>
                  <a:cs typeface="+mn-cs"/>
                </a:defRPr>
              </a:lvl6pPr>
              <a:lvl7pPr marL="2743200" algn="l" defTabSz="914400" rtl="0" eaLnBrk="1" latinLnBrk="0" hangingPunct="1">
                <a:defRPr sz="1200" kern="1200">
                  <a:solidFill>
                    <a:schemeClr val="bg2"/>
                  </a:solidFill>
                  <a:latin typeface="Arial" charset="0"/>
                  <a:ea typeface="+mn-ea"/>
                  <a:cs typeface="+mn-cs"/>
                </a:defRPr>
              </a:lvl7pPr>
              <a:lvl8pPr marL="3200400" algn="l" defTabSz="914400" rtl="0" eaLnBrk="1" latinLnBrk="0" hangingPunct="1">
                <a:defRPr sz="1200" kern="1200">
                  <a:solidFill>
                    <a:schemeClr val="bg2"/>
                  </a:solidFill>
                  <a:latin typeface="Arial" charset="0"/>
                  <a:ea typeface="+mn-ea"/>
                  <a:cs typeface="+mn-cs"/>
                </a:defRPr>
              </a:lvl8pPr>
              <a:lvl9pPr marL="3657600" algn="l" defTabSz="914400" rtl="0" eaLnBrk="1" latinLnBrk="0" hangingPunct="1">
                <a:defRPr sz="1200" kern="1200">
                  <a:solidFill>
                    <a:schemeClr val="bg2"/>
                  </a:solidFill>
                  <a:latin typeface="Arial" charset="0"/>
                  <a:ea typeface="+mn-ea"/>
                  <a:cs typeface="+mn-cs"/>
                </a:defRPr>
              </a:lvl9pPr>
            </a:lstStyle>
            <a:p>
              <a:pPr>
                <a:buSzPct val="90000"/>
              </a:pPr>
              <a:r>
                <a:rPr lang="en-US" sz="1400" b="1">
                  <a:solidFill>
                    <a:schemeClr val="tx1"/>
                  </a:solidFill>
                  <a:latin typeface="+mn-lt"/>
                </a:rPr>
                <a:t>Appointment, Compensation &amp; </a:t>
              </a:r>
            </a:p>
            <a:p>
              <a:pPr>
                <a:buSzPct val="90000"/>
              </a:pPr>
              <a:r>
                <a:rPr lang="en-US" sz="1400" b="1">
                  <a:solidFill>
                    <a:schemeClr val="tx1"/>
                  </a:solidFill>
                  <a:latin typeface="+mn-lt"/>
                </a:rPr>
                <a:t>Rotation</a:t>
              </a:r>
            </a:p>
            <a:p>
              <a:pPr marL="180975" lvl="2" indent="-177800">
                <a:spcBef>
                  <a:spcPts val="0"/>
                </a:spcBef>
                <a:spcAft>
                  <a:spcPts val="200"/>
                </a:spcAft>
                <a:buFont typeface="Wingdings 2" pitchFamily="18" charset="2"/>
                <a:buChar char=""/>
              </a:pPr>
              <a:endParaRPr lang="en-GB" sz="1100" kern="0">
                <a:solidFill>
                  <a:schemeClr val="tx1"/>
                </a:solidFill>
                <a:latin typeface="+mn-lt"/>
                <a:cs typeface="Arial" charset="0"/>
              </a:endParaRPr>
            </a:p>
            <a:p>
              <a:pPr marL="180975" lvl="2" indent="-177800">
                <a:spcBef>
                  <a:spcPts val="0"/>
                </a:spcBef>
                <a:spcAft>
                  <a:spcPts val="200"/>
                </a:spcAft>
                <a:buFont typeface="Wingdings 2" pitchFamily="18" charset="2"/>
                <a:buChar char=""/>
              </a:pPr>
              <a:r>
                <a:rPr lang="en-US">
                  <a:solidFill>
                    <a:schemeClr val="tx1"/>
                  </a:solidFill>
                  <a:latin typeface="+mn-lt"/>
                </a:rPr>
                <a:t>Recommending or approving the appointment of External Auditor</a:t>
              </a:r>
            </a:p>
            <a:p>
              <a:pPr marL="180975" lvl="2" indent="-177800">
                <a:spcBef>
                  <a:spcPts val="0"/>
                </a:spcBef>
                <a:spcAft>
                  <a:spcPts val="200"/>
                </a:spcAft>
                <a:buFont typeface="Wingdings 2" pitchFamily="18" charset="2"/>
                <a:buChar char=""/>
              </a:pPr>
              <a:r>
                <a:rPr lang="en-US">
                  <a:solidFill>
                    <a:schemeClr val="tx1"/>
                  </a:solidFill>
                  <a:latin typeface="+mn-lt"/>
                </a:rPr>
                <a:t>Recommendation for remuneration and rotation of external auditors</a:t>
              </a:r>
              <a:endParaRPr lang="en-GB">
                <a:solidFill>
                  <a:schemeClr val="tx1"/>
                </a:solidFill>
                <a:latin typeface="+mn-lt"/>
              </a:endParaRPr>
            </a:p>
            <a:p>
              <a:pPr marL="180975" lvl="2" indent="-177800">
                <a:spcBef>
                  <a:spcPts val="0"/>
                </a:spcBef>
                <a:spcAft>
                  <a:spcPts val="200"/>
                </a:spcAft>
                <a:buFont typeface="Wingdings 2" pitchFamily="18" charset="2"/>
                <a:buChar char=""/>
              </a:pPr>
              <a:endParaRPr lang="en-GB" sz="1100">
                <a:solidFill>
                  <a:schemeClr val="tx1"/>
                </a:solidFill>
                <a:latin typeface="+mn-lt"/>
              </a:endParaRPr>
            </a:p>
          </p:txBody>
        </p:sp>
        <p:sp>
          <p:nvSpPr>
            <p:cNvPr id="11" name="Rectangle 10">
              <a:extLst>
                <a:ext uri="{FF2B5EF4-FFF2-40B4-BE49-F238E27FC236}">
                  <a16:creationId xmlns:a16="http://schemas.microsoft.com/office/drawing/2014/main" id="{50357ED5-DED3-AAF3-D278-AE7E85518733}"/>
                </a:ext>
              </a:extLst>
            </p:cNvPr>
            <p:cNvSpPr>
              <a:spLocks noChangeArrowheads="1"/>
            </p:cNvSpPr>
            <p:nvPr/>
          </p:nvSpPr>
          <p:spPr bwMode="auto">
            <a:xfrm>
              <a:off x="507542" y="3741665"/>
              <a:ext cx="1705623" cy="1296432"/>
            </a:xfrm>
            <a:prstGeom prst="rect">
              <a:avLst/>
            </a:prstGeom>
            <a:noFill/>
            <a:ln w="9525">
              <a:noFill/>
              <a:miter lim="800000"/>
              <a:headEnd/>
              <a:tailEnd/>
            </a:ln>
            <a:effectLst/>
          </p:spPr>
          <p:txBody>
            <a:bodyPr lIns="90000" tIns="54000" rIns="54000" bIns="54000" anchor="t"/>
            <a:lstStyle>
              <a:defPPr>
                <a:defRPr lang="en-GB"/>
              </a:defPPr>
              <a:lvl1pPr algn="l" rtl="0" fontAlgn="base">
                <a:spcBef>
                  <a:spcPct val="0"/>
                </a:spcBef>
                <a:spcAft>
                  <a:spcPct val="0"/>
                </a:spcAft>
                <a:defRPr sz="1200" kern="1200">
                  <a:solidFill>
                    <a:schemeClr val="bg2"/>
                  </a:solidFill>
                  <a:latin typeface="Arial" charset="0"/>
                  <a:ea typeface="+mn-ea"/>
                  <a:cs typeface="+mn-cs"/>
                </a:defRPr>
              </a:lvl1pPr>
              <a:lvl2pPr marL="457200" algn="l" rtl="0" fontAlgn="base">
                <a:spcBef>
                  <a:spcPct val="0"/>
                </a:spcBef>
                <a:spcAft>
                  <a:spcPct val="0"/>
                </a:spcAft>
                <a:defRPr sz="1200" kern="1200">
                  <a:solidFill>
                    <a:schemeClr val="bg2"/>
                  </a:solidFill>
                  <a:latin typeface="Arial" charset="0"/>
                  <a:ea typeface="+mn-ea"/>
                  <a:cs typeface="+mn-cs"/>
                </a:defRPr>
              </a:lvl2pPr>
              <a:lvl3pPr marL="914400" algn="l" rtl="0" fontAlgn="base">
                <a:spcBef>
                  <a:spcPct val="0"/>
                </a:spcBef>
                <a:spcAft>
                  <a:spcPct val="0"/>
                </a:spcAft>
                <a:defRPr sz="1200" kern="1200">
                  <a:solidFill>
                    <a:schemeClr val="bg2"/>
                  </a:solidFill>
                  <a:latin typeface="Arial" charset="0"/>
                  <a:ea typeface="+mn-ea"/>
                  <a:cs typeface="+mn-cs"/>
                </a:defRPr>
              </a:lvl3pPr>
              <a:lvl4pPr marL="1371600" algn="l" rtl="0" fontAlgn="base">
                <a:spcBef>
                  <a:spcPct val="0"/>
                </a:spcBef>
                <a:spcAft>
                  <a:spcPct val="0"/>
                </a:spcAft>
                <a:defRPr sz="1200" kern="1200">
                  <a:solidFill>
                    <a:schemeClr val="bg2"/>
                  </a:solidFill>
                  <a:latin typeface="Arial" charset="0"/>
                  <a:ea typeface="+mn-ea"/>
                  <a:cs typeface="+mn-cs"/>
                </a:defRPr>
              </a:lvl4pPr>
              <a:lvl5pPr marL="1828800" algn="l" rtl="0" fontAlgn="base">
                <a:spcBef>
                  <a:spcPct val="0"/>
                </a:spcBef>
                <a:spcAft>
                  <a:spcPct val="0"/>
                </a:spcAft>
                <a:defRPr sz="1200" kern="1200">
                  <a:solidFill>
                    <a:schemeClr val="bg2"/>
                  </a:solidFill>
                  <a:latin typeface="Arial" charset="0"/>
                  <a:ea typeface="+mn-ea"/>
                  <a:cs typeface="+mn-cs"/>
                </a:defRPr>
              </a:lvl5pPr>
              <a:lvl6pPr marL="2286000" algn="l" defTabSz="914400" rtl="0" eaLnBrk="1" latinLnBrk="0" hangingPunct="1">
                <a:defRPr sz="1200" kern="1200">
                  <a:solidFill>
                    <a:schemeClr val="bg2"/>
                  </a:solidFill>
                  <a:latin typeface="Arial" charset="0"/>
                  <a:ea typeface="+mn-ea"/>
                  <a:cs typeface="+mn-cs"/>
                </a:defRPr>
              </a:lvl6pPr>
              <a:lvl7pPr marL="2743200" algn="l" defTabSz="914400" rtl="0" eaLnBrk="1" latinLnBrk="0" hangingPunct="1">
                <a:defRPr sz="1200" kern="1200">
                  <a:solidFill>
                    <a:schemeClr val="bg2"/>
                  </a:solidFill>
                  <a:latin typeface="Arial" charset="0"/>
                  <a:ea typeface="+mn-ea"/>
                  <a:cs typeface="+mn-cs"/>
                </a:defRPr>
              </a:lvl7pPr>
              <a:lvl8pPr marL="3200400" algn="l" defTabSz="914400" rtl="0" eaLnBrk="1" latinLnBrk="0" hangingPunct="1">
                <a:defRPr sz="1200" kern="1200">
                  <a:solidFill>
                    <a:schemeClr val="bg2"/>
                  </a:solidFill>
                  <a:latin typeface="Arial" charset="0"/>
                  <a:ea typeface="+mn-ea"/>
                  <a:cs typeface="+mn-cs"/>
                </a:defRPr>
              </a:lvl8pPr>
              <a:lvl9pPr marL="3657600" algn="l" defTabSz="914400" rtl="0" eaLnBrk="1" latinLnBrk="0" hangingPunct="1">
                <a:defRPr sz="1200" kern="1200">
                  <a:solidFill>
                    <a:schemeClr val="bg2"/>
                  </a:solidFill>
                  <a:latin typeface="Arial" charset="0"/>
                  <a:ea typeface="+mn-ea"/>
                  <a:cs typeface="+mn-cs"/>
                </a:defRPr>
              </a:lvl9pPr>
            </a:lstStyle>
            <a:p>
              <a:pPr marL="3175" lvl="2">
                <a:spcBef>
                  <a:spcPts val="0"/>
                </a:spcBef>
                <a:spcAft>
                  <a:spcPts val="200"/>
                </a:spcAft>
              </a:pPr>
              <a:r>
                <a:rPr lang="en-US" sz="1400" b="1">
                  <a:solidFill>
                    <a:schemeClr val="tx1"/>
                  </a:solidFill>
                  <a:latin typeface="+mn-lt"/>
                </a:rPr>
                <a:t>Oversight of Audit Quality, Scope &amp; Integrity</a:t>
              </a:r>
            </a:p>
            <a:p>
              <a:pPr marL="3175" lvl="2">
                <a:spcBef>
                  <a:spcPts val="0"/>
                </a:spcBef>
                <a:spcAft>
                  <a:spcPts val="200"/>
                </a:spcAft>
              </a:pPr>
              <a:endParaRPr lang="en-US" sz="1100" b="1">
                <a:solidFill>
                  <a:schemeClr val="accent2">
                    <a:lumMod val="75000"/>
                  </a:schemeClr>
                </a:solidFill>
                <a:latin typeface="+mn-lt"/>
              </a:endParaRPr>
            </a:p>
            <a:p>
              <a:pPr marL="180975" lvl="2" indent="-177800">
                <a:spcBef>
                  <a:spcPts val="0"/>
                </a:spcBef>
                <a:spcAft>
                  <a:spcPts val="200"/>
                </a:spcAft>
                <a:buFont typeface="Wingdings 2" pitchFamily="18" charset="2"/>
                <a:buChar char=""/>
              </a:pPr>
              <a:r>
                <a:rPr lang="en-US">
                  <a:solidFill>
                    <a:schemeClr val="tx1"/>
                  </a:solidFill>
                  <a:latin typeface="+mn-lt"/>
                </a:rPr>
                <a:t>Reviewing audit scope, performance, effectiveness, transparency, integrity and key observations</a:t>
              </a:r>
            </a:p>
            <a:p>
              <a:pPr marL="3175" lvl="2">
                <a:spcBef>
                  <a:spcPts val="0"/>
                </a:spcBef>
                <a:spcAft>
                  <a:spcPts val="200"/>
                </a:spcAft>
              </a:pPr>
              <a:endParaRPr lang="en-GB" sz="1100">
                <a:solidFill>
                  <a:schemeClr val="tx1"/>
                </a:solidFill>
                <a:latin typeface="+mn-lt"/>
              </a:endParaRPr>
            </a:p>
          </p:txBody>
        </p:sp>
        <p:sp>
          <p:nvSpPr>
            <p:cNvPr id="12" name="Rectangle 11">
              <a:extLst>
                <a:ext uri="{FF2B5EF4-FFF2-40B4-BE49-F238E27FC236}">
                  <a16:creationId xmlns:a16="http://schemas.microsoft.com/office/drawing/2014/main" id="{2003CB19-ADC8-9C20-C187-0947BA9B6FEB}"/>
                </a:ext>
              </a:extLst>
            </p:cNvPr>
            <p:cNvSpPr>
              <a:spLocks noChangeArrowheads="1"/>
            </p:cNvSpPr>
            <p:nvPr/>
          </p:nvSpPr>
          <p:spPr bwMode="auto">
            <a:xfrm>
              <a:off x="525351" y="4928479"/>
              <a:ext cx="1785938" cy="1295400"/>
            </a:xfrm>
            <a:prstGeom prst="rect">
              <a:avLst/>
            </a:prstGeom>
            <a:noFill/>
            <a:ln w="9525">
              <a:noFill/>
              <a:miter lim="800000"/>
              <a:headEnd/>
              <a:tailEnd/>
            </a:ln>
            <a:effectLst/>
          </p:spPr>
          <p:txBody>
            <a:bodyPr lIns="90000" tIns="54000" rIns="54000" bIns="54000" anchor="t"/>
            <a:lstStyle>
              <a:defPPr>
                <a:defRPr lang="en-GB"/>
              </a:defPPr>
              <a:lvl1pPr algn="l" rtl="0" fontAlgn="base">
                <a:spcBef>
                  <a:spcPct val="0"/>
                </a:spcBef>
                <a:spcAft>
                  <a:spcPct val="0"/>
                </a:spcAft>
                <a:defRPr sz="1200" kern="1200">
                  <a:solidFill>
                    <a:schemeClr val="bg2"/>
                  </a:solidFill>
                  <a:latin typeface="Arial" charset="0"/>
                  <a:ea typeface="+mn-ea"/>
                  <a:cs typeface="+mn-cs"/>
                </a:defRPr>
              </a:lvl1pPr>
              <a:lvl2pPr marL="457200" algn="l" rtl="0" fontAlgn="base">
                <a:spcBef>
                  <a:spcPct val="0"/>
                </a:spcBef>
                <a:spcAft>
                  <a:spcPct val="0"/>
                </a:spcAft>
                <a:defRPr sz="1200" kern="1200">
                  <a:solidFill>
                    <a:schemeClr val="bg2"/>
                  </a:solidFill>
                  <a:latin typeface="Arial" charset="0"/>
                  <a:ea typeface="+mn-ea"/>
                  <a:cs typeface="+mn-cs"/>
                </a:defRPr>
              </a:lvl2pPr>
              <a:lvl3pPr marL="914400" algn="l" rtl="0" fontAlgn="base">
                <a:spcBef>
                  <a:spcPct val="0"/>
                </a:spcBef>
                <a:spcAft>
                  <a:spcPct val="0"/>
                </a:spcAft>
                <a:defRPr sz="1200" kern="1200">
                  <a:solidFill>
                    <a:schemeClr val="bg2"/>
                  </a:solidFill>
                  <a:latin typeface="Arial" charset="0"/>
                  <a:ea typeface="+mn-ea"/>
                  <a:cs typeface="+mn-cs"/>
                </a:defRPr>
              </a:lvl3pPr>
              <a:lvl4pPr marL="1371600" algn="l" rtl="0" fontAlgn="base">
                <a:spcBef>
                  <a:spcPct val="0"/>
                </a:spcBef>
                <a:spcAft>
                  <a:spcPct val="0"/>
                </a:spcAft>
                <a:defRPr sz="1200" kern="1200">
                  <a:solidFill>
                    <a:schemeClr val="bg2"/>
                  </a:solidFill>
                  <a:latin typeface="Arial" charset="0"/>
                  <a:ea typeface="+mn-ea"/>
                  <a:cs typeface="+mn-cs"/>
                </a:defRPr>
              </a:lvl4pPr>
              <a:lvl5pPr marL="1828800" algn="l" rtl="0" fontAlgn="base">
                <a:spcBef>
                  <a:spcPct val="0"/>
                </a:spcBef>
                <a:spcAft>
                  <a:spcPct val="0"/>
                </a:spcAft>
                <a:defRPr sz="1200" kern="1200">
                  <a:solidFill>
                    <a:schemeClr val="bg2"/>
                  </a:solidFill>
                  <a:latin typeface="Arial" charset="0"/>
                  <a:ea typeface="+mn-ea"/>
                  <a:cs typeface="+mn-cs"/>
                </a:defRPr>
              </a:lvl5pPr>
              <a:lvl6pPr marL="2286000" algn="l" defTabSz="914400" rtl="0" eaLnBrk="1" latinLnBrk="0" hangingPunct="1">
                <a:defRPr sz="1200" kern="1200">
                  <a:solidFill>
                    <a:schemeClr val="bg2"/>
                  </a:solidFill>
                  <a:latin typeface="Arial" charset="0"/>
                  <a:ea typeface="+mn-ea"/>
                  <a:cs typeface="+mn-cs"/>
                </a:defRPr>
              </a:lvl6pPr>
              <a:lvl7pPr marL="2743200" algn="l" defTabSz="914400" rtl="0" eaLnBrk="1" latinLnBrk="0" hangingPunct="1">
                <a:defRPr sz="1200" kern="1200">
                  <a:solidFill>
                    <a:schemeClr val="bg2"/>
                  </a:solidFill>
                  <a:latin typeface="Arial" charset="0"/>
                  <a:ea typeface="+mn-ea"/>
                  <a:cs typeface="+mn-cs"/>
                </a:defRPr>
              </a:lvl7pPr>
              <a:lvl8pPr marL="3200400" algn="l" defTabSz="914400" rtl="0" eaLnBrk="1" latinLnBrk="0" hangingPunct="1">
                <a:defRPr sz="1200" kern="1200">
                  <a:solidFill>
                    <a:schemeClr val="bg2"/>
                  </a:solidFill>
                  <a:latin typeface="Arial" charset="0"/>
                  <a:ea typeface="+mn-ea"/>
                  <a:cs typeface="+mn-cs"/>
                </a:defRPr>
              </a:lvl8pPr>
              <a:lvl9pPr marL="3657600" algn="l" defTabSz="914400" rtl="0" eaLnBrk="1" latinLnBrk="0" hangingPunct="1">
                <a:defRPr sz="1200" kern="1200">
                  <a:solidFill>
                    <a:schemeClr val="bg2"/>
                  </a:solidFill>
                  <a:latin typeface="Arial" charset="0"/>
                  <a:ea typeface="+mn-ea"/>
                  <a:cs typeface="+mn-cs"/>
                </a:defRPr>
              </a:lvl9pPr>
            </a:lstStyle>
            <a:p>
              <a:pPr marL="3175" lvl="2">
                <a:spcBef>
                  <a:spcPts val="0"/>
                </a:spcBef>
                <a:spcAft>
                  <a:spcPts val="200"/>
                </a:spcAft>
              </a:pPr>
              <a:r>
                <a:rPr lang="en-US" sz="1400" b="1">
                  <a:solidFill>
                    <a:schemeClr val="tx1"/>
                  </a:solidFill>
                  <a:latin typeface="+mn-lt"/>
                </a:rPr>
                <a:t>Independence &amp; Non-Audit Services</a:t>
              </a:r>
            </a:p>
            <a:p>
              <a:pPr marL="3175" lvl="2">
                <a:spcBef>
                  <a:spcPts val="0"/>
                </a:spcBef>
                <a:spcAft>
                  <a:spcPts val="200"/>
                </a:spcAft>
              </a:pPr>
              <a:endParaRPr lang="en-US" sz="1100" b="1">
                <a:solidFill>
                  <a:schemeClr val="tx1"/>
                </a:solidFill>
                <a:latin typeface="+mn-lt"/>
              </a:endParaRPr>
            </a:p>
            <a:p>
              <a:pPr marL="180975" lvl="2" indent="-177800">
                <a:spcBef>
                  <a:spcPts val="0"/>
                </a:spcBef>
                <a:spcAft>
                  <a:spcPts val="200"/>
                </a:spcAft>
                <a:buFont typeface="Wingdings 2" pitchFamily="18" charset="2"/>
                <a:buChar char=""/>
              </a:pPr>
              <a:r>
                <a:rPr lang="en-US">
                  <a:solidFill>
                    <a:schemeClr val="tx1"/>
                  </a:solidFill>
                  <a:latin typeface="+mn-lt"/>
                </a:rPr>
                <a:t>Safeguarding auditor’s independence by regulating or pre-approving non-audit services and ensuring compliance with ethical requirements.</a:t>
              </a:r>
              <a:endParaRPr lang="en-GB">
                <a:solidFill>
                  <a:schemeClr val="tx1"/>
                </a:solidFill>
                <a:latin typeface="+mn-lt"/>
              </a:endParaRPr>
            </a:p>
            <a:p>
              <a:pPr marL="180975" lvl="2" indent="-177800">
                <a:spcBef>
                  <a:spcPts val="0"/>
                </a:spcBef>
                <a:spcAft>
                  <a:spcPts val="200"/>
                </a:spcAft>
                <a:buFont typeface="Wingdings 2" pitchFamily="18" charset="2"/>
                <a:buChar char=""/>
              </a:pPr>
              <a:endParaRPr lang="en-GB" sz="1100">
                <a:solidFill>
                  <a:schemeClr val="tx1"/>
                </a:solidFill>
                <a:latin typeface="+mn-lt"/>
              </a:endParaRPr>
            </a:p>
          </p:txBody>
        </p:sp>
        <p:sp>
          <p:nvSpPr>
            <p:cNvPr id="13" name="Rectangle 12">
              <a:extLst>
                <a:ext uri="{FF2B5EF4-FFF2-40B4-BE49-F238E27FC236}">
                  <a16:creationId xmlns:a16="http://schemas.microsoft.com/office/drawing/2014/main" id="{BE7BECC6-890E-404D-CB0E-F3EAF4E7F265}"/>
                </a:ext>
              </a:extLst>
            </p:cNvPr>
            <p:cNvSpPr>
              <a:spLocks noChangeArrowheads="1"/>
            </p:cNvSpPr>
            <p:nvPr/>
          </p:nvSpPr>
          <p:spPr bwMode="auto">
            <a:xfrm>
              <a:off x="5103010" y="2472493"/>
              <a:ext cx="1729877" cy="1363612"/>
            </a:xfrm>
            <a:prstGeom prst="rect">
              <a:avLst/>
            </a:prstGeom>
            <a:noFill/>
            <a:ln w="9525">
              <a:noFill/>
              <a:miter lim="800000"/>
              <a:headEnd/>
              <a:tailEnd/>
            </a:ln>
            <a:effectLst/>
          </p:spPr>
          <p:txBody>
            <a:bodyPr lIns="90000" tIns="54000" rIns="54000" bIns="54000" anchor="t"/>
            <a:lstStyle>
              <a:defPPr>
                <a:defRPr lang="en-GB"/>
              </a:defPPr>
              <a:lvl1pPr algn="l" rtl="0" fontAlgn="base">
                <a:spcBef>
                  <a:spcPct val="0"/>
                </a:spcBef>
                <a:spcAft>
                  <a:spcPct val="0"/>
                </a:spcAft>
                <a:defRPr sz="1200" kern="1200">
                  <a:solidFill>
                    <a:schemeClr val="bg2"/>
                  </a:solidFill>
                  <a:latin typeface="Arial" charset="0"/>
                  <a:ea typeface="+mn-ea"/>
                  <a:cs typeface="+mn-cs"/>
                </a:defRPr>
              </a:lvl1pPr>
              <a:lvl2pPr marL="457200" algn="l" rtl="0" fontAlgn="base">
                <a:spcBef>
                  <a:spcPct val="0"/>
                </a:spcBef>
                <a:spcAft>
                  <a:spcPct val="0"/>
                </a:spcAft>
                <a:defRPr sz="1200" kern="1200">
                  <a:solidFill>
                    <a:schemeClr val="bg2"/>
                  </a:solidFill>
                  <a:latin typeface="Arial" charset="0"/>
                  <a:ea typeface="+mn-ea"/>
                  <a:cs typeface="+mn-cs"/>
                </a:defRPr>
              </a:lvl2pPr>
              <a:lvl3pPr marL="914400" algn="l" rtl="0" fontAlgn="base">
                <a:spcBef>
                  <a:spcPct val="0"/>
                </a:spcBef>
                <a:spcAft>
                  <a:spcPct val="0"/>
                </a:spcAft>
                <a:defRPr sz="1200" kern="1200">
                  <a:solidFill>
                    <a:schemeClr val="bg2"/>
                  </a:solidFill>
                  <a:latin typeface="Arial" charset="0"/>
                  <a:ea typeface="+mn-ea"/>
                  <a:cs typeface="+mn-cs"/>
                </a:defRPr>
              </a:lvl3pPr>
              <a:lvl4pPr marL="1371600" algn="l" rtl="0" fontAlgn="base">
                <a:spcBef>
                  <a:spcPct val="0"/>
                </a:spcBef>
                <a:spcAft>
                  <a:spcPct val="0"/>
                </a:spcAft>
                <a:defRPr sz="1200" kern="1200">
                  <a:solidFill>
                    <a:schemeClr val="bg2"/>
                  </a:solidFill>
                  <a:latin typeface="Arial" charset="0"/>
                  <a:ea typeface="+mn-ea"/>
                  <a:cs typeface="+mn-cs"/>
                </a:defRPr>
              </a:lvl4pPr>
              <a:lvl5pPr marL="1828800" algn="l" rtl="0" fontAlgn="base">
                <a:spcBef>
                  <a:spcPct val="0"/>
                </a:spcBef>
                <a:spcAft>
                  <a:spcPct val="0"/>
                </a:spcAft>
                <a:defRPr sz="1200" kern="1200">
                  <a:solidFill>
                    <a:schemeClr val="bg2"/>
                  </a:solidFill>
                  <a:latin typeface="Arial" charset="0"/>
                  <a:ea typeface="+mn-ea"/>
                  <a:cs typeface="+mn-cs"/>
                </a:defRPr>
              </a:lvl5pPr>
              <a:lvl6pPr marL="2286000" algn="l" defTabSz="914400" rtl="0" eaLnBrk="1" latinLnBrk="0" hangingPunct="1">
                <a:defRPr sz="1200" kern="1200">
                  <a:solidFill>
                    <a:schemeClr val="bg2"/>
                  </a:solidFill>
                  <a:latin typeface="Arial" charset="0"/>
                  <a:ea typeface="+mn-ea"/>
                  <a:cs typeface="+mn-cs"/>
                </a:defRPr>
              </a:lvl6pPr>
              <a:lvl7pPr marL="2743200" algn="l" defTabSz="914400" rtl="0" eaLnBrk="1" latinLnBrk="0" hangingPunct="1">
                <a:defRPr sz="1200" kern="1200">
                  <a:solidFill>
                    <a:schemeClr val="bg2"/>
                  </a:solidFill>
                  <a:latin typeface="Arial" charset="0"/>
                  <a:ea typeface="+mn-ea"/>
                  <a:cs typeface="+mn-cs"/>
                </a:defRPr>
              </a:lvl7pPr>
              <a:lvl8pPr marL="3200400" algn="l" defTabSz="914400" rtl="0" eaLnBrk="1" latinLnBrk="0" hangingPunct="1">
                <a:defRPr sz="1200" kern="1200">
                  <a:solidFill>
                    <a:schemeClr val="bg2"/>
                  </a:solidFill>
                  <a:latin typeface="Arial" charset="0"/>
                  <a:ea typeface="+mn-ea"/>
                  <a:cs typeface="+mn-cs"/>
                </a:defRPr>
              </a:lvl8pPr>
              <a:lvl9pPr marL="3657600" algn="l" defTabSz="914400" rtl="0" eaLnBrk="1" latinLnBrk="0" hangingPunct="1">
                <a:defRPr sz="1200" kern="1200">
                  <a:solidFill>
                    <a:schemeClr val="bg2"/>
                  </a:solidFill>
                  <a:latin typeface="Arial" charset="0"/>
                  <a:ea typeface="+mn-ea"/>
                  <a:cs typeface="+mn-cs"/>
                </a:defRPr>
              </a:lvl9pPr>
            </a:lstStyle>
            <a:p>
              <a:pPr>
                <a:buSzPct val="90000"/>
              </a:pPr>
              <a:r>
                <a:rPr lang="en-US" sz="1400" b="1">
                  <a:solidFill>
                    <a:schemeClr val="tx1"/>
                  </a:solidFill>
                  <a:latin typeface="+mn-lt"/>
                </a:rPr>
                <a:t>Reporting &amp; Communication</a:t>
              </a:r>
            </a:p>
            <a:p>
              <a:pPr>
                <a:buSzPct val="90000"/>
              </a:pPr>
              <a:endParaRPr lang="en-US" b="1">
                <a:solidFill>
                  <a:schemeClr val="tx1"/>
                </a:solidFill>
                <a:latin typeface="+mn-lt"/>
              </a:endParaRPr>
            </a:p>
            <a:p>
              <a:pPr marL="180975" lvl="2" indent="-177800">
                <a:spcBef>
                  <a:spcPts val="0"/>
                </a:spcBef>
                <a:spcAft>
                  <a:spcPts val="200"/>
                </a:spcAft>
                <a:buFont typeface="Wingdings 2" pitchFamily="18" charset="2"/>
                <a:buChar char=""/>
              </a:pPr>
              <a:r>
                <a:rPr lang="en-US">
                  <a:solidFill>
                    <a:schemeClr val="tx1"/>
                  </a:solidFill>
                  <a:latin typeface="+mn-lt"/>
                </a:rPr>
                <a:t>Acting as the primary liaison between external auditors and the Board</a:t>
              </a:r>
            </a:p>
            <a:p>
              <a:pPr marL="180975" lvl="2" indent="-177800">
                <a:spcBef>
                  <a:spcPts val="0"/>
                </a:spcBef>
                <a:spcAft>
                  <a:spcPts val="200"/>
                </a:spcAft>
                <a:buFont typeface="Wingdings 2" pitchFamily="18" charset="2"/>
                <a:buChar char=""/>
              </a:pPr>
              <a:r>
                <a:rPr lang="en-US">
                  <a:solidFill>
                    <a:schemeClr val="tx1"/>
                  </a:solidFill>
                  <a:latin typeface="+mn-lt"/>
                </a:rPr>
                <a:t>Ensuring direct reporting lines and facilitating open communication.</a:t>
              </a:r>
              <a:endParaRPr lang="en-GB">
                <a:solidFill>
                  <a:schemeClr val="tx1"/>
                </a:solidFill>
                <a:latin typeface="+mn-lt"/>
              </a:endParaRPr>
            </a:p>
            <a:p>
              <a:pPr marL="3175" lvl="2">
                <a:spcBef>
                  <a:spcPts val="0"/>
                </a:spcBef>
                <a:spcAft>
                  <a:spcPts val="200"/>
                </a:spcAft>
              </a:pPr>
              <a:endParaRPr lang="en-GB" sz="1100">
                <a:solidFill>
                  <a:schemeClr val="tx1"/>
                </a:solidFill>
                <a:latin typeface="+mn-lt"/>
              </a:endParaRPr>
            </a:p>
          </p:txBody>
        </p:sp>
        <p:sp>
          <p:nvSpPr>
            <p:cNvPr id="15" name="Rectangle 14">
              <a:extLst>
                <a:ext uri="{FF2B5EF4-FFF2-40B4-BE49-F238E27FC236}">
                  <a16:creationId xmlns:a16="http://schemas.microsoft.com/office/drawing/2014/main" id="{555F9460-D161-631E-3F88-3CF64D938619}"/>
                </a:ext>
              </a:extLst>
            </p:cNvPr>
            <p:cNvSpPr>
              <a:spLocks noChangeArrowheads="1"/>
            </p:cNvSpPr>
            <p:nvPr/>
          </p:nvSpPr>
          <p:spPr bwMode="auto">
            <a:xfrm>
              <a:off x="5196072" y="3678168"/>
              <a:ext cx="1762014" cy="1296432"/>
            </a:xfrm>
            <a:prstGeom prst="rect">
              <a:avLst/>
            </a:prstGeom>
            <a:noFill/>
            <a:ln w="9525">
              <a:noFill/>
              <a:miter lim="800000"/>
              <a:headEnd/>
              <a:tailEnd/>
            </a:ln>
            <a:effectLst/>
          </p:spPr>
          <p:txBody>
            <a:bodyPr lIns="90000" tIns="54000" rIns="54000" bIns="54000" anchor="t"/>
            <a:lstStyle>
              <a:defPPr>
                <a:defRPr lang="en-GB"/>
              </a:defPPr>
              <a:lvl1pPr algn="l" rtl="0" fontAlgn="base">
                <a:spcBef>
                  <a:spcPct val="0"/>
                </a:spcBef>
                <a:spcAft>
                  <a:spcPct val="0"/>
                </a:spcAft>
                <a:defRPr sz="1200" kern="1200">
                  <a:solidFill>
                    <a:schemeClr val="bg2"/>
                  </a:solidFill>
                  <a:latin typeface="Arial" charset="0"/>
                  <a:ea typeface="+mn-ea"/>
                  <a:cs typeface="+mn-cs"/>
                </a:defRPr>
              </a:lvl1pPr>
              <a:lvl2pPr marL="457200" algn="l" rtl="0" fontAlgn="base">
                <a:spcBef>
                  <a:spcPct val="0"/>
                </a:spcBef>
                <a:spcAft>
                  <a:spcPct val="0"/>
                </a:spcAft>
                <a:defRPr sz="1200" kern="1200">
                  <a:solidFill>
                    <a:schemeClr val="bg2"/>
                  </a:solidFill>
                  <a:latin typeface="Arial" charset="0"/>
                  <a:ea typeface="+mn-ea"/>
                  <a:cs typeface="+mn-cs"/>
                </a:defRPr>
              </a:lvl2pPr>
              <a:lvl3pPr marL="914400" algn="l" rtl="0" fontAlgn="base">
                <a:spcBef>
                  <a:spcPct val="0"/>
                </a:spcBef>
                <a:spcAft>
                  <a:spcPct val="0"/>
                </a:spcAft>
                <a:defRPr sz="1200" kern="1200">
                  <a:solidFill>
                    <a:schemeClr val="bg2"/>
                  </a:solidFill>
                  <a:latin typeface="Arial" charset="0"/>
                  <a:ea typeface="+mn-ea"/>
                  <a:cs typeface="+mn-cs"/>
                </a:defRPr>
              </a:lvl3pPr>
              <a:lvl4pPr marL="1371600" algn="l" rtl="0" fontAlgn="base">
                <a:spcBef>
                  <a:spcPct val="0"/>
                </a:spcBef>
                <a:spcAft>
                  <a:spcPct val="0"/>
                </a:spcAft>
                <a:defRPr sz="1200" kern="1200">
                  <a:solidFill>
                    <a:schemeClr val="bg2"/>
                  </a:solidFill>
                  <a:latin typeface="Arial" charset="0"/>
                  <a:ea typeface="+mn-ea"/>
                  <a:cs typeface="+mn-cs"/>
                </a:defRPr>
              </a:lvl4pPr>
              <a:lvl5pPr marL="1828800" algn="l" rtl="0" fontAlgn="base">
                <a:spcBef>
                  <a:spcPct val="0"/>
                </a:spcBef>
                <a:spcAft>
                  <a:spcPct val="0"/>
                </a:spcAft>
                <a:defRPr sz="1200" kern="1200">
                  <a:solidFill>
                    <a:schemeClr val="bg2"/>
                  </a:solidFill>
                  <a:latin typeface="Arial" charset="0"/>
                  <a:ea typeface="+mn-ea"/>
                  <a:cs typeface="+mn-cs"/>
                </a:defRPr>
              </a:lvl5pPr>
              <a:lvl6pPr marL="2286000" algn="l" defTabSz="914400" rtl="0" eaLnBrk="1" latinLnBrk="0" hangingPunct="1">
                <a:defRPr sz="1200" kern="1200">
                  <a:solidFill>
                    <a:schemeClr val="bg2"/>
                  </a:solidFill>
                  <a:latin typeface="Arial" charset="0"/>
                  <a:ea typeface="+mn-ea"/>
                  <a:cs typeface="+mn-cs"/>
                </a:defRPr>
              </a:lvl6pPr>
              <a:lvl7pPr marL="2743200" algn="l" defTabSz="914400" rtl="0" eaLnBrk="1" latinLnBrk="0" hangingPunct="1">
                <a:defRPr sz="1200" kern="1200">
                  <a:solidFill>
                    <a:schemeClr val="bg2"/>
                  </a:solidFill>
                  <a:latin typeface="Arial" charset="0"/>
                  <a:ea typeface="+mn-ea"/>
                  <a:cs typeface="+mn-cs"/>
                </a:defRPr>
              </a:lvl7pPr>
              <a:lvl8pPr marL="3200400" algn="l" defTabSz="914400" rtl="0" eaLnBrk="1" latinLnBrk="0" hangingPunct="1">
                <a:defRPr sz="1200" kern="1200">
                  <a:solidFill>
                    <a:schemeClr val="bg2"/>
                  </a:solidFill>
                  <a:latin typeface="Arial" charset="0"/>
                  <a:ea typeface="+mn-ea"/>
                  <a:cs typeface="+mn-cs"/>
                </a:defRPr>
              </a:lvl8pPr>
              <a:lvl9pPr marL="3657600" algn="l" defTabSz="914400" rtl="0" eaLnBrk="1" latinLnBrk="0" hangingPunct="1">
                <a:defRPr sz="1200" kern="1200">
                  <a:solidFill>
                    <a:schemeClr val="bg2"/>
                  </a:solidFill>
                  <a:latin typeface="Arial" charset="0"/>
                  <a:ea typeface="+mn-ea"/>
                  <a:cs typeface="+mn-cs"/>
                </a:defRPr>
              </a:lvl9pPr>
            </a:lstStyle>
            <a:p>
              <a:pPr marL="3175" lvl="2">
                <a:spcBef>
                  <a:spcPts val="0"/>
                </a:spcBef>
                <a:spcAft>
                  <a:spcPts val="200"/>
                </a:spcAft>
              </a:pPr>
              <a:r>
                <a:rPr lang="en-US" sz="1400" b="1">
                  <a:solidFill>
                    <a:schemeClr val="tx1"/>
                  </a:solidFill>
                  <a:latin typeface="+mn-lt"/>
                </a:rPr>
                <a:t>Internal Controls &amp; Risk Management</a:t>
              </a:r>
            </a:p>
            <a:p>
              <a:pPr marL="3175" lvl="2">
                <a:spcBef>
                  <a:spcPts val="0"/>
                </a:spcBef>
                <a:spcAft>
                  <a:spcPts val="200"/>
                </a:spcAft>
              </a:pPr>
              <a:r>
                <a:rPr lang="en-US" sz="1100" b="1">
                  <a:solidFill>
                    <a:schemeClr val="tx1"/>
                  </a:solidFill>
                  <a:latin typeface="+mn-lt"/>
                </a:rPr>
                <a:t> </a:t>
              </a:r>
            </a:p>
            <a:p>
              <a:pPr marL="180975" lvl="2" indent="-177800">
                <a:spcBef>
                  <a:spcPts val="0"/>
                </a:spcBef>
                <a:spcAft>
                  <a:spcPts val="200"/>
                </a:spcAft>
                <a:buFont typeface="Wingdings 2" pitchFamily="18" charset="2"/>
                <a:buChar char=""/>
              </a:pPr>
              <a:r>
                <a:rPr lang="en-US">
                  <a:solidFill>
                    <a:schemeClr val="tx1"/>
                  </a:solidFill>
                  <a:latin typeface="+mn-lt"/>
                </a:rPr>
                <a:t>Evaluating the adequacy of internal control systems and, in some jurisdictions, broader risk management frameworks</a:t>
              </a:r>
              <a:endParaRPr lang="en-GB">
                <a:solidFill>
                  <a:schemeClr val="tx1"/>
                </a:solidFill>
                <a:latin typeface="+mn-lt"/>
              </a:endParaRPr>
            </a:p>
            <a:p>
              <a:pPr marL="180975" lvl="2" indent="-177800">
                <a:spcBef>
                  <a:spcPts val="0"/>
                </a:spcBef>
                <a:spcAft>
                  <a:spcPts val="200"/>
                </a:spcAft>
                <a:buFont typeface="Wingdings 2" pitchFamily="18" charset="2"/>
                <a:buChar char=""/>
              </a:pPr>
              <a:endParaRPr lang="en-GB" sz="1100">
                <a:solidFill>
                  <a:schemeClr val="tx1"/>
                </a:solidFill>
                <a:latin typeface="+mn-lt"/>
              </a:endParaRPr>
            </a:p>
          </p:txBody>
        </p:sp>
      </p:grpSp>
      <p:sp>
        <p:nvSpPr>
          <p:cNvPr id="30" name="Rectangle 29">
            <a:extLst>
              <a:ext uri="{FF2B5EF4-FFF2-40B4-BE49-F238E27FC236}">
                <a16:creationId xmlns:a16="http://schemas.microsoft.com/office/drawing/2014/main" id="{DF667812-4A5C-D795-9097-870811C2DFD6}"/>
              </a:ext>
            </a:extLst>
          </p:cNvPr>
          <p:cNvSpPr>
            <a:spLocks noChangeArrowheads="1"/>
          </p:cNvSpPr>
          <p:nvPr/>
        </p:nvSpPr>
        <p:spPr bwMode="auto">
          <a:xfrm>
            <a:off x="8485873" y="5018440"/>
            <a:ext cx="2996487" cy="1944396"/>
          </a:xfrm>
          <a:prstGeom prst="rect">
            <a:avLst/>
          </a:prstGeom>
          <a:noFill/>
          <a:ln w="9525">
            <a:noFill/>
            <a:miter lim="800000"/>
            <a:headEnd/>
            <a:tailEnd/>
          </a:ln>
          <a:effectLst/>
        </p:spPr>
        <p:txBody>
          <a:bodyPr lIns="90000" tIns="54000" rIns="54000" bIns="54000" anchor="t"/>
          <a:lstStyle>
            <a:defPPr>
              <a:defRPr lang="en-GB"/>
            </a:defPPr>
            <a:lvl1pPr algn="l" rtl="0" fontAlgn="base">
              <a:spcBef>
                <a:spcPct val="0"/>
              </a:spcBef>
              <a:spcAft>
                <a:spcPct val="0"/>
              </a:spcAft>
              <a:defRPr sz="1200" kern="1200">
                <a:solidFill>
                  <a:schemeClr val="bg2"/>
                </a:solidFill>
                <a:latin typeface="Arial" charset="0"/>
                <a:ea typeface="+mn-ea"/>
                <a:cs typeface="+mn-cs"/>
              </a:defRPr>
            </a:lvl1pPr>
            <a:lvl2pPr marL="457200" algn="l" rtl="0" fontAlgn="base">
              <a:spcBef>
                <a:spcPct val="0"/>
              </a:spcBef>
              <a:spcAft>
                <a:spcPct val="0"/>
              </a:spcAft>
              <a:defRPr sz="1200" kern="1200">
                <a:solidFill>
                  <a:schemeClr val="bg2"/>
                </a:solidFill>
                <a:latin typeface="Arial" charset="0"/>
                <a:ea typeface="+mn-ea"/>
                <a:cs typeface="+mn-cs"/>
              </a:defRPr>
            </a:lvl2pPr>
            <a:lvl3pPr marL="914400" algn="l" rtl="0" fontAlgn="base">
              <a:spcBef>
                <a:spcPct val="0"/>
              </a:spcBef>
              <a:spcAft>
                <a:spcPct val="0"/>
              </a:spcAft>
              <a:defRPr sz="1200" kern="1200">
                <a:solidFill>
                  <a:schemeClr val="bg2"/>
                </a:solidFill>
                <a:latin typeface="Arial" charset="0"/>
                <a:ea typeface="+mn-ea"/>
                <a:cs typeface="+mn-cs"/>
              </a:defRPr>
            </a:lvl3pPr>
            <a:lvl4pPr marL="1371600" algn="l" rtl="0" fontAlgn="base">
              <a:spcBef>
                <a:spcPct val="0"/>
              </a:spcBef>
              <a:spcAft>
                <a:spcPct val="0"/>
              </a:spcAft>
              <a:defRPr sz="1200" kern="1200">
                <a:solidFill>
                  <a:schemeClr val="bg2"/>
                </a:solidFill>
                <a:latin typeface="Arial" charset="0"/>
                <a:ea typeface="+mn-ea"/>
                <a:cs typeface="+mn-cs"/>
              </a:defRPr>
            </a:lvl4pPr>
            <a:lvl5pPr marL="1828800" algn="l" rtl="0" fontAlgn="base">
              <a:spcBef>
                <a:spcPct val="0"/>
              </a:spcBef>
              <a:spcAft>
                <a:spcPct val="0"/>
              </a:spcAft>
              <a:defRPr sz="1200" kern="1200">
                <a:solidFill>
                  <a:schemeClr val="bg2"/>
                </a:solidFill>
                <a:latin typeface="Arial" charset="0"/>
                <a:ea typeface="+mn-ea"/>
                <a:cs typeface="+mn-cs"/>
              </a:defRPr>
            </a:lvl5pPr>
            <a:lvl6pPr marL="2286000" algn="l" defTabSz="914400" rtl="0" eaLnBrk="1" latinLnBrk="0" hangingPunct="1">
              <a:defRPr sz="1200" kern="1200">
                <a:solidFill>
                  <a:schemeClr val="bg2"/>
                </a:solidFill>
                <a:latin typeface="Arial" charset="0"/>
                <a:ea typeface="+mn-ea"/>
                <a:cs typeface="+mn-cs"/>
              </a:defRPr>
            </a:lvl6pPr>
            <a:lvl7pPr marL="2743200" algn="l" defTabSz="914400" rtl="0" eaLnBrk="1" latinLnBrk="0" hangingPunct="1">
              <a:defRPr sz="1200" kern="1200">
                <a:solidFill>
                  <a:schemeClr val="bg2"/>
                </a:solidFill>
                <a:latin typeface="Arial" charset="0"/>
                <a:ea typeface="+mn-ea"/>
                <a:cs typeface="+mn-cs"/>
              </a:defRPr>
            </a:lvl7pPr>
            <a:lvl8pPr marL="3200400" algn="l" defTabSz="914400" rtl="0" eaLnBrk="1" latinLnBrk="0" hangingPunct="1">
              <a:defRPr sz="1200" kern="1200">
                <a:solidFill>
                  <a:schemeClr val="bg2"/>
                </a:solidFill>
                <a:latin typeface="Arial" charset="0"/>
                <a:ea typeface="+mn-ea"/>
                <a:cs typeface="+mn-cs"/>
              </a:defRPr>
            </a:lvl8pPr>
            <a:lvl9pPr marL="3657600" algn="l" defTabSz="914400" rtl="0" eaLnBrk="1" latinLnBrk="0" hangingPunct="1">
              <a:defRPr sz="1200" kern="1200">
                <a:solidFill>
                  <a:schemeClr val="bg2"/>
                </a:solidFill>
                <a:latin typeface="Arial" charset="0"/>
                <a:ea typeface="+mn-ea"/>
                <a:cs typeface="+mn-cs"/>
              </a:defRPr>
            </a:lvl9pPr>
          </a:lstStyle>
          <a:p>
            <a:pPr marL="3175" lvl="2">
              <a:spcBef>
                <a:spcPts val="0"/>
              </a:spcBef>
              <a:spcAft>
                <a:spcPts val="200"/>
              </a:spcAft>
            </a:pPr>
            <a:r>
              <a:rPr lang="en-US" sz="1400" b="1">
                <a:solidFill>
                  <a:schemeClr val="tx1"/>
                </a:solidFill>
              </a:rPr>
              <a:t>Shareholder Engagement</a:t>
            </a:r>
          </a:p>
          <a:p>
            <a:pPr marL="3175" lvl="2">
              <a:spcBef>
                <a:spcPts val="0"/>
              </a:spcBef>
              <a:spcAft>
                <a:spcPts val="200"/>
              </a:spcAft>
            </a:pPr>
            <a:r>
              <a:rPr lang="en-US" sz="1100" b="1">
                <a:solidFill>
                  <a:schemeClr val="tx1"/>
                </a:solidFill>
              </a:rPr>
              <a:t> </a:t>
            </a:r>
          </a:p>
          <a:p>
            <a:pPr marL="180975" lvl="2" indent="-177800">
              <a:spcBef>
                <a:spcPts val="0"/>
              </a:spcBef>
              <a:spcAft>
                <a:spcPts val="200"/>
              </a:spcAft>
              <a:buFont typeface="Wingdings 2" pitchFamily="18" charset="2"/>
              <a:buChar char=""/>
            </a:pPr>
            <a:r>
              <a:rPr lang="en-US">
                <a:solidFill>
                  <a:schemeClr val="tx1"/>
                </a:solidFill>
              </a:rPr>
              <a:t>Ensuring auditors attend AGMs and address shareholder questions where required (e.g., Australia, UK).</a:t>
            </a:r>
            <a:endParaRPr lang="en-GB">
              <a:solidFill>
                <a:schemeClr val="tx1"/>
              </a:solidFill>
            </a:endParaRPr>
          </a:p>
          <a:p>
            <a:pPr marL="180975" lvl="2" indent="-177800">
              <a:spcBef>
                <a:spcPts val="0"/>
              </a:spcBef>
              <a:spcAft>
                <a:spcPts val="200"/>
              </a:spcAft>
              <a:buFont typeface="Wingdings 2" pitchFamily="18" charset="2"/>
              <a:buChar char=""/>
            </a:pPr>
            <a:endParaRPr lang="en-GB" sz="1100">
              <a:solidFill>
                <a:schemeClr val="tx1"/>
              </a:solidFill>
              <a:latin typeface="+mj-lt"/>
            </a:endParaRPr>
          </a:p>
        </p:txBody>
      </p:sp>
    </p:spTree>
    <p:custDataLst>
      <p:custData r:id="rId1"/>
    </p:custDataLst>
    <p:extLst>
      <p:ext uri="{BB962C8B-B14F-4D97-AF65-F5344CB8AC3E}">
        <p14:creationId xmlns:p14="http://schemas.microsoft.com/office/powerpoint/2010/main" val="255787802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a:extLst>
            <a:ext uri="{FF2B5EF4-FFF2-40B4-BE49-F238E27FC236}">
              <a16:creationId xmlns:a16="http://schemas.microsoft.com/office/drawing/2014/main" id="{5D04FDAF-FDE8-6373-D723-7CE04B08313B}"/>
            </a:ext>
          </a:extLst>
        </p:cNvPr>
        <p:cNvGrpSpPr/>
        <p:nvPr/>
      </p:nvGrpSpPr>
      <p:grpSpPr>
        <a:xfrm>
          <a:off x="0" y="0"/>
          <a:ext cx="0" cy="0"/>
          <a:chOff x="0" y="0"/>
          <a:chExt cx="0" cy="0"/>
        </a:xfrm>
      </p:grpSpPr>
      <p:sp>
        <p:nvSpPr>
          <p:cNvPr id="13" name="Text Placeholder 12">
            <a:extLst>
              <a:ext uri="{FF2B5EF4-FFF2-40B4-BE49-F238E27FC236}">
                <a16:creationId xmlns:a16="http://schemas.microsoft.com/office/drawing/2014/main" id="{DB5782D5-846B-848B-4F3C-073CCA85F112}"/>
              </a:ext>
            </a:extLst>
          </p:cNvPr>
          <p:cNvSpPr>
            <a:spLocks noGrp="1"/>
          </p:cNvSpPr>
          <p:nvPr>
            <p:ph type="body" idx="1"/>
          </p:nvPr>
        </p:nvSpPr>
        <p:spPr>
          <a:xfrm>
            <a:off x="7811052" y="1050873"/>
            <a:ext cx="3462095" cy="4924425"/>
          </a:xfrm>
        </p:spPr>
        <p:txBody>
          <a:bodyPr/>
          <a:lstStyle/>
          <a:p>
            <a:r>
              <a:rPr lang="en-GB" sz="40000">
                <a:solidFill>
                  <a:schemeClr val="tx1"/>
                </a:solidFill>
                <a:latin typeface="+mj-lt"/>
              </a:rPr>
              <a:t>3</a:t>
            </a:r>
            <a:endParaRPr lang="en-GB" sz="40000" noProof="0">
              <a:solidFill>
                <a:schemeClr val="tx1"/>
              </a:solidFill>
              <a:latin typeface="+mj-lt"/>
            </a:endParaRPr>
          </a:p>
        </p:txBody>
      </p:sp>
      <p:sp>
        <p:nvSpPr>
          <p:cNvPr id="2" name="TextBox 1">
            <a:extLst>
              <a:ext uri="{FF2B5EF4-FFF2-40B4-BE49-F238E27FC236}">
                <a16:creationId xmlns:a16="http://schemas.microsoft.com/office/drawing/2014/main" id="{7FE670B2-FB2E-A7F7-6F65-755A8427D26D}"/>
              </a:ext>
            </a:extLst>
          </p:cNvPr>
          <p:cNvSpPr txBox="1"/>
          <p:nvPr/>
        </p:nvSpPr>
        <p:spPr>
          <a:xfrm>
            <a:off x="223285" y="2753833"/>
            <a:ext cx="7878726" cy="1222102"/>
          </a:xfrm>
          <a:prstGeom prst="rect">
            <a:avLst/>
          </a:prstGeom>
          <a:noFill/>
        </p:spPr>
        <p:txBody>
          <a:bodyPr wrap="square" lIns="0" tIns="0" rIns="0" bIns="0" rtlCol="0" anchor="t">
            <a:noAutofit/>
          </a:bodyPr>
          <a:lstStyle/>
          <a:p>
            <a:r>
              <a:rPr lang="en-US" sz="4400" b="1">
                <a:solidFill>
                  <a:srgbClr val="000000"/>
                </a:solidFill>
                <a:latin typeface="Georgia"/>
              </a:rPr>
              <a:t>Risk Oversight</a:t>
            </a:r>
          </a:p>
          <a:p>
            <a:r>
              <a:rPr lang="en-US" sz="2800" i="1">
                <a:solidFill>
                  <a:srgbClr val="000000"/>
                </a:solidFill>
                <a:latin typeface="Georgia"/>
              </a:rPr>
              <a:t>Internal Controls</a:t>
            </a:r>
          </a:p>
          <a:p>
            <a:pPr algn="l"/>
            <a:endParaRPr lang="en-GB" sz="4400" b="1">
              <a:latin typeface="+mj-lt"/>
            </a:endParaRPr>
          </a:p>
        </p:txBody>
      </p:sp>
      <p:cxnSp>
        <p:nvCxnSpPr>
          <p:cNvPr id="4" name="Straight Connector 3">
            <a:extLst>
              <a:ext uri="{FF2B5EF4-FFF2-40B4-BE49-F238E27FC236}">
                <a16:creationId xmlns:a16="http://schemas.microsoft.com/office/drawing/2014/main" id="{318D3DF9-B729-04A7-09E0-4A87C8F1C2E6}"/>
              </a:ext>
            </a:extLst>
          </p:cNvPr>
          <p:cNvCxnSpPr>
            <a:cxnSpLocks/>
          </p:cNvCxnSpPr>
          <p:nvPr/>
        </p:nvCxnSpPr>
        <p:spPr>
          <a:xfrm flipV="1">
            <a:off x="785864" y="4071971"/>
            <a:ext cx="3600660" cy="75126"/>
          </a:xfrm>
          <a:prstGeom prst="line">
            <a:avLst/>
          </a:prstGeom>
          <a:ln w="38100"/>
        </p:spPr>
        <p:style>
          <a:lnRef idx="1">
            <a:schemeClr val="dk1"/>
          </a:lnRef>
          <a:fillRef idx="0">
            <a:schemeClr val="dk1"/>
          </a:fillRef>
          <a:effectRef idx="0">
            <a:schemeClr val="dk1"/>
          </a:effectRef>
          <a:fontRef idx="minor">
            <a:schemeClr val="tx1"/>
          </a:fontRef>
        </p:style>
      </p:cxnSp>
    </p:spTree>
    <p:custDataLst>
      <p:custData r:id="rId1"/>
    </p:custDataLst>
    <p:extLst>
      <p:ext uri="{BB962C8B-B14F-4D97-AF65-F5344CB8AC3E}">
        <p14:creationId xmlns:p14="http://schemas.microsoft.com/office/powerpoint/2010/main" val="244018038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7D7ED3-9205-9B72-91C8-56E49A1FB1A4}"/>
            </a:ext>
          </a:extLst>
        </p:cNvPr>
        <p:cNvGrpSpPr/>
        <p:nvPr/>
      </p:nvGrpSpPr>
      <p:grpSpPr>
        <a:xfrm>
          <a:off x="0" y="0"/>
          <a:ext cx="0" cy="0"/>
          <a:chOff x="0" y="0"/>
          <a:chExt cx="0" cy="0"/>
        </a:xfrm>
      </p:grpSpPr>
      <p:sp>
        <p:nvSpPr>
          <p:cNvPr id="5" name="Right Triangle 4">
            <a:extLst>
              <a:ext uri="{FF2B5EF4-FFF2-40B4-BE49-F238E27FC236}">
                <a16:creationId xmlns:a16="http://schemas.microsoft.com/office/drawing/2014/main" id="{222E2791-EBF8-A898-2979-19B537C6F429}"/>
              </a:ext>
            </a:extLst>
          </p:cNvPr>
          <p:cNvSpPr/>
          <p:nvPr/>
        </p:nvSpPr>
        <p:spPr>
          <a:xfrm>
            <a:off x="0" y="-64008"/>
            <a:ext cx="9436608" cy="6922008"/>
          </a:xfrm>
          <a:prstGeom prst="rtTriangle">
            <a:avLst/>
          </a:prstGeom>
          <a:ln/>
        </p:spPr>
        <p:style>
          <a:lnRef idx="3">
            <a:schemeClr val="lt1"/>
          </a:lnRef>
          <a:fillRef idx="1">
            <a:schemeClr val="accent1"/>
          </a:fillRef>
          <a:effectRef idx="1">
            <a:schemeClr val="accent1"/>
          </a:effectRef>
          <a:fontRef idx="minor">
            <a:schemeClr val="lt1"/>
          </a:fontRef>
        </p:style>
        <p:txBody>
          <a:bodyPr rtlCol="0" anchor="ctr"/>
          <a:lstStyle/>
          <a:p>
            <a:pPr algn="ctr"/>
            <a:r>
              <a:rPr lang="en-US" sz="4000">
                <a:latin typeface="+mj-lt"/>
              </a:rPr>
              <a:t> </a:t>
            </a:r>
          </a:p>
          <a:p>
            <a:pPr algn="ctr"/>
            <a:r>
              <a:rPr lang="en-US" sz="3200">
                <a:latin typeface="+mj-lt"/>
              </a:rPr>
              <a:t>Internal Controls</a:t>
            </a:r>
          </a:p>
          <a:p>
            <a:pPr algn="ctr"/>
            <a:endParaRPr lang="en-US" sz="4000">
              <a:latin typeface="+mj-lt"/>
            </a:endParaRPr>
          </a:p>
        </p:txBody>
      </p:sp>
      <p:cxnSp>
        <p:nvCxnSpPr>
          <p:cNvPr id="7" name="Straight Connector 6">
            <a:extLst>
              <a:ext uri="{FF2B5EF4-FFF2-40B4-BE49-F238E27FC236}">
                <a16:creationId xmlns:a16="http://schemas.microsoft.com/office/drawing/2014/main" id="{9F8C9D40-6839-6AC7-6A0E-B69943B92E6A}"/>
              </a:ext>
            </a:extLst>
          </p:cNvPr>
          <p:cNvCxnSpPr/>
          <p:nvPr/>
        </p:nvCxnSpPr>
        <p:spPr>
          <a:xfrm>
            <a:off x="685800" y="3429000"/>
            <a:ext cx="0" cy="3429000"/>
          </a:xfrm>
          <a:prstGeom prst="line">
            <a:avLst/>
          </a:prstGeom>
          <a:ln/>
        </p:spPr>
        <p:style>
          <a:lnRef idx="1">
            <a:schemeClr val="accent6"/>
          </a:lnRef>
          <a:fillRef idx="0">
            <a:schemeClr val="accent6"/>
          </a:fillRef>
          <a:effectRef idx="0">
            <a:schemeClr val="accent6"/>
          </a:effectRef>
          <a:fontRef idx="minor">
            <a:schemeClr val="tx1"/>
          </a:fontRef>
        </p:style>
      </p:cxnSp>
    </p:spTree>
    <p:custDataLst>
      <p:custData r:id="rId1"/>
    </p:custDataLst>
    <p:extLst>
      <p:ext uri="{BB962C8B-B14F-4D97-AF65-F5344CB8AC3E}">
        <p14:creationId xmlns:p14="http://schemas.microsoft.com/office/powerpoint/2010/main" val="316885574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4F42E4-23D5-1DC0-CD09-93A172639501}"/>
            </a:ext>
          </a:extLst>
        </p:cNvPr>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F87A73EE-E802-E65A-C93C-25BECBB6313C}"/>
              </a:ext>
            </a:extLst>
          </p:cNvPr>
          <p:cNvGraphicFramePr>
            <a:graphicFrameLocks noChangeAspect="1"/>
          </p:cNvGraphicFramePr>
          <p:nvPr>
            <p:custDataLst>
              <p:tags r:id="rId2"/>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4" imgW="7772400" imgH="10058400" progId="TCLayout.ActiveDocument.1">
                  <p:embed/>
                </p:oleObj>
              </mc:Choice>
              <mc:Fallback>
                <p:oleObj name="think-cell Slide" r:id="rId4" imgW="7772400" imgH="10058400" progId="TCLayout.ActiveDocument.1">
                  <p:embed/>
                  <p:pic>
                    <p:nvPicPr>
                      <p:cNvPr id="3" name="think-cell data - do not delete" hidden="1">
                        <a:extLst>
                          <a:ext uri="{FF2B5EF4-FFF2-40B4-BE49-F238E27FC236}">
                            <a16:creationId xmlns:a16="http://schemas.microsoft.com/office/drawing/2014/main" id="{F87A73EE-E802-E65A-C93C-25BECBB6313C}"/>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9" name="Slide Number Placeholder 8">
            <a:extLst>
              <a:ext uri="{FF2B5EF4-FFF2-40B4-BE49-F238E27FC236}">
                <a16:creationId xmlns:a16="http://schemas.microsoft.com/office/drawing/2014/main" id="{BC5C4A21-4813-3CC8-FCD7-11B27B21063B}"/>
              </a:ext>
            </a:extLst>
          </p:cNvPr>
          <p:cNvSpPr>
            <a:spLocks noGrp="1"/>
          </p:cNvSpPr>
          <p:nvPr>
            <p:ph type="sldNum" sz="quarter" idx="4294967295"/>
          </p:nvPr>
        </p:nvSpPr>
        <p:spPr>
          <a:xfrm>
            <a:off x="11503818" y="6501384"/>
            <a:ext cx="298209" cy="161583"/>
          </a:xfrm>
        </p:spPr>
        <p:txBody>
          <a:bodyPr/>
          <a:lstStyle/>
          <a:p>
            <a:fld id="{7870704B-CE94-48CC-AF30-84932A1262A7}" type="slidenum">
              <a:rPr lang="en-GB" smtClean="0"/>
              <a:pPr/>
              <a:t>28</a:t>
            </a:fld>
            <a:endParaRPr lang="en-GB"/>
          </a:p>
        </p:txBody>
      </p:sp>
      <p:sp>
        <p:nvSpPr>
          <p:cNvPr id="12" name="Rectangle 11">
            <a:extLst>
              <a:ext uri="{FF2B5EF4-FFF2-40B4-BE49-F238E27FC236}">
                <a16:creationId xmlns:a16="http://schemas.microsoft.com/office/drawing/2014/main" id="{D9D79B79-E298-E181-7388-40E44A790DD7}"/>
              </a:ext>
            </a:extLst>
          </p:cNvPr>
          <p:cNvSpPr/>
          <p:nvPr/>
        </p:nvSpPr>
        <p:spPr>
          <a:xfrm rot="10800000">
            <a:off x="11811000" y="1"/>
            <a:ext cx="381000" cy="379095"/>
          </a:xfrm>
          <a:prstGeom prst="rect">
            <a:avLst/>
          </a:prstGeom>
          <a:solidFill>
            <a:schemeClr val="accent1"/>
          </a:solidFill>
          <a:ln>
            <a:noFill/>
          </a:ln>
        </p:spPr>
        <p:style>
          <a:lnRef idx="0">
            <a:schemeClr val="accent1"/>
          </a:lnRef>
          <a:fillRef idx="1">
            <a:schemeClr val="accent1"/>
          </a:fillRef>
          <a:effectRef idx="0">
            <a:schemeClr val="dk1"/>
          </a:effectRef>
          <a:fontRef idx="minor">
            <a:schemeClr val="lt1"/>
          </a:fontRef>
        </p:style>
        <p:txBody>
          <a:bodyPr rtlCol="0" anchor="ctr"/>
          <a:lstStyle/>
          <a:p>
            <a:pPr algn="ctr">
              <a:lnSpc>
                <a:spcPct val="100000"/>
              </a:lnSpc>
            </a:pPr>
            <a:endParaRPr lang="en-US" sz="960"/>
          </a:p>
        </p:txBody>
      </p:sp>
      <p:sp>
        <p:nvSpPr>
          <p:cNvPr id="17" name="Rectangle 16">
            <a:extLst>
              <a:ext uri="{FF2B5EF4-FFF2-40B4-BE49-F238E27FC236}">
                <a16:creationId xmlns:a16="http://schemas.microsoft.com/office/drawing/2014/main" id="{DEAB235E-5B57-CD28-A5B8-651F067F03A5}"/>
              </a:ext>
            </a:extLst>
          </p:cNvPr>
          <p:cNvSpPr/>
          <p:nvPr/>
        </p:nvSpPr>
        <p:spPr>
          <a:xfrm>
            <a:off x="442913" y="1772356"/>
            <a:ext cx="3884612" cy="1817511"/>
          </a:xfrm>
          <a:prstGeom prst="rect">
            <a:avLst/>
          </a:prstGeom>
          <a:solidFill>
            <a:schemeClr val="bg1">
              <a:lumMod val="95000"/>
            </a:schemeClr>
          </a:solidFill>
          <a:ln>
            <a:noFill/>
          </a:ln>
        </p:spPr>
        <p:style>
          <a:lnRef idx="0">
            <a:schemeClr val="accent1"/>
          </a:lnRef>
          <a:fillRef idx="1">
            <a:schemeClr val="accent1"/>
          </a:fillRef>
          <a:effectRef idx="0">
            <a:schemeClr val="dk1"/>
          </a:effectRef>
          <a:fontRef idx="minor">
            <a:schemeClr val="lt1"/>
          </a:fontRef>
        </p:style>
        <p:txBody>
          <a:bodyPr tIns="91440" bIns="91440" rtlCol="0" anchor="ctr"/>
          <a:lstStyle/>
          <a:p>
            <a:pPr marL="0" lvl="1" algn="just" defTabSz="851060" eaLnBrk="0" hangingPunct="0">
              <a:lnSpc>
                <a:spcPct val="150000"/>
              </a:lnSpc>
              <a:spcAft>
                <a:spcPts val="600"/>
              </a:spcAft>
              <a:buSzPct val="100000"/>
              <a:defRPr/>
            </a:pPr>
            <a:r>
              <a:rPr lang="en-US" sz="1400">
                <a:solidFill>
                  <a:schemeClr val="tx1"/>
                </a:solidFill>
              </a:rPr>
              <a:t>Ensures that all activities align with applicable </a:t>
            </a:r>
            <a:r>
              <a:rPr lang="en-US" sz="1400" b="1">
                <a:solidFill>
                  <a:schemeClr val="tx1"/>
                </a:solidFill>
              </a:rPr>
              <a:t>laws, regulations and internal policies</a:t>
            </a:r>
            <a:r>
              <a:rPr lang="en-US" sz="1400">
                <a:solidFill>
                  <a:schemeClr val="tx1"/>
                </a:solidFill>
              </a:rPr>
              <a:t>, reducing the risk of non-compliance and penalties.</a:t>
            </a:r>
            <a:endParaRPr lang="en-GB" sz="1400" kern="0">
              <a:solidFill>
                <a:schemeClr val="tx1"/>
              </a:solidFill>
              <a:cs typeface="Arial" pitchFamily="34" charset="0"/>
            </a:endParaRPr>
          </a:p>
        </p:txBody>
      </p:sp>
      <p:sp>
        <p:nvSpPr>
          <p:cNvPr id="19" name="Rectangle 18">
            <a:extLst>
              <a:ext uri="{FF2B5EF4-FFF2-40B4-BE49-F238E27FC236}">
                <a16:creationId xmlns:a16="http://schemas.microsoft.com/office/drawing/2014/main" id="{DFA49CA8-24C6-D05F-2FEC-7D5BE8102D03}"/>
              </a:ext>
            </a:extLst>
          </p:cNvPr>
          <p:cNvSpPr/>
          <p:nvPr/>
        </p:nvSpPr>
        <p:spPr>
          <a:xfrm>
            <a:off x="442913" y="4357512"/>
            <a:ext cx="3884612" cy="1817511"/>
          </a:xfrm>
          <a:prstGeom prst="rect">
            <a:avLst/>
          </a:prstGeom>
          <a:solidFill>
            <a:schemeClr val="bg1">
              <a:lumMod val="95000"/>
            </a:schemeClr>
          </a:solidFill>
          <a:ln>
            <a:noFill/>
          </a:ln>
        </p:spPr>
        <p:style>
          <a:lnRef idx="0">
            <a:schemeClr val="accent1"/>
          </a:lnRef>
          <a:fillRef idx="1">
            <a:schemeClr val="accent1"/>
          </a:fillRef>
          <a:effectRef idx="0">
            <a:schemeClr val="dk1"/>
          </a:effectRef>
          <a:fontRef idx="minor">
            <a:schemeClr val="lt1"/>
          </a:fontRef>
        </p:style>
        <p:txBody>
          <a:bodyPr tIns="91440" bIns="91440" rtlCol="0" anchor="ctr"/>
          <a:lstStyle/>
          <a:p>
            <a:pPr marL="0" lvl="1" defTabSz="851060" eaLnBrk="0" hangingPunct="0">
              <a:lnSpc>
                <a:spcPct val="150000"/>
              </a:lnSpc>
              <a:spcAft>
                <a:spcPts val="600"/>
              </a:spcAft>
              <a:buSzPct val="100000"/>
              <a:defRPr/>
            </a:pPr>
            <a:r>
              <a:rPr lang="en-US" sz="1400">
                <a:solidFill>
                  <a:schemeClr val="tx1"/>
                </a:solidFill>
              </a:rPr>
              <a:t>By ensuring </a:t>
            </a:r>
            <a:r>
              <a:rPr lang="en-US" sz="1400" b="1">
                <a:solidFill>
                  <a:schemeClr val="tx1"/>
                </a:solidFill>
              </a:rPr>
              <a:t>transparency</a:t>
            </a:r>
            <a:r>
              <a:rPr lang="en-US" sz="1400">
                <a:solidFill>
                  <a:schemeClr val="tx1"/>
                </a:solidFill>
              </a:rPr>
              <a:t>, </a:t>
            </a:r>
            <a:r>
              <a:rPr lang="en-US" sz="1400" b="1">
                <a:solidFill>
                  <a:schemeClr val="tx1"/>
                </a:solidFill>
              </a:rPr>
              <a:t>accountability</a:t>
            </a:r>
            <a:r>
              <a:rPr lang="en-US" sz="1400">
                <a:solidFill>
                  <a:schemeClr val="tx1"/>
                </a:solidFill>
              </a:rPr>
              <a:t> and </a:t>
            </a:r>
            <a:r>
              <a:rPr lang="en-US" sz="1400" b="1">
                <a:solidFill>
                  <a:schemeClr val="tx1"/>
                </a:solidFill>
              </a:rPr>
              <a:t>integrity</a:t>
            </a:r>
            <a:r>
              <a:rPr lang="en-US" sz="1400">
                <a:solidFill>
                  <a:schemeClr val="tx1"/>
                </a:solidFill>
              </a:rPr>
              <a:t> in operations and reporting, internal controls enhance investor and stakeholder confidence.</a:t>
            </a:r>
            <a:endParaRPr lang="en-GB" sz="1400">
              <a:solidFill>
                <a:schemeClr val="tx1"/>
              </a:solidFill>
            </a:endParaRPr>
          </a:p>
        </p:txBody>
      </p:sp>
      <p:grpSp>
        <p:nvGrpSpPr>
          <p:cNvPr id="2" name="Group 1">
            <a:extLst>
              <a:ext uri="{FF2B5EF4-FFF2-40B4-BE49-F238E27FC236}">
                <a16:creationId xmlns:a16="http://schemas.microsoft.com/office/drawing/2014/main" id="{80ABF039-172D-7D4D-91BC-B28AD7E6EC57}"/>
              </a:ext>
            </a:extLst>
          </p:cNvPr>
          <p:cNvGrpSpPr/>
          <p:nvPr/>
        </p:nvGrpSpPr>
        <p:grpSpPr>
          <a:xfrm>
            <a:off x="442913" y="1257300"/>
            <a:ext cx="3884612" cy="669835"/>
            <a:chOff x="442913" y="1257300"/>
            <a:chExt cx="3884612" cy="669835"/>
          </a:xfrm>
        </p:grpSpPr>
        <p:sp>
          <p:nvSpPr>
            <p:cNvPr id="7" name="Rectangle 6">
              <a:extLst>
                <a:ext uri="{FF2B5EF4-FFF2-40B4-BE49-F238E27FC236}">
                  <a16:creationId xmlns:a16="http://schemas.microsoft.com/office/drawing/2014/main" id="{0721A0BF-1F68-0A01-AA89-71A32E494622}"/>
                </a:ext>
              </a:extLst>
            </p:cNvPr>
            <p:cNvSpPr/>
            <p:nvPr/>
          </p:nvSpPr>
          <p:spPr>
            <a:xfrm>
              <a:off x="442913" y="1257300"/>
              <a:ext cx="3884612" cy="515056"/>
            </a:xfrm>
            <a:prstGeom prst="rect">
              <a:avLst/>
            </a:prstGeom>
            <a:ln>
              <a:noFill/>
            </a:ln>
          </p:spPr>
          <p:style>
            <a:lnRef idx="0">
              <a:schemeClr val="accent1"/>
            </a:lnRef>
            <a:fillRef idx="1">
              <a:schemeClr val="accent1"/>
            </a:fillRef>
            <a:effectRef idx="0">
              <a:schemeClr val="dk1"/>
            </a:effectRef>
            <a:fontRef idx="minor">
              <a:schemeClr val="lt1"/>
            </a:fontRef>
          </p:style>
          <p:txBody>
            <a:bodyPr tIns="91440" bIns="91440" rtlCol="0" anchor="ctr"/>
            <a:lstStyle/>
            <a:p>
              <a:pPr algn="ctr"/>
              <a:r>
                <a:rPr lang="en-US" sz="1600" b="1"/>
                <a:t>Promotes Compliance</a:t>
              </a:r>
              <a:endParaRPr lang="en-GB" sz="1600" b="1" kern="0">
                <a:solidFill>
                  <a:schemeClr val="bg1"/>
                </a:solidFill>
                <a:cs typeface="Arial" charset="0"/>
              </a:endParaRPr>
            </a:p>
          </p:txBody>
        </p:sp>
        <p:sp>
          <p:nvSpPr>
            <p:cNvPr id="22" name="Triangle 21">
              <a:extLst>
                <a:ext uri="{FF2B5EF4-FFF2-40B4-BE49-F238E27FC236}">
                  <a16:creationId xmlns:a16="http://schemas.microsoft.com/office/drawing/2014/main" id="{AA327147-8E64-E12F-0020-C8BFB65B0106}"/>
                </a:ext>
              </a:extLst>
            </p:cNvPr>
            <p:cNvSpPr/>
            <p:nvPr/>
          </p:nvSpPr>
          <p:spPr>
            <a:xfrm rot="10800000">
              <a:off x="2093198" y="1759292"/>
              <a:ext cx="584042" cy="167843"/>
            </a:xfrm>
            <a:prstGeom prst="triangle">
              <a:avLst/>
            </a:prstGeom>
            <a:ln>
              <a:noFill/>
            </a:ln>
          </p:spPr>
          <p:style>
            <a:lnRef idx="0">
              <a:schemeClr val="accent1"/>
            </a:lnRef>
            <a:fillRef idx="1">
              <a:schemeClr val="accent1"/>
            </a:fillRef>
            <a:effectRef idx="0">
              <a:schemeClr val="dk1"/>
            </a:effectRef>
            <a:fontRef idx="minor">
              <a:schemeClr val="lt1"/>
            </a:fontRef>
          </p:style>
          <p:txBody>
            <a:bodyPr rtlCol="0" anchor="ctr"/>
            <a:lstStyle/>
            <a:p>
              <a:pPr algn="ctr">
                <a:lnSpc>
                  <a:spcPct val="100000"/>
                </a:lnSpc>
              </a:pPr>
              <a:endParaRPr lang="en-US" sz="1600"/>
            </a:p>
          </p:txBody>
        </p:sp>
      </p:grpSp>
      <p:grpSp>
        <p:nvGrpSpPr>
          <p:cNvPr id="11" name="Group 10">
            <a:extLst>
              <a:ext uri="{FF2B5EF4-FFF2-40B4-BE49-F238E27FC236}">
                <a16:creationId xmlns:a16="http://schemas.microsoft.com/office/drawing/2014/main" id="{FDF143DE-63F2-ABD9-CC88-D8734C1D99A7}"/>
              </a:ext>
            </a:extLst>
          </p:cNvPr>
          <p:cNvGrpSpPr/>
          <p:nvPr/>
        </p:nvGrpSpPr>
        <p:grpSpPr>
          <a:xfrm>
            <a:off x="442913" y="3842456"/>
            <a:ext cx="3884612" cy="663110"/>
            <a:chOff x="442913" y="3842456"/>
            <a:chExt cx="3884612" cy="663110"/>
          </a:xfrm>
        </p:grpSpPr>
        <p:sp>
          <p:nvSpPr>
            <p:cNvPr id="15" name="Rectangle 14">
              <a:extLst>
                <a:ext uri="{FF2B5EF4-FFF2-40B4-BE49-F238E27FC236}">
                  <a16:creationId xmlns:a16="http://schemas.microsoft.com/office/drawing/2014/main" id="{8F6DC691-D115-009D-80C5-6D244CA7DCB7}"/>
                </a:ext>
              </a:extLst>
            </p:cNvPr>
            <p:cNvSpPr/>
            <p:nvPr/>
          </p:nvSpPr>
          <p:spPr>
            <a:xfrm>
              <a:off x="442913" y="3842456"/>
              <a:ext cx="3884612" cy="515056"/>
            </a:xfrm>
            <a:prstGeom prst="rect">
              <a:avLst/>
            </a:prstGeom>
            <a:solidFill>
              <a:schemeClr val="tx1">
                <a:lumMod val="50000"/>
                <a:lumOff val="50000"/>
              </a:schemeClr>
            </a:solidFill>
            <a:ln>
              <a:noFill/>
            </a:ln>
          </p:spPr>
          <p:style>
            <a:lnRef idx="0">
              <a:schemeClr val="accent1"/>
            </a:lnRef>
            <a:fillRef idx="1">
              <a:schemeClr val="accent1"/>
            </a:fillRef>
            <a:effectRef idx="0">
              <a:schemeClr val="dk1"/>
            </a:effectRef>
            <a:fontRef idx="minor">
              <a:schemeClr val="lt1"/>
            </a:fontRef>
          </p:style>
          <p:txBody>
            <a:bodyPr tIns="91440" bIns="91440" rtlCol="0" anchor="ctr"/>
            <a:lstStyle/>
            <a:p>
              <a:pPr algn="ctr"/>
              <a:r>
                <a:rPr lang="en-US" sz="1600" b="1"/>
                <a:t>Builds Stakeholders’ Trust</a:t>
              </a:r>
              <a:endParaRPr lang="en-GB" sz="1600" b="1" kern="0">
                <a:solidFill>
                  <a:schemeClr val="tx1"/>
                </a:solidFill>
                <a:cs typeface="Arial" charset="0"/>
              </a:endParaRPr>
            </a:p>
          </p:txBody>
        </p:sp>
        <p:sp>
          <p:nvSpPr>
            <p:cNvPr id="24" name="Triangle 23">
              <a:extLst>
                <a:ext uri="{FF2B5EF4-FFF2-40B4-BE49-F238E27FC236}">
                  <a16:creationId xmlns:a16="http://schemas.microsoft.com/office/drawing/2014/main" id="{F7F6423E-C194-F3B7-A307-D3579A0C206F}"/>
                </a:ext>
              </a:extLst>
            </p:cNvPr>
            <p:cNvSpPr/>
            <p:nvPr/>
          </p:nvSpPr>
          <p:spPr>
            <a:xfrm rot="10800000">
              <a:off x="2093199" y="4337723"/>
              <a:ext cx="584042" cy="167843"/>
            </a:xfrm>
            <a:prstGeom prst="triangle">
              <a:avLst/>
            </a:prstGeom>
            <a:solidFill>
              <a:schemeClr val="tx1">
                <a:lumMod val="50000"/>
                <a:lumOff val="50000"/>
              </a:schemeClr>
            </a:solidFill>
            <a:ln>
              <a:noFill/>
            </a:ln>
          </p:spPr>
          <p:style>
            <a:lnRef idx="0">
              <a:schemeClr val="accent1"/>
            </a:lnRef>
            <a:fillRef idx="1">
              <a:schemeClr val="accent1"/>
            </a:fillRef>
            <a:effectRef idx="0">
              <a:schemeClr val="dk1"/>
            </a:effectRef>
            <a:fontRef idx="minor">
              <a:schemeClr val="lt1"/>
            </a:fontRef>
          </p:style>
          <p:txBody>
            <a:bodyPr rtlCol="0" anchor="ctr"/>
            <a:lstStyle/>
            <a:p>
              <a:pPr algn="ctr">
                <a:lnSpc>
                  <a:spcPct val="100000"/>
                </a:lnSpc>
              </a:pPr>
              <a:endParaRPr lang="en-US" sz="1600"/>
            </a:p>
          </p:txBody>
        </p:sp>
      </p:grpSp>
      <p:sp>
        <p:nvSpPr>
          <p:cNvPr id="18" name="Rectangle 17">
            <a:extLst>
              <a:ext uri="{FF2B5EF4-FFF2-40B4-BE49-F238E27FC236}">
                <a16:creationId xmlns:a16="http://schemas.microsoft.com/office/drawing/2014/main" id="{F5ABD38D-7768-D0F5-48F1-E3907E701A40}"/>
              </a:ext>
            </a:extLst>
          </p:cNvPr>
          <p:cNvSpPr/>
          <p:nvPr/>
        </p:nvSpPr>
        <p:spPr>
          <a:xfrm>
            <a:off x="7861300" y="1772356"/>
            <a:ext cx="3887788" cy="1817511"/>
          </a:xfrm>
          <a:prstGeom prst="rect">
            <a:avLst/>
          </a:prstGeom>
          <a:solidFill>
            <a:schemeClr val="bg1">
              <a:lumMod val="95000"/>
            </a:schemeClr>
          </a:solidFill>
          <a:ln>
            <a:noFill/>
          </a:ln>
        </p:spPr>
        <p:style>
          <a:lnRef idx="0">
            <a:schemeClr val="accent1"/>
          </a:lnRef>
          <a:fillRef idx="1">
            <a:schemeClr val="accent1"/>
          </a:fillRef>
          <a:effectRef idx="0">
            <a:schemeClr val="dk1"/>
          </a:effectRef>
          <a:fontRef idx="minor">
            <a:schemeClr val="lt1"/>
          </a:fontRef>
        </p:style>
        <p:txBody>
          <a:bodyPr tIns="91440" bIns="91440" rtlCol="0" anchor="ctr"/>
          <a:lstStyle/>
          <a:p>
            <a:pPr marL="0" lvl="1" algn="just" defTabSz="851060" eaLnBrk="0" hangingPunct="0">
              <a:lnSpc>
                <a:spcPct val="150000"/>
              </a:lnSpc>
              <a:spcAft>
                <a:spcPts val="600"/>
              </a:spcAft>
              <a:buSzPct val="100000"/>
              <a:defRPr/>
            </a:pPr>
            <a:r>
              <a:rPr lang="en-US" sz="1400">
                <a:solidFill>
                  <a:schemeClr val="tx1"/>
                </a:solidFill>
              </a:rPr>
              <a:t>Safeguard the organization’s </a:t>
            </a:r>
            <a:r>
              <a:rPr lang="en-US" sz="1400" b="1">
                <a:solidFill>
                  <a:schemeClr val="tx1"/>
                </a:solidFill>
              </a:rPr>
              <a:t>financial</a:t>
            </a:r>
            <a:r>
              <a:rPr lang="en-US" sz="1400">
                <a:solidFill>
                  <a:schemeClr val="tx1"/>
                </a:solidFill>
              </a:rPr>
              <a:t>, </a:t>
            </a:r>
            <a:r>
              <a:rPr lang="en-US" sz="1400" b="1">
                <a:solidFill>
                  <a:schemeClr val="tx1"/>
                </a:solidFill>
              </a:rPr>
              <a:t>physical</a:t>
            </a:r>
            <a:r>
              <a:rPr lang="en-US" sz="1400">
                <a:solidFill>
                  <a:schemeClr val="tx1"/>
                </a:solidFill>
              </a:rPr>
              <a:t> and </a:t>
            </a:r>
            <a:r>
              <a:rPr lang="en-US" sz="1400" b="1">
                <a:solidFill>
                  <a:schemeClr val="tx1"/>
                </a:solidFill>
              </a:rPr>
              <a:t>intellectual assets</a:t>
            </a:r>
            <a:r>
              <a:rPr lang="en-US" sz="1400">
                <a:solidFill>
                  <a:schemeClr val="tx1"/>
                </a:solidFill>
              </a:rPr>
              <a:t> from misuse, fraud or unauthorized access, preserving company value.</a:t>
            </a:r>
            <a:endParaRPr lang="en-GB" sz="1400">
              <a:solidFill>
                <a:schemeClr val="tx1"/>
              </a:solidFill>
            </a:endParaRPr>
          </a:p>
        </p:txBody>
      </p:sp>
      <p:sp>
        <p:nvSpPr>
          <p:cNvPr id="20" name="Rectangle 19">
            <a:extLst>
              <a:ext uri="{FF2B5EF4-FFF2-40B4-BE49-F238E27FC236}">
                <a16:creationId xmlns:a16="http://schemas.microsoft.com/office/drawing/2014/main" id="{DA954579-7B0F-4BD7-9EAD-5D2D02BEE211}"/>
              </a:ext>
            </a:extLst>
          </p:cNvPr>
          <p:cNvSpPr/>
          <p:nvPr/>
        </p:nvSpPr>
        <p:spPr>
          <a:xfrm>
            <a:off x="7861300" y="4357512"/>
            <a:ext cx="3887788" cy="1817511"/>
          </a:xfrm>
          <a:prstGeom prst="rect">
            <a:avLst/>
          </a:prstGeom>
          <a:solidFill>
            <a:schemeClr val="bg1">
              <a:lumMod val="95000"/>
            </a:schemeClr>
          </a:solidFill>
          <a:ln>
            <a:noFill/>
          </a:ln>
        </p:spPr>
        <p:style>
          <a:lnRef idx="0">
            <a:schemeClr val="accent1"/>
          </a:lnRef>
          <a:fillRef idx="1">
            <a:schemeClr val="accent1"/>
          </a:fillRef>
          <a:effectRef idx="0">
            <a:schemeClr val="dk1"/>
          </a:effectRef>
          <a:fontRef idx="minor">
            <a:schemeClr val="lt1"/>
          </a:fontRef>
        </p:style>
        <p:txBody>
          <a:bodyPr tIns="91440" bIns="91440" rtlCol="0" anchor="ctr"/>
          <a:lstStyle/>
          <a:p>
            <a:pPr marL="0" lvl="1" defTabSz="851060" eaLnBrk="0" hangingPunct="0">
              <a:lnSpc>
                <a:spcPct val="150000"/>
              </a:lnSpc>
              <a:spcAft>
                <a:spcPts val="600"/>
              </a:spcAft>
              <a:buSzPct val="100000"/>
              <a:defRPr/>
            </a:pPr>
            <a:r>
              <a:rPr lang="en-US" sz="1400">
                <a:solidFill>
                  <a:schemeClr val="tx1"/>
                </a:solidFill>
              </a:rPr>
              <a:t>Strengthens the reliability of </a:t>
            </a:r>
            <a:r>
              <a:rPr lang="en-US" sz="1400" b="1">
                <a:solidFill>
                  <a:schemeClr val="tx1"/>
                </a:solidFill>
              </a:rPr>
              <a:t>financial and operational information</a:t>
            </a:r>
            <a:r>
              <a:rPr lang="en-US" sz="1400">
                <a:solidFill>
                  <a:schemeClr val="tx1"/>
                </a:solidFill>
              </a:rPr>
              <a:t>, enabling informed decision-making and transparent disclosures.</a:t>
            </a:r>
            <a:endParaRPr lang="en-GB" sz="1400" kern="0">
              <a:solidFill>
                <a:schemeClr val="tx1"/>
              </a:solidFill>
              <a:cs typeface="Arial" pitchFamily="34" charset="0"/>
            </a:endParaRPr>
          </a:p>
        </p:txBody>
      </p:sp>
      <p:grpSp>
        <p:nvGrpSpPr>
          <p:cNvPr id="8" name="Group 7">
            <a:extLst>
              <a:ext uri="{FF2B5EF4-FFF2-40B4-BE49-F238E27FC236}">
                <a16:creationId xmlns:a16="http://schemas.microsoft.com/office/drawing/2014/main" id="{0ED6E7AB-0A00-00CD-8838-F84A6AB38726}"/>
              </a:ext>
            </a:extLst>
          </p:cNvPr>
          <p:cNvGrpSpPr/>
          <p:nvPr/>
        </p:nvGrpSpPr>
        <p:grpSpPr>
          <a:xfrm>
            <a:off x="7861300" y="1257300"/>
            <a:ext cx="3887788" cy="669835"/>
            <a:chOff x="7861300" y="1257300"/>
            <a:chExt cx="3887788" cy="669835"/>
          </a:xfrm>
        </p:grpSpPr>
        <p:sp>
          <p:nvSpPr>
            <p:cNvPr id="14" name="Rectangle 13">
              <a:extLst>
                <a:ext uri="{FF2B5EF4-FFF2-40B4-BE49-F238E27FC236}">
                  <a16:creationId xmlns:a16="http://schemas.microsoft.com/office/drawing/2014/main" id="{183595DD-5392-CFB1-1213-28B9C8CFCBB4}"/>
                </a:ext>
              </a:extLst>
            </p:cNvPr>
            <p:cNvSpPr/>
            <p:nvPr/>
          </p:nvSpPr>
          <p:spPr>
            <a:xfrm>
              <a:off x="7861300" y="1257300"/>
              <a:ext cx="3887788" cy="515056"/>
            </a:xfrm>
            <a:prstGeom prst="rect">
              <a:avLst/>
            </a:prstGeom>
            <a:solidFill>
              <a:schemeClr val="tx1">
                <a:lumMod val="50000"/>
                <a:lumOff val="50000"/>
              </a:schemeClr>
            </a:solidFill>
            <a:ln>
              <a:noFill/>
            </a:ln>
          </p:spPr>
          <p:style>
            <a:lnRef idx="0">
              <a:schemeClr val="accent1"/>
            </a:lnRef>
            <a:fillRef idx="1">
              <a:schemeClr val="accent1"/>
            </a:fillRef>
            <a:effectRef idx="0">
              <a:schemeClr val="dk1"/>
            </a:effectRef>
            <a:fontRef idx="minor">
              <a:schemeClr val="lt1"/>
            </a:fontRef>
          </p:style>
          <p:txBody>
            <a:bodyPr tIns="91440" bIns="91440" rtlCol="0" anchor="ctr"/>
            <a:lstStyle/>
            <a:p>
              <a:pPr algn="ctr"/>
              <a:r>
                <a:rPr lang="en-US" sz="1600" b="1"/>
                <a:t>Protects Resources</a:t>
              </a:r>
              <a:endParaRPr lang="en-GB" sz="1600" b="1" kern="0">
                <a:solidFill>
                  <a:schemeClr val="tx1"/>
                </a:solidFill>
                <a:cs typeface="Arial" charset="0"/>
              </a:endParaRPr>
            </a:p>
          </p:txBody>
        </p:sp>
        <p:sp>
          <p:nvSpPr>
            <p:cNvPr id="23" name="Triangle 22">
              <a:extLst>
                <a:ext uri="{FF2B5EF4-FFF2-40B4-BE49-F238E27FC236}">
                  <a16:creationId xmlns:a16="http://schemas.microsoft.com/office/drawing/2014/main" id="{CF02A0B4-90BC-6CB5-DC57-D72B0DF10CB7}"/>
                </a:ext>
              </a:extLst>
            </p:cNvPr>
            <p:cNvSpPr/>
            <p:nvPr/>
          </p:nvSpPr>
          <p:spPr>
            <a:xfrm rot="10800000">
              <a:off x="9512934" y="1759292"/>
              <a:ext cx="584519" cy="167843"/>
            </a:xfrm>
            <a:prstGeom prst="triangle">
              <a:avLst/>
            </a:prstGeom>
            <a:solidFill>
              <a:schemeClr val="tx1">
                <a:lumMod val="50000"/>
                <a:lumOff val="50000"/>
              </a:schemeClr>
            </a:solidFill>
            <a:ln>
              <a:noFill/>
            </a:ln>
          </p:spPr>
          <p:style>
            <a:lnRef idx="0">
              <a:schemeClr val="accent1"/>
            </a:lnRef>
            <a:fillRef idx="1">
              <a:schemeClr val="accent1"/>
            </a:fillRef>
            <a:effectRef idx="0">
              <a:schemeClr val="dk1"/>
            </a:effectRef>
            <a:fontRef idx="minor">
              <a:schemeClr val="lt1"/>
            </a:fontRef>
          </p:style>
          <p:txBody>
            <a:bodyPr rtlCol="0" anchor="ctr"/>
            <a:lstStyle/>
            <a:p>
              <a:pPr algn="ctr">
                <a:lnSpc>
                  <a:spcPct val="100000"/>
                </a:lnSpc>
              </a:pPr>
              <a:endParaRPr lang="en-US" sz="1600"/>
            </a:p>
          </p:txBody>
        </p:sp>
      </p:grpSp>
      <p:grpSp>
        <p:nvGrpSpPr>
          <p:cNvPr id="10" name="Group 9">
            <a:extLst>
              <a:ext uri="{FF2B5EF4-FFF2-40B4-BE49-F238E27FC236}">
                <a16:creationId xmlns:a16="http://schemas.microsoft.com/office/drawing/2014/main" id="{A8C5ED83-DA54-8F4E-D716-946C856E570C}"/>
              </a:ext>
            </a:extLst>
          </p:cNvPr>
          <p:cNvGrpSpPr/>
          <p:nvPr/>
        </p:nvGrpSpPr>
        <p:grpSpPr>
          <a:xfrm>
            <a:off x="7861300" y="3842456"/>
            <a:ext cx="3887788" cy="663110"/>
            <a:chOff x="7861300" y="3842456"/>
            <a:chExt cx="3887788" cy="663110"/>
          </a:xfrm>
        </p:grpSpPr>
        <p:sp>
          <p:nvSpPr>
            <p:cNvPr id="16" name="Rectangle 15">
              <a:extLst>
                <a:ext uri="{FF2B5EF4-FFF2-40B4-BE49-F238E27FC236}">
                  <a16:creationId xmlns:a16="http://schemas.microsoft.com/office/drawing/2014/main" id="{DD1B4E9F-5786-FA0E-1F49-C8D50F5F610C}"/>
                </a:ext>
              </a:extLst>
            </p:cNvPr>
            <p:cNvSpPr/>
            <p:nvPr/>
          </p:nvSpPr>
          <p:spPr>
            <a:xfrm>
              <a:off x="7861300" y="3842456"/>
              <a:ext cx="3887788" cy="515056"/>
            </a:xfrm>
            <a:prstGeom prst="rect">
              <a:avLst/>
            </a:prstGeom>
            <a:ln>
              <a:noFill/>
            </a:ln>
          </p:spPr>
          <p:style>
            <a:lnRef idx="0">
              <a:schemeClr val="accent1"/>
            </a:lnRef>
            <a:fillRef idx="1">
              <a:schemeClr val="accent1"/>
            </a:fillRef>
            <a:effectRef idx="0">
              <a:schemeClr val="dk1"/>
            </a:effectRef>
            <a:fontRef idx="minor">
              <a:schemeClr val="lt1"/>
            </a:fontRef>
          </p:style>
          <p:txBody>
            <a:bodyPr tIns="91440" bIns="91440" rtlCol="0" anchor="ctr"/>
            <a:lstStyle/>
            <a:p>
              <a:pPr algn="ctr"/>
              <a:r>
                <a:rPr lang="en-US" sz="1600" b="1"/>
                <a:t>Ensures Accurate Reporting</a:t>
              </a:r>
              <a:endParaRPr lang="en-GB" sz="1600" b="1" kern="0">
                <a:solidFill>
                  <a:schemeClr val="bg1"/>
                </a:solidFill>
                <a:cs typeface="Arial" charset="0"/>
              </a:endParaRPr>
            </a:p>
          </p:txBody>
        </p:sp>
        <p:sp>
          <p:nvSpPr>
            <p:cNvPr id="25" name="Triangle 24">
              <a:extLst>
                <a:ext uri="{FF2B5EF4-FFF2-40B4-BE49-F238E27FC236}">
                  <a16:creationId xmlns:a16="http://schemas.microsoft.com/office/drawing/2014/main" id="{0C45BF78-7B32-9EB2-EF85-9EF560A84FA3}"/>
                </a:ext>
              </a:extLst>
            </p:cNvPr>
            <p:cNvSpPr/>
            <p:nvPr/>
          </p:nvSpPr>
          <p:spPr>
            <a:xfrm rot="10800000">
              <a:off x="9512934" y="4337723"/>
              <a:ext cx="584519" cy="167843"/>
            </a:xfrm>
            <a:prstGeom prst="triangle">
              <a:avLst/>
            </a:prstGeom>
            <a:ln>
              <a:noFill/>
            </a:ln>
          </p:spPr>
          <p:style>
            <a:lnRef idx="0">
              <a:schemeClr val="accent1"/>
            </a:lnRef>
            <a:fillRef idx="1">
              <a:schemeClr val="accent1"/>
            </a:fillRef>
            <a:effectRef idx="0">
              <a:schemeClr val="dk1"/>
            </a:effectRef>
            <a:fontRef idx="minor">
              <a:schemeClr val="lt1"/>
            </a:fontRef>
          </p:style>
          <p:txBody>
            <a:bodyPr rtlCol="0" anchor="ctr"/>
            <a:lstStyle/>
            <a:p>
              <a:pPr algn="ctr">
                <a:lnSpc>
                  <a:spcPct val="100000"/>
                </a:lnSpc>
              </a:pPr>
              <a:endParaRPr lang="en-US" sz="1600"/>
            </a:p>
          </p:txBody>
        </p:sp>
      </p:grpSp>
      <p:sp>
        <p:nvSpPr>
          <p:cNvPr id="33" name="Rectangle 32">
            <a:extLst>
              <a:ext uri="{FF2B5EF4-FFF2-40B4-BE49-F238E27FC236}">
                <a16:creationId xmlns:a16="http://schemas.microsoft.com/office/drawing/2014/main" id="{DDE99CAE-6D78-C890-42C1-81DD9DD20581}"/>
              </a:ext>
            </a:extLst>
          </p:cNvPr>
          <p:cNvSpPr/>
          <p:nvPr/>
        </p:nvSpPr>
        <p:spPr>
          <a:xfrm>
            <a:off x="4446906" y="3589868"/>
            <a:ext cx="3291840" cy="2585156"/>
          </a:xfrm>
          <a:prstGeom prst="rect">
            <a:avLst/>
          </a:prstGeom>
          <a:solidFill>
            <a:srgbClr val="DEDEDE"/>
          </a:solidFill>
          <a:ln>
            <a:noFill/>
          </a:ln>
        </p:spPr>
        <p:style>
          <a:lnRef idx="0">
            <a:schemeClr val="accent1"/>
          </a:lnRef>
          <a:fillRef idx="1">
            <a:schemeClr val="accent1"/>
          </a:fillRef>
          <a:effectRef idx="0">
            <a:schemeClr val="dk1"/>
          </a:effectRef>
          <a:fontRef idx="minor">
            <a:schemeClr val="lt1"/>
          </a:fontRef>
        </p:style>
        <p:txBody>
          <a:bodyPr tIns="91440" bIns="91440" rtlCol="0" anchor="t" anchorCtr="0"/>
          <a:lstStyle/>
          <a:p>
            <a:pPr algn="ctr"/>
            <a:endParaRPr lang="en-US" sz="1600">
              <a:solidFill>
                <a:schemeClr val="tx1"/>
              </a:solidFill>
            </a:endParaRPr>
          </a:p>
          <a:p>
            <a:pPr algn="ctr">
              <a:lnSpc>
                <a:spcPct val="150000"/>
              </a:lnSpc>
            </a:pPr>
            <a:r>
              <a:rPr lang="en-US" sz="1400">
                <a:solidFill>
                  <a:schemeClr val="tx1"/>
                </a:solidFill>
              </a:rPr>
              <a:t>Internal controls refer to the </a:t>
            </a:r>
            <a:r>
              <a:rPr lang="en-US" sz="1400" b="1">
                <a:solidFill>
                  <a:schemeClr val="tx1"/>
                </a:solidFill>
              </a:rPr>
              <a:t>systems, policies and procedures</a:t>
            </a:r>
            <a:r>
              <a:rPr lang="en-US" sz="1400">
                <a:solidFill>
                  <a:schemeClr val="tx1"/>
                </a:solidFill>
              </a:rPr>
              <a:t> established by an organization to ensure that operations are conducted ethically, efficiently and in alignment with laws and organizational objectives.</a:t>
            </a:r>
            <a:endParaRPr lang="en-GB" sz="1400">
              <a:solidFill>
                <a:schemeClr val="tx1"/>
              </a:solidFill>
            </a:endParaRPr>
          </a:p>
        </p:txBody>
      </p:sp>
      <p:sp>
        <p:nvSpPr>
          <p:cNvPr id="27" name="Rectangle 26">
            <a:extLst>
              <a:ext uri="{FF2B5EF4-FFF2-40B4-BE49-F238E27FC236}">
                <a16:creationId xmlns:a16="http://schemas.microsoft.com/office/drawing/2014/main" id="{160EA3AA-F7CC-71D9-86A7-ABDE806B0827}"/>
              </a:ext>
            </a:extLst>
          </p:cNvPr>
          <p:cNvSpPr/>
          <p:nvPr/>
        </p:nvSpPr>
        <p:spPr>
          <a:xfrm>
            <a:off x="0" y="0"/>
            <a:ext cx="12192000" cy="572092"/>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400" b="1">
                <a:solidFill>
                  <a:schemeClr val="bg1"/>
                </a:solidFill>
                <a:latin typeface="Georgia" panose="02040502050405020303" pitchFamily="18" charset="0"/>
              </a:rPr>
              <a:t>Internal Controls | Meaning</a:t>
            </a:r>
          </a:p>
        </p:txBody>
      </p:sp>
      <p:pic>
        <p:nvPicPr>
          <p:cNvPr id="5" name="Picture 4" descr="Magnifying glass showing decling performance">
            <a:extLst>
              <a:ext uri="{FF2B5EF4-FFF2-40B4-BE49-F238E27FC236}">
                <a16:creationId xmlns:a16="http://schemas.microsoft.com/office/drawing/2014/main" id="{CB6E7D39-C8EB-822F-AE87-838FC62752E0}"/>
              </a:ext>
            </a:extLst>
          </p:cNvPr>
          <p:cNvPicPr>
            <a:picLocks noChangeAspect="1"/>
          </p:cNvPicPr>
          <p:nvPr/>
        </p:nvPicPr>
        <p:blipFill>
          <a:blip r:embed="rId6">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4446906" y="1257300"/>
            <a:ext cx="3291841" cy="2476500"/>
          </a:xfrm>
          <a:prstGeom prst="rect">
            <a:avLst/>
          </a:prstGeom>
        </p:spPr>
      </p:pic>
    </p:spTree>
    <p:custDataLst>
      <p:custData r:id="rId1"/>
    </p:custDataLst>
    <p:extLst>
      <p:ext uri="{BB962C8B-B14F-4D97-AF65-F5344CB8AC3E}">
        <p14:creationId xmlns:p14="http://schemas.microsoft.com/office/powerpoint/2010/main" val="3871831237"/>
      </p:ext>
    </p:extLst>
  </p:cSld>
  <p:clrMapOvr>
    <a:masterClrMapping/>
  </p:clrMapOvr>
  <mc:AlternateContent xmlns:mc="http://schemas.openxmlformats.org/markup-compatibility/2006" xmlns:p14="http://schemas.microsoft.com/office/powerpoint/2010/main">
    <mc:Choice Requires="p14">
      <p:transition p14:dur="10" advClick="0" advTm="15000"/>
    </mc:Choice>
    <mc:Fallback xmlns="">
      <p:transition advClick="0" advTm="15000"/>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 name="Rectangle 179">
            <a:extLst>
              <a:ext uri="{FF2B5EF4-FFF2-40B4-BE49-F238E27FC236}">
                <a16:creationId xmlns:a16="http://schemas.microsoft.com/office/drawing/2014/main" id="{6B3E1177-5230-4EBE-9285-4442F7B79042}"/>
              </a:ext>
            </a:extLst>
          </p:cNvPr>
          <p:cNvSpPr/>
          <p:nvPr/>
        </p:nvSpPr>
        <p:spPr>
          <a:xfrm>
            <a:off x="0" y="0"/>
            <a:ext cx="12192000" cy="572092"/>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400" b="1">
                <a:solidFill>
                  <a:schemeClr val="bg1"/>
                </a:solidFill>
                <a:latin typeface="Georgia" panose="02040502050405020303" pitchFamily="18" charset="0"/>
              </a:rPr>
              <a:t>Internal Controls | Common Types</a:t>
            </a:r>
          </a:p>
        </p:txBody>
      </p:sp>
      <p:grpSp>
        <p:nvGrpSpPr>
          <p:cNvPr id="184" name="Group 183">
            <a:extLst>
              <a:ext uri="{FF2B5EF4-FFF2-40B4-BE49-F238E27FC236}">
                <a16:creationId xmlns:a16="http://schemas.microsoft.com/office/drawing/2014/main" id="{E3E0346D-EB4D-904E-FA38-451848047B60}"/>
              </a:ext>
            </a:extLst>
          </p:cNvPr>
          <p:cNvGrpSpPr/>
          <p:nvPr/>
        </p:nvGrpSpPr>
        <p:grpSpPr>
          <a:xfrm>
            <a:off x="698066" y="979356"/>
            <a:ext cx="4643306" cy="1799148"/>
            <a:chOff x="567074" y="4825787"/>
            <a:chExt cx="1530000" cy="1872091"/>
          </a:xfrm>
        </p:grpSpPr>
        <p:sp>
          <p:nvSpPr>
            <p:cNvPr id="181" name="AutoShape 3">
              <a:extLst>
                <a:ext uri="{FF2B5EF4-FFF2-40B4-BE49-F238E27FC236}">
                  <a16:creationId xmlns:a16="http://schemas.microsoft.com/office/drawing/2014/main" id="{560A2FDC-C51C-85B5-A298-2A5982854721}"/>
                </a:ext>
              </a:extLst>
            </p:cNvPr>
            <p:cNvSpPr>
              <a:spLocks noChangeArrowheads="1"/>
            </p:cNvSpPr>
            <p:nvPr/>
          </p:nvSpPr>
          <p:spPr bwMode="auto">
            <a:xfrm rot="16200000" flipH="1">
              <a:off x="1035199" y="4357663"/>
              <a:ext cx="593609" cy="1529858"/>
            </a:xfrm>
            <a:custGeom>
              <a:avLst/>
              <a:gdLst>
                <a:gd name="connsiteX0" fmla="*/ 0 w 541355"/>
                <a:gd name="connsiteY0" fmla="*/ 0 h 1477802"/>
                <a:gd name="connsiteX1" fmla="*/ 373838 w 541355"/>
                <a:gd name="connsiteY1" fmla="*/ 0 h 1477802"/>
                <a:gd name="connsiteX2" fmla="*/ 541355 w 541355"/>
                <a:gd name="connsiteY2" fmla="*/ 738901 h 1477802"/>
                <a:gd name="connsiteX3" fmla="*/ 373838 w 541355"/>
                <a:gd name="connsiteY3" fmla="*/ 1477802 h 1477802"/>
                <a:gd name="connsiteX4" fmla="*/ 0 w 541355"/>
                <a:gd name="connsiteY4" fmla="*/ 1477802 h 1477802"/>
                <a:gd name="connsiteX5" fmla="*/ 0 w 541355"/>
                <a:gd name="connsiteY5" fmla="*/ 0 h 1477802"/>
                <a:gd name="connsiteX0" fmla="*/ 0 w 593609"/>
                <a:gd name="connsiteY0" fmla="*/ 0 h 1477802"/>
                <a:gd name="connsiteX1" fmla="*/ 373838 w 593609"/>
                <a:gd name="connsiteY1" fmla="*/ 0 h 1477802"/>
                <a:gd name="connsiteX2" fmla="*/ 593609 w 593609"/>
                <a:gd name="connsiteY2" fmla="*/ 747613 h 1477802"/>
                <a:gd name="connsiteX3" fmla="*/ 373838 w 593609"/>
                <a:gd name="connsiteY3" fmla="*/ 1477802 h 1477802"/>
                <a:gd name="connsiteX4" fmla="*/ 0 w 593609"/>
                <a:gd name="connsiteY4" fmla="*/ 1477802 h 1477802"/>
                <a:gd name="connsiteX5" fmla="*/ 0 w 593609"/>
                <a:gd name="connsiteY5" fmla="*/ 0 h 1477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93609" h="1477802">
                  <a:moveTo>
                    <a:pt x="0" y="0"/>
                  </a:moveTo>
                  <a:lnTo>
                    <a:pt x="373838" y="0"/>
                  </a:lnTo>
                  <a:lnTo>
                    <a:pt x="593609" y="747613"/>
                  </a:lnTo>
                  <a:lnTo>
                    <a:pt x="373838" y="1477802"/>
                  </a:lnTo>
                  <a:lnTo>
                    <a:pt x="0" y="1477802"/>
                  </a:lnTo>
                  <a:lnTo>
                    <a:pt x="0" y="0"/>
                  </a:lnTo>
                  <a:close/>
                </a:path>
              </a:pathLst>
            </a:custGeom>
            <a:solidFill>
              <a:schemeClr val="accent1"/>
            </a:solidFill>
            <a:ln w="12700">
              <a:solidFill>
                <a:schemeClr val="accent4"/>
              </a:solidFill>
              <a:miter lim="800000"/>
              <a:headEnd/>
              <a:tailEnd/>
            </a:ln>
          </p:spPr>
          <p:txBody>
            <a:bodyPr vert="eaVert" lIns="52153" tIns="52153" rIns="52153" bIns="52153">
              <a:noAutofit/>
            </a:bodyPr>
            <a:lstStyle/>
            <a:p>
              <a:pPr defTabSz="1042988" eaLnBrk="0" hangingPunct="0">
                <a:spcAft>
                  <a:spcPts val="400"/>
                </a:spcAft>
                <a:buClrTx/>
                <a:buSzTx/>
                <a:buFontTx/>
                <a:buNone/>
              </a:pPr>
              <a:endParaRPr lang="en-GB" sz="1200" b="1" i="1">
                <a:solidFill>
                  <a:schemeClr val="bg2"/>
                </a:solidFill>
                <a:latin typeface="Georgia" pitchFamily="18" charset="0"/>
                <a:cs typeface="Arial" pitchFamily="34" charset="0"/>
              </a:endParaRPr>
            </a:p>
          </p:txBody>
        </p:sp>
        <p:sp>
          <p:nvSpPr>
            <p:cNvPr id="182" name="Freeform 4">
              <a:extLst>
                <a:ext uri="{FF2B5EF4-FFF2-40B4-BE49-F238E27FC236}">
                  <a16:creationId xmlns:a16="http://schemas.microsoft.com/office/drawing/2014/main" id="{40967B6D-B2C2-ADF4-E976-41BCBE1FFCB3}"/>
                </a:ext>
              </a:extLst>
            </p:cNvPr>
            <p:cNvSpPr>
              <a:spLocks/>
            </p:cNvSpPr>
            <p:nvPr/>
          </p:nvSpPr>
          <p:spPr bwMode="auto">
            <a:xfrm>
              <a:off x="567074" y="5258599"/>
              <a:ext cx="1530000" cy="1439279"/>
            </a:xfrm>
            <a:custGeom>
              <a:avLst/>
              <a:gdLst>
                <a:gd name="T0" fmla="*/ 2147483647 w 1590"/>
                <a:gd name="T1" fmla="*/ 0 h 1901"/>
                <a:gd name="T2" fmla="*/ 2147483647 w 1590"/>
                <a:gd name="T3" fmla="*/ 2147483647 h 1901"/>
                <a:gd name="T4" fmla="*/ 2147483647 w 1590"/>
                <a:gd name="T5" fmla="*/ 0 h 1901"/>
                <a:gd name="T6" fmla="*/ 2147483647 w 1590"/>
                <a:gd name="T7" fmla="*/ 2147483647 h 1901"/>
                <a:gd name="T8" fmla="*/ 0 w 1590"/>
                <a:gd name="T9" fmla="*/ 2147483647 h 1901"/>
                <a:gd name="T10" fmla="*/ 2147483647 w 1590"/>
                <a:gd name="T11" fmla="*/ 2147483647 h 1901"/>
                <a:gd name="T12" fmla="*/ 2147483647 w 1590"/>
                <a:gd name="T13" fmla="*/ 2147483647 h 1901"/>
                <a:gd name="T14" fmla="*/ 2147483647 w 1590"/>
                <a:gd name="T15" fmla="*/ 2147483647 h 1901"/>
                <a:gd name="T16" fmla="*/ 2147483647 w 1590"/>
                <a:gd name="T17" fmla="*/ 0 h 190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590"/>
                <a:gd name="T28" fmla="*/ 0 h 1901"/>
                <a:gd name="T29" fmla="*/ 1590 w 1590"/>
                <a:gd name="T30" fmla="*/ 1901 h 1901"/>
                <a:gd name="connsiteX0" fmla="*/ 25 w 9994"/>
                <a:gd name="connsiteY0" fmla="*/ 0 h 9995"/>
                <a:gd name="connsiteX1" fmla="*/ 5013 w 9994"/>
                <a:gd name="connsiteY1" fmla="*/ 1273 h 9995"/>
                <a:gd name="connsiteX2" fmla="*/ 9994 w 9994"/>
                <a:gd name="connsiteY2" fmla="*/ 0 h 9995"/>
                <a:gd name="connsiteX3" fmla="*/ 9994 w 9994"/>
                <a:gd name="connsiteY3" fmla="*/ 9995 h 9995"/>
                <a:gd name="connsiteX4" fmla="*/ 0 w 9994"/>
                <a:gd name="connsiteY4" fmla="*/ 9995 h 9995"/>
                <a:gd name="connsiteX5" fmla="*/ 151 w 9994"/>
                <a:gd name="connsiteY5" fmla="*/ 9995 h 9995"/>
                <a:gd name="connsiteX6" fmla="*/ 50 w 9994"/>
                <a:gd name="connsiteY6" fmla="*/ 9995 h 9995"/>
                <a:gd name="connsiteX7" fmla="*/ 25 w 9994"/>
                <a:gd name="connsiteY7" fmla="*/ 9995 h 9995"/>
                <a:gd name="connsiteX8" fmla="*/ 25 w 9994"/>
                <a:gd name="connsiteY8" fmla="*/ 0 h 9995"/>
                <a:gd name="connsiteX0" fmla="*/ 25 w 10000"/>
                <a:gd name="connsiteY0" fmla="*/ 0 h 10000"/>
                <a:gd name="connsiteX1" fmla="*/ 5075 w 10000"/>
                <a:gd name="connsiteY1" fmla="*/ 1516 h 10000"/>
                <a:gd name="connsiteX2" fmla="*/ 10000 w 10000"/>
                <a:gd name="connsiteY2" fmla="*/ 0 h 10000"/>
                <a:gd name="connsiteX3" fmla="*/ 10000 w 10000"/>
                <a:gd name="connsiteY3" fmla="*/ 10000 h 10000"/>
                <a:gd name="connsiteX4" fmla="*/ 0 w 10000"/>
                <a:gd name="connsiteY4" fmla="*/ 10000 h 10000"/>
                <a:gd name="connsiteX5" fmla="*/ 151 w 10000"/>
                <a:gd name="connsiteY5" fmla="*/ 10000 h 10000"/>
                <a:gd name="connsiteX6" fmla="*/ 50 w 10000"/>
                <a:gd name="connsiteY6" fmla="*/ 10000 h 10000"/>
                <a:gd name="connsiteX7" fmla="*/ 25 w 10000"/>
                <a:gd name="connsiteY7" fmla="*/ 10000 h 10000"/>
                <a:gd name="connsiteX8" fmla="*/ 25 w 10000"/>
                <a:gd name="connsiteY8" fmla="*/ 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000" h="10000">
                  <a:moveTo>
                    <a:pt x="25" y="0"/>
                  </a:moveTo>
                  <a:lnTo>
                    <a:pt x="5075" y="1516"/>
                  </a:lnTo>
                  <a:lnTo>
                    <a:pt x="10000" y="0"/>
                  </a:lnTo>
                  <a:lnTo>
                    <a:pt x="10000" y="10000"/>
                  </a:lnTo>
                  <a:lnTo>
                    <a:pt x="0" y="10000"/>
                  </a:lnTo>
                  <a:lnTo>
                    <a:pt x="151" y="10000"/>
                  </a:lnTo>
                  <a:lnTo>
                    <a:pt x="50" y="10000"/>
                  </a:lnTo>
                  <a:lnTo>
                    <a:pt x="25" y="10000"/>
                  </a:lnTo>
                  <a:lnTo>
                    <a:pt x="25" y="0"/>
                  </a:lnTo>
                </a:path>
              </a:pathLst>
            </a:custGeom>
            <a:noFill/>
            <a:ln w="12700" cap="rnd">
              <a:solidFill>
                <a:schemeClr val="accent1"/>
              </a:solidFill>
              <a:round/>
              <a:headEnd/>
              <a:tailEnd/>
            </a:ln>
          </p:spPr>
          <p:txBody>
            <a:bodyPr lIns="52153" tIns="52153" rIns="52153" bIns="52153">
              <a:noAutofit/>
            </a:bodyPr>
            <a:lstStyle/>
            <a:p>
              <a:pPr defTabSz="1042988">
                <a:spcAft>
                  <a:spcPts val="400"/>
                </a:spcAft>
                <a:buClrTx/>
                <a:buSzTx/>
                <a:buFontTx/>
                <a:buNone/>
              </a:pPr>
              <a:endParaRPr lang="en-GB" sz="1200">
                <a:solidFill>
                  <a:schemeClr val="bg1"/>
                </a:solidFill>
                <a:latin typeface="Georgia" pitchFamily="18" charset="0"/>
                <a:cs typeface="Arial" pitchFamily="34" charset="0"/>
              </a:endParaRPr>
            </a:p>
          </p:txBody>
        </p:sp>
        <p:sp>
          <p:nvSpPr>
            <p:cNvPr id="183" name="Rectangle 11">
              <a:extLst>
                <a:ext uri="{FF2B5EF4-FFF2-40B4-BE49-F238E27FC236}">
                  <a16:creationId xmlns:a16="http://schemas.microsoft.com/office/drawing/2014/main" id="{50835C84-9134-3F56-3A19-893BC466CFD4}"/>
                </a:ext>
              </a:extLst>
            </p:cNvPr>
            <p:cNvSpPr>
              <a:spLocks noChangeArrowheads="1"/>
            </p:cNvSpPr>
            <p:nvPr/>
          </p:nvSpPr>
          <p:spPr bwMode="auto">
            <a:xfrm>
              <a:off x="618720" y="5427006"/>
              <a:ext cx="1426992" cy="980243"/>
            </a:xfrm>
            <a:prstGeom prst="rect">
              <a:avLst/>
            </a:prstGeom>
            <a:noFill/>
            <a:ln w="12700">
              <a:noFill/>
              <a:miter lim="800000"/>
              <a:headEnd/>
              <a:tailEnd/>
            </a:ln>
            <a:effectLst/>
          </p:spPr>
          <p:txBody>
            <a:bodyPr lIns="0" tIns="0" rIns="0" bIns="0">
              <a:noAutofit/>
            </a:bodyPr>
            <a:lstStyle/>
            <a:p>
              <a:pPr marL="184150" indent="-184150" algn="just" defTabSz="995363">
                <a:spcAft>
                  <a:spcPts val="400"/>
                </a:spcAft>
                <a:buFont typeface="Wingdings" panose="05000000000000000000" pitchFamily="2" charset="2"/>
                <a:buChar char="§"/>
              </a:pPr>
              <a:endParaRPr lang="en-US" sz="1200"/>
            </a:p>
            <a:p>
              <a:pPr marL="184150" indent="-184150" algn="just" defTabSz="995363">
                <a:spcAft>
                  <a:spcPts val="400"/>
                </a:spcAft>
                <a:buFont typeface="Wingdings" panose="05000000000000000000" pitchFamily="2" charset="2"/>
                <a:buChar char="§"/>
              </a:pPr>
              <a:r>
                <a:rPr lang="en-US" sz="1200"/>
                <a:t>Ensure that day-to-day business activities run efficiently and as intended.</a:t>
              </a:r>
            </a:p>
            <a:p>
              <a:pPr marL="184150" indent="-184150" algn="just" defTabSz="995363">
                <a:spcAft>
                  <a:spcPts val="400"/>
                </a:spcAft>
                <a:buFont typeface="Wingdings" panose="05000000000000000000" pitchFamily="2" charset="2"/>
                <a:buChar char="§"/>
              </a:pPr>
              <a:r>
                <a:rPr lang="en-US" sz="1200"/>
                <a:t>Help prevent errors, delays and process-level breakdowns.</a:t>
              </a:r>
              <a:endParaRPr lang="en-US" sz="1200" kern="0">
                <a:solidFill>
                  <a:srgbClr val="000000"/>
                </a:solidFill>
                <a:latin typeface="Georgia" pitchFamily="18" charset="0"/>
                <a:cs typeface="Arial" pitchFamily="34" charset="0"/>
              </a:endParaRPr>
            </a:p>
          </p:txBody>
        </p:sp>
      </p:grpSp>
      <p:grpSp>
        <p:nvGrpSpPr>
          <p:cNvPr id="213" name="Group 212">
            <a:extLst>
              <a:ext uri="{FF2B5EF4-FFF2-40B4-BE49-F238E27FC236}">
                <a16:creationId xmlns:a16="http://schemas.microsoft.com/office/drawing/2014/main" id="{A6A57522-E3C8-64D9-6E03-B4228F2B5A2D}"/>
              </a:ext>
            </a:extLst>
          </p:cNvPr>
          <p:cNvGrpSpPr/>
          <p:nvPr/>
        </p:nvGrpSpPr>
        <p:grpSpPr>
          <a:xfrm>
            <a:off x="6722898" y="973188"/>
            <a:ext cx="4643306" cy="1799148"/>
            <a:chOff x="567074" y="4825787"/>
            <a:chExt cx="1530000" cy="1872091"/>
          </a:xfrm>
        </p:grpSpPr>
        <p:sp>
          <p:nvSpPr>
            <p:cNvPr id="214" name="AutoShape 3">
              <a:extLst>
                <a:ext uri="{FF2B5EF4-FFF2-40B4-BE49-F238E27FC236}">
                  <a16:creationId xmlns:a16="http://schemas.microsoft.com/office/drawing/2014/main" id="{31788520-58C3-227E-9887-0DFB09896178}"/>
                </a:ext>
              </a:extLst>
            </p:cNvPr>
            <p:cNvSpPr>
              <a:spLocks noChangeArrowheads="1"/>
            </p:cNvSpPr>
            <p:nvPr/>
          </p:nvSpPr>
          <p:spPr bwMode="auto">
            <a:xfrm rot="16200000" flipH="1">
              <a:off x="1035199" y="4357663"/>
              <a:ext cx="593609" cy="1529858"/>
            </a:xfrm>
            <a:custGeom>
              <a:avLst/>
              <a:gdLst>
                <a:gd name="connsiteX0" fmla="*/ 0 w 541355"/>
                <a:gd name="connsiteY0" fmla="*/ 0 h 1477802"/>
                <a:gd name="connsiteX1" fmla="*/ 373838 w 541355"/>
                <a:gd name="connsiteY1" fmla="*/ 0 h 1477802"/>
                <a:gd name="connsiteX2" fmla="*/ 541355 w 541355"/>
                <a:gd name="connsiteY2" fmla="*/ 738901 h 1477802"/>
                <a:gd name="connsiteX3" fmla="*/ 373838 w 541355"/>
                <a:gd name="connsiteY3" fmla="*/ 1477802 h 1477802"/>
                <a:gd name="connsiteX4" fmla="*/ 0 w 541355"/>
                <a:gd name="connsiteY4" fmla="*/ 1477802 h 1477802"/>
                <a:gd name="connsiteX5" fmla="*/ 0 w 541355"/>
                <a:gd name="connsiteY5" fmla="*/ 0 h 1477802"/>
                <a:gd name="connsiteX0" fmla="*/ 0 w 593609"/>
                <a:gd name="connsiteY0" fmla="*/ 0 h 1477802"/>
                <a:gd name="connsiteX1" fmla="*/ 373838 w 593609"/>
                <a:gd name="connsiteY1" fmla="*/ 0 h 1477802"/>
                <a:gd name="connsiteX2" fmla="*/ 593609 w 593609"/>
                <a:gd name="connsiteY2" fmla="*/ 747613 h 1477802"/>
                <a:gd name="connsiteX3" fmla="*/ 373838 w 593609"/>
                <a:gd name="connsiteY3" fmla="*/ 1477802 h 1477802"/>
                <a:gd name="connsiteX4" fmla="*/ 0 w 593609"/>
                <a:gd name="connsiteY4" fmla="*/ 1477802 h 1477802"/>
                <a:gd name="connsiteX5" fmla="*/ 0 w 593609"/>
                <a:gd name="connsiteY5" fmla="*/ 0 h 1477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93609" h="1477802">
                  <a:moveTo>
                    <a:pt x="0" y="0"/>
                  </a:moveTo>
                  <a:lnTo>
                    <a:pt x="373838" y="0"/>
                  </a:lnTo>
                  <a:lnTo>
                    <a:pt x="593609" y="747613"/>
                  </a:lnTo>
                  <a:lnTo>
                    <a:pt x="373838" y="1477802"/>
                  </a:lnTo>
                  <a:lnTo>
                    <a:pt x="0" y="1477802"/>
                  </a:lnTo>
                  <a:lnTo>
                    <a:pt x="0" y="0"/>
                  </a:lnTo>
                  <a:close/>
                </a:path>
              </a:pathLst>
            </a:custGeom>
            <a:solidFill>
              <a:schemeClr val="tx1">
                <a:lumMod val="85000"/>
                <a:lumOff val="15000"/>
              </a:schemeClr>
            </a:solidFill>
            <a:ln w="12700">
              <a:solidFill>
                <a:schemeClr val="accent4"/>
              </a:solidFill>
              <a:miter lim="800000"/>
              <a:headEnd/>
              <a:tailEnd/>
            </a:ln>
          </p:spPr>
          <p:txBody>
            <a:bodyPr vert="eaVert" lIns="52153" tIns="52153" rIns="52153" bIns="52153">
              <a:noAutofit/>
            </a:bodyPr>
            <a:lstStyle/>
            <a:p>
              <a:pPr defTabSz="1042988" eaLnBrk="0" hangingPunct="0">
                <a:spcAft>
                  <a:spcPts val="400"/>
                </a:spcAft>
                <a:buClrTx/>
                <a:buSzTx/>
                <a:buFontTx/>
                <a:buNone/>
              </a:pPr>
              <a:endParaRPr lang="en-GB" sz="1200" b="1" i="1">
                <a:solidFill>
                  <a:schemeClr val="bg2"/>
                </a:solidFill>
                <a:latin typeface="Georgia" pitchFamily="18" charset="0"/>
                <a:cs typeface="Arial" pitchFamily="34" charset="0"/>
              </a:endParaRPr>
            </a:p>
          </p:txBody>
        </p:sp>
        <p:sp>
          <p:nvSpPr>
            <p:cNvPr id="215" name="Freeform 4">
              <a:extLst>
                <a:ext uri="{FF2B5EF4-FFF2-40B4-BE49-F238E27FC236}">
                  <a16:creationId xmlns:a16="http://schemas.microsoft.com/office/drawing/2014/main" id="{71EE77AA-8D56-C7C2-2608-53A6CE37C8BD}"/>
                </a:ext>
              </a:extLst>
            </p:cNvPr>
            <p:cNvSpPr>
              <a:spLocks/>
            </p:cNvSpPr>
            <p:nvPr/>
          </p:nvSpPr>
          <p:spPr bwMode="auto">
            <a:xfrm>
              <a:off x="567074" y="5258599"/>
              <a:ext cx="1530000" cy="1439279"/>
            </a:xfrm>
            <a:custGeom>
              <a:avLst/>
              <a:gdLst>
                <a:gd name="T0" fmla="*/ 2147483647 w 1590"/>
                <a:gd name="T1" fmla="*/ 0 h 1901"/>
                <a:gd name="T2" fmla="*/ 2147483647 w 1590"/>
                <a:gd name="T3" fmla="*/ 2147483647 h 1901"/>
                <a:gd name="T4" fmla="*/ 2147483647 w 1590"/>
                <a:gd name="T5" fmla="*/ 0 h 1901"/>
                <a:gd name="T6" fmla="*/ 2147483647 w 1590"/>
                <a:gd name="T7" fmla="*/ 2147483647 h 1901"/>
                <a:gd name="T8" fmla="*/ 0 w 1590"/>
                <a:gd name="T9" fmla="*/ 2147483647 h 1901"/>
                <a:gd name="T10" fmla="*/ 2147483647 w 1590"/>
                <a:gd name="T11" fmla="*/ 2147483647 h 1901"/>
                <a:gd name="T12" fmla="*/ 2147483647 w 1590"/>
                <a:gd name="T13" fmla="*/ 2147483647 h 1901"/>
                <a:gd name="T14" fmla="*/ 2147483647 w 1590"/>
                <a:gd name="T15" fmla="*/ 2147483647 h 1901"/>
                <a:gd name="T16" fmla="*/ 2147483647 w 1590"/>
                <a:gd name="T17" fmla="*/ 0 h 190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590"/>
                <a:gd name="T28" fmla="*/ 0 h 1901"/>
                <a:gd name="T29" fmla="*/ 1590 w 1590"/>
                <a:gd name="T30" fmla="*/ 1901 h 1901"/>
                <a:gd name="connsiteX0" fmla="*/ 25 w 9994"/>
                <a:gd name="connsiteY0" fmla="*/ 0 h 9995"/>
                <a:gd name="connsiteX1" fmla="*/ 5013 w 9994"/>
                <a:gd name="connsiteY1" fmla="*/ 1273 h 9995"/>
                <a:gd name="connsiteX2" fmla="*/ 9994 w 9994"/>
                <a:gd name="connsiteY2" fmla="*/ 0 h 9995"/>
                <a:gd name="connsiteX3" fmla="*/ 9994 w 9994"/>
                <a:gd name="connsiteY3" fmla="*/ 9995 h 9995"/>
                <a:gd name="connsiteX4" fmla="*/ 0 w 9994"/>
                <a:gd name="connsiteY4" fmla="*/ 9995 h 9995"/>
                <a:gd name="connsiteX5" fmla="*/ 151 w 9994"/>
                <a:gd name="connsiteY5" fmla="*/ 9995 h 9995"/>
                <a:gd name="connsiteX6" fmla="*/ 50 w 9994"/>
                <a:gd name="connsiteY6" fmla="*/ 9995 h 9995"/>
                <a:gd name="connsiteX7" fmla="*/ 25 w 9994"/>
                <a:gd name="connsiteY7" fmla="*/ 9995 h 9995"/>
                <a:gd name="connsiteX8" fmla="*/ 25 w 9994"/>
                <a:gd name="connsiteY8" fmla="*/ 0 h 9995"/>
                <a:gd name="connsiteX0" fmla="*/ 25 w 10000"/>
                <a:gd name="connsiteY0" fmla="*/ 0 h 10000"/>
                <a:gd name="connsiteX1" fmla="*/ 5075 w 10000"/>
                <a:gd name="connsiteY1" fmla="*/ 1516 h 10000"/>
                <a:gd name="connsiteX2" fmla="*/ 10000 w 10000"/>
                <a:gd name="connsiteY2" fmla="*/ 0 h 10000"/>
                <a:gd name="connsiteX3" fmla="*/ 10000 w 10000"/>
                <a:gd name="connsiteY3" fmla="*/ 10000 h 10000"/>
                <a:gd name="connsiteX4" fmla="*/ 0 w 10000"/>
                <a:gd name="connsiteY4" fmla="*/ 10000 h 10000"/>
                <a:gd name="connsiteX5" fmla="*/ 151 w 10000"/>
                <a:gd name="connsiteY5" fmla="*/ 10000 h 10000"/>
                <a:gd name="connsiteX6" fmla="*/ 50 w 10000"/>
                <a:gd name="connsiteY6" fmla="*/ 10000 h 10000"/>
                <a:gd name="connsiteX7" fmla="*/ 25 w 10000"/>
                <a:gd name="connsiteY7" fmla="*/ 10000 h 10000"/>
                <a:gd name="connsiteX8" fmla="*/ 25 w 10000"/>
                <a:gd name="connsiteY8" fmla="*/ 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000" h="10000">
                  <a:moveTo>
                    <a:pt x="25" y="0"/>
                  </a:moveTo>
                  <a:lnTo>
                    <a:pt x="5075" y="1516"/>
                  </a:lnTo>
                  <a:lnTo>
                    <a:pt x="10000" y="0"/>
                  </a:lnTo>
                  <a:lnTo>
                    <a:pt x="10000" y="10000"/>
                  </a:lnTo>
                  <a:lnTo>
                    <a:pt x="0" y="10000"/>
                  </a:lnTo>
                  <a:lnTo>
                    <a:pt x="151" y="10000"/>
                  </a:lnTo>
                  <a:lnTo>
                    <a:pt x="50" y="10000"/>
                  </a:lnTo>
                  <a:lnTo>
                    <a:pt x="25" y="10000"/>
                  </a:lnTo>
                  <a:lnTo>
                    <a:pt x="25" y="0"/>
                  </a:lnTo>
                </a:path>
              </a:pathLst>
            </a:custGeom>
            <a:noFill/>
            <a:ln w="12700" cap="rnd">
              <a:solidFill>
                <a:schemeClr val="tx1">
                  <a:lumMod val="85000"/>
                  <a:lumOff val="15000"/>
                </a:schemeClr>
              </a:solidFill>
              <a:round/>
              <a:headEnd/>
              <a:tailEnd/>
            </a:ln>
          </p:spPr>
          <p:txBody>
            <a:bodyPr lIns="52153" tIns="52153" rIns="52153" bIns="52153">
              <a:noAutofit/>
            </a:bodyPr>
            <a:lstStyle/>
            <a:p>
              <a:pPr defTabSz="1042988">
                <a:spcAft>
                  <a:spcPts val="400"/>
                </a:spcAft>
                <a:buClrTx/>
                <a:buSzTx/>
                <a:buFontTx/>
                <a:buNone/>
              </a:pPr>
              <a:endParaRPr lang="en-GB" sz="1200">
                <a:solidFill>
                  <a:schemeClr val="bg1"/>
                </a:solidFill>
                <a:latin typeface="Georgia" pitchFamily="18" charset="0"/>
                <a:cs typeface="Arial" pitchFamily="34" charset="0"/>
              </a:endParaRPr>
            </a:p>
          </p:txBody>
        </p:sp>
        <p:sp>
          <p:nvSpPr>
            <p:cNvPr id="216" name="Rectangle 11">
              <a:extLst>
                <a:ext uri="{FF2B5EF4-FFF2-40B4-BE49-F238E27FC236}">
                  <a16:creationId xmlns:a16="http://schemas.microsoft.com/office/drawing/2014/main" id="{9F10BA4B-9BEB-AD63-72A3-2815B3CC6E2A}"/>
                </a:ext>
              </a:extLst>
            </p:cNvPr>
            <p:cNvSpPr>
              <a:spLocks noChangeArrowheads="1"/>
            </p:cNvSpPr>
            <p:nvPr/>
          </p:nvSpPr>
          <p:spPr bwMode="auto">
            <a:xfrm>
              <a:off x="631112" y="5655734"/>
              <a:ext cx="1398964" cy="980243"/>
            </a:xfrm>
            <a:prstGeom prst="rect">
              <a:avLst/>
            </a:prstGeom>
            <a:noFill/>
            <a:ln w="12700">
              <a:noFill/>
              <a:miter lim="800000"/>
              <a:headEnd/>
              <a:tailEnd/>
            </a:ln>
            <a:effectLst/>
          </p:spPr>
          <p:txBody>
            <a:bodyPr lIns="0" tIns="0" rIns="0" bIns="0">
              <a:noAutofit/>
            </a:bodyPr>
            <a:lstStyle/>
            <a:p>
              <a:pPr marL="285750" indent="-285750" defTabSz="995363">
                <a:spcAft>
                  <a:spcPts val="400"/>
                </a:spcAft>
                <a:buFont typeface="Wingdings" panose="05000000000000000000" pitchFamily="2" charset="2"/>
                <a:buChar char="§"/>
              </a:pPr>
              <a:r>
                <a:rPr lang="en-US" sz="1200"/>
                <a:t>Safeguard company’s assets and ensure accurate financial reporting.</a:t>
              </a:r>
            </a:p>
            <a:p>
              <a:pPr marL="285750" indent="-285750" defTabSz="995363">
                <a:spcAft>
                  <a:spcPts val="400"/>
                </a:spcAft>
                <a:buFont typeface="Wingdings" panose="05000000000000000000" pitchFamily="2" charset="2"/>
                <a:buChar char="§"/>
              </a:pPr>
              <a:r>
                <a:rPr lang="en-US" sz="1200"/>
                <a:t>Prevent misstatements, fraud and financial irregularities.</a:t>
              </a:r>
              <a:br>
                <a:rPr lang="en-US" sz="1200"/>
              </a:br>
              <a:endParaRPr lang="en-US" sz="1200" kern="0">
                <a:solidFill>
                  <a:srgbClr val="000000"/>
                </a:solidFill>
                <a:latin typeface="Georgia" pitchFamily="18" charset="0"/>
                <a:cs typeface="Arial" pitchFamily="34" charset="0"/>
              </a:endParaRPr>
            </a:p>
          </p:txBody>
        </p:sp>
      </p:grpSp>
      <p:grpSp>
        <p:nvGrpSpPr>
          <p:cNvPr id="218" name="Group 217">
            <a:extLst>
              <a:ext uri="{FF2B5EF4-FFF2-40B4-BE49-F238E27FC236}">
                <a16:creationId xmlns:a16="http://schemas.microsoft.com/office/drawing/2014/main" id="{B5B33BD3-8A18-F59D-E768-761A02B68AF6}"/>
              </a:ext>
            </a:extLst>
          </p:cNvPr>
          <p:cNvGrpSpPr/>
          <p:nvPr/>
        </p:nvGrpSpPr>
        <p:grpSpPr>
          <a:xfrm>
            <a:off x="6722469" y="3941513"/>
            <a:ext cx="4643306" cy="1799148"/>
            <a:chOff x="567074" y="4825787"/>
            <a:chExt cx="1530000" cy="1872091"/>
          </a:xfrm>
        </p:grpSpPr>
        <p:sp>
          <p:nvSpPr>
            <p:cNvPr id="219" name="AutoShape 3">
              <a:extLst>
                <a:ext uri="{FF2B5EF4-FFF2-40B4-BE49-F238E27FC236}">
                  <a16:creationId xmlns:a16="http://schemas.microsoft.com/office/drawing/2014/main" id="{43351031-4D2C-3710-FA04-5B5C20CEC454}"/>
                </a:ext>
              </a:extLst>
            </p:cNvPr>
            <p:cNvSpPr>
              <a:spLocks noChangeArrowheads="1"/>
            </p:cNvSpPr>
            <p:nvPr/>
          </p:nvSpPr>
          <p:spPr bwMode="auto">
            <a:xfrm rot="16200000" flipH="1">
              <a:off x="1035199" y="4357663"/>
              <a:ext cx="593609" cy="1529858"/>
            </a:xfrm>
            <a:custGeom>
              <a:avLst/>
              <a:gdLst>
                <a:gd name="connsiteX0" fmla="*/ 0 w 541355"/>
                <a:gd name="connsiteY0" fmla="*/ 0 h 1477802"/>
                <a:gd name="connsiteX1" fmla="*/ 373838 w 541355"/>
                <a:gd name="connsiteY1" fmla="*/ 0 h 1477802"/>
                <a:gd name="connsiteX2" fmla="*/ 541355 w 541355"/>
                <a:gd name="connsiteY2" fmla="*/ 738901 h 1477802"/>
                <a:gd name="connsiteX3" fmla="*/ 373838 w 541355"/>
                <a:gd name="connsiteY3" fmla="*/ 1477802 h 1477802"/>
                <a:gd name="connsiteX4" fmla="*/ 0 w 541355"/>
                <a:gd name="connsiteY4" fmla="*/ 1477802 h 1477802"/>
                <a:gd name="connsiteX5" fmla="*/ 0 w 541355"/>
                <a:gd name="connsiteY5" fmla="*/ 0 h 1477802"/>
                <a:gd name="connsiteX0" fmla="*/ 0 w 593609"/>
                <a:gd name="connsiteY0" fmla="*/ 0 h 1477802"/>
                <a:gd name="connsiteX1" fmla="*/ 373838 w 593609"/>
                <a:gd name="connsiteY1" fmla="*/ 0 h 1477802"/>
                <a:gd name="connsiteX2" fmla="*/ 593609 w 593609"/>
                <a:gd name="connsiteY2" fmla="*/ 747613 h 1477802"/>
                <a:gd name="connsiteX3" fmla="*/ 373838 w 593609"/>
                <a:gd name="connsiteY3" fmla="*/ 1477802 h 1477802"/>
                <a:gd name="connsiteX4" fmla="*/ 0 w 593609"/>
                <a:gd name="connsiteY4" fmla="*/ 1477802 h 1477802"/>
                <a:gd name="connsiteX5" fmla="*/ 0 w 593609"/>
                <a:gd name="connsiteY5" fmla="*/ 0 h 1477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93609" h="1477802">
                  <a:moveTo>
                    <a:pt x="0" y="0"/>
                  </a:moveTo>
                  <a:lnTo>
                    <a:pt x="373838" y="0"/>
                  </a:lnTo>
                  <a:lnTo>
                    <a:pt x="593609" y="747613"/>
                  </a:lnTo>
                  <a:lnTo>
                    <a:pt x="373838" y="1477802"/>
                  </a:lnTo>
                  <a:lnTo>
                    <a:pt x="0" y="1477802"/>
                  </a:lnTo>
                  <a:lnTo>
                    <a:pt x="0" y="0"/>
                  </a:lnTo>
                  <a:close/>
                </a:path>
              </a:pathLst>
            </a:custGeom>
            <a:solidFill>
              <a:schemeClr val="accent1"/>
            </a:solidFill>
            <a:ln w="12700">
              <a:solidFill>
                <a:schemeClr val="accent4"/>
              </a:solidFill>
              <a:miter lim="800000"/>
              <a:headEnd/>
              <a:tailEnd/>
            </a:ln>
          </p:spPr>
          <p:txBody>
            <a:bodyPr vert="eaVert" lIns="52153" tIns="52153" rIns="52153" bIns="52153">
              <a:noAutofit/>
            </a:bodyPr>
            <a:lstStyle/>
            <a:p>
              <a:pPr defTabSz="1042988" eaLnBrk="0" hangingPunct="0">
                <a:spcAft>
                  <a:spcPts val="400"/>
                </a:spcAft>
                <a:buClrTx/>
                <a:buSzTx/>
                <a:buFontTx/>
                <a:buNone/>
              </a:pPr>
              <a:endParaRPr lang="en-GB" sz="1200" b="1" i="1">
                <a:solidFill>
                  <a:schemeClr val="bg2"/>
                </a:solidFill>
                <a:latin typeface="Georgia" pitchFamily="18" charset="0"/>
                <a:cs typeface="Arial" pitchFamily="34" charset="0"/>
              </a:endParaRPr>
            </a:p>
          </p:txBody>
        </p:sp>
        <p:sp>
          <p:nvSpPr>
            <p:cNvPr id="220" name="Freeform 4">
              <a:extLst>
                <a:ext uri="{FF2B5EF4-FFF2-40B4-BE49-F238E27FC236}">
                  <a16:creationId xmlns:a16="http://schemas.microsoft.com/office/drawing/2014/main" id="{DA8A50B7-8C01-C7EF-CF3A-B558CCD81E1F}"/>
                </a:ext>
              </a:extLst>
            </p:cNvPr>
            <p:cNvSpPr>
              <a:spLocks/>
            </p:cNvSpPr>
            <p:nvPr/>
          </p:nvSpPr>
          <p:spPr bwMode="auto">
            <a:xfrm>
              <a:off x="567074" y="5258599"/>
              <a:ext cx="1530000" cy="1439279"/>
            </a:xfrm>
            <a:custGeom>
              <a:avLst/>
              <a:gdLst>
                <a:gd name="T0" fmla="*/ 2147483647 w 1590"/>
                <a:gd name="T1" fmla="*/ 0 h 1901"/>
                <a:gd name="T2" fmla="*/ 2147483647 w 1590"/>
                <a:gd name="T3" fmla="*/ 2147483647 h 1901"/>
                <a:gd name="T4" fmla="*/ 2147483647 w 1590"/>
                <a:gd name="T5" fmla="*/ 0 h 1901"/>
                <a:gd name="T6" fmla="*/ 2147483647 w 1590"/>
                <a:gd name="T7" fmla="*/ 2147483647 h 1901"/>
                <a:gd name="T8" fmla="*/ 0 w 1590"/>
                <a:gd name="T9" fmla="*/ 2147483647 h 1901"/>
                <a:gd name="T10" fmla="*/ 2147483647 w 1590"/>
                <a:gd name="T11" fmla="*/ 2147483647 h 1901"/>
                <a:gd name="T12" fmla="*/ 2147483647 w 1590"/>
                <a:gd name="T13" fmla="*/ 2147483647 h 1901"/>
                <a:gd name="T14" fmla="*/ 2147483647 w 1590"/>
                <a:gd name="T15" fmla="*/ 2147483647 h 1901"/>
                <a:gd name="T16" fmla="*/ 2147483647 w 1590"/>
                <a:gd name="T17" fmla="*/ 0 h 190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590"/>
                <a:gd name="T28" fmla="*/ 0 h 1901"/>
                <a:gd name="T29" fmla="*/ 1590 w 1590"/>
                <a:gd name="T30" fmla="*/ 1901 h 1901"/>
                <a:gd name="connsiteX0" fmla="*/ 25 w 9994"/>
                <a:gd name="connsiteY0" fmla="*/ 0 h 9995"/>
                <a:gd name="connsiteX1" fmla="*/ 5013 w 9994"/>
                <a:gd name="connsiteY1" fmla="*/ 1273 h 9995"/>
                <a:gd name="connsiteX2" fmla="*/ 9994 w 9994"/>
                <a:gd name="connsiteY2" fmla="*/ 0 h 9995"/>
                <a:gd name="connsiteX3" fmla="*/ 9994 w 9994"/>
                <a:gd name="connsiteY3" fmla="*/ 9995 h 9995"/>
                <a:gd name="connsiteX4" fmla="*/ 0 w 9994"/>
                <a:gd name="connsiteY4" fmla="*/ 9995 h 9995"/>
                <a:gd name="connsiteX5" fmla="*/ 151 w 9994"/>
                <a:gd name="connsiteY5" fmla="*/ 9995 h 9995"/>
                <a:gd name="connsiteX6" fmla="*/ 50 w 9994"/>
                <a:gd name="connsiteY6" fmla="*/ 9995 h 9995"/>
                <a:gd name="connsiteX7" fmla="*/ 25 w 9994"/>
                <a:gd name="connsiteY7" fmla="*/ 9995 h 9995"/>
                <a:gd name="connsiteX8" fmla="*/ 25 w 9994"/>
                <a:gd name="connsiteY8" fmla="*/ 0 h 9995"/>
                <a:gd name="connsiteX0" fmla="*/ 25 w 10000"/>
                <a:gd name="connsiteY0" fmla="*/ 0 h 10000"/>
                <a:gd name="connsiteX1" fmla="*/ 5075 w 10000"/>
                <a:gd name="connsiteY1" fmla="*/ 1516 h 10000"/>
                <a:gd name="connsiteX2" fmla="*/ 10000 w 10000"/>
                <a:gd name="connsiteY2" fmla="*/ 0 h 10000"/>
                <a:gd name="connsiteX3" fmla="*/ 10000 w 10000"/>
                <a:gd name="connsiteY3" fmla="*/ 10000 h 10000"/>
                <a:gd name="connsiteX4" fmla="*/ 0 w 10000"/>
                <a:gd name="connsiteY4" fmla="*/ 10000 h 10000"/>
                <a:gd name="connsiteX5" fmla="*/ 151 w 10000"/>
                <a:gd name="connsiteY5" fmla="*/ 10000 h 10000"/>
                <a:gd name="connsiteX6" fmla="*/ 50 w 10000"/>
                <a:gd name="connsiteY6" fmla="*/ 10000 h 10000"/>
                <a:gd name="connsiteX7" fmla="*/ 25 w 10000"/>
                <a:gd name="connsiteY7" fmla="*/ 10000 h 10000"/>
                <a:gd name="connsiteX8" fmla="*/ 25 w 10000"/>
                <a:gd name="connsiteY8" fmla="*/ 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000" h="10000">
                  <a:moveTo>
                    <a:pt x="25" y="0"/>
                  </a:moveTo>
                  <a:lnTo>
                    <a:pt x="5075" y="1516"/>
                  </a:lnTo>
                  <a:lnTo>
                    <a:pt x="10000" y="0"/>
                  </a:lnTo>
                  <a:lnTo>
                    <a:pt x="10000" y="10000"/>
                  </a:lnTo>
                  <a:lnTo>
                    <a:pt x="0" y="10000"/>
                  </a:lnTo>
                  <a:lnTo>
                    <a:pt x="151" y="10000"/>
                  </a:lnTo>
                  <a:lnTo>
                    <a:pt x="50" y="10000"/>
                  </a:lnTo>
                  <a:lnTo>
                    <a:pt x="25" y="10000"/>
                  </a:lnTo>
                  <a:lnTo>
                    <a:pt x="25" y="0"/>
                  </a:lnTo>
                </a:path>
              </a:pathLst>
            </a:custGeom>
            <a:noFill/>
            <a:ln w="12700" cap="rnd">
              <a:solidFill>
                <a:schemeClr val="accent1"/>
              </a:solidFill>
              <a:round/>
              <a:headEnd/>
              <a:tailEnd/>
            </a:ln>
          </p:spPr>
          <p:txBody>
            <a:bodyPr lIns="52153" tIns="52153" rIns="52153" bIns="52153">
              <a:noAutofit/>
            </a:bodyPr>
            <a:lstStyle/>
            <a:p>
              <a:pPr defTabSz="1042988">
                <a:spcAft>
                  <a:spcPts val="400"/>
                </a:spcAft>
                <a:buClrTx/>
                <a:buSzTx/>
                <a:buFontTx/>
                <a:buNone/>
              </a:pPr>
              <a:endParaRPr lang="en-GB" sz="1200">
                <a:solidFill>
                  <a:schemeClr val="bg1"/>
                </a:solidFill>
                <a:latin typeface="Georgia" pitchFamily="18" charset="0"/>
                <a:cs typeface="Arial" pitchFamily="34" charset="0"/>
              </a:endParaRPr>
            </a:p>
          </p:txBody>
        </p:sp>
        <p:sp>
          <p:nvSpPr>
            <p:cNvPr id="221" name="Rectangle 11">
              <a:extLst>
                <a:ext uri="{FF2B5EF4-FFF2-40B4-BE49-F238E27FC236}">
                  <a16:creationId xmlns:a16="http://schemas.microsoft.com/office/drawing/2014/main" id="{E8773230-DF2B-0280-9550-5111E4E37E27}"/>
                </a:ext>
              </a:extLst>
            </p:cNvPr>
            <p:cNvSpPr>
              <a:spLocks noChangeArrowheads="1"/>
            </p:cNvSpPr>
            <p:nvPr/>
          </p:nvSpPr>
          <p:spPr bwMode="auto">
            <a:xfrm>
              <a:off x="677087" y="5614146"/>
              <a:ext cx="1410643" cy="980243"/>
            </a:xfrm>
            <a:prstGeom prst="rect">
              <a:avLst/>
            </a:prstGeom>
            <a:noFill/>
            <a:ln w="12700">
              <a:noFill/>
              <a:miter lim="800000"/>
              <a:headEnd/>
              <a:tailEnd/>
            </a:ln>
            <a:effectLst/>
          </p:spPr>
          <p:txBody>
            <a:bodyPr lIns="0" tIns="0" rIns="0" bIns="0">
              <a:noAutofit/>
            </a:bodyPr>
            <a:lstStyle/>
            <a:p>
              <a:pPr marL="285750" indent="-285750" defTabSz="995363">
                <a:spcAft>
                  <a:spcPts val="400"/>
                </a:spcAft>
                <a:buFont typeface="Wingdings" panose="05000000000000000000" pitchFamily="2" charset="2"/>
                <a:buChar char="§"/>
              </a:pPr>
              <a:r>
                <a:rPr lang="en-US" sz="1200"/>
                <a:t>Protect systems, data and technology infrastructure.</a:t>
              </a:r>
            </a:p>
            <a:p>
              <a:pPr marL="285750" indent="-285750" defTabSz="995363">
                <a:spcAft>
                  <a:spcPts val="400"/>
                </a:spcAft>
                <a:buFont typeface="Wingdings" panose="05000000000000000000" pitchFamily="2" charset="2"/>
                <a:buChar char="§"/>
              </a:pPr>
              <a:r>
                <a:rPr lang="en-US" sz="1200"/>
                <a:t>Ensure secure access, reliable operations  and prevention of cyber risks.</a:t>
              </a:r>
              <a:br>
                <a:rPr lang="en-US" sz="1200"/>
              </a:br>
              <a:endParaRPr lang="en-US" sz="1200" b="1">
                <a:solidFill>
                  <a:schemeClr val="accent4"/>
                </a:solidFill>
                <a:latin typeface="Georgia" pitchFamily="18" charset="0"/>
                <a:cs typeface="Arial" pitchFamily="34" charset="0"/>
              </a:endParaRPr>
            </a:p>
          </p:txBody>
        </p:sp>
      </p:grpSp>
      <p:sp>
        <p:nvSpPr>
          <p:cNvPr id="222" name="TextBox 221">
            <a:extLst>
              <a:ext uri="{FF2B5EF4-FFF2-40B4-BE49-F238E27FC236}">
                <a16:creationId xmlns:a16="http://schemas.microsoft.com/office/drawing/2014/main" id="{5D7F4020-E6C1-6CC2-18FF-781C1B2CF165}"/>
              </a:ext>
            </a:extLst>
          </p:cNvPr>
          <p:cNvSpPr txBox="1"/>
          <p:nvPr/>
        </p:nvSpPr>
        <p:spPr>
          <a:xfrm>
            <a:off x="1885790" y="1130453"/>
            <a:ext cx="2434856" cy="276447"/>
          </a:xfrm>
          <a:prstGeom prst="rect">
            <a:avLst/>
          </a:prstGeom>
          <a:noFill/>
        </p:spPr>
        <p:txBody>
          <a:bodyPr wrap="square" lIns="0" tIns="0" rIns="0" bIns="0" rtlCol="0">
            <a:noAutofit/>
          </a:bodyPr>
          <a:lstStyle/>
          <a:p>
            <a:pPr algn="ctr"/>
            <a:r>
              <a:rPr lang="en-US" sz="1600" b="1">
                <a:solidFill>
                  <a:schemeClr val="bg1"/>
                </a:solidFill>
              </a:rPr>
              <a:t>Operational Controls</a:t>
            </a:r>
          </a:p>
          <a:p>
            <a:pPr algn="l"/>
            <a:endParaRPr lang="en-GB" sz="1600" err="1">
              <a:solidFill>
                <a:schemeClr val="bg1"/>
              </a:solidFill>
              <a:latin typeface="+mj-lt"/>
            </a:endParaRPr>
          </a:p>
        </p:txBody>
      </p:sp>
      <p:grpSp>
        <p:nvGrpSpPr>
          <p:cNvPr id="227" name="Group 226">
            <a:extLst>
              <a:ext uri="{FF2B5EF4-FFF2-40B4-BE49-F238E27FC236}">
                <a16:creationId xmlns:a16="http://schemas.microsoft.com/office/drawing/2014/main" id="{C42A9119-7C27-4091-D7B2-8D260A99DD5E}"/>
              </a:ext>
            </a:extLst>
          </p:cNvPr>
          <p:cNvGrpSpPr/>
          <p:nvPr/>
        </p:nvGrpSpPr>
        <p:grpSpPr>
          <a:xfrm>
            <a:off x="690977" y="3958740"/>
            <a:ext cx="4643306" cy="1799148"/>
            <a:chOff x="495763" y="3084744"/>
            <a:chExt cx="4643306" cy="1799148"/>
          </a:xfrm>
        </p:grpSpPr>
        <p:grpSp>
          <p:nvGrpSpPr>
            <p:cNvPr id="205" name="Group 204">
              <a:extLst>
                <a:ext uri="{FF2B5EF4-FFF2-40B4-BE49-F238E27FC236}">
                  <a16:creationId xmlns:a16="http://schemas.microsoft.com/office/drawing/2014/main" id="{8905541D-B428-5D3E-4D7B-FA3EEE108633}"/>
                </a:ext>
              </a:extLst>
            </p:cNvPr>
            <p:cNvGrpSpPr/>
            <p:nvPr/>
          </p:nvGrpSpPr>
          <p:grpSpPr>
            <a:xfrm>
              <a:off x="495763" y="3084744"/>
              <a:ext cx="4643306" cy="1799148"/>
              <a:chOff x="567074" y="4825787"/>
              <a:chExt cx="1530000" cy="1872091"/>
            </a:xfrm>
          </p:grpSpPr>
          <p:sp>
            <p:nvSpPr>
              <p:cNvPr id="206" name="AutoShape 3">
                <a:extLst>
                  <a:ext uri="{FF2B5EF4-FFF2-40B4-BE49-F238E27FC236}">
                    <a16:creationId xmlns:a16="http://schemas.microsoft.com/office/drawing/2014/main" id="{EC1EA35A-E0E2-6458-A914-2CA94C20DBAE}"/>
                  </a:ext>
                </a:extLst>
              </p:cNvPr>
              <p:cNvSpPr>
                <a:spLocks noChangeArrowheads="1"/>
              </p:cNvSpPr>
              <p:nvPr/>
            </p:nvSpPr>
            <p:spPr bwMode="auto">
              <a:xfrm rot="16200000" flipH="1">
                <a:off x="1035199" y="4357663"/>
                <a:ext cx="593609" cy="1529858"/>
              </a:xfrm>
              <a:custGeom>
                <a:avLst/>
                <a:gdLst>
                  <a:gd name="connsiteX0" fmla="*/ 0 w 541355"/>
                  <a:gd name="connsiteY0" fmla="*/ 0 h 1477802"/>
                  <a:gd name="connsiteX1" fmla="*/ 373838 w 541355"/>
                  <a:gd name="connsiteY1" fmla="*/ 0 h 1477802"/>
                  <a:gd name="connsiteX2" fmla="*/ 541355 w 541355"/>
                  <a:gd name="connsiteY2" fmla="*/ 738901 h 1477802"/>
                  <a:gd name="connsiteX3" fmla="*/ 373838 w 541355"/>
                  <a:gd name="connsiteY3" fmla="*/ 1477802 h 1477802"/>
                  <a:gd name="connsiteX4" fmla="*/ 0 w 541355"/>
                  <a:gd name="connsiteY4" fmla="*/ 1477802 h 1477802"/>
                  <a:gd name="connsiteX5" fmla="*/ 0 w 541355"/>
                  <a:gd name="connsiteY5" fmla="*/ 0 h 1477802"/>
                  <a:gd name="connsiteX0" fmla="*/ 0 w 593609"/>
                  <a:gd name="connsiteY0" fmla="*/ 0 h 1477802"/>
                  <a:gd name="connsiteX1" fmla="*/ 373838 w 593609"/>
                  <a:gd name="connsiteY1" fmla="*/ 0 h 1477802"/>
                  <a:gd name="connsiteX2" fmla="*/ 593609 w 593609"/>
                  <a:gd name="connsiteY2" fmla="*/ 747613 h 1477802"/>
                  <a:gd name="connsiteX3" fmla="*/ 373838 w 593609"/>
                  <a:gd name="connsiteY3" fmla="*/ 1477802 h 1477802"/>
                  <a:gd name="connsiteX4" fmla="*/ 0 w 593609"/>
                  <a:gd name="connsiteY4" fmla="*/ 1477802 h 1477802"/>
                  <a:gd name="connsiteX5" fmla="*/ 0 w 593609"/>
                  <a:gd name="connsiteY5" fmla="*/ 0 h 1477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93609" h="1477802">
                    <a:moveTo>
                      <a:pt x="0" y="0"/>
                    </a:moveTo>
                    <a:lnTo>
                      <a:pt x="373838" y="0"/>
                    </a:lnTo>
                    <a:lnTo>
                      <a:pt x="593609" y="747613"/>
                    </a:lnTo>
                    <a:lnTo>
                      <a:pt x="373838" y="1477802"/>
                    </a:lnTo>
                    <a:lnTo>
                      <a:pt x="0" y="1477802"/>
                    </a:lnTo>
                    <a:lnTo>
                      <a:pt x="0" y="0"/>
                    </a:lnTo>
                    <a:close/>
                  </a:path>
                </a:pathLst>
              </a:custGeom>
              <a:solidFill>
                <a:schemeClr val="tx1">
                  <a:lumMod val="85000"/>
                  <a:lumOff val="15000"/>
                </a:schemeClr>
              </a:solidFill>
              <a:ln w="12700">
                <a:solidFill>
                  <a:schemeClr val="accent4"/>
                </a:solidFill>
                <a:miter lim="800000"/>
                <a:headEnd/>
                <a:tailEnd/>
              </a:ln>
            </p:spPr>
            <p:txBody>
              <a:bodyPr vert="eaVert" lIns="52153" tIns="52153" rIns="52153" bIns="52153">
                <a:noAutofit/>
              </a:bodyPr>
              <a:lstStyle/>
              <a:p>
                <a:pPr defTabSz="1042988" eaLnBrk="0" hangingPunct="0">
                  <a:spcAft>
                    <a:spcPts val="400"/>
                  </a:spcAft>
                  <a:buClrTx/>
                  <a:buSzTx/>
                  <a:buFontTx/>
                  <a:buNone/>
                </a:pPr>
                <a:endParaRPr lang="en-GB" sz="1200" b="1" i="1">
                  <a:solidFill>
                    <a:schemeClr val="bg2"/>
                  </a:solidFill>
                  <a:latin typeface="Georgia" pitchFamily="18" charset="0"/>
                  <a:cs typeface="Arial" pitchFamily="34" charset="0"/>
                </a:endParaRPr>
              </a:p>
            </p:txBody>
          </p:sp>
          <p:sp>
            <p:nvSpPr>
              <p:cNvPr id="207" name="Freeform 4">
                <a:extLst>
                  <a:ext uri="{FF2B5EF4-FFF2-40B4-BE49-F238E27FC236}">
                    <a16:creationId xmlns:a16="http://schemas.microsoft.com/office/drawing/2014/main" id="{CD1691D1-AC32-3958-5EF2-C1B500CD72C6}"/>
                  </a:ext>
                </a:extLst>
              </p:cNvPr>
              <p:cNvSpPr>
                <a:spLocks/>
              </p:cNvSpPr>
              <p:nvPr/>
            </p:nvSpPr>
            <p:spPr bwMode="auto">
              <a:xfrm>
                <a:off x="567074" y="5258599"/>
                <a:ext cx="1530000" cy="1439279"/>
              </a:xfrm>
              <a:custGeom>
                <a:avLst/>
                <a:gdLst>
                  <a:gd name="T0" fmla="*/ 2147483647 w 1590"/>
                  <a:gd name="T1" fmla="*/ 0 h 1901"/>
                  <a:gd name="T2" fmla="*/ 2147483647 w 1590"/>
                  <a:gd name="T3" fmla="*/ 2147483647 h 1901"/>
                  <a:gd name="T4" fmla="*/ 2147483647 w 1590"/>
                  <a:gd name="T5" fmla="*/ 0 h 1901"/>
                  <a:gd name="T6" fmla="*/ 2147483647 w 1590"/>
                  <a:gd name="T7" fmla="*/ 2147483647 h 1901"/>
                  <a:gd name="T8" fmla="*/ 0 w 1590"/>
                  <a:gd name="T9" fmla="*/ 2147483647 h 1901"/>
                  <a:gd name="T10" fmla="*/ 2147483647 w 1590"/>
                  <a:gd name="T11" fmla="*/ 2147483647 h 1901"/>
                  <a:gd name="T12" fmla="*/ 2147483647 w 1590"/>
                  <a:gd name="T13" fmla="*/ 2147483647 h 1901"/>
                  <a:gd name="T14" fmla="*/ 2147483647 w 1590"/>
                  <a:gd name="T15" fmla="*/ 2147483647 h 1901"/>
                  <a:gd name="T16" fmla="*/ 2147483647 w 1590"/>
                  <a:gd name="T17" fmla="*/ 0 h 190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590"/>
                  <a:gd name="T28" fmla="*/ 0 h 1901"/>
                  <a:gd name="T29" fmla="*/ 1590 w 1590"/>
                  <a:gd name="T30" fmla="*/ 1901 h 1901"/>
                  <a:gd name="connsiteX0" fmla="*/ 25 w 9994"/>
                  <a:gd name="connsiteY0" fmla="*/ 0 h 9995"/>
                  <a:gd name="connsiteX1" fmla="*/ 5013 w 9994"/>
                  <a:gd name="connsiteY1" fmla="*/ 1273 h 9995"/>
                  <a:gd name="connsiteX2" fmla="*/ 9994 w 9994"/>
                  <a:gd name="connsiteY2" fmla="*/ 0 h 9995"/>
                  <a:gd name="connsiteX3" fmla="*/ 9994 w 9994"/>
                  <a:gd name="connsiteY3" fmla="*/ 9995 h 9995"/>
                  <a:gd name="connsiteX4" fmla="*/ 0 w 9994"/>
                  <a:gd name="connsiteY4" fmla="*/ 9995 h 9995"/>
                  <a:gd name="connsiteX5" fmla="*/ 151 w 9994"/>
                  <a:gd name="connsiteY5" fmla="*/ 9995 h 9995"/>
                  <a:gd name="connsiteX6" fmla="*/ 50 w 9994"/>
                  <a:gd name="connsiteY6" fmla="*/ 9995 h 9995"/>
                  <a:gd name="connsiteX7" fmla="*/ 25 w 9994"/>
                  <a:gd name="connsiteY7" fmla="*/ 9995 h 9995"/>
                  <a:gd name="connsiteX8" fmla="*/ 25 w 9994"/>
                  <a:gd name="connsiteY8" fmla="*/ 0 h 9995"/>
                  <a:gd name="connsiteX0" fmla="*/ 25 w 10000"/>
                  <a:gd name="connsiteY0" fmla="*/ 0 h 10000"/>
                  <a:gd name="connsiteX1" fmla="*/ 5075 w 10000"/>
                  <a:gd name="connsiteY1" fmla="*/ 1516 h 10000"/>
                  <a:gd name="connsiteX2" fmla="*/ 10000 w 10000"/>
                  <a:gd name="connsiteY2" fmla="*/ 0 h 10000"/>
                  <a:gd name="connsiteX3" fmla="*/ 10000 w 10000"/>
                  <a:gd name="connsiteY3" fmla="*/ 10000 h 10000"/>
                  <a:gd name="connsiteX4" fmla="*/ 0 w 10000"/>
                  <a:gd name="connsiteY4" fmla="*/ 10000 h 10000"/>
                  <a:gd name="connsiteX5" fmla="*/ 151 w 10000"/>
                  <a:gd name="connsiteY5" fmla="*/ 10000 h 10000"/>
                  <a:gd name="connsiteX6" fmla="*/ 50 w 10000"/>
                  <a:gd name="connsiteY6" fmla="*/ 10000 h 10000"/>
                  <a:gd name="connsiteX7" fmla="*/ 25 w 10000"/>
                  <a:gd name="connsiteY7" fmla="*/ 10000 h 10000"/>
                  <a:gd name="connsiteX8" fmla="*/ 25 w 10000"/>
                  <a:gd name="connsiteY8" fmla="*/ 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000" h="10000">
                    <a:moveTo>
                      <a:pt x="25" y="0"/>
                    </a:moveTo>
                    <a:lnTo>
                      <a:pt x="5075" y="1516"/>
                    </a:lnTo>
                    <a:lnTo>
                      <a:pt x="10000" y="0"/>
                    </a:lnTo>
                    <a:lnTo>
                      <a:pt x="10000" y="10000"/>
                    </a:lnTo>
                    <a:lnTo>
                      <a:pt x="0" y="10000"/>
                    </a:lnTo>
                    <a:lnTo>
                      <a:pt x="151" y="10000"/>
                    </a:lnTo>
                    <a:lnTo>
                      <a:pt x="50" y="10000"/>
                    </a:lnTo>
                    <a:lnTo>
                      <a:pt x="25" y="10000"/>
                    </a:lnTo>
                    <a:lnTo>
                      <a:pt x="25" y="0"/>
                    </a:lnTo>
                  </a:path>
                </a:pathLst>
              </a:custGeom>
              <a:noFill/>
              <a:ln w="12700" cap="rnd">
                <a:solidFill>
                  <a:schemeClr val="tx1">
                    <a:lumMod val="85000"/>
                    <a:lumOff val="15000"/>
                  </a:schemeClr>
                </a:solidFill>
                <a:round/>
                <a:headEnd/>
                <a:tailEnd/>
              </a:ln>
            </p:spPr>
            <p:txBody>
              <a:bodyPr lIns="52153" tIns="52153" rIns="52153" bIns="52153">
                <a:noAutofit/>
              </a:bodyPr>
              <a:lstStyle/>
              <a:p>
                <a:pPr defTabSz="1042988">
                  <a:spcAft>
                    <a:spcPts val="400"/>
                  </a:spcAft>
                  <a:buClrTx/>
                  <a:buSzTx/>
                  <a:buFontTx/>
                  <a:buNone/>
                </a:pPr>
                <a:endParaRPr lang="en-GB" sz="1200">
                  <a:solidFill>
                    <a:schemeClr val="bg1"/>
                  </a:solidFill>
                  <a:latin typeface="Georgia" pitchFamily="18" charset="0"/>
                  <a:cs typeface="Arial" pitchFamily="34" charset="0"/>
                </a:endParaRPr>
              </a:p>
            </p:txBody>
          </p:sp>
          <p:sp>
            <p:nvSpPr>
              <p:cNvPr id="208" name="Rectangle 11">
                <a:extLst>
                  <a:ext uri="{FF2B5EF4-FFF2-40B4-BE49-F238E27FC236}">
                    <a16:creationId xmlns:a16="http://schemas.microsoft.com/office/drawing/2014/main" id="{BD8D4A11-AECD-D8B4-BF63-F877A92A6DED}"/>
                  </a:ext>
                </a:extLst>
              </p:cNvPr>
              <p:cNvSpPr>
                <a:spLocks noChangeArrowheads="1"/>
              </p:cNvSpPr>
              <p:nvPr/>
            </p:nvSpPr>
            <p:spPr bwMode="auto">
              <a:xfrm>
                <a:off x="620983" y="5633106"/>
                <a:ext cx="1404803" cy="980243"/>
              </a:xfrm>
              <a:prstGeom prst="rect">
                <a:avLst/>
              </a:prstGeom>
              <a:noFill/>
              <a:ln w="12700">
                <a:noFill/>
                <a:miter lim="800000"/>
                <a:headEnd/>
                <a:tailEnd/>
              </a:ln>
              <a:effectLst/>
            </p:spPr>
            <p:txBody>
              <a:bodyPr lIns="0" tIns="0" rIns="0" bIns="0">
                <a:noAutofit/>
              </a:bodyPr>
              <a:lstStyle/>
              <a:p>
                <a:pPr marL="285750" indent="-285750" algn="just" defTabSz="995363">
                  <a:spcAft>
                    <a:spcPts val="400"/>
                  </a:spcAft>
                  <a:buFont typeface="Wingdings" panose="05000000000000000000" pitchFamily="2" charset="2"/>
                  <a:buChar char="§"/>
                </a:pPr>
                <a:r>
                  <a:rPr lang="en-US" sz="1200"/>
                  <a:t>Ensure adherence to laws, regulations and internal policies.</a:t>
                </a:r>
              </a:p>
              <a:p>
                <a:pPr marL="285750" indent="-285750" algn="just" defTabSz="995363">
                  <a:spcAft>
                    <a:spcPts val="400"/>
                  </a:spcAft>
                  <a:buFont typeface="Wingdings" panose="05000000000000000000" pitchFamily="2" charset="2"/>
                  <a:buChar char="§"/>
                </a:pPr>
                <a:r>
                  <a:rPr lang="en-US" sz="1200"/>
                  <a:t>Reduce regulatory risks and promote responsible corporate conduct.</a:t>
                </a:r>
                <a:endParaRPr lang="en-US" sz="1200" b="1">
                  <a:solidFill>
                    <a:schemeClr val="accent4"/>
                  </a:solidFill>
                  <a:latin typeface="Georgia" pitchFamily="18" charset="0"/>
                  <a:cs typeface="Arial" pitchFamily="34" charset="0"/>
                </a:endParaRPr>
              </a:p>
            </p:txBody>
          </p:sp>
        </p:grpSp>
        <p:sp>
          <p:nvSpPr>
            <p:cNvPr id="224" name="TextBox 223">
              <a:extLst>
                <a:ext uri="{FF2B5EF4-FFF2-40B4-BE49-F238E27FC236}">
                  <a16:creationId xmlns:a16="http://schemas.microsoft.com/office/drawing/2014/main" id="{BB4CC7EA-C8FD-FC4E-7A22-CBC4508EB650}"/>
                </a:ext>
              </a:extLst>
            </p:cNvPr>
            <p:cNvSpPr txBox="1"/>
            <p:nvPr/>
          </p:nvSpPr>
          <p:spPr>
            <a:xfrm>
              <a:off x="1573618" y="3225210"/>
              <a:ext cx="2434856" cy="276447"/>
            </a:xfrm>
            <a:prstGeom prst="rect">
              <a:avLst/>
            </a:prstGeom>
            <a:noFill/>
          </p:spPr>
          <p:txBody>
            <a:bodyPr wrap="square" lIns="0" tIns="0" rIns="0" bIns="0" rtlCol="0">
              <a:noAutofit/>
            </a:bodyPr>
            <a:lstStyle/>
            <a:p>
              <a:pPr algn="ctr"/>
              <a:r>
                <a:rPr lang="en-US" sz="1600" b="1">
                  <a:solidFill>
                    <a:schemeClr val="bg1"/>
                  </a:solidFill>
                </a:rPr>
                <a:t>Compliance Controls</a:t>
              </a:r>
            </a:p>
            <a:p>
              <a:pPr algn="ctr"/>
              <a:r>
                <a:rPr lang="en-US" sz="1600" b="1">
                  <a:solidFill>
                    <a:schemeClr val="bg1"/>
                  </a:solidFill>
                </a:rPr>
                <a:t> </a:t>
              </a:r>
            </a:p>
            <a:p>
              <a:pPr algn="l"/>
              <a:endParaRPr lang="en-GB" sz="1600">
                <a:solidFill>
                  <a:schemeClr val="bg1"/>
                </a:solidFill>
                <a:latin typeface="+mj-lt"/>
              </a:endParaRPr>
            </a:p>
          </p:txBody>
        </p:sp>
      </p:grpSp>
      <p:sp>
        <p:nvSpPr>
          <p:cNvPr id="225" name="TextBox 224">
            <a:extLst>
              <a:ext uri="{FF2B5EF4-FFF2-40B4-BE49-F238E27FC236}">
                <a16:creationId xmlns:a16="http://schemas.microsoft.com/office/drawing/2014/main" id="{8EBB8DBD-FE11-14F4-9901-AAB66497AEDD}"/>
              </a:ext>
            </a:extLst>
          </p:cNvPr>
          <p:cNvSpPr txBox="1"/>
          <p:nvPr/>
        </p:nvSpPr>
        <p:spPr>
          <a:xfrm>
            <a:off x="7826480" y="4100861"/>
            <a:ext cx="2434856" cy="276447"/>
          </a:xfrm>
          <a:prstGeom prst="rect">
            <a:avLst/>
          </a:prstGeom>
          <a:noFill/>
        </p:spPr>
        <p:txBody>
          <a:bodyPr wrap="square" lIns="0" tIns="0" rIns="0" bIns="0" rtlCol="0">
            <a:noAutofit/>
          </a:bodyPr>
          <a:lstStyle/>
          <a:p>
            <a:pPr algn="ctr"/>
            <a:r>
              <a:rPr lang="en-US" sz="1600" b="1">
                <a:solidFill>
                  <a:schemeClr val="bg1"/>
                </a:solidFill>
              </a:rPr>
              <a:t>IT Controls</a:t>
            </a:r>
          </a:p>
          <a:p>
            <a:pPr algn="l"/>
            <a:endParaRPr lang="en-GB" sz="1600">
              <a:solidFill>
                <a:schemeClr val="bg1"/>
              </a:solidFill>
              <a:latin typeface="+mj-lt"/>
            </a:endParaRPr>
          </a:p>
        </p:txBody>
      </p:sp>
      <p:sp>
        <p:nvSpPr>
          <p:cNvPr id="226" name="TextBox 225">
            <a:extLst>
              <a:ext uri="{FF2B5EF4-FFF2-40B4-BE49-F238E27FC236}">
                <a16:creationId xmlns:a16="http://schemas.microsoft.com/office/drawing/2014/main" id="{1A0DF7DD-7C15-02EF-21DE-18092B435D8C}"/>
              </a:ext>
            </a:extLst>
          </p:cNvPr>
          <p:cNvSpPr txBox="1"/>
          <p:nvPr/>
        </p:nvSpPr>
        <p:spPr>
          <a:xfrm>
            <a:off x="7942519" y="1112164"/>
            <a:ext cx="2870791" cy="276447"/>
          </a:xfrm>
          <a:prstGeom prst="rect">
            <a:avLst/>
          </a:prstGeom>
          <a:noFill/>
        </p:spPr>
        <p:txBody>
          <a:bodyPr wrap="square" lIns="0" tIns="0" rIns="0" bIns="0" rtlCol="0">
            <a:noAutofit/>
          </a:bodyPr>
          <a:lstStyle/>
          <a:p>
            <a:r>
              <a:rPr lang="en-US" sz="1600" b="1">
                <a:solidFill>
                  <a:schemeClr val="bg1"/>
                </a:solidFill>
              </a:rPr>
              <a:t>Internal Financial Controls</a:t>
            </a:r>
          </a:p>
          <a:p>
            <a:pPr algn="l"/>
            <a:endParaRPr lang="en-GB" sz="1600">
              <a:solidFill>
                <a:schemeClr val="bg1"/>
              </a:solidFill>
              <a:latin typeface="+mj-lt"/>
            </a:endParaRPr>
          </a:p>
        </p:txBody>
      </p:sp>
      <p:sp>
        <p:nvSpPr>
          <p:cNvPr id="2" name="TextBox 1">
            <a:extLst>
              <a:ext uri="{FF2B5EF4-FFF2-40B4-BE49-F238E27FC236}">
                <a16:creationId xmlns:a16="http://schemas.microsoft.com/office/drawing/2014/main" id="{02AE6E69-4297-3707-B240-9AF0F9C66D06}"/>
              </a:ext>
            </a:extLst>
          </p:cNvPr>
          <p:cNvSpPr txBox="1"/>
          <p:nvPr/>
        </p:nvSpPr>
        <p:spPr>
          <a:xfrm>
            <a:off x="845821" y="2933896"/>
            <a:ext cx="4339674" cy="570481"/>
          </a:xfrm>
          <a:prstGeom prst="rect">
            <a:avLst/>
          </a:prstGeom>
          <a:noFill/>
        </p:spPr>
        <p:txBody>
          <a:bodyPr wrap="square" lIns="0" tIns="0" rIns="0" bIns="0" rtlCol="0">
            <a:noAutofit/>
          </a:bodyPr>
          <a:lstStyle/>
          <a:p>
            <a:pPr algn="just"/>
            <a:r>
              <a:rPr lang="en-US" sz="1200" b="1"/>
              <a:t>Examples : </a:t>
            </a:r>
            <a:r>
              <a:rPr lang="en-US" sz="1200"/>
              <a:t>Implementation of Policies, SOPs, Delegation of approval matrix and segregation of duties in operations.</a:t>
            </a:r>
            <a:endParaRPr lang="en-US" sz="1200">
              <a:latin typeface="+mj-lt"/>
            </a:endParaRPr>
          </a:p>
        </p:txBody>
      </p:sp>
      <p:sp>
        <p:nvSpPr>
          <p:cNvPr id="3" name="TextBox 2">
            <a:extLst>
              <a:ext uri="{FF2B5EF4-FFF2-40B4-BE49-F238E27FC236}">
                <a16:creationId xmlns:a16="http://schemas.microsoft.com/office/drawing/2014/main" id="{5A8697C0-5366-BB74-EBB4-602235F316B1}"/>
              </a:ext>
            </a:extLst>
          </p:cNvPr>
          <p:cNvSpPr txBox="1"/>
          <p:nvPr/>
        </p:nvSpPr>
        <p:spPr>
          <a:xfrm>
            <a:off x="6870225" y="2923565"/>
            <a:ext cx="4339674" cy="665808"/>
          </a:xfrm>
          <a:prstGeom prst="rect">
            <a:avLst/>
          </a:prstGeom>
          <a:noFill/>
        </p:spPr>
        <p:txBody>
          <a:bodyPr wrap="square" lIns="0" tIns="0" rIns="0" bIns="0" rtlCol="0">
            <a:noAutofit/>
          </a:bodyPr>
          <a:lstStyle/>
          <a:p>
            <a:pPr algn="just"/>
            <a:r>
              <a:rPr lang="en-US" sz="1200" b="1"/>
              <a:t>Example : </a:t>
            </a:r>
            <a:r>
              <a:rPr lang="en-US" sz="1200"/>
              <a:t>Reconciliation processes, financial audits and documented accounting procedures.</a:t>
            </a:r>
            <a:endParaRPr lang="en-US" sz="1200">
              <a:latin typeface="+mj-lt"/>
            </a:endParaRPr>
          </a:p>
        </p:txBody>
      </p:sp>
      <p:sp>
        <p:nvSpPr>
          <p:cNvPr id="4" name="TextBox 3">
            <a:extLst>
              <a:ext uri="{FF2B5EF4-FFF2-40B4-BE49-F238E27FC236}">
                <a16:creationId xmlns:a16="http://schemas.microsoft.com/office/drawing/2014/main" id="{B2C8D8A3-ECF9-7FB7-42F6-1114DD6A4863}"/>
              </a:ext>
            </a:extLst>
          </p:cNvPr>
          <p:cNvSpPr txBox="1"/>
          <p:nvPr/>
        </p:nvSpPr>
        <p:spPr>
          <a:xfrm>
            <a:off x="845821" y="5917280"/>
            <a:ext cx="4339674" cy="528430"/>
          </a:xfrm>
          <a:prstGeom prst="rect">
            <a:avLst/>
          </a:prstGeom>
          <a:noFill/>
        </p:spPr>
        <p:txBody>
          <a:bodyPr wrap="square" lIns="0" tIns="0" rIns="0" bIns="0" rtlCol="0">
            <a:noAutofit/>
          </a:bodyPr>
          <a:lstStyle/>
          <a:p>
            <a:pPr algn="just"/>
            <a:r>
              <a:rPr lang="en-US" sz="1200" b="1"/>
              <a:t>Examples</a:t>
            </a:r>
            <a:r>
              <a:rPr lang="en-US" sz="1200"/>
              <a:t> Developing compliance calendar, internal policy adherence, training programs and monitoring regulatory changes / updates.</a:t>
            </a:r>
          </a:p>
        </p:txBody>
      </p:sp>
      <p:sp>
        <p:nvSpPr>
          <p:cNvPr id="5" name="TextBox 4">
            <a:extLst>
              <a:ext uri="{FF2B5EF4-FFF2-40B4-BE49-F238E27FC236}">
                <a16:creationId xmlns:a16="http://schemas.microsoft.com/office/drawing/2014/main" id="{DAB15BEF-6116-22C5-2BD6-EF2F8522F132}"/>
              </a:ext>
            </a:extLst>
          </p:cNvPr>
          <p:cNvSpPr txBox="1"/>
          <p:nvPr/>
        </p:nvSpPr>
        <p:spPr>
          <a:xfrm>
            <a:off x="6870224" y="5917279"/>
            <a:ext cx="4339674" cy="528431"/>
          </a:xfrm>
          <a:prstGeom prst="rect">
            <a:avLst/>
          </a:prstGeom>
          <a:noFill/>
        </p:spPr>
        <p:txBody>
          <a:bodyPr wrap="square" lIns="0" tIns="0" rIns="0" bIns="0" rtlCol="0">
            <a:noAutofit/>
          </a:bodyPr>
          <a:lstStyle/>
          <a:p>
            <a:pPr algn="just"/>
            <a:r>
              <a:rPr lang="en-US" sz="1200" b="1"/>
              <a:t>Examples : </a:t>
            </a:r>
            <a:r>
              <a:rPr lang="en-US" sz="1200"/>
              <a:t>User access management, firewalls, data backup procedures, cybersecurity protocols and system monitoring tools.</a:t>
            </a:r>
            <a:endParaRPr lang="en-US" sz="1200">
              <a:latin typeface="+mj-lt"/>
            </a:endParaRPr>
          </a:p>
        </p:txBody>
      </p:sp>
      <p:sp>
        <p:nvSpPr>
          <p:cNvPr id="6" name="Slide Number Placeholder 3">
            <a:extLst>
              <a:ext uri="{FF2B5EF4-FFF2-40B4-BE49-F238E27FC236}">
                <a16:creationId xmlns:a16="http://schemas.microsoft.com/office/drawing/2014/main" id="{93900360-F504-91B1-29F6-C90966864402}"/>
              </a:ext>
            </a:extLst>
          </p:cNvPr>
          <p:cNvSpPr txBox="1">
            <a:spLocks/>
          </p:cNvSpPr>
          <p:nvPr/>
        </p:nvSpPr>
        <p:spPr>
          <a:xfrm>
            <a:off x="11713152" y="6555571"/>
            <a:ext cx="298209" cy="161583"/>
          </a:xfrm>
          <a:prstGeom prst="rect">
            <a:avLst/>
          </a:prstGeom>
        </p:spPr>
        <p:txBody>
          <a:bodyPr vert="horz" wrap="square" lIns="0" tIns="0" rIns="0" bIns="0" rtlCol="0" anchor="b"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spcAft>
                <a:spcPts val="600"/>
              </a:spcAft>
            </a:pPr>
            <a:fld id="{3E6AC032-1535-134B-A583-D5E1DDD0D167}" type="slidenum">
              <a:rPr lang="en-US" sz="900" smtClean="0"/>
              <a:pPr algn="r">
                <a:spcAft>
                  <a:spcPts val="600"/>
                </a:spcAft>
              </a:pPr>
              <a:t>29</a:t>
            </a:fld>
            <a:endParaRPr lang="en-US" sz="900"/>
          </a:p>
        </p:txBody>
      </p:sp>
    </p:spTree>
    <p:custDataLst>
      <p:custData r:id="rId1"/>
    </p:custDataLst>
    <p:extLst>
      <p:ext uri="{BB962C8B-B14F-4D97-AF65-F5344CB8AC3E}">
        <p14:creationId xmlns:p14="http://schemas.microsoft.com/office/powerpoint/2010/main" val="66628081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846A57E3-D746-57CB-2F0D-F73BA4B7D951}"/>
              </a:ext>
            </a:extLst>
          </p:cNvPr>
          <p:cNvSpPr/>
          <p:nvPr/>
        </p:nvSpPr>
        <p:spPr>
          <a:xfrm>
            <a:off x="704088" y="1591056"/>
            <a:ext cx="2953512" cy="1636776"/>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i="1">
                <a:solidFill>
                  <a:schemeClr val="tx1"/>
                </a:solidFill>
              </a:rPr>
              <a:t>A) </a:t>
            </a:r>
            <a:r>
              <a:rPr lang="en-US" sz="1400" i="1">
                <a:solidFill>
                  <a:schemeClr val="tx1"/>
                </a:solidFill>
              </a:rPr>
              <a:t>Financial reports show frequent errors</a:t>
            </a:r>
            <a:endParaRPr lang="en-GB" sz="1400" i="1">
              <a:solidFill>
                <a:schemeClr val="tx1"/>
              </a:solidFill>
            </a:endParaRPr>
          </a:p>
        </p:txBody>
      </p:sp>
      <p:sp>
        <p:nvSpPr>
          <p:cNvPr id="7" name="Rectangle 6">
            <a:extLst>
              <a:ext uri="{FF2B5EF4-FFF2-40B4-BE49-F238E27FC236}">
                <a16:creationId xmlns:a16="http://schemas.microsoft.com/office/drawing/2014/main" id="{FB790D4A-9DB0-E2E2-0B54-05B758F9B7D6}"/>
              </a:ext>
            </a:extLst>
          </p:cNvPr>
          <p:cNvSpPr/>
          <p:nvPr/>
        </p:nvSpPr>
        <p:spPr>
          <a:xfrm>
            <a:off x="4715256" y="1591056"/>
            <a:ext cx="2953512" cy="1636776"/>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i="1"/>
              <a:t>B) </a:t>
            </a:r>
            <a:r>
              <a:rPr lang="en-US" sz="1400" i="1"/>
              <a:t>Staff unaware of new regulatory updates</a:t>
            </a:r>
            <a:endParaRPr lang="en-GB" sz="1400" i="1"/>
          </a:p>
        </p:txBody>
      </p:sp>
      <p:sp>
        <p:nvSpPr>
          <p:cNvPr id="8" name="Rectangle 7">
            <a:extLst>
              <a:ext uri="{FF2B5EF4-FFF2-40B4-BE49-F238E27FC236}">
                <a16:creationId xmlns:a16="http://schemas.microsoft.com/office/drawing/2014/main" id="{807DF08C-18D8-8E06-BA69-9CA646379993}"/>
              </a:ext>
            </a:extLst>
          </p:cNvPr>
          <p:cNvSpPr/>
          <p:nvPr/>
        </p:nvSpPr>
        <p:spPr>
          <a:xfrm>
            <a:off x="8726424" y="1591056"/>
            <a:ext cx="2953512" cy="1636776"/>
          </a:xfrm>
          <a:prstGeom prst="rect">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i="1"/>
              <a:t>C) </a:t>
            </a:r>
            <a:r>
              <a:rPr lang="en-US" sz="1400" i="1"/>
              <a:t>Daily operations break down during peak load</a:t>
            </a:r>
            <a:endParaRPr lang="en-GB" sz="1400" i="1"/>
          </a:p>
        </p:txBody>
      </p:sp>
      <p:sp>
        <p:nvSpPr>
          <p:cNvPr id="9" name="Rectangle 8">
            <a:extLst>
              <a:ext uri="{FF2B5EF4-FFF2-40B4-BE49-F238E27FC236}">
                <a16:creationId xmlns:a16="http://schemas.microsoft.com/office/drawing/2014/main" id="{15A9A2C3-1D7C-C256-2D4C-060CB87DDE6B}"/>
              </a:ext>
            </a:extLst>
          </p:cNvPr>
          <p:cNvSpPr/>
          <p:nvPr/>
        </p:nvSpPr>
        <p:spPr>
          <a:xfrm>
            <a:off x="710184" y="4331208"/>
            <a:ext cx="2953512" cy="1636776"/>
          </a:xfrm>
          <a:prstGeom prst="rect">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i="1"/>
              <a:t>D) </a:t>
            </a:r>
            <a:r>
              <a:rPr lang="en-US" sz="1400" i="1"/>
              <a:t>Employees are not following the company’s code of conduct</a:t>
            </a:r>
            <a:endParaRPr lang="en-GB" sz="1400" i="1"/>
          </a:p>
        </p:txBody>
      </p:sp>
      <p:sp>
        <p:nvSpPr>
          <p:cNvPr id="10" name="Rectangle 9">
            <a:extLst>
              <a:ext uri="{FF2B5EF4-FFF2-40B4-BE49-F238E27FC236}">
                <a16:creationId xmlns:a16="http://schemas.microsoft.com/office/drawing/2014/main" id="{5EF8C661-FB0D-C51B-586D-7DC69A01D13A}"/>
              </a:ext>
            </a:extLst>
          </p:cNvPr>
          <p:cNvSpPr/>
          <p:nvPr/>
        </p:nvSpPr>
        <p:spPr>
          <a:xfrm>
            <a:off x="4721352" y="4331208"/>
            <a:ext cx="2953512" cy="1636776"/>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i="1">
                <a:solidFill>
                  <a:schemeClr val="tx1"/>
                </a:solidFill>
              </a:rPr>
              <a:t>E) </a:t>
            </a:r>
            <a:r>
              <a:rPr lang="en-US" sz="1400" i="1">
                <a:solidFill>
                  <a:schemeClr val="tx1"/>
                </a:solidFill>
              </a:rPr>
              <a:t>Multiple failed login attempts go unnoticed</a:t>
            </a:r>
            <a:endParaRPr lang="en-GB" sz="1400" i="1">
              <a:solidFill>
                <a:schemeClr val="tx1"/>
              </a:solidFill>
            </a:endParaRPr>
          </a:p>
        </p:txBody>
      </p:sp>
      <p:sp>
        <p:nvSpPr>
          <p:cNvPr id="11" name="Rectangle 10">
            <a:extLst>
              <a:ext uri="{FF2B5EF4-FFF2-40B4-BE49-F238E27FC236}">
                <a16:creationId xmlns:a16="http://schemas.microsoft.com/office/drawing/2014/main" id="{DE697C26-F6D9-548E-D5EA-02D07E8BAE9E}"/>
              </a:ext>
            </a:extLst>
          </p:cNvPr>
          <p:cNvSpPr/>
          <p:nvPr/>
        </p:nvSpPr>
        <p:spPr>
          <a:xfrm>
            <a:off x="8732520" y="4331208"/>
            <a:ext cx="2953512" cy="1636776"/>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i="1"/>
              <a:t>F) </a:t>
            </a:r>
            <a:r>
              <a:rPr lang="en-US" sz="1400" i="1"/>
              <a:t>Vendors are getting onboarded without proper approval checks</a:t>
            </a:r>
            <a:endParaRPr lang="en-GB" sz="1400" i="1"/>
          </a:p>
        </p:txBody>
      </p:sp>
      <p:sp>
        <p:nvSpPr>
          <p:cNvPr id="12" name="Rectangle: Top Corners Rounded 11">
            <a:extLst>
              <a:ext uri="{FF2B5EF4-FFF2-40B4-BE49-F238E27FC236}">
                <a16:creationId xmlns:a16="http://schemas.microsoft.com/office/drawing/2014/main" id="{514E7899-03AB-D912-FEDF-8805A5B11E45}"/>
              </a:ext>
            </a:extLst>
          </p:cNvPr>
          <p:cNvSpPr/>
          <p:nvPr/>
        </p:nvSpPr>
        <p:spPr>
          <a:xfrm>
            <a:off x="704088" y="1180491"/>
            <a:ext cx="2953512" cy="382219"/>
          </a:xfrm>
          <a:prstGeom prst="round2SameRect">
            <a:avLst/>
          </a:prstGeom>
          <a:solidFill>
            <a:schemeClr val="bg1"/>
          </a:solidFill>
          <a:ln>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a:solidFill>
                  <a:schemeClr val="tx1"/>
                </a:solidFill>
              </a:rPr>
              <a:t>Internal Financial Control</a:t>
            </a:r>
            <a:endParaRPr lang="en-GB" sz="1400" b="1">
              <a:solidFill>
                <a:schemeClr val="tx1"/>
              </a:solidFill>
            </a:endParaRPr>
          </a:p>
        </p:txBody>
      </p:sp>
      <p:sp>
        <p:nvSpPr>
          <p:cNvPr id="13" name="Rectangle: Top Corners Rounded 12">
            <a:extLst>
              <a:ext uri="{FF2B5EF4-FFF2-40B4-BE49-F238E27FC236}">
                <a16:creationId xmlns:a16="http://schemas.microsoft.com/office/drawing/2014/main" id="{1609EE56-A8E2-D439-5739-213C01FA7AD5}"/>
              </a:ext>
            </a:extLst>
          </p:cNvPr>
          <p:cNvSpPr/>
          <p:nvPr/>
        </p:nvSpPr>
        <p:spPr>
          <a:xfrm>
            <a:off x="4715256" y="1180491"/>
            <a:ext cx="2953512" cy="382219"/>
          </a:xfrm>
          <a:prstGeom prst="round2SameRect">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a:solidFill>
                  <a:schemeClr val="tx1"/>
                </a:solidFill>
              </a:rPr>
              <a:t>Compliance Control</a:t>
            </a:r>
            <a:endParaRPr lang="en-GB" sz="1400" b="1">
              <a:solidFill>
                <a:schemeClr val="tx1"/>
              </a:solidFill>
            </a:endParaRPr>
          </a:p>
        </p:txBody>
      </p:sp>
      <p:sp>
        <p:nvSpPr>
          <p:cNvPr id="14" name="Rectangle: Top Corners Rounded 13">
            <a:extLst>
              <a:ext uri="{FF2B5EF4-FFF2-40B4-BE49-F238E27FC236}">
                <a16:creationId xmlns:a16="http://schemas.microsoft.com/office/drawing/2014/main" id="{125B5D1F-83EE-CF9B-354C-654EC9892FD4}"/>
              </a:ext>
            </a:extLst>
          </p:cNvPr>
          <p:cNvSpPr/>
          <p:nvPr/>
        </p:nvSpPr>
        <p:spPr>
          <a:xfrm>
            <a:off x="8726424" y="1180491"/>
            <a:ext cx="2953512" cy="382219"/>
          </a:xfrm>
          <a:prstGeom prst="round2SameRect">
            <a:avLst/>
          </a:prstGeom>
          <a:solidFill>
            <a:schemeClr val="bg1"/>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a:solidFill>
                  <a:schemeClr val="tx1"/>
                </a:solidFill>
              </a:rPr>
              <a:t>Operational Control</a:t>
            </a:r>
            <a:endParaRPr lang="en-GB" sz="1400" b="1">
              <a:solidFill>
                <a:schemeClr val="tx1"/>
              </a:solidFill>
            </a:endParaRPr>
          </a:p>
        </p:txBody>
      </p:sp>
      <p:sp>
        <p:nvSpPr>
          <p:cNvPr id="15" name="Rectangle: Top Corners Rounded 14">
            <a:extLst>
              <a:ext uri="{FF2B5EF4-FFF2-40B4-BE49-F238E27FC236}">
                <a16:creationId xmlns:a16="http://schemas.microsoft.com/office/drawing/2014/main" id="{2A3300E5-D847-E4EE-DE4C-EBE978F4FAC7}"/>
              </a:ext>
            </a:extLst>
          </p:cNvPr>
          <p:cNvSpPr/>
          <p:nvPr/>
        </p:nvSpPr>
        <p:spPr>
          <a:xfrm>
            <a:off x="704088" y="3920643"/>
            <a:ext cx="2953512" cy="382219"/>
          </a:xfrm>
          <a:prstGeom prst="round2SameRect">
            <a:avLst/>
          </a:prstGeom>
          <a:solidFill>
            <a:schemeClr val="bg1"/>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a:solidFill>
                  <a:schemeClr val="tx1"/>
                </a:solidFill>
              </a:rPr>
              <a:t>Compliance Control</a:t>
            </a:r>
            <a:endParaRPr lang="en-GB" sz="1400" b="1">
              <a:solidFill>
                <a:schemeClr val="tx1"/>
              </a:solidFill>
            </a:endParaRPr>
          </a:p>
        </p:txBody>
      </p:sp>
      <p:sp>
        <p:nvSpPr>
          <p:cNvPr id="16" name="Rectangle: Top Corners Rounded 15">
            <a:extLst>
              <a:ext uri="{FF2B5EF4-FFF2-40B4-BE49-F238E27FC236}">
                <a16:creationId xmlns:a16="http://schemas.microsoft.com/office/drawing/2014/main" id="{732115F7-3820-4641-7514-4FD0EA550239}"/>
              </a:ext>
            </a:extLst>
          </p:cNvPr>
          <p:cNvSpPr/>
          <p:nvPr/>
        </p:nvSpPr>
        <p:spPr>
          <a:xfrm>
            <a:off x="4715256" y="3920643"/>
            <a:ext cx="2953512" cy="382219"/>
          </a:xfrm>
          <a:prstGeom prst="round2SameRect">
            <a:avLst/>
          </a:prstGeom>
          <a:solidFill>
            <a:schemeClr val="bg1"/>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b="1">
                <a:solidFill>
                  <a:schemeClr val="tx1"/>
                </a:solidFill>
              </a:rPr>
              <a:t>IT Control</a:t>
            </a:r>
          </a:p>
        </p:txBody>
      </p:sp>
      <p:sp>
        <p:nvSpPr>
          <p:cNvPr id="17" name="Rectangle: Top Corners Rounded 16">
            <a:extLst>
              <a:ext uri="{FF2B5EF4-FFF2-40B4-BE49-F238E27FC236}">
                <a16:creationId xmlns:a16="http://schemas.microsoft.com/office/drawing/2014/main" id="{11D0A828-23C9-B30D-EF11-5A68BB7769A1}"/>
              </a:ext>
            </a:extLst>
          </p:cNvPr>
          <p:cNvSpPr/>
          <p:nvPr/>
        </p:nvSpPr>
        <p:spPr>
          <a:xfrm>
            <a:off x="8726424" y="3920643"/>
            <a:ext cx="2953512" cy="382219"/>
          </a:xfrm>
          <a:prstGeom prst="round2SameRect">
            <a:avLst/>
          </a:prstGeom>
          <a:solidFill>
            <a:schemeClr val="bg1"/>
          </a:solidFill>
          <a:ln>
            <a:solidFill>
              <a:schemeClr val="tx1">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a:solidFill>
                  <a:schemeClr val="tx1"/>
                </a:solidFill>
              </a:rPr>
              <a:t>Operational Control</a:t>
            </a:r>
            <a:endParaRPr lang="en-GB" sz="1400" b="1">
              <a:solidFill>
                <a:schemeClr val="tx1"/>
              </a:solidFill>
            </a:endParaRPr>
          </a:p>
        </p:txBody>
      </p:sp>
      <p:sp>
        <p:nvSpPr>
          <p:cNvPr id="18" name="Rectangle 17">
            <a:extLst>
              <a:ext uri="{FF2B5EF4-FFF2-40B4-BE49-F238E27FC236}">
                <a16:creationId xmlns:a16="http://schemas.microsoft.com/office/drawing/2014/main" id="{A6C088F1-06A9-7153-083E-9BAD63E9F7C9}"/>
              </a:ext>
            </a:extLst>
          </p:cNvPr>
          <p:cNvSpPr/>
          <p:nvPr/>
        </p:nvSpPr>
        <p:spPr>
          <a:xfrm>
            <a:off x="0" y="0"/>
            <a:ext cx="12192000" cy="572092"/>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400" b="1">
                <a:solidFill>
                  <a:schemeClr val="bg1"/>
                </a:solidFill>
                <a:latin typeface="Georgia" panose="02040502050405020303" pitchFamily="18" charset="0"/>
              </a:rPr>
              <a:t>Identify Missing “Control” </a:t>
            </a:r>
            <a:r>
              <a:rPr lang="en-US" sz="2000" i="1">
                <a:solidFill>
                  <a:schemeClr val="bg1"/>
                </a:solidFill>
                <a:latin typeface="Georgia" panose="02040502050405020303" pitchFamily="18" charset="0"/>
              </a:rPr>
              <a:t>(Internal Financial/Operational/Compliance/IT)</a:t>
            </a:r>
          </a:p>
        </p:txBody>
      </p:sp>
      <p:sp>
        <p:nvSpPr>
          <p:cNvPr id="2" name="Slide Number Placeholder 3">
            <a:extLst>
              <a:ext uri="{FF2B5EF4-FFF2-40B4-BE49-F238E27FC236}">
                <a16:creationId xmlns:a16="http://schemas.microsoft.com/office/drawing/2014/main" id="{BEF99D4A-09C1-D230-9122-B59489C32DDD}"/>
              </a:ext>
            </a:extLst>
          </p:cNvPr>
          <p:cNvSpPr txBox="1">
            <a:spLocks/>
          </p:cNvSpPr>
          <p:nvPr/>
        </p:nvSpPr>
        <p:spPr>
          <a:xfrm>
            <a:off x="11713152" y="6546427"/>
            <a:ext cx="298209" cy="161583"/>
          </a:xfrm>
          <a:prstGeom prst="rect">
            <a:avLst/>
          </a:prstGeom>
        </p:spPr>
        <p:txBody>
          <a:bodyPr vert="horz" wrap="square" lIns="0" tIns="0" rIns="0" bIns="0" rtlCol="0" anchor="b"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spcAft>
                <a:spcPts val="600"/>
              </a:spcAft>
            </a:pPr>
            <a:fld id="{3E6AC032-1535-134B-A583-D5E1DDD0D167}" type="slidenum">
              <a:rPr lang="en-US" sz="900" smtClean="0"/>
              <a:pPr algn="r">
                <a:spcAft>
                  <a:spcPts val="600"/>
                </a:spcAft>
              </a:pPr>
              <a:t>30</a:t>
            </a:fld>
            <a:endParaRPr lang="en-US" sz="900"/>
          </a:p>
        </p:txBody>
      </p:sp>
    </p:spTree>
    <p:custDataLst>
      <p:custData r:id="rId1"/>
    </p:custDataLst>
    <p:extLst>
      <p:ext uri="{BB962C8B-B14F-4D97-AF65-F5344CB8AC3E}">
        <p14:creationId xmlns:p14="http://schemas.microsoft.com/office/powerpoint/2010/main" val="18344052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10" fill="hold"/>
                                        <p:tgtEl>
                                          <p:spTgt spid="12"/>
                                        </p:tgtEl>
                                        <p:attrNameLst>
                                          <p:attrName>ppt_x</p:attrName>
                                        </p:attrNameLst>
                                      </p:cBhvr>
                                      <p:tavLst>
                                        <p:tav tm="0">
                                          <p:val>
                                            <p:strVal val="#ppt_x"/>
                                          </p:val>
                                        </p:tav>
                                        <p:tav tm="100000">
                                          <p:val>
                                            <p:strVal val="#ppt_x"/>
                                          </p:val>
                                        </p:tav>
                                      </p:tavLst>
                                    </p:anim>
                                    <p:anim calcmode="lin" valueType="num">
                                      <p:cBhvr additive="base">
                                        <p:cTn id="8" dur="1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anim calcmode="lin" valueType="num">
                                      <p:cBhvr additive="base">
                                        <p:cTn id="13" dur="10" fill="hold"/>
                                        <p:tgtEl>
                                          <p:spTgt spid="13"/>
                                        </p:tgtEl>
                                        <p:attrNameLst>
                                          <p:attrName>ppt_x</p:attrName>
                                        </p:attrNameLst>
                                      </p:cBhvr>
                                      <p:tavLst>
                                        <p:tav tm="0">
                                          <p:val>
                                            <p:strVal val="#ppt_x"/>
                                          </p:val>
                                        </p:tav>
                                        <p:tav tm="100000">
                                          <p:val>
                                            <p:strVal val="#ppt_x"/>
                                          </p:val>
                                        </p:tav>
                                      </p:tavLst>
                                    </p:anim>
                                    <p:anim calcmode="lin" valueType="num">
                                      <p:cBhvr additive="base">
                                        <p:cTn id="14" dur="1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anim calcmode="lin" valueType="num">
                                      <p:cBhvr additive="base">
                                        <p:cTn id="19" dur="10" fill="hold"/>
                                        <p:tgtEl>
                                          <p:spTgt spid="14"/>
                                        </p:tgtEl>
                                        <p:attrNameLst>
                                          <p:attrName>ppt_x</p:attrName>
                                        </p:attrNameLst>
                                      </p:cBhvr>
                                      <p:tavLst>
                                        <p:tav tm="0">
                                          <p:val>
                                            <p:strVal val="#ppt_x"/>
                                          </p:val>
                                        </p:tav>
                                        <p:tav tm="100000">
                                          <p:val>
                                            <p:strVal val="#ppt_x"/>
                                          </p:val>
                                        </p:tav>
                                      </p:tavLst>
                                    </p:anim>
                                    <p:anim calcmode="lin" valueType="num">
                                      <p:cBhvr additive="base">
                                        <p:cTn id="20" dur="1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5"/>
                                        </p:tgtEl>
                                        <p:attrNameLst>
                                          <p:attrName>style.visibility</p:attrName>
                                        </p:attrNameLst>
                                      </p:cBhvr>
                                      <p:to>
                                        <p:strVal val="visible"/>
                                      </p:to>
                                    </p:set>
                                    <p:anim calcmode="lin" valueType="num">
                                      <p:cBhvr additive="base">
                                        <p:cTn id="25" dur="10" fill="hold"/>
                                        <p:tgtEl>
                                          <p:spTgt spid="15"/>
                                        </p:tgtEl>
                                        <p:attrNameLst>
                                          <p:attrName>ppt_x</p:attrName>
                                        </p:attrNameLst>
                                      </p:cBhvr>
                                      <p:tavLst>
                                        <p:tav tm="0">
                                          <p:val>
                                            <p:strVal val="#ppt_x"/>
                                          </p:val>
                                        </p:tav>
                                        <p:tav tm="100000">
                                          <p:val>
                                            <p:strVal val="#ppt_x"/>
                                          </p:val>
                                        </p:tav>
                                      </p:tavLst>
                                    </p:anim>
                                    <p:anim calcmode="lin" valueType="num">
                                      <p:cBhvr additive="base">
                                        <p:cTn id="26" dur="1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6"/>
                                        </p:tgtEl>
                                        <p:attrNameLst>
                                          <p:attrName>style.visibility</p:attrName>
                                        </p:attrNameLst>
                                      </p:cBhvr>
                                      <p:to>
                                        <p:strVal val="visible"/>
                                      </p:to>
                                    </p:set>
                                    <p:anim calcmode="lin" valueType="num">
                                      <p:cBhvr additive="base">
                                        <p:cTn id="31" dur="10" fill="hold"/>
                                        <p:tgtEl>
                                          <p:spTgt spid="16"/>
                                        </p:tgtEl>
                                        <p:attrNameLst>
                                          <p:attrName>ppt_x</p:attrName>
                                        </p:attrNameLst>
                                      </p:cBhvr>
                                      <p:tavLst>
                                        <p:tav tm="0">
                                          <p:val>
                                            <p:strVal val="#ppt_x"/>
                                          </p:val>
                                        </p:tav>
                                        <p:tav tm="100000">
                                          <p:val>
                                            <p:strVal val="#ppt_x"/>
                                          </p:val>
                                        </p:tav>
                                      </p:tavLst>
                                    </p:anim>
                                    <p:anim calcmode="lin" valueType="num">
                                      <p:cBhvr additive="base">
                                        <p:cTn id="32" dur="1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7"/>
                                        </p:tgtEl>
                                        <p:attrNameLst>
                                          <p:attrName>style.visibility</p:attrName>
                                        </p:attrNameLst>
                                      </p:cBhvr>
                                      <p:to>
                                        <p:strVal val="visible"/>
                                      </p:to>
                                    </p:set>
                                    <p:anim calcmode="lin" valueType="num">
                                      <p:cBhvr additive="base">
                                        <p:cTn id="37" dur="10" fill="hold"/>
                                        <p:tgtEl>
                                          <p:spTgt spid="17"/>
                                        </p:tgtEl>
                                        <p:attrNameLst>
                                          <p:attrName>ppt_x</p:attrName>
                                        </p:attrNameLst>
                                      </p:cBhvr>
                                      <p:tavLst>
                                        <p:tav tm="0">
                                          <p:val>
                                            <p:strVal val="#ppt_x"/>
                                          </p:val>
                                        </p:tav>
                                        <p:tav tm="100000">
                                          <p:val>
                                            <p:strVal val="#ppt_x"/>
                                          </p:val>
                                        </p:tav>
                                      </p:tavLst>
                                    </p:anim>
                                    <p:anim calcmode="lin" valueType="num">
                                      <p:cBhvr additive="base">
                                        <p:cTn id="38" dur="10" fill="hold"/>
                                        <p:tgtEl>
                                          <p:spTgt spid="1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P spid="15" grpId="0" animBg="1"/>
      <p:bldP spid="16" grpId="0" animBg="1"/>
      <p:bldP spid="17"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EFBAC356-4134-B2BD-7DEE-AB0DB866111F}"/>
              </a:ext>
            </a:extLst>
          </p:cNvPr>
          <p:cNvSpPr>
            <a:spLocks noGrp="1"/>
          </p:cNvSpPr>
          <p:nvPr>
            <p:ph type="sldNum" sz="quarter" idx="4"/>
          </p:nvPr>
        </p:nvSpPr>
        <p:spPr/>
        <p:txBody>
          <a:bodyPr/>
          <a:lstStyle/>
          <a:p>
            <a:fld id="{3E6AC032-1535-134B-A583-D5E1DDD0D167}" type="slidenum">
              <a:rPr lang="en-US" smtClean="0"/>
              <a:pPr/>
              <a:t>31</a:t>
            </a:fld>
            <a:endParaRPr lang="en-US"/>
          </a:p>
        </p:txBody>
      </p:sp>
      <p:sp>
        <p:nvSpPr>
          <p:cNvPr id="10" name="Rectangle 9">
            <a:extLst>
              <a:ext uri="{FF2B5EF4-FFF2-40B4-BE49-F238E27FC236}">
                <a16:creationId xmlns:a16="http://schemas.microsoft.com/office/drawing/2014/main" id="{F0E60C93-9082-850A-D338-2E2F267A1B05}"/>
              </a:ext>
            </a:extLst>
          </p:cNvPr>
          <p:cNvSpPr/>
          <p:nvPr/>
        </p:nvSpPr>
        <p:spPr>
          <a:xfrm>
            <a:off x="0" y="0"/>
            <a:ext cx="12192000" cy="572092"/>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400" b="1">
                <a:solidFill>
                  <a:schemeClr val="bg1"/>
                </a:solidFill>
                <a:latin typeface="Georgia" panose="02040502050405020303" pitchFamily="18" charset="0"/>
              </a:rPr>
              <a:t>Internal Financial Controls</a:t>
            </a:r>
          </a:p>
        </p:txBody>
      </p:sp>
      <p:sp>
        <p:nvSpPr>
          <p:cNvPr id="2" name="TextBox 1">
            <a:extLst>
              <a:ext uri="{FF2B5EF4-FFF2-40B4-BE49-F238E27FC236}">
                <a16:creationId xmlns:a16="http://schemas.microsoft.com/office/drawing/2014/main" id="{6B1C45E1-B2C0-0A2D-1478-986A5D18F3B7}"/>
              </a:ext>
            </a:extLst>
          </p:cNvPr>
          <p:cNvSpPr txBox="1"/>
          <p:nvPr/>
        </p:nvSpPr>
        <p:spPr>
          <a:xfrm>
            <a:off x="435936" y="613047"/>
            <a:ext cx="11418070" cy="907143"/>
          </a:xfrm>
          <a:prstGeom prst="rect">
            <a:avLst/>
          </a:prstGeom>
          <a:noFill/>
        </p:spPr>
        <p:txBody>
          <a:bodyPr wrap="square" lIns="0" tIns="0" rIns="0" bIns="0" rtlCol="0">
            <a:noAutofit/>
          </a:bodyPr>
          <a:lstStyle/>
          <a:p>
            <a:pPr algn="just"/>
            <a:endParaRPr lang="en-US" sz="1400"/>
          </a:p>
          <a:p>
            <a:pPr algn="just"/>
            <a:r>
              <a:rPr lang="en-US" sz="1400"/>
              <a:t>Internal Financial Controls are the checks and processes designed to ensure that the company’s financial transactions are properly authorized, recorded and reported and that its assets are protected from misuse or loss.</a:t>
            </a:r>
            <a:endParaRPr lang="en-US" sz="1400">
              <a:latin typeface="+mj-lt"/>
            </a:endParaRPr>
          </a:p>
        </p:txBody>
      </p:sp>
      <p:graphicFrame>
        <p:nvGraphicFramePr>
          <p:cNvPr id="11" name="Diagram 10">
            <a:extLst>
              <a:ext uri="{FF2B5EF4-FFF2-40B4-BE49-F238E27FC236}">
                <a16:creationId xmlns:a16="http://schemas.microsoft.com/office/drawing/2014/main" id="{59D8A312-F976-9B44-E335-FC76E46D06E8}"/>
              </a:ext>
            </a:extLst>
          </p:cNvPr>
          <p:cNvGraphicFramePr/>
          <p:nvPr>
            <p:extLst>
              <p:ext uri="{D42A27DB-BD31-4B8C-83A1-F6EECF244321}">
                <p14:modId xmlns:p14="http://schemas.microsoft.com/office/powerpoint/2010/main" val="2704370279"/>
              </p:ext>
            </p:extLst>
          </p:nvPr>
        </p:nvGraphicFramePr>
        <p:xfrm>
          <a:off x="435936" y="2115879"/>
          <a:ext cx="11516012" cy="434455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extBox 2">
            <a:extLst>
              <a:ext uri="{FF2B5EF4-FFF2-40B4-BE49-F238E27FC236}">
                <a16:creationId xmlns:a16="http://schemas.microsoft.com/office/drawing/2014/main" id="{4B59BEC3-8EC5-1DBA-F732-487156B14A50}"/>
              </a:ext>
            </a:extLst>
          </p:cNvPr>
          <p:cNvSpPr txBox="1"/>
          <p:nvPr/>
        </p:nvSpPr>
        <p:spPr>
          <a:xfrm>
            <a:off x="4383084" y="1520190"/>
            <a:ext cx="4276436" cy="465753"/>
          </a:xfrm>
          <a:prstGeom prst="rect">
            <a:avLst/>
          </a:prstGeom>
          <a:noFill/>
        </p:spPr>
        <p:txBody>
          <a:bodyPr wrap="square" lIns="0" tIns="0" rIns="0" bIns="0" rtlCol="0">
            <a:noAutofit/>
          </a:bodyPr>
          <a:lstStyle/>
          <a:p>
            <a:pPr algn="l"/>
            <a:r>
              <a:rPr lang="en-US" sz="1600" b="1">
                <a:solidFill>
                  <a:schemeClr val="tx2"/>
                </a:solidFill>
              </a:rPr>
              <a:t>Key Objectives of IFC</a:t>
            </a:r>
          </a:p>
        </p:txBody>
      </p:sp>
      <p:cxnSp>
        <p:nvCxnSpPr>
          <p:cNvPr id="8" name="Straight Connector 7">
            <a:extLst>
              <a:ext uri="{FF2B5EF4-FFF2-40B4-BE49-F238E27FC236}">
                <a16:creationId xmlns:a16="http://schemas.microsoft.com/office/drawing/2014/main" id="{37FAC62E-3AEA-C1B6-92A4-7AB0DEAF4F8B}"/>
              </a:ext>
            </a:extLst>
          </p:cNvPr>
          <p:cNvCxnSpPr/>
          <p:nvPr/>
        </p:nvCxnSpPr>
        <p:spPr>
          <a:xfrm>
            <a:off x="5486400" y="1860698"/>
            <a:ext cx="925033" cy="0"/>
          </a:xfrm>
          <a:prstGeom prst="line">
            <a:avLst/>
          </a:prstGeom>
          <a:ln w="19050"/>
        </p:spPr>
        <p:style>
          <a:lnRef idx="1">
            <a:schemeClr val="dk1"/>
          </a:lnRef>
          <a:fillRef idx="0">
            <a:schemeClr val="dk1"/>
          </a:fillRef>
          <a:effectRef idx="0">
            <a:schemeClr val="dk1"/>
          </a:effectRef>
          <a:fontRef idx="minor">
            <a:schemeClr val="tx1"/>
          </a:fontRef>
        </p:style>
      </p:cxnSp>
    </p:spTree>
    <p:custDataLst>
      <p:custData r:id="rId1"/>
    </p:custDataLst>
    <p:extLst>
      <p:ext uri="{BB962C8B-B14F-4D97-AF65-F5344CB8AC3E}">
        <p14:creationId xmlns:p14="http://schemas.microsoft.com/office/powerpoint/2010/main" val="17345943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E68175-CAC1-84BD-99A9-06535B0A7396}"/>
            </a:ext>
          </a:extLst>
        </p:cNvPr>
        <p:cNvGrpSpPr/>
        <p:nvPr/>
      </p:nvGrpSpPr>
      <p:grpSpPr>
        <a:xfrm>
          <a:off x="0" y="0"/>
          <a:ext cx="0" cy="0"/>
          <a:chOff x="0" y="0"/>
          <a:chExt cx="0" cy="0"/>
        </a:xfrm>
      </p:grpSpPr>
      <p:pic>
        <p:nvPicPr>
          <p:cNvPr id="1026" name="Picture 2" descr="Fraud Prevention Tools">
            <a:extLst>
              <a:ext uri="{FF2B5EF4-FFF2-40B4-BE49-F238E27FC236}">
                <a16:creationId xmlns:a16="http://schemas.microsoft.com/office/drawing/2014/main" id="{523A38C8-EE3B-41AE-D4BC-44DCFE3E9EF0}"/>
              </a:ext>
            </a:extLst>
          </p:cNvPr>
          <p:cNvPicPr>
            <a:picLocks noChangeAspect="1" noChangeArrowheads="1"/>
          </p:cNvPicPr>
          <p:nvPr/>
        </p:nvPicPr>
        <p:blipFill>
          <a:blip r:embed="rId3">
            <a:alphaModFix/>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432092" y="1070203"/>
            <a:ext cx="5948333" cy="2647153"/>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5" name="Slide Number Placeholder 4">
            <a:extLst>
              <a:ext uri="{FF2B5EF4-FFF2-40B4-BE49-F238E27FC236}">
                <a16:creationId xmlns:a16="http://schemas.microsoft.com/office/drawing/2014/main" id="{63450252-9D5C-51D6-6111-DD72C608E5C6}"/>
              </a:ext>
            </a:extLst>
          </p:cNvPr>
          <p:cNvSpPr>
            <a:spLocks noGrp="1"/>
          </p:cNvSpPr>
          <p:nvPr>
            <p:ph type="sldNum" sz="quarter" idx="4"/>
          </p:nvPr>
        </p:nvSpPr>
        <p:spPr/>
        <p:txBody>
          <a:bodyPr/>
          <a:lstStyle/>
          <a:p>
            <a:fld id="{3E6AC032-1535-134B-A583-D5E1DDD0D167}" type="slidenum">
              <a:rPr lang="en-US" smtClean="0"/>
              <a:pPr/>
              <a:t>32</a:t>
            </a:fld>
            <a:endParaRPr lang="en-US"/>
          </a:p>
        </p:txBody>
      </p:sp>
      <p:sp>
        <p:nvSpPr>
          <p:cNvPr id="10" name="Rectangle 9">
            <a:extLst>
              <a:ext uri="{FF2B5EF4-FFF2-40B4-BE49-F238E27FC236}">
                <a16:creationId xmlns:a16="http://schemas.microsoft.com/office/drawing/2014/main" id="{7C7D3565-8622-F100-BF41-9C617CE41A8F}"/>
              </a:ext>
            </a:extLst>
          </p:cNvPr>
          <p:cNvSpPr/>
          <p:nvPr/>
        </p:nvSpPr>
        <p:spPr>
          <a:xfrm>
            <a:off x="0" y="0"/>
            <a:ext cx="12192000" cy="572092"/>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400" b="1">
                <a:solidFill>
                  <a:schemeClr val="bg1"/>
                </a:solidFill>
                <a:latin typeface="Georgia" panose="02040502050405020303" pitchFamily="18" charset="0"/>
              </a:rPr>
              <a:t>IFC | </a:t>
            </a:r>
            <a:r>
              <a:rPr lang="en-US" sz="2400" b="1">
                <a:latin typeface="Georgia (Headings)"/>
              </a:rPr>
              <a:t>Fraud Prevention </a:t>
            </a:r>
            <a:r>
              <a:rPr lang="en-US" sz="2400" b="1">
                <a:solidFill>
                  <a:schemeClr val="bg1"/>
                </a:solidFill>
                <a:latin typeface="Georgia" panose="02040502050405020303" pitchFamily="18" charset="0"/>
              </a:rPr>
              <a:t>| Illustration </a:t>
            </a:r>
          </a:p>
        </p:txBody>
      </p:sp>
      <p:sp>
        <p:nvSpPr>
          <p:cNvPr id="3" name="Rectangle 2">
            <a:extLst>
              <a:ext uri="{FF2B5EF4-FFF2-40B4-BE49-F238E27FC236}">
                <a16:creationId xmlns:a16="http://schemas.microsoft.com/office/drawing/2014/main" id="{16721C25-B702-430C-2669-D5B4B0EC02AA}"/>
              </a:ext>
            </a:extLst>
          </p:cNvPr>
          <p:cNvSpPr/>
          <p:nvPr/>
        </p:nvSpPr>
        <p:spPr>
          <a:xfrm>
            <a:off x="618833" y="3900805"/>
            <a:ext cx="5578763" cy="2453815"/>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just">
              <a:lnSpc>
                <a:spcPct val="150000"/>
              </a:lnSpc>
            </a:pPr>
            <a:r>
              <a:rPr lang="en-US" sz="1400"/>
              <a:t>An </a:t>
            </a:r>
            <a:r>
              <a:rPr lang="en-US" sz="1400" b="1"/>
              <a:t>effective approach </a:t>
            </a:r>
            <a:r>
              <a:rPr lang="en-US" sz="1400"/>
              <a:t>to managing fraud and misconduct risks involves implementing controls that serve three core purposes:</a:t>
            </a:r>
          </a:p>
          <a:p>
            <a:pPr algn="just">
              <a:lnSpc>
                <a:spcPct val="150000"/>
              </a:lnSpc>
            </a:pPr>
            <a:endParaRPr lang="en-US" sz="1400"/>
          </a:p>
          <a:p>
            <a:pPr marL="285750" indent="-285750" algn="just">
              <a:lnSpc>
                <a:spcPct val="150000"/>
              </a:lnSpc>
              <a:buFont typeface="Wingdings" panose="05000000000000000000" pitchFamily="2" charset="2"/>
              <a:buChar char="§"/>
            </a:pPr>
            <a:r>
              <a:rPr lang="en-US" sz="1400" b="1"/>
              <a:t>Prevent</a:t>
            </a:r>
            <a:r>
              <a:rPr lang="en-US" sz="1400"/>
              <a:t> fraud and unethical behavior before they occur. </a:t>
            </a:r>
          </a:p>
          <a:p>
            <a:pPr marL="285750" indent="-285750" algn="just">
              <a:lnSpc>
                <a:spcPct val="150000"/>
              </a:lnSpc>
              <a:buFont typeface="Wingdings" panose="05000000000000000000" pitchFamily="2" charset="2"/>
              <a:buChar char="§"/>
            </a:pPr>
            <a:r>
              <a:rPr lang="en-US" sz="1400" b="1"/>
              <a:t>Detect</a:t>
            </a:r>
            <a:r>
              <a:rPr lang="en-US" sz="1400"/>
              <a:t> any instances of fraud or misconduct when they arise. </a:t>
            </a:r>
          </a:p>
          <a:p>
            <a:pPr marL="285750" indent="-285750" algn="just">
              <a:lnSpc>
                <a:spcPct val="150000"/>
              </a:lnSpc>
              <a:buFont typeface="Wingdings" panose="05000000000000000000" pitchFamily="2" charset="2"/>
              <a:buChar char="§"/>
            </a:pPr>
            <a:r>
              <a:rPr lang="en-US" sz="1400" b="1"/>
              <a:t>Respond</a:t>
            </a:r>
            <a:r>
              <a:rPr lang="en-US" sz="1400"/>
              <a:t> promptly and take appropriate corrective measures whenever integrity issues are identified.</a:t>
            </a:r>
          </a:p>
        </p:txBody>
      </p:sp>
      <p:graphicFrame>
        <p:nvGraphicFramePr>
          <p:cNvPr id="4" name="Diagram 3">
            <a:extLst>
              <a:ext uri="{FF2B5EF4-FFF2-40B4-BE49-F238E27FC236}">
                <a16:creationId xmlns:a16="http://schemas.microsoft.com/office/drawing/2014/main" id="{8CD63FC3-2684-E104-1BEC-E73220148F0C}"/>
              </a:ext>
            </a:extLst>
          </p:cNvPr>
          <p:cNvGraphicFramePr/>
          <p:nvPr>
            <p:extLst>
              <p:ext uri="{D42A27DB-BD31-4B8C-83A1-F6EECF244321}">
                <p14:modId xmlns:p14="http://schemas.microsoft.com/office/powerpoint/2010/main" val="1913431788"/>
              </p:ext>
            </p:extLst>
          </p:nvPr>
        </p:nvGraphicFramePr>
        <p:xfrm>
          <a:off x="6766560" y="2607884"/>
          <a:ext cx="5157215" cy="374673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17" name="Graphic 16">
            <a:extLst>
              <a:ext uri="{FF2B5EF4-FFF2-40B4-BE49-F238E27FC236}">
                <a16:creationId xmlns:a16="http://schemas.microsoft.com/office/drawing/2014/main" id="{27A12EB2-F5C7-A47E-6210-30A3D63A64B4}"/>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239893" y="3168083"/>
            <a:ext cx="855243" cy="855243"/>
          </a:xfrm>
          <a:prstGeom prst="rect">
            <a:avLst/>
          </a:prstGeom>
        </p:spPr>
      </p:pic>
      <p:pic>
        <p:nvPicPr>
          <p:cNvPr id="18" name="Graphic 17">
            <a:extLst>
              <a:ext uri="{FF2B5EF4-FFF2-40B4-BE49-F238E27FC236}">
                <a16:creationId xmlns:a16="http://schemas.microsoft.com/office/drawing/2014/main" id="{A568F148-A09D-53FD-614D-2B3F3DA5ADD2}"/>
              </a:ext>
              <a:ext uri="{C183D7F6-B498-43B3-948B-1728B52AA6E4}">
                <adec:decorative xmlns:adec="http://schemas.microsoft.com/office/drawing/2017/decorative" val="1"/>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8848156" y="2756507"/>
            <a:ext cx="821209" cy="821209"/>
          </a:xfrm>
          <a:prstGeom prst="rect">
            <a:avLst/>
          </a:prstGeom>
        </p:spPr>
      </p:pic>
      <p:pic>
        <p:nvPicPr>
          <p:cNvPr id="19" name="Graphic 18">
            <a:extLst>
              <a:ext uri="{FF2B5EF4-FFF2-40B4-BE49-F238E27FC236}">
                <a16:creationId xmlns:a16="http://schemas.microsoft.com/office/drawing/2014/main" id="{9D4388B9-746C-4D23-F525-D54633A603EA}"/>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10441635" y="2393780"/>
            <a:ext cx="855243" cy="855243"/>
          </a:xfrm>
          <a:prstGeom prst="rect">
            <a:avLst/>
          </a:prstGeom>
        </p:spPr>
      </p:pic>
    </p:spTree>
    <p:custDataLst>
      <p:custData r:id="rId1"/>
    </p:custDataLst>
    <p:extLst>
      <p:ext uri="{BB962C8B-B14F-4D97-AF65-F5344CB8AC3E}">
        <p14:creationId xmlns:p14="http://schemas.microsoft.com/office/powerpoint/2010/main" val="361602782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E4B156-F55B-99F4-3228-1964538758BF}"/>
            </a:ext>
          </a:extLst>
        </p:cNvPr>
        <p:cNvGrpSpPr/>
        <p:nvPr/>
      </p:nvGrpSpPr>
      <p:grpSpPr>
        <a:xfrm>
          <a:off x="0" y="0"/>
          <a:ext cx="0" cy="0"/>
          <a:chOff x="0" y="0"/>
          <a:chExt cx="0" cy="0"/>
        </a:xfrm>
      </p:grpSpPr>
      <p:sp>
        <p:nvSpPr>
          <p:cNvPr id="5" name="Right Triangle 4">
            <a:extLst>
              <a:ext uri="{FF2B5EF4-FFF2-40B4-BE49-F238E27FC236}">
                <a16:creationId xmlns:a16="http://schemas.microsoft.com/office/drawing/2014/main" id="{40AFA01B-BD8F-CF0A-0B8E-CAC3C1F8F73D}"/>
              </a:ext>
            </a:extLst>
          </p:cNvPr>
          <p:cNvSpPr/>
          <p:nvPr/>
        </p:nvSpPr>
        <p:spPr>
          <a:xfrm>
            <a:off x="0" y="-64008"/>
            <a:ext cx="9436608" cy="6922008"/>
          </a:xfrm>
          <a:prstGeom prst="rtTriangle">
            <a:avLst/>
          </a:prstGeom>
          <a:ln/>
        </p:spPr>
        <p:style>
          <a:lnRef idx="3">
            <a:schemeClr val="lt1"/>
          </a:lnRef>
          <a:fillRef idx="1">
            <a:schemeClr val="accent1"/>
          </a:fillRef>
          <a:effectRef idx="1">
            <a:schemeClr val="accent1"/>
          </a:effectRef>
          <a:fontRef idx="minor">
            <a:schemeClr val="lt1"/>
          </a:fontRef>
        </p:style>
        <p:txBody>
          <a:bodyPr lIns="91440" tIns="45720" rIns="91440" bIns="45720" rtlCol="0" anchor="ctr"/>
          <a:lstStyle/>
          <a:p>
            <a:pPr algn="ctr"/>
            <a:endParaRPr lang="en-US" sz="3200">
              <a:latin typeface="+mj-lt"/>
            </a:endParaRPr>
          </a:p>
          <a:p>
            <a:pPr algn="ctr"/>
            <a:r>
              <a:rPr lang="en-US" sz="3200" b="1">
                <a:solidFill>
                  <a:schemeClr val="bg1"/>
                </a:solidFill>
                <a:latin typeface="+mj-lt"/>
              </a:rPr>
              <a:t>Enterprise Risk Management</a:t>
            </a:r>
          </a:p>
          <a:p>
            <a:pPr algn="ctr"/>
            <a:endParaRPr lang="en-US" sz="2400" i="1">
              <a:solidFill>
                <a:schemeClr val="bg1"/>
              </a:solidFill>
              <a:latin typeface="+mj-lt"/>
            </a:endParaRPr>
          </a:p>
          <a:p>
            <a:pPr algn="ctr"/>
            <a:endParaRPr lang="en-US" sz="4000">
              <a:latin typeface="+mj-lt"/>
            </a:endParaRPr>
          </a:p>
        </p:txBody>
      </p:sp>
      <p:cxnSp>
        <p:nvCxnSpPr>
          <p:cNvPr id="7" name="Straight Connector 6">
            <a:extLst>
              <a:ext uri="{FF2B5EF4-FFF2-40B4-BE49-F238E27FC236}">
                <a16:creationId xmlns:a16="http://schemas.microsoft.com/office/drawing/2014/main" id="{6698F6B9-3899-46A6-10F7-C095750340D2}"/>
              </a:ext>
            </a:extLst>
          </p:cNvPr>
          <p:cNvCxnSpPr/>
          <p:nvPr/>
        </p:nvCxnSpPr>
        <p:spPr>
          <a:xfrm>
            <a:off x="685800" y="3429000"/>
            <a:ext cx="0" cy="3429000"/>
          </a:xfrm>
          <a:prstGeom prst="line">
            <a:avLst/>
          </a:prstGeom>
          <a:ln/>
        </p:spPr>
        <p:style>
          <a:lnRef idx="1">
            <a:schemeClr val="accent6"/>
          </a:lnRef>
          <a:fillRef idx="0">
            <a:schemeClr val="accent6"/>
          </a:fillRef>
          <a:effectRef idx="0">
            <a:schemeClr val="accent6"/>
          </a:effectRef>
          <a:fontRef idx="minor">
            <a:schemeClr val="tx1"/>
          </a:fontRef>
        </p:style>
      </p:cxnSp>
    </p:spTree>
    <p:custDataLst>
      <p:custData r:id="rId1"/>
    </p:custDataLst>
    <p:extLst>
      <p:ext uri="{BB962C8B-B14F-4D97-AF65-F5344CB8AC3E}">
        <p14:creationId xmlns:p14="http://schemas.microsoft.com/office/powerpoint/2010/main" val="419359821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66CBD1-B5F8-C310-C94F-71FBAAD42806}"/>
            </a:ext>
          </a:extLst>
        </p:cNvPr>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CE2BD348-979D-D2D7-7841-903C8842BDC5}"/>
              </a:ext>
            </a:extLst>
          </p:cNvPr>
          <p:cNvGraphicFramePr>
            <a:graphicFrameLocks noChangeAspect="1"/>
          </p:cNvGraphicFramePr>
          <p:nvPr>
            <p:custDataLst>
              <p:tags r:id="rId2"/>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5" imgW="7772400" imgH="10058400" progId="TCLayout.ActiveDocument.1">
                  <p:embed/>
                </p:oleObj>
              </mc:Choice>
              <mc:Fallback>
                <p:oleObj name="think-cell Slide" r:id="rId5" imgW="7772400" imgH="10058400" progId="TCLayout.ActiveDocument.1">
                  <p:embed/>
                  <p:pic>
                    <p:nvPicPr>
                      <p:cNvPr id="3" name="think-cell data - do not delete" hidden="1">
                        <a:extLst>
                          <a:ext uri="{FF2B5EF4-FFF2-40B4-BE49-F238E27FC236}">
                            <a16:creationId xmlns:a16="http://schemas.microsoft.com/office/drawing/2014/main" id="{CE2BD348-979D-D2D7-7841-903C8842BDC5}"/>
                          </a:ext>
                        </a:extLst>
                      </p:cNvPr>
                      <p:cNvPicPr/>
                      <p:nvPr/>
                    </p:nvPicPr>
                    <p:blipFill>
                      <a:blip r:embed="rId6"/>
                      <a:stretch>
                        <a:fillRect/>
                      </a:stretch>
                    </p:blipFill>
                    <p:spPr>
                      <a:xfrm>
                        <a:off x="1588" y="1588"/>
                        <a:ext cx="1227" cy="1588"/>
                      </a:xfrm>
                      <a:prstGeom prst="rect">
                        <a:avLst/>
                      </a:prstGeom>
                    </p:spPr>
                  </p:pic>
                </p:oleObj>
              </mc:Fallback>
            </mc:AlternateContent>
          </a:graphicData>
        </a:graphic>
      </p:graphicFrame>
      <p:sp>
        <p:nvSpPr>
          <p:cNvPr id="8" name="Rectangle 7">
            <a:extLst>
              <a:ext uri="{FF2B5EF4-FFF2-40B4-BE49-F238E27FC236}">
                <a16:creationId xmlns:a16="http://schemas.microsoft.com/office/drawing/2014/main" id="{88296552-01AA-A50D-E1EC-3E5A949FBBBF}"/>
              </a:ext>
            </a:extLst>
          </p:cNvPr>
          <p:cNvSpPr/>
          <p:nvPr/>
        </p:nvSpPr>
        <p:spPr>
          <a:xfrm>
            <a:off x="442912" y="1257300"/>
            <a:ext cx="6587280" cy="1846019"/>
          </a:xfrm>
          <a:prstGeom prst="rect">
            <a:avLst/>
          </a:prstGeom>
          <a:ln>
            <a:noFill/>
          </a:ln>
        </p:spPr>
        <p:style>
          <a:lnRef idx="0">
            <a:schemeClr val="accent1"/>
          </a:lnRef>
          <a:fillRef idx="1">
            <a:schemeClr val="accent1"/>
          </a:fillRef>
          <a:effectRef idx="0">
            <a:schemeClr val="dk1"/>
          </a:effectRef>
          <a:fontRef idx="minor">
            <a:schemeClr val="lt1"/>
          </a:fontRef>
        </p:style>
        <p:txBody>
          <a:bodyPr tIns="91440" bIns="91440" rtlCol="0" anchor="t" anchorCtr="0"/>
          <a:lstStyle/>
          <a:p>
            <a:pPr>
              <a:spcAft>
                <a:spcPts val="600"/>
              </a:spcAft>
            </a:pPr>
            <a:endParaRPr lang="en-US" sz="1200" b="1">
              <a:solidFill>
                <a:schemeClr val="bg1"/>
              </a:solidFill>
            </a:endParaRPr>
          </a:p>
        </p:txBody>
      </p:sp>
      <p:sp>
        <p:nvSpPr>
          <p:cNvPr id="10" name="Rectangle 9">
            <a:extLst>
              <a:ext uri="{FF2B5EF4-FFF2-40B4-BE49-F238E27FC236}">
                <a16:creationId xmlns:a16="http://schemas.microsoft.com/office/drawing/2014/main" id="{59AD4DC5-97C5-74DB-0DA9-B01A061FE9D9}"/>
              </a:ext>
            </a:extLst>
          </p:cNvPr>
          <p:cNvSpPr/>
          <p:nvPr/>
        </p:nvSpPr>
        <p:spPr>
          <a:xfrm>
            <a:off x="7106375" y="1257300"/>
            <a:ext cx="4642713" cy="1846019"/>
          </a:xfrm>
          <a:prstGeom prst="rect">
            <a:avLst/>
          </a:prstGeom>
          <a:solidFill>
            <a:srgbClr val="DEDEDE"/>
          </a:solidFill>
          <a:ln>
            <a:noFill/>
          </a:ln>
        </p:spPr>
        <p:style>
          <a:lnRef idx="0">
            <a:schemeClr val="accent1"/>
          </a:lnRef>
          <a:fillRef idx="1">
            <a:schemeClr val="accent1"/>
          </a:fillRef>
          <a:effectRef idx="0">
            <a:schemeClr val="dk1"/>
          </a:effectRef>
          <a:fontRef idx="minor">
            <a:schemeClr val="lt1"/>
          </a:fontRef>
        </p:style>
        <p:txBody>
          <a:bodyPr tIns="91440" bIns="91440" rtlCol="0" anchor="t" anchorCtr="0"/>
          <a:lstStyle/>
          <a:p>
            <a:pPr>
              <a:spcAft>
                <a:spcPts val="600"/>
              </a:spcAft>
            </a:pPr>
            <a:endParaRPr lang="en-US" sz="1200">
              <a:solidFill>
                <a:schemeClr val="tx1"/>
              </a:solidFill>
            </a:endParaRPr>
          </a:p>
        </p:txBody>
      </p:sp>
      <p:sp>
        <p:nvSpPr>
          <p:cNvPr id="11" name="Rectangle 10">
            <a:extLst>
              <a:ext uri="{FF2B5EF4-FFF2-40B4-BE49-F238E27FC236}">
                <a16:creationId xmlns:a16="http://schemas.microsoft.com/office/drawing/2014/main" id="{BE58B7EB-2A86-1896-D57E-449257F73824}"/>
              </a:ext>
            </a:extLst>
          </p:cNvPr>
          <p:cNvSpPr/>
          <p:nvPr/>
        </p:nvSpPr>
        <p:spPr>
          <a:xfrm>
            <a:off x="442911" y="3177376"/>
            <a:ext cx="5340372" cy="1777010"/>
          </a:xfrm>
          <a:prstGeom prst="rect">
            <a:avLst/>
          </a:prstGeom>
          <a:solidFill>
            <a:schemeClr val="bg1">
              <a:lumMod val="95000"/>
            </a:schemeClr>
          </a:solidFill>
          <a:ln>
            <a:noFill/>
          </a:ln>
        </p:spPr>
        <p:style>
          <a:lnRef idx="0">
            <a:schemeClr val="accent1"/>
          </a:lnRef>
          <a:fillRef idx="1">
            <a:schemeClr val="accent1"/>
          </a:fillRef>
          <a:effectRef idx="0">
            <a:schemeClr val="dk1"/>
          </a:effectRef>
          <a:fontRef idx="minor">
            <a:schemeClr val="lt1"/>
          </a:fontRef>
        </p:style>
        <p:txBody>
          <a:bodyPr tIns="91440" bIns="91440" rtlCol="0" anchor="t" anchorCtr="0"/>
          <a:lstStyle/>
          <a:p>
            <a:pPr>
              <a:spcAft>
                <a:spcPts val="600"/>
              </a:spcAft>
            </a:pPr>
            <a:endParaRPr lang="en-GB" sz="1200">
              <a:solidFill>
                <a:schemeClr val="tx1"/>
              </a:solidFill>
            </a:endParaRPr>
          </a:p>
        </p:txBody>
      </p:sp>
      <p:sp>
        <p:nvSpPr>
          <p:cNvPr id="13" name="Rectangle 12">
            <a:extLst>
              <a:ext uri="{FF2B5EF4-FFF2-40B4-BE49-F238E27FC236}">
                <a16:creationId xmlns:a16="http://schemas.microsoft.com/office/drawing/2014/main" id="{2DB9EF79-544B-E243-8430-D38D2B7D3037}"/>
              </a:ext>
            </a:extLst>
          </p:cNvPr>
          <p:cNvSpPr/>
          <p:nvPr/>
        </p:nvSpPr>
        <p:spPr>
          <a:xfrm>
            <a:off x="5862638" y="3173598"/>
            <a:ext cx="5886449" cy="1777009"/>
          </a:xfrm>
          <a:prstGeom prst="rect">
            <a:avLst/>
          </a:prstGeom>
          <a:solidFill>
            <a:schemeClr val="accent4"/>
          </a:solidFill>
          <a:ln>
            <a:noFill/>
          </a:ln>
        </p:spPr>
        <p:style>
          <a:lnRef idx="0">
            <a:schemeClr val="accent1"/>
          </a:lnRef>
          <a:fillRef idx="1">
            <a:schemeClr val="accent1"/>
          </a:fillRef>
          <a:effectRef idx="0">
            <a:schemeClr val="dk1"/>
          </a:effectRef>
          <a:fontRef idx="minor">
            <a:schemeClr val="lt1"/>
          </a:fontRef>
        </p:style>
        <p:txBody>
          <a:bodyPr tIns="91440" bIns="91440" rtlCol="0" anchor="t" anchorCtr="0"/>
          <a:lstStyle/>
          <a:p>
            <a:pPr>
              <a:spcAft>
                <a:spcPts val="600"/>
              </a:spcAft>
            </a:pPr>
            <a:endParaRPr lang="en-US" sz="1200">
              <a:solidFill>
                <a:schemeClr val="tx1"/>
              </a:solidFill>
            </a:endParaRPr>
          </a:p>
        </p:txBody>
      </p:sp>
      <p:sp>
        <p:nvSpPr>
          <p:cNvPr id="14" name="Rectangle 13">
            <a:extLst>
              <a:ext uri="{FF2B5EF4-FFF2-40B4-BE49-F238E27FC236}">
                <a16:creationId xmlns:a16="http://schemas.microsoft.com/office/drawing/2014/main" id="{4D972BE9-3C8B-D82B-0827-64E2DCAA5D81}"/>
              </a:ext>
            </a:extLst>
          </p:cNvPr>
          <p:cNvSpPr/>
          <p:nvPr/>
        </p:nvSpPr>
        <p:spPr>
          <a:xfrm>
            <a:off x="442912" y="5020887"/>
            <a:ext cx="11306176" cy="1151313"/>
          </a:xfrm>
          <a:prstGeom prst="rect">
            <a:avLst/>
          </a:prstGeom>
          <a:solidFill>
            <a:schemeClr val="accent1">
              <a:lumMod val="20000"/>
              <a:lumOff val="80000"/>
            </a:schemeClr>
          </a:solidFill>
          <a:ln>
            <a:noFill/>
          </a:ln>
        </p:spPr>
        <p:style>
          <a:lnRef idx="0">
            <a:schemeClr val="accent1"/>
          </a:lnRef>
          <a:fillRef idx="1">
            <a:schemeClr val="accent1"/>
          </a:fillRef>
          <a:effectRef idx="0">
            <a:schemeClr val="dk1"/>
          </a:effectRef>
          <a:fontRef idx="minor">
            <a:schemeClr val="lt1"/>
          </a:fontRef>
        </p:style>
        <p:txBody>
          <a:bodyPr tIns="91440" bIns="91440" rtlCol="0" anchor="t" anchorCtr="0"/>
          <a:lstStyle/>
          <a:p>
            <a:pPr>
              <a:spcAft>
                <a:spcPts val="600"/>
              </a:spcAft>
            </a:pPr>
            <a:endParaRPr lang="en-US" sz="1200">
              <a:solidFill>
                <a:schemeClr val="tx1"/>
              </a:solidFill>
            </a:endParaRPr>
          </a:p>
        </p:txBody>
      </p:sp>
      <p:sp>
        <p:nvSpPr>
          <p:cNvPr id="34" name="Rectangle 33">
            <a:extLst>
              <a:ext uri="{FF2B5EF4-FFF2-40B4-BE49-F238E27FC236}">
                <a16:creationId xmlns:a16="http://schemas.microsoft.com/office/drawing/2014/main" id="{A9CDBA79-2DDD-339D-EF16-DB218357DAF5}"/>
              </a:ext>
            </a:extLst>
          </p:cNvPr>
          <p:cNvSpPr/>
          <p:nvPr/>
        </p:nvSpPr>
        <p:spPr>
          <a:xfrm>
            <a:off x="0" y="0"/>
            <a:ext cx="12192000" cy="572092"/>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400" b="1">
                <a:solidFill>
                  <a:schemeClr val="bg1"/>
                </a:solidFill>
                <a:latin typeface="Georgia" panose="02040502050405020303" pitchFamily="18" charset="0"/>
              </a:rPr>
              <a:t>Enterprise Risk Management | Let’s break it down </a:t>
            </a:r>
          </a:p>
        </p:txBody>
      </p:sp>
      <p:sp>
        <p:nvSpPr>
          <p:cNvPr id="49" name="TextBox 48">
            <a:extLst>
              <a:ext uri="{FF2B5EF4-FFF2-40B4-BE49-F238E27FC236}">
                <a16:creationId xmlns:a16="http://schemas.microsoft.com/office/drawing/2014/main" id="{7EEEF87B-C48E-6F48-367B-3B515258DBF2}"/>
              </a:ext>
            </a:extLst>
          </p:cNvPr>
          <p:cNvSpPr txBox="1"/>
          <p:nvPr/>
        </p:nvSpPr>
        <p:spPr>
          <a:xfrm>
            <a:off x="648586" y="1437137"/>
            <a:ext cx="3668233" cy="180753"/>
          </a:xfrm>
          <a:prstGeom prst="rect">
            <a:avLst/>
          </a:prstGeom>
          <a:noFill/>
        </p:spPr>
        <p:txBody>
          <a:bodyPr wrap="square" lIns="0" tIns="0" rIns="0" bIns="0" rtlCol="0">
            <a:noAutofit/>
          </a:bodyPr>
          <a:lstStyle/>
          <a:p>
            <a:r>
              <a:rPr lang="en-US" sz="1400" b="1">
                <a:solidFill>
                  <a:schemeClr val="bg1"/>
                </a:solidFill>
              </a:rPr>
              <a:t>Risk - Meaning</a:t>
            </a:r>
            <a:endParaRPr lang="en-GB" sz="1600" err="1">
              <a:latin typeface="+mj-lt"/>
            </a:endParaRPr>
          </a:p>
        </p:txBody>
      </p:sp>
      <p:sp>
        <p:nvSpPr>
          <p:cNvPr id="50" name="TextBox 49">
            <a:extLst>
              <a:ext uri="{FF2B5EF4-FFF2-40B4-BE49-F238E27FC236}">
                <a16:creationId xmlns:a16="http://schemas.microsoft.com/office/drawing/2014/main" id="{576BB634-91C6-9717-179E-C6976B4D41DD}"/>
              </a:ext>
            </a:extLst>
          </p:cNvPr>
          <p:cNvSpPr txBox="1"/>
          <p:nvPr/>
        </p:nvSpPr>
        <p:spPr>
          <a:xfrm>
            <a:off x="544297" y="1691947"/>
            <a:ext cx="6387339" cy="963082"/>
          </a:xfrm>
          <a:prstGeom prst="rect">
            <a:avLst/>
          </a:prstGeom>
          <a:noFill/>
        </p:spPr>
        <p:txBody>
          <a:bodyPr wrap="square" lIns="91440" tIns="0" rIns="91440" bIns="0" rtlCol="0" anchor="ctr">
            <a:noAutofit/>
          </a:bodyPr>
          <a:lstStyle/>
          <a:p>
            <a:pPr algn="just">
              <a:lnSpc>
                <a:spcPct val="125000"/>
              </a:lnSpc>
            </a:pPr>
            <a:endParaRPr lang="en-US" sz="1200"/>
          </a:p>
          <a:p>
            <a:pPr algn="just">
              <a:lnSpc>
                <a:spcPct val="125000"/>
              </a:lnSpc>
            </a:pPr>
            <a:r>
              <a:rPr lang="en-US" sz="1200">
                <a:solidFill>
                  <a:schemeClr val="bg1"/>
                </a:solidFill>
              </a:rPr>
              <a:t>In business, risk is the </a:t>
            </a:r>
            <a:r>
              <a:rPr lang="en-US" sz="1200" b="1">
                <a:solidFill>
                  <a:schemeClr val="bg1"/>
                </a:solidFill>
              </a:rPr>
              <a:t>possibility</a:t>
            </a:r>
            <a:r>
              <a:rPr lang="en-US" sz="1200">
                <a:solidFill>
                  <a:schemeClr val="bg1"/>
                </a:solidFill>
              </a:rPr>
              <a:t> that an event or decision may cause a deviation from the company’s expected outcomes — it can lead to a loss or sometimes even an opportunity.</a:t>
            </a:r>
            <a:br>
              <a:rPr lang="en-US" sz="1200">
                <a:solidFill>
                  <a:schemeClr val="bg1"/>
                </a:solidFill>
              </a:rPr>
            </a:br>
            <a:endParaRPr lang="en-US" sz="1200">
              <a:solidFill>
                <a:schemeClr val="bg1"/>
              </a:solidFill>
              <a:latin typeface="+mj-lt"/>
            </a:endParaRPr>
          </a:p>
        </p:txBody>
      </p:sp>
      <p:sp>
        <p:nvSpPr>
          <p:cNvPr id="51" name="TextBox 50">
            <a:extLst>
              <a:ext uri="{FF2B5EF4-FFF2-40B4-BE49-F238E27FC236}">
                <a16:creationId xmlns:a16="http://schemas.microsoft.com/office/drawing/2014/main" id="{97B843A3-76E1-A8F5-C6E2-F6D9E84C556C}"/>
              </a:ext>
            </a:extLst>
          </p:cNvPr>
          <p:cNvSpPr txBox="1"/>
          <p:nvPr/>
        </p:nvSpPr>
        <p:spPr>
          <a:xfrm>
            <a:off x="7325833" y="1437137"/>
            <a:ext cx="3578266" cy="180753"/>
          </a:xfrm>
          <a:prstGeom prst="rect">
            <a:avLst/>
          </a:prstGeom>
          <a:noFill/>
        </p:spPr>
        <p:txBody>
          <a:bodyPr wrap="square" lIns="0" tIns="0" rIns="0" bIns="0" rtlCol="0">
            <a:noAutofit/>
          </a:bodyPr>
          <a:lstStyle/>
          <a:p>
            <a:r>
              <a:rPr lang="en-US" sz="1400" b="1"/>
              <a:t>Types of Risk</a:t>
            </a:r>
            <a:endParaRPr lang="en-GB" sz="1600" err="1">
              <a:latin typeface="+mj-lt"/>
            </a:endParaRPr>
          </a:p>
        </p:txBody>
      </p:sp>
      <p:sp>
        <p:nvSpPr>
          <p:cNvPr id="52" name="TextBox 51">
            <a:extLst>
              <a:ext uri="{FF2B5EF4-FFF2-40B4-BE49-F238E27FC236}">
                <a16:creationId xmlns:a16="http://schemas.microsoft.com/office/drawing/2014/main" id="{4B207409-8F46-FEB1-6660-2FFDB13900AA}"/>
              </a:ext>
            </a:extLst>
          </p:cNvPr>
          <p:cNvSpPr txBox="1"/>
          <p:nvPr/>
        </p:nvSpPr>
        <p:spPr>
          <a:xfrm>
            <a:off x="7235865" y="1961543"/>
            <a:ext cx="3720377" cy="963082"/>
          </a:xfrm>
          <a:prstGeom prst="rect">
            <a:avLst/>
          </a:prstGeom>
          <a:noFill/>
        </p:spPr>
        <p:txBody>
          <a:bodyPr wrap="square" lIns="91440" tIns="0" rIns="91440" bIns="0" rtlCol="0" anchor="ctr">
            <a:noAutofit/>
          </a:bodyPr>
          <a:lstStyle/>
          <a:p>
            <a:pPr algn="just">
              <a:lnSpc>
                <a:spcPct val="125000"/>
              </a:lnSpc>
            </a:pPr>
            <a:r>
              <a:rPr lang="en-US" sz="1200"/>
              <a:t>1.Startegic</a:t>
            </a:r>
          </a:p>
          <a:p>
            <a:pPr algn="just">
              <a:lnSpc>
                <a:spcPct val="125000"/>
              </a:lnSpc>
            </a:pPr>
            <a:r>
              <a:rPr lang="en-US" sz="1200"/>
              <a:t>2. Financial</a:t>
            </a:r>
          </a:p>
          <a:p>
            <a:pPr algn="just">
              <a:lnSpc>
                <a:spcPct val="125000"/>
              </a:lnSpc>
            </a:pPr>
            <a:r>
              <a:rPr lang="en-US" sz="1200"/>
              <a:t>3. Operational</a:t>
            </a:r>
          </a:p>
          <a:p>
            <a:pPr algn="just">
              <a:lnSpc>
                <a:spcPct val="125000"/>
              </a:lnSpc>
            </a:pPr>
            <a:r>
              <a:rPr lang="en-US" sz="1200"/>
              <a:t>4. Compliance</a:t>
            </a:r>
          </a:p>
          <a:p>
            <a:pPr algn="just">
              <a:lnSpc>
                <a:spcPct val="125000"/>
              </a:lnSpc>
            </a:pPr>
            <a:r>
              <a:rPr lang="en-US" sz="1200"/>
              <a:t>5. Reputational</a:t>
            </a:r>
          </a:p>
          <a:p>
            <a:pPr algn="just">
              <a:lnSpc>
                <a:spcPct val="125000"/>
              </a:lnSpc>
            </a:pPr>
            <a:r>
              <a:rPr lang="en-US" sz="1200"/>
              <a:t> </a:t>
            </a:r>
          </a:p>
        </p:txBody>
      </p:sp>
      <p:sp>
        <p:nvSpPr>
          <p:cNvPr id="53" name="TextBox 52">
            <a:extLst>
              <a:ext uri="{FF2B5EF4-FFF2-40B4-BE49-F238E27FC236}">
                <a16:creationId xmlns:a16="http://schemas.microsoft.com/office/drawing/2014/main" id="{A962B091-11AB-83A5-4D35-33A3786FDFBB}"/>
              </a:ext>
            </a:extLst>
          </p:cNvPr>
          <p:cNvSpPr txBox="1"/>
          <p:nvPr/>
        </p:nvSpPr>
        <p:spPr>
          <a:xfrm>
            <a:off x="544297" y="3338623"/>
            <a:ext cx="3668233" cy="180753"/>
          </a:xfrm>
          <a:prstGeom prst="rect">
            <a:avLst/>
          </a:prstGeom>
          <a:noFill/>
        </p:spPr>
        <p:txBody>
          <a:bodyPr wrap="square" lIns="0" tIns="0" rIns="0" bIns="0" rtlCol="0">
            <a:noAutofit/>
          </a:bodyPr>
          <a:lstStyle/>
          <a:p>
            <a:r>
              <a:rPr lang="en-US" sz="1400" b="1"/>
              <a:t>Risk Management- Meaning</a:t>
            </a:r>
            <a:endParaRPr lang="en-GB" sz="1600" err="1"/>
          </a:p>
        </p:txBody>
      </p:sp>
      <p:sp>
        <p:nvSpPr>
          <p:cNvPr id="54" name="TextBox 53">
            <a:extLst>
              <a:ext uri="{FF2B5EF4-FFF2-40B4-BE49-F238E27FC236}">
                <a16:creationId xmlns:a16="http://schemas.microsoft.com/office/drawing/2014/main" id="{F2B2DF76-BC9F-9E72-CE13-1C26FF0AF64C}"/>
              </a:ext>
            </a:extLst>
          </p:cNvPr>
          <p:cNvSpPr txBox="1"/>
          <p:nvPr/>
        </p:nvSpPr>
        <p:spPr>
          <a:xfrm>
            <a:off x="499235" y="3676874"/>
            <a:ext cx="5120633" cy="1045004"/>
          </a:xfrm>
          <a:prstGeom prst="rect">
            <a:avLst/>
          </a:prstGeom>
          <a:noFill/>
        </p:spPr>
        <p:txBody>
          <a:bodyPr wrap="square" lIns="91440" tIns="0" rIns="91440" bIns="0" rtlCol="0" anchor="ctr">
            <a:noAutofit/>
          </a:bodyPr>
          <a:lstStyle/>
          <a:p>
            <a:pPr algn="just">
              <a:lnSpc>
                <a:spcPct val="125000"/>
              </a:lnSpc>
            </a:pPr>
            <a:r>
              <a:rPr lang="en-US" sz="1200"/>
              <a:t>Risk Management is the </a:t>
            </a:r>
            <a:r>
              <a:rPr lang="en-US" sz="1200" b="1"/>
              <a:t>process</a:t>
            </a:r>
            <a:r>
              <a:rPr lang="en-US" sz="1200"/>
              <a:t> of identifying, assessing and taking steps to minimize the impact of risks that could prevent an organization from achieving its goals.</a:t>
            </a:r>
            <a:endParaRPr lang="en-US" sz="1200">
              <a:latin typeface="+mj-lt"/>
            </a:endParaRPr>
          </a:p>
        </p:txBody>
      </p:sp>
      <p:sp>
        <p:nvSpPr>
          <p:cNvPr id="55" name="TextBox 54">
            <a:extLst>
              <a:ext uri="{FF2B5EF4-FFF2-40B4-BE49-F238E27FC236}">
                <a16:creationId xmlns:a16="http://schemas.microsoft.com/office/drawing/2014/main" id="{82B6BCA3-EADD-308A-3FC1-271645728F69}"/>
              </a:ext>
            </a:extLst>
          </p:cNvPr>
          <p:cNvSpPr txBox="1"/>
          <p:nvPr/>
        </p:nvSpPr>
        <p:spPr>
          <a:xfrm>
            <a:off x="6012976" y="3283156"/>
            <a:ext cx="3668233" cy="180753"/>
          </a:xfrm>
          <a:prstGeom prst="rect">
            <a:avLst/>
          </a:prstGeom>
          <a:noFill/>
        </p:spPr>
        <p:txBody>
          <a:bodyPr wrap="square" lIns="0" tIns="0" rIns="0" bIns="0" rtlCol="0">
            <a:noAutofit/>
          </a:bodyPr>
          <a:lstStyle/>
          <a:p>
            <a:r>
              <a:rPr lang="en-US" sz="1400" b="1"/>
              <a:t>Enterprise Risk Management - Meaning</a:t>
            </a:r>
            <a:endParaRPr lang="en-GB" sz="1600" err="1"/>
          </a:p>
        </p:txBody>
      </p:sp>
      <p:sp>
        <p:nvSpPr>
          <p:cNvPr id="56" name="TextBox 55">
            <a:extLst>
              <a:ext uri="{FF2B5EF4-FFF2-40B4-BE49-F238E27FC236}">
                <a16:creationId xmlns:a16="http://schemas.microsoft.com/office/drawing/2014/main" id="{C306EB1C-9187-C981-E905-C65CE2828855}"/>
              </a:ext>
            </a:extLst>
          </p:cNvPr>
          <p:cNvSpPr txBox="1"/>
          <p:nvPr/>
        </p:nvSpPr>
        <p:spPr>
          <a:xfrm>
            <a:off x="5950243" y="3603048"/>
            <a:ext cx="5523914" cy="1091760"/>
          </a:xfrm>
          <a:prstGeom prst="rect">
            <a:avLst/>
          </a:prstGeom>
          <a:noFill/>
        </p:spPr>
        <p:txBody>
          <a:bodyPr wrap="square" lIns="91440" tIns="0" rIns="91440" bIns="0" rtlCol="0" anchor="ctr">
            <a:noAutofit/>
          </a:bodyPr>
          <a:lstStyle/>
          <a:p>
            <a:pPr algn="just">
              <a:lnSpc>
                <a:spcPct val="125000"/>
              </a:lnSpc>
            </a:pPr>
            <a:r>
              <a:rPr lang="en-US" sz="1200"/>
              <a:t>ERM is a comprehensive, </a:t>
            </a:r>
            <a:r>
              <a:rPr lang="en-US" sz="1200" b="1"/>
              <a:t>systematic approach </a:t>
            </a:r>
            <a:r>
              <a:rPr lang="en-US" sz="1200"/>
              <a:t>that helps </a:t>
            </a:r>
            <a:r>
              <a:rPr lang="en-US" sz="1200" err="1"/>
              <a:t>organisations</a:t>
            </a:r>
            <a:r>
              <a:rPr lang="en-US" sz="1200"/>
              <a:t> identify, assess, </a:t>
            </a:r>
            <a:r>
              <a:rPr lang="en-US" sz="1200" err="1"/>
              <a:t>prioritise</a:t>
            </a:r>
            <a:r>
              <a:rPr lang="en-US" sz="1200"/>
              <a:t> and respond to risks proactively in order to meet its most critical objectives and related initiatives and day-to-day operations.</a:t>
            </a:r>
            <a:endParaRPr lang="en-US" sz="1200">
              <a:latin typeface="+mj-lt"/>
            </a:endParaRPr>
          </a:p>
        </p:txBody>
      </p:sp>
      <p:sp>
        <p:nvSpPr>
          <p:cNvPr id="57" name="TextBox 56">
            <a:extLst>
              <a:ext uri="{FF2B5EF4-FFF2-40B4-BE49-F238E27FC236}">
                <a16:creationId xmlns:a16="http://schemas.microsoft.com/office/drawing/2014/main" id="{DEFC22FB-17FC-C5A2-D821-6541023B5C90}"/>
              </a:ext>
            </a:extLst>
          </p:cNvPr>
          <p:cNvSpPr txBox="1"/>
          <p:nvPr/>
        </p:nvSpPr>
        <p:spPr>
          <a:xfrm>
            <a:off x="544297" y="5131000"/>
            <a:ext cx="4399843" cy="129314"/>
          </a:xfrm>
          <a:prstGeom prst="rect">
            <a:avLst/>
          </a:prstGeom>
          <a:noFill/>
        </p:spPr>
        <p:txBody>
          <a:bodyPr wrap="square" lIns="0" tIns="0" rIns="0" bIns="0" rtlCol="0">
            <a:noAutofit/>
          </a:bodyPr>
          <a:lstStyle/>
          <a:p>
            <a:r>
              <a:rPr lang="en-US" sz="1400" b="1"/>
              <a:t>Enterprise Risk Management - Importance</a:t>
            </a:r>
            <a:endParaRPr lang="en-GB" sz="1600" err="1"/>
          </a:p>
        </p:txBody>
      </p:sp>
      <p:sp>
        <p:nvSpPr>
          <p:cNvPr id="59" name="TextBox 58">
            <a:extLst>
              <a:ext uri="{FF2B5EF4-FFF2-40B4-BE49-F238E27FC236}">
                <a16:creationId xmlns:a16="http://schemas.microsoft.com/office/drawing/2014/main" id="{F01A8D4F-D352-2748-5964-3F488678FB35}"/>
              </a:ext>
            </a:extLst>
          </p:cNvPr>
          <p:cNvSpPr txBox="1"/>
          <p:nvPr/>
        </p:nvSpPr>
        <p:spPr>
          <a:xfrm>
            <a:off x="487786" y="5420863"/>
            <a:ext cx="10590994" cy="673334"/>
          </a:xfrm>
          <a:prstGeom prst="rect">
            <a:avLst/>
          </a:prstGeom>
          <a:noFill/>
        </p:spPr>
        <p:txBody>
          <a:bodyPr wrap="square" lIns="91440" tIns="91440" rIns="91440" bIns="0" rtlCol="0">
            <a:noAutofit/>
          </a:bodyPr>
          <a:lstStyle/>
          <a:p>
            <a:pPr marL="171450" indent="-171450" algn="just">
              <a:buFont typeface="Wingdings" panose="05000000000000000000" pitchFamily="2" charset="2"/>
              <a:buChar char="§"/>
            </a:pPr>
            <a:r>
              <a:rPr lang="en-US" sz="1200"/>
              <a:t>It </a:t>
            </a:r>
            <a:r>
              <a:rPr lang="en-US" sz="1200" b="1"/>
              <a:t>protects </a:t>
            </a:r>
            <a:r>
              <a:rPr lang="en-US" sz="1200"/>
              <a:t>business by avoiding surprises through identification of all risks that may hinder achievement of objectives. </a:t>
            </a:r>
          </a:p>
          <a:p>
            <a:pPr algn="just"/>
            <a:endParaRPr lang="en-US" sz="1200"/>
          </a:p>
          <a:p>
            <a:pPr marL="171450" indent="-171450" algn="just">
              <a:buFont typeface="Wingdings" panose="05000000000000000000" pitchFamily="2" charset="2"/>
              <a:buChar char="§"/>
            </a:pPr>
            <a:r>
              <a:rPr lang="en-US" sz="1200"/>
              <a:t>It </a:t>
            </a:r>
            <a:r>
              <a:rPr lang="en-US" sz="1200" b="1"/>
              <a:t>allows</a:t>
            </a:r>
            <a:r>
              <a:rPr lang="en-US" sz="1200"/>
              <a:t> for informed decision making through greater understanding of risks helping in better allocation of organizational resource.</a:t>
            </a:r>
          </a:p>
        </p:txBody>
      </p:sp>
      <p:sp>
        <p:nvSpPr>
          <p:cNvPr id="60" name="Rectangle 59">
            <a:extLst>
              <a:ext uri="{FF2B5EF4-FFF2-40B4-BE49-F238E27FC236}">
                <a16:creationId xmlns:a16="http://schemas.microsoft.com/office/drawing/2014/main" id="{0DC3388C-A6CF-61B6-FDD8-1752A040C368}"/>
              </a:ext>
            </a:extLst>
          </p:cNvPr>
          <p:cNvSpPr/>
          <p:nvPr/>
        </p:nvSpPr>
        <p:spPr>
          <a:xfrm>
            <a:off x="6476297" y="2650048"/>
            <a:ext cx="455339" cy="371584"/>
          </a:xfrm>
          <a:prstGeom prst="rect">
            <a:avLst/>
          </a:prstGeom>
          <a:solidFill>
            <a:schemeClr val="accent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a:solidFill>
                  <a:schemeClr val="bg1"/>
                </a:solidFill>
              </a:rPr>
              <a:t>1</a:t>
            </a:r>
          </a:p>
        </p:txBody>
      </p:sp>
      <p:sp>
        <p:nvSpPr>
          <p:cNvPr id="61" name="Rectangle 60">
            <a:extLst>
              <a:ext uri="{FF2B5EF4-FFF2-40B4-BE49-F238E27FC236}">
                <a16:creationId xmlns:a16="http://schemas.microsoft.com/office/drawing/2014/main" id="{9EA71C3F-9581-4B81-E8D8-5BEA5A30CDEC}"/>
              </a:ext>
            </a:extLst>
          </p:cNvPr>
          <p:cNvSpPr/>
          <p:nvPr/>
        </p:nvSpPr>
        <p:spPr>
          <a:xfrm>
            <a:off x="11192364" y="2673843"/>
            <a:ext cx="455339" cy="371584"/>
          </a:xfrm>
          <a:prstGeom prst="rect">
            <a:avLst/>
          </a:prstGeom>
          <a:solidFill>
            <a:schemeClr val="bg2">
              <a:lumMod val="9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a:solidFill>
                  <a:schemeClr val="tx1"/>
                </a:solidFill>
              </a:rPr>
              <a:t>2</a:t>
            </a:r>
          </a:p>
        </p:txBody>
      </p:sp>
      <p:sp>
        <p:nvSpPr>
          <p:cNvPr id="62" name="Rectangle 61">
            <a:extLst>
              <a:ext uri="{FF2B5EF4-FFF2-40B4-BE49-F238E27FC236}">
                <a16:creationId xmlns:a16="http://schemas.microsoft.com/office/drawing/2014/main" id="{826CFBCC-652D-D2D5-5073-CCE44D5BB3DA}"/>
              </a:ext>
            </a:extLst>
          </p:cNvPr>
          <p:cNvSpPr/>
          <p:nvPr/>
        </p:nvSpPr>
        <p:spPr>
          <a:xfrm>
            <a:off x="5204206" y="4491042"/>
            <a:ext cx="455339" cy="371584"/>
          </a:xfrm>
          <a:prstGeom prst="rect">
            <a:avLst/>
          </a:prstGeom>
          <a:solidFill>
            <a:schemeClr val="bg1">
              <a:lumMod val="9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a:solidFill>
                  <a:schemeClr val="tx1"/>
                </a:solidFill>
              </a:rPr>
              <a:t>3</a:t>
            </a:r>
          </a:p>
        </p:txBody>
      </p:sp>
      <p:sp>
        <p:nvSpPr>
          <p:cNvPr id="63" name="Rectangle 62">
            <a:extLst>
              <a:ext uri="{FF2B5EF4-FFF2-40B4-BE49-F238E27FC236}">
                <a16:creationId xmlns:a16="http://schemas.microsoft.com/office/drawing/2014/main" id="{5392E6CE-B7FA-F96B-B5D2-321B08BBCA76}"/>
              </a:ext>
            </a:extLst>
          </p:cNvPr>
          <p:cNvSpPr/>
          <p:nvPr/>
        </p:nvSpPr>
        <p:spPr>
          <a:xfrm>
            <a:off x="11192364" y="4486782"/>
            <a:ext cx="455339" cy="371584"/>
          </a:xfrm>
          <a:prstGeom prst="rect">
            <a:avLst/>
          </a:prstGeom>
          <a:solidFill>
            <a:schemeClr val="accent6">
              <a:lumMod val="9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a:solidFill>
                  <a:schemeClr val="tx1"/>
                </a:solidFill>
              </a:rPr>
              <a:t>4</a:t>
            </a:r>
          </a:p>
        </p:txBody>
      </p:sp>
      <p:sp>
        <p:nvSpPr>
          <p:cNvPr id="64" name="Rectangle 63">
            <a:extLst>
              <a:ext uri="{FF2B5EF4-FFF2-40B4-BE49-F238E27FC236}">
                <a16:creationId xmlns:a16="http://schemas.microsoft.com/office/drawing/2014/main" id="{44B1E67B-3311-C943-7D70-25E454E1DED1}"/>
              </a:ext>
            </a:extLst>
          </p:cNvPr>
          <p:cNvSpPr/>
          <p:nvPr/>
        </p:nvSpPr>
        <p:spPr>
          <a:xfrm>
            <a:off x="11143241" y="5704112"/>
            <a:ext cx="455339" cy="371584"/>
          </a:xfrm>
          <a:prstGeom prst="rect">
            <a:avLst/>
          </a:prstGeom>
          <a:solidFill>
            <a:schemeClr val="accent1">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a:solidFill>
                  <a:schemeClr val="tx1"/>
                </a:solidFill>
              </a:rPr>
              <a:t>5</a:t>
            </a:r>
          </a:p>
        </p:txBody>
      </p:sp>
      <p:sp>
        <p:nvSpPr>
          <p:cNvPr id="2" name="Slide Number Placeholder 3">
            <a:extLst>
              <a:ext uri="{FF2B5EF4-FFF2-40B4-BE49-F238E27FC236}">
                <a16:creationId xmlns:a16="http://schemas.microsoft.com/office/drawing/2014/main" id="{2B6CF2AA-85A0-D075-6AE7-1818B512EDD4}"/>
              </a:ext>
            </a:extLst>
          </p:cNvPr>
          <p:cNvSpPr txBox="1">
            <a:spLocks/>
          </p:cNvSpPr>
          <p:nvPr/>
        </p:nvSpPr>
        <p:spPr>
          <a:xfrm>
            <a:off x="11713152" y="6546427"/>
            <a:ext cx="298209" cy="161583"/>
          </a:xfrm>
          <a:prstGeom prst="rect">
            <a:avLst/>
          </a:prstGeom>
        </p:spPr>
        <p:txBody>
          <a:bodyPr vert="horz" wrap="square" lIns="0" tIns="0" rIns="0" bIns="0" rtlCol="0" anchor="b"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spcAft>
                <a:spcPts val="600"/>
              </a:spcAft>
            </a:pPr>
            <a:fld id="{3E6AC032-1535-134B-A583-D5E1DDD0D167}" type="slidenum">
              <a:rPr lang="en-US" sz="900" smtClean="0"/>
              <a:pPr algn="r">
                <a:spcAft>
                  <a:spcPts val="600"/>
                </a:spcAft>
              </a:pPr>
              <a:t>34</a:t>
            </a:fld>
            <a:endParaRPr lang="en-US" sz="900"/>
          </a:p>
        </p:txBody>
      </p:sp>
    </p:spTree>
    <p:custDataLst>
      <p:custData r:id="rId1"/>
    </p:custDataLst>
    <p:extLst>
      <p:ext uri="{BB962C8B-B14F-4D97-AF65-F5344CB8AC3E}">
        <p14:creationId xmlns:p14="http://schemas.microsoft.com/office/powerpoint/2010/main" val="804852615"/>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5EF019-BC56-1231-E660-06F0C25C799E}"/>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7645FA1-83E3-A741-B7F3-845E25C7DDB0}"/>
              </a:ext>
            </a:extLst>
          </p:cNvPr>
          <p:cNvSpPr>
            <a:spLocks noGrp="1"/>
          </p:cNvSpPr>
          <p:nvPr>
            <p:ph type="sldNum" sz="quarter" idx="4"/>
          </p:nvPr>
        </p:nvSpPr>
        <p:spPr/>
        <p:txBody>
          <a:bodyPr/>
          <a:lstStyle/>
          <a:p>
            <a:fld id="{3E6AC032-1535-134B-A583-D5E1DDD0D167}" type="slidenum">
              <a:rPr lang="en-US" smtClean="0"/>
              <a:pPr/>
              <a:t>35</a:t>
            </a:fld>
            <a:endParaRPr lang="en-US"/>
          </a:p>
        </p:txBody>
      </p:sp>
      <p:sp>
        <p:nvSpPr>
          <p:cNvPr id="5" name="Rectangle 4">
            <a:extLst>
              <a:ext uri="{FF2B5EF4-FFF2-40B4-BE49-F238E27FC236}">
                <a16:creationId xmlns:a16="http://schemas.microsoft.com/office/drawing/2014/main" id="{9C781436-5532-C25F-7059-22D23E976E7E}"/>
              </a:ext>
            </a:extLst>
          </p:cNvPr>
          <p:cNvSpPr/>
          <p:nvPr/>
        </p:nvSpPr>
        <p:spPr>
          <a:xfrm>
            <a:off x="0" y="0"/>
            <a:ext cx="12192000" cy="572092"/>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400" b="1">
                <a:solidFill>
                  <a:schemeClr val="bg1"/>
                </a:solidFill>
                <a:latin typeface="Georgia" panose="02040502050405020303" pitchFamily="18" charset="0"/>
              </a:rPr>
              <a:t>Strategic ERM Framework for Board &amp; Leadership</a:t>
            </a:r>
          </a:p>
        </p:txBody>
      </p:sp>
      <p:graphicFrame>
        <p:nvGraphicFramePr>
          <p:cNvPr id="2" name="Diagram 1">
            <a:extLst>
              <a:ext uri="{FF2B5EF4-FFF2-40B4-BE49-F238E27FC236}">
                <a16:creationId xmlns:a16="http://schemas.microsoft.com/office/drawing/2014/main" id="{50405182-F28A-4762-BB1C-E9075DDF827C}"/>
              </a:ext>
            </a:extLst>
          </p:cNvPr>
          <p:cNvGraphicFramePr/>
          <p:nvPr>
            <p:extLst>
              <p:ext uri="{D42A27DB-BD31-4B8C-83A1-F6EECF244321}">
                <p14:modId xmlns:p14="http://schemas.microsoft.com/office/powerpoint/2010/main" val="1146007975"/>
              </p:ext>
            </p:extLst>
          </p:nvPr>
        </p:nvGraphicFramePr>
        <p:xfrm>
          <a:off x="5041009" y="1676348"/>
          <a:ext cx="6964219" cy="41563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extBox 2">
            <a:extLst>
              <a:ext uri="{FF2B5EF4-FFF2-40B4-BE49-F238E27FC236}">
                <a16:creationId xmlns:a16="http://schemas.microsoft.com/office/drawing/2014/main" id="{8967E39D-D2BC-74E9-1534-8CA0B804AE95}"/>
              </a:ext>
            </a:extLst>
          </p:cNvPr>
          <p:cNvSpPr txBox="1"/>
          <p:nvPr/>
        </p:nvSpPr>
        <p:spPr>
          <a:xfrm>
            <a:off x="0" y="572092"/>
            <a:ext cx="4731487" cy="6285907"/>
          </a:xfrm>
          <a:prstGeom prst="foldedCorner">
            <a:avLst/>
          </a:prstGeom>
          <a:solidFill>
            <a:schemeClr val="accent1">
              <a:lumMod val="20000"/>
              <a:lumOff val="80000"/>
            </a:schemeClr>
          </a:solidFill>
          <a:ln>
            <a:solidFill>
              <a:schemeClr val="tx1">
                <a:lumMod val="50000"/>
                <a:lumOff val="50000"/>
              </a:schemeClr>
            </a:solidFill>
          </a:ln>
        </p:spPr>
        <p:style>
          <a:lnRef idx="3">
            <a:schemeClr val="lt1"/>
          </a:lnRef>
          <a:fillRef idx="1">
            <a:schemeClr val="accent2"/>
          </a:fillRef>
          <a:effectRef idx="1">
            <a:schemeClr val="accent2"/>
          </a:effectRef>
          <a:fontRef idx="minor">
            <a:schemeClr val="lt1"/>
          </a:fontRef>
        </p:style>
        <p:txBody>
          <a:bodyPr wrap="square" lIns="91440" tIns="0" rIns="91440" bIns="0" rtlCol="0" anchor="ctr">
            <a:noAutofit/>
          </a:bodyPr>
          <a:lstStyle/>
          <a:p>
            <a:pPr algn="ctr">
              <a:lnSpc>
                <a:spcPct val="125000"/>
              </a:lnSpc>
            </a:pPr>
            <a:r>
              <a:rPr lang="en-US" sz="1600">
                <a:solidFill>
                  <a:schemeClr val="tx1"/>
                </a:solidFill>
              </a:rPr>
              <a:t>An effective ERM framework is crucial for helping organizations proactively </a:t>
            </a:r>
            <a:r>
              <a:rPr lang="en-US" sz="1600" b="1">
                <a:solidFill>
                  <a:schemeClr val="tx1"/>
                </a:solidFill>
              </a:rPr>
              <a:t>identify, assess, manage, and monitor risks</a:t>
            </a:r>
            <a:r>
              <a:rPr lang="en-US" sz="1600">
                <a:solidFill>
                  <a:schemeClr val="tx1"/>
                </a:solidFill>
              </a:rPr>
              <a:t> that could impact their strategic objectives. </a:t>
            </a:r>
          </a:p>
          <a:p>
            <a:pPr algn="ctr">
              <a:lnSpc>
                <a:spcPct val="125000"/>
              </a:lnSpc>
            </a:pPr>
            <a:endParaRPr lang="en-US" sz="1600">
              <a:solidFill>
                <a:schemeClr val="tx1"/>
              </a:solidFill>
            </a:endParaRPr>
          </a:p>
          <a:p>
            <a:pPr algn="ctr">
              <a:lnSpc>
                <a:spcPct val="125000"/>
              </a:lnSpc>
            </a:pPr>
            <a:r>
              <a:rPr lang="en-US" sz="1600">
                <a:solidFill>
                  <a:schemeClr val="tx1"/>
                </a:solidFill>
              </a:rPr>
              <a:t>It serves as a structured, systematic approach to integrating risk management into an organization's culture and operations, moving beyond mere compliance to enable </a:t>
            </a:r>
            <a:r>
              <a:rPr lang="en-US" sz="1600" b="1">
                <a:solidFill>
                  <a:schemeClr val="tx1"/>
                </a:solidFill>
              </a:rPr>
              <a:t>better decision-making</a:t>
            </a:r>
            <a:r>
              <a:rPr lang="en-US" sz="1600">
                <a:solidFill>
                  <a:schemeClr val="tx1"/>
                </a:solidFill>
              </a:rPr>
              <a:t> and </a:t>
            </a:r>
            <a:r>
              <a:rPr lang="en-US" sz="1600" b="1">
                <a:solidFill>
                  <a:schemeClr val="tx1"/>
                </a:solidFill>
              </a:rPr>
              <a:t>enhance resilience</a:t>
            </a:r>
            <a:r>
              <a:rPr lang="en-US" sz="1400" b="1">
                <a:solidFill>
                  <a:schemeClr val="tx1"/>
                </a:solidFill>
              </a:rPr>
              <a:t>. </a:t>
            </a:r>
          </a:p>
        </p:txBody>
      </p:sp>
    </p:spTree>
    <p:custDataLst>
      <p:custData r:id="rId1"/>
    </p:custDataLst>
    <p:extLst>
      <p:ext uri="{BB962C8B-B14F-4D97-AF65-F5344CB8AC3E}">
        <p14:creationId xmlns:p14="http://schemas.microsoft.com/office/powerpoint/2010/main" val="241578858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F7CB65-E275-7ED2-2742-0D784262EAEB}"/>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0463CEA-FBDB-9CD4-CEA0-EFE244C5BC2E}"/>
              </a:ext>
            </a:extLst>
          </p:cNvPr>
          <p:cNvSpPr>
            <a:spLocks noGrp="1"/>
          </p:cNvSpPr>
          <p:nvPr>
            <p:ph type="sldNum" sz="quarter" idx="4"/>
          </p:nvPr>
        </p:nvSpPr>
        <p:spPr/>
        <p:txBody>
          <a:bodyPr/>
          <a:lstStyle/>
          <a:p>
            <a:fld id="{3E6AC032-1535-134B-A583-D5E1DDD0D167}" type="slidenum">
              <a:rPr lang="en-US" smtClean="0"/>
              <a:pPr/>
              <a:t>36</a:t>
            </a:fld>
            <a:endParaRPr lang="en-US"/>
          </a:p>
        </p:txBody>
      </p:sp>
      <p:sp>
        <p:nvSpPr>
          <p:cNvPr id="5" name="Rectangle 4">
            <a:extLst>
              <a:ext uri="{FF2B5EF4-FFF2-40B4-BE49-F238E27FC236}">
                <a16:creationId xmlns:a16="http://schemas.microsoft.com/office/drawing/2014/main" id="{D1066E69-C11C-7ED0-D9AA-EA14C62AAA2E}"/>
              </a:ext>
            </a:extLst>
          </p:cNvPr>
          <p:cNvSpPr/>
          <p:nvPr/>
        </p:nvSpPr>
        <p:spPr>
          <a:xfrm>
            <a:off x="0" y="0"/>
            <a:ext cx="12192000" cy="572092"/>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400" b="1">
                <a:solidFill>
                  <a:schemeClr val="bg1"/>
                </a:solidFill>
                <a:latin typeface="Georgia" panose="02040502050405020303" pitchFamily="18" charset="0"/>
              </a:rPr>
              <a:t>ERM | What does the organization achieve? </a:t>
            </a:r>
          </a:p>
        </p:txBody>
      </p:sp>
      <p:sp>
        <p:nvSpPr>
          <p:cNvPr id="8" name="TextBox 7">
            <a:extLst>
              <a:ext uri="{FF2B5EF4-FFF2-40B4-BE49-F238E27FC236}">
                <a16:creationId xmlns:a16="http://schemas.microsoft.com/office/drawing/2014/main" id="{DD17CC20-0564-C4E7-5132-EED238E6B15E}"/>
              </a:ext>
            </a:extLst>
          </p:cNvPr>
          <p:cNvSpPr txBox="1"/>
          <p:nvPr/>
        </p:nvSpPr>
        <p:spPr>
          <a:xfrm>
            <a:off x="110837" y="701050"/>
            <a:ext cx="12081163" cy="675614"/>
          </a:xfrm>
          <a:prstGeom prst="rect">
            <a:avLst/>
          </a:prstGeom>
          <a:noFill/>
        </p:spPr>
        <p:txBody>
          <a:bodyPr wrap="square" lIns="0" tIns="0" rIns="0" bIns="0" rtlCol="0" anchor="ctr">
            <a:noAutofit/>
          </a:bodyPr>
          <a:lstStyle/>
          <a:p>
            <a:pPr algn="ctr"/>
            <a:r>
              <a:rPr lang="en-US" sz="1400"/>
              <a:t>ERM helps organizations </a:t>
            </a:r>
            <a:r>
              <a:rPr lang="en-US" sz="1400" b="1"/>
              <a:t>preserve their existing value</a:t>
            </a:r>
            <a:r>
              <a:rPr lang="en-US" sz="1400"/>
              <a:t> — people, assets, reputation, and stakeholder trust — by managing risks that could harm them.</a:t>
            </a:r>
            <a:endParaRPr lang="en-US" sz="1400">
              <a:latin typeface="+mj-lt"/>
            </a:endParaRPr>
          </a:p>
        </p:txBody>
      </p:sp>
      <p:sp>
        <p:nvSpPr>
          <p:cNvPr id="9" name="TextBox 8">
            <a:extLst>
              <a:ext uri="{FF2B5EF4-FFF2-40B4-BE49-F238E27FC236}">
                <a16:creationId xmlns:a16="http://schemas.microsoft.com/office/drawing/2014/main" id="{19946520-504B-4BC3-0AF4-D02FBA7A469E}"/>
              </a:ext>
            </a:extLst>
          </p:cNvPr>
          <p:cNvSpPr txBox="1"/>
          <p:nvPr/>
        </p:nvSpPr>
        <p:spPr>
          <a:xfrm>
            <a:off x="2595411" y="1960980"/>
            <a:ext cx="4318001" cy="2483905"/>
          </a:xfrm>
          <a:prstGeom prst="wedgeRectCallout">
            <a:avLst/>
          </a:prstGeom>
          <a:solidFill>
            <a:schemeClr val="accent1">
              <a:lumMod val="20000"/>
              <a:lumOff val="80000"/>
            </a:schemeClr>
          </a:solidFill>
        </p:spPr>
        <p:style>
          <a:lnRef idx="3">
            <a:schemeClr val="lt1"/>
          </a:lnRef>
          <a:fillRef idx="1">
            <a:schemeClr val="accent2"/>
          </a:fillRef>
          <a:effectRef idx="1">
            <a:schemeClr val="accent2"/>
          </a:effectRef>
          <a:fontRef idx="minor">
            <a:schemeClr val="lt1"/>
          </a:fontRef>
        </p:style>
        <p:txBody>
          <a:bodyPr wrap="square" lIns="91440" tIns="0" rIns="91440" bIns="0" rtlCol="0" anchor="ctr">
            <a:noAutofit/>
          </a:bodyPr>
          <a:lstStyle/>
          <a:p>
            <a:pPr algn="just">
              <a:lnSpc>
                <a:spcPct val="125000"/>
              </a:lnSpc>
            </a:pPr>
            <a:r>
              <a:rPr lang="en-US" sz="1400">
                <a:solidFill>
                  <a:schemeClr val="tx1"/>
                </a:solidFill>
              </a:rPr>
              <a:t>How ERM </a:t>
            </a:r>
            <a:r>
              <a:rPr lang="en-US" sz="1400" b="1">
                <a:solidFill>
                  <a:schemeClr val="tx1"/>
                </a:solidFill>
              </a:rPr>
              <a:t>Protects</a:t>
            </a:r>
            <a:r>
              <a:rPr lang="en-US" sz="1400">
                <a:solidFill>
                  <a:schemeClr val="tx1"/>
                </a:solidFill>
              </a:rPr>
              <a:t> Value:</a:t>
            </a:r>
          </a:p>
          <a:p>
            <a:pPr algn="just">
              <a:lnSpc>
                <a:spcPct val="125000"/>
              </a:lnSpc>
            </a:pPr>
            <a:endParaRPr lang="en-US" sz="1400">
              <a:solidFill>
                <a:schemeClr val="tx1"/>
              </a:solidFill>
            </a:endParaRPr>
          </a:p>
          <a:p>
            <a:pPr marL="171450" indent="-171450" algn="just">
              <a:lnSpc>
                <a:spcPct val="125000"/>
              </a:lnSpc>
              <a:buFont typeface="Wingdings" panose="05000000000000000000" pitchFamily="2" charset="2"/>
              <a:buChar char="§"/>
            </a:pPr>
            <a:r>
              <a:rPr lang="en-US" sz="1400" b="1">
                <a:solidFill>
                  <a:schemeClr val="tx1"/>
                </a:solidFill>
              </a:rPr>
              <a:t>Identifies</a:t>
            </a:r>
            <a:r>
              <a:rPr lang="en-US" sz="1400">
                <a:solidFill>
                  <a:schemeClr val="tx1"/>
                </a:solidFill>
              </a:rPr>
              <a:t> potential threats early </a:t>
            </a:r>
          </a:p>
          <a:p>
            <a:pPr marL="171450" indent="-171450" algn="just">
              <a:lnSpc>
                <a:spcPct val="125000"/>
              </a:lnSpc>
              <a:buFont typeface="Wingdings" panose="05000000000000000000" pitchFamily="2" charset="2"/>
              <a:buChar char="§"/>
            </a:pPr>
            <a:r>
              <a:rPr lang="en-US" sz="1400" b="1">
                <a:solidFill>
                  <a:schemeClr val="tx1"/>
                </a:solidFill>
              </a:rPr>
              <a:t>Implements</a:t>
            </a:r>
            <a:r>
              <a:rPr lang="en-US" sz="1400">
                <a:solidFill>
                  <a:schemeClr val="tx1"/>
                </a:solidFill>
              </a:rPr>
              <a:t> preventive controls to reduce losses or disruptions. </a:t>
            </a:r>
          </a:p>
          <a:p>
            <a:pPr marL="171450" indent="-171450" algn="just">
              <a:lnSpc>
                <a:spcPct val="125000"/>
              </a:lnSpc>
              <a:buFont typeface="Wingdings" panose="05000000000000000000" pitchFamily="2" charset="2"/>
              <a:buChar char="§"/>
            </a:pPr>
            <a:r>
              <a:rPr lang="en-US" sz="1400" b="1">
                <a:solidFill>
                  <a:schemeClr val="tx1"/>
                </a:solidFill>
              </a:rPr>
              <a:t>Strengthens</a:t>
            </a:r>
            <a:r>
              <a:rPr lang="en-US" sz="1400">
                <a:solidFill>
                  <a:schemeClr val="tx1"/>
                </a:solidFill>
              </a:rPr>
              <a:t> governance and accountability </a:t>
            </a:r>
          </a:p>
          <a:p>
            <a:pPr marL="171450" indent="-171450" algn="just">
              <a:lnSpc>
                <a:spcPct val="125000"/>
              </a:lnSpc>
              <a:buFont typeface="Wingdings" panose="05000000000000000000" pitchFamily="2" charset="2"/>
              <a:buChar char="§"/>
            </a:pPr>
            <a:r>
              <a:rPr lang="en-US" sz="1400" b="1">
                <a:solidFill>
                  <a:schemeClr val="tx1"/>
                </a:solidFill>
              </a:rPr>
              <a:t>Ensures</a:t>
            </a:r>
            <a:r>
              <a:rPr lang="en-US" sz="1400">
                <a:solidFill>
                  <a:schemeClr val="tx1"/>
                </a:solidFill>
              </a:rPr>
              <a:t> regulatory and legal compliance</a:t>
            </a:r>
          </a:p>
          <a:p>
            <a:pPr marL="171450" indent="-171450" algn="just">
              <a:lnSpc>
                <a:spcPct val="125000"/>
              </a:lnSpc>
              <a:buFont typeface="Wingdings" panose="05000000000000000000" pitchFamily="2" charset="2"/>
              <a:buChar char="§"/>
            </a:pPr>
            <a:r>
              <a:rPr lang="en-US" sz="1400" b="1">
                <a:solidFill>
                  <a:schemeClr val="tx1"/>
                </a:solidFill>
              </a:rPr>
              <a:t>Builds</a:t>
            </a:r>
            <a:r>
              <a:rPr lang="en-US" sz="1400">
                <a:solidFill>
                  <a:schemeClr val="tx1"/>
                </a:solidFill>
              </a:rPr>
              <a:t> stakeholder confidence</a:t>
            </a:r>
          </a:p>
        </p:txBody>
      </p:sp>
      <p:sp>
        <p:nvSpPr>
          <p:cNvPr id="11" name="TextBox 10">
            <a:extLst>
              <a:ext uri="{FF2B5EF4-FFF2-40B4-BE49-F238E27FC236}">
                <a16:creationId xmlns:a16="http://schemas.microsoft.com/office/drawing/2014/main" id="{D4BFE891-1BCF-24DF-0C2A-52486328DBB3}"/>
              </a:ext>
            </a:extLst>
          </p:cNvPr>
          <p:cNvSpPr txBox="1"/>
          <p:nvPr/>
        </p:nvSpPr>
        <p:spPr>
          <a:xfrm>
            <a:off x="2595411" y="1486826"/>
            <a:ext cx="4318001" cy="474153"/>
          </a:xfrm>
          <a:prstGeom prst="wedgeRectCallout">
            <a:avLst/>
          </a:prstGeom>
          <a:solidFill>
            <a:schemeClr val="accent1"/>
          </a:solidFill>
        </p:spPr>
        <p:style>
          <a:lnRef idx="3">
            <a:schemeClr val="lt1"/>
          </a:lnRef>
          <a:fillRef idx="1">
            <a:schemeClr val="accent5"/>
          </a:fillRef>
          <a:effectRef idx="1">
            <a:schemeClr val="accent5"/>
          </a:effectRef>
          <a:fontRef idx="minor">
            <a:schemeClr val="lt1"/>
          </a:fontRef>
        </p:style>
        <p:txBody>
          <a:bodyPr wrap="square" lIns="91440" tIns="0" rIns="91440" bIns="0" rtlCol="0" anchor="ctr">
            <a:noAutofit/>
          </a:bodyPr>
          <a:lstStyle/>
          <a:p>
            <a:pPr algn="ctr">
              <a:lnSpc>
                <a:spcPct val="125000"/>
              </a:lnSpc>
            </a:pPr>
            <a:r>
              <a:rPr lang="en-US" sz="1600" b="1"/>
              <a:t>Value Protection</a:t>
            </a:r>
            <a:endParaRPr lang="en-US" sz="1600">
              <a:latin typeface="+mj-lt"/>
            </a:endParaRPr>
          </a:p>
        </p:txBody>
      </p:sp>
      <p:sp>
        <p:nvSpPr>
          <p:cNvPr id="12" name="TextBox 11">
            <a:extLst>
              <a:ext uri="{FF2B5EF4-FFF2-40B4-BE49-F238E27FC236}">
                <a16:creationId xmlns:a16="http://schemas.microsoft.com/office/drawing/2014/main" id="{2132EEFA-6499-0FC3-B424-B93D7D80C123}"/>
              </a:ext>
            </a:extLst>
          </p:cNvPr>
          <p:cNvSpPr txBox="1"/>
          <p:nvPr/>
        </p:nvSpPr>
        <p:spPr>
          <a:xfrm>
            <a:off x="2595411" y="4837814"/>
            <a:ext cx="4318001" cy="1627640"/>
          </a:xfrm>
          <a:prstGeom prst="rect">
            <a:avLst/>
          </a:prstGeom>
          <a:ln>
            <a:solidFill>
              <a:schemeClr val="tx1"/>
            </a:solidFill>
          </a:ln>
        </p:spPr>
        <p:style>
          <a:lnRef idx="2">
            <a:schemeClr val="accent4"/>
          </a:lnRef>
          <a:fillRef idx="1">
            <a:schemeClr val="lt1"/>
          </a:fillRef>
          <a:effectRef idx="0">
            <a:schemeClr val="accent4"/>
          </a:effectRef>
          <a:fontRef idx="minor">
            <a:schemeClr val="dk1"/>
          </a:fontRef>
        </p:style>
        <p:txBody>
          <a:bodyPr wrap="square" lIns="91440" tIns="0" rIns="91440" bIns="0" rtlCol="0" anchor="ctr">
            <a:noAutofit/>
          </a:bodyPr>
          <a:lstStyle/>
          <a:p>
            <a:pPr algn="just">
              <a:lnSpc>
                <a:spcPct val="125000"/>
              </a:lnSpc>
            </a:pPr>
            <a:r>
              <a:rPr lang="en-US" sz="1400" b="1">
                <a:solidFill>
                  <a:schemeClr val="accent1"/>
                </a:solidFill>
              </a:rPr>
              <a:t>Illustrations</a:t>
            </a:r>
          </a:p>
          <a:p>
            <a:pPr algn="just"/>
            <a:endParaRPr lang="en-US" sz="1200" b="1">
              <a:solidFill>
                <a:schemeClr val="accent1">
                  <a:lumMod val="75000"/>
                </a:schemeClr>
              </a:solidFill>
            </a:endParaRPr>
          </a:p>
          <a:p>
            <a:pPr marL="171450" indent="-171450" algn="just">
              <a:buFont typeface="Wingdings" panose="05000000000000000000" pitchFamily="2" charset="2"/>
              <a:buChar char="§"/>
            </a:pPr>
            <a:r>
              <a:rPr lang="en-US" sz="1200"/>
              <a:t>A manufacturing firm adopts ERM to anticipate supply chain disruptions and avoid production halts.</a:t>
            </a:r>
          </a:p>
          <a:p>
            <a:pPr marL="171450" indent="-171450" algn="just">
              <a:buFont typeface="Wingdings" panose="05000000000000000000" pitchFamily="2" charset="2"/>
              <a:buChar char="§"/>
            </a:pPr>
            <a:endParaRPr lang="en-US" sz="1200"/>
          </a:p>
          <a:p>
            <a:pPr marL="171450" indent="-171450" algn="just">
              <a:buFont typeface="Wingdings" panose="05000000000000000000" pitchFamily="2" charset="2"/>
              <a:buChar char="§"/>
            </a:pPr>
            <a:r>
              <a:rPr lang="en-US" sz="1200"/>
              <a:t>A pharmaceutical company ensures compliance with health regulations, protecting its brand reputation.</a:t>
            </a:r>
            <a:endParaRPr lang="en-US" sz="1200">
              <a:latin typeface="+mj-lt"/>
            </a:endParaRPr>
          </a:p>
        </p:txBody>
      </p:sp>
      <p:sp>
        <p:nvSpPr>
          <p:cNvPr id="13" name="TextBox 12">
            <a:extLst>
              <a:ext uri="{FF2B5EF4-FFF2-40B4-BE49-F238E27FC236}">
                <a16:creationId xmlns:a16="http://schemas.microsoft.com/office/drawing/2014/main" id="{EF9A9874-1A05-1F66-4864-FCA8E5D3E67B}"/>
              </a:ext>
            </a:extLst>
          </p:cNvPr>
          <p:cNvSpPr txBox="1"/>
          <p:nvPr/>
        </p:nvSpPr>
        <p:spPr>
          <a:xfrm>
            <a:off x="7333590" y="1933271"/>
            <a:ext cx="4318001" cy="2511614"/>
          </a:xfrm>
          <a:prstGeom prst="wedgeRectCallout">
            <a:avLst/>
          </a:prstGeom>
          <a:solidFill>
            <a:schemeClr val="bg1">
              <a:lumMod val="85000"/>
            </a:schemeClr>
          </a:solidFill>
        </p:spPr>
        <p:style>
          <a:lnRef idx="3">
            <a:schemeClr val="lt1"/>
          </a:lnRef>
          <a:fillRef idx="1">
            <a:schemeClr val="accent3"/>
          </a:fillRef>
          <a:effectRef idx="1">
            <a:schemeClr val="accent3"/>
          </a:effectRef>
          <a:fontRef idx="minor">
            <a:schemeClr val="lt1"/>
          </a:fontRef>
        </p:style>
        <p:txBody>
          <a:bodyPr wrap="square" lIns="91440" tIns="0" rIns="91440" bIns="0" rtlCol="0" anchor="ctr">
            <a:noAutofit/>
          </a:bodyPr>
          <a:lstStyle/>
          <a:p>
            <a:pPr algn="just">
              <a:lnSpc>
                <a:spcPct val="125000"/>
              </a:lnSpc>
            </a:pPr>
            <a:r>
              <a:rPr lang="en-US" sz="1400">
                <a:solidFill>
                  <a:schemeClr val="tx1"/>
                </a:solidFill>
              </a:rPr>
              <a:t>How ERM </a:t>
            </a:r>
            <a:r>
              <a:rPr lang="en-US" sz="1400" b="1">
                <a:solidFill>
                  <a:schemeClr val="tx1"/>
                </a:solidFill>
              </a:rPr>
              <a:t>Creates</a:t>
            </a:r>
            <a:r>
              <a:rPr lang="en-US" sz="1400">
                <a:solidFill>
                  <a:schemeClr val="tx1"/>
                </a:solidFill>
              </a:rPr>
              <a:t> Value:</a:t>
            </a:r>
          </a:p>
          <a:p>
            <a:pPr algn="just">
              <a:lnSpc>
                <a:spcPct val="125000"/>
              </a:lnSpc>
            </a:pPr>
            <a:endParaRPr lang="en-US" sz="1400">
              <a:solidFill>
                <a:schemeClr val="tx1"/>
              </a:solidFill>
            </a:endParaRPr>
          </a:p>
          <a:p>
            <a:pPr marL="171450" indent="-171450" algn="just">
              <a:lnSpc>
                <a:spcPct val="125000"/>
              </a:lnSpc>
              <a:buFont typeface="Wingdings" panose="05000000000000000000" pitchFamily="2" charset="2"/>
              <a:buChar char="§"/>
            </a:pPr>
            <a:r>
              <a:rPr lang="en-US" sz="1400" b="1">
                <a:solidFill>
                  <a:schemeClr val="tx1"/>
                </a:solidFill>
              </a:rPr>
              <a:t>Supports</a:t>
            </a:r>
            <a:r>
              <a:rPr lang="en-US" sz="1400">
                <a:solidFill>
                  <a:schemeClr val="tx1"/>
                </a:solidFill>
              </a:rPr>
              <a:t> strategic decision-making </a:t>
            </a:r>
          </a:p>
          <a:p>
            <a:pPr marL="171450" indent="-171450" algn="just">
              <a:lnSpc>
                <a:spcPct val="125000"/>
              </a:lnSpc>
              <a:buFont typeface="Wingdings" panose="05000000000000000000" pitchFamily="2" charset="2"/>
              <a:buChar char="§"/>
            </a:pPr>
            <a:r>
              <a:rPr lang="en-US" sz="1400" b="1">
                <a:solidFill>
                  <a:schemeClr val="tx1"/>
                </a:solidFill>
              </a:rPr>
              <a:t>Encourages</a:t>
            </a:r>
            <a:r>
              <a:rPr lang="en-US" sz="1400">
                <a:solidFill>
                  <a:schemeClr val="tx1"/>
                </a:solidFill>
              </a:rPr>
              <a:t> innovation </a:t>
            </a:r>
          </a:p>
          <a:p>
            <a:pPr marL="171450" indent="-171450" algn="just">
              <a:lnSpc>
                <a:spcPct val="125000"/>
              </a:lnSpc>
              <a:buFont typeface="Wingdings" panose="05000000000000000000" pitchFamily="2" charset="2"/>
              <a:buChar char="§"/>
            </a:pPr>
            <a:r>
              <a:rPr lang="en-US" sz="1400" b="1">
                <a:solidFill>
                  <a:schemeClr val="tx1"/>
                </a:solidFill>
              </a:rPr>
              <a:t>Improves</a:t>
            </a:r>
            <a:r>
              <a:rPr lang="en-US" sz="1400">
                <a:solidFill>
                  <a:schemeClr val="tx1"/>
                </a:solidFill>
              </a:rPr>
              <a:t> resource allocation </a:t>
            </a:r>
          </a:p>
          <a:p>
            <a:pPr marL="171450" indent="-171450" algn="just">
              <a:lnSpc>
                <a:spcPct val="125000"/>
              </a:lnSpc>
              <a:buFont typeface="Wingdings" panose="05000000000000000000" pitchFamily="2" charset="2"/>
              <a:buChar char="§"/>
            </a:pPr>
            <a:r>
              <a:rPr lang="en-US" sz="1400" b="1">
                <a:solidFill>
                  <a:schemeClr val="tx1"/>
                </a:solidFill>
              </a:rPr>
              <a:t>Enhances</a:t>
            </a:r>
            <a:r>
              <a:rPr lang="en-US" sz="1400">
                <a:solidFill>
                  <a:schemeClr val="tx1"/>
                </a:solidFill>
              </a:rPr>
              <a:t> business agility</a:t>
            </a:r>
          </a:p>
          <a:p>
            <a:pPr marL="171450" indent="-171450" algn="just">
              <a:lnSpc>
                <a:spcPct val="125000"/>
              </a:lnSpc>
              <a:buFont typeface="Wingdings" panose="05000000000000000000" pitchFamily="2" charset="2"/>
              <a:buChar char="§"/>
            </a:pPr>
            <a:r>
              <a:rPr lang="en-US" sz="1400" b="1">
                <a:solidFill>
                  <a:schemeClr val="tx1"/>
                </a:solidFill>
              </a:rPr>
              <a:t>Builds</a:t>
            </a:r>
            <a:r>
              <a:rPr lang="en-US" sz="1400">
                <a:solidFill>
                  <a:schemeClr val="tx1"/>
                </a:solidFill>
              </a:rPr>
              <a:t> investor and market trust</a:t>
            </a:r>
          </a:p>
        </p:txBody>
      </p:sp>
      <p:sp>
        <p:nvSpPr>
          <p:cNvPr id="14" name="TextBox 13">
            <a:extLst>
              <a:ext uri="{FF2B5EF4-FFF2-40B4-BE49-F238E27FC236}">
                <a16:creationId xmlns:a16="http://schemas.microsoft.com/office/drawing/2014/main" id="{8483BDB2-5ED5-E3F8-1001-57B6BAF92651}"/>
              </a:ext>
            </a:extLst>
          </p:cNvPr>
          <p:cNvSpPr txBox="1"/>
          <p:nvPr/>
        </p:nvSpPr>
        <p:spPr>
          <a:xfrm>
            <a:off x="7333590" y="1477590"/>
            <a:ext cx="4318001" cy="489443"/>
          </a:xfrm>
          <a:prstGeom prst="wedgeRectCallout">
            <a:avLst/>
          </a:prstGeom>
          <a:solidFill>
            <a:schemeClr val="tx1">
              <a:lumMod val="75000"/>
              <a:lumOff val="25000"/>
            </a:schemeClr>
          </a:solidFill>
        </p:spPr>
        <p:style>
          <a:lnRef idx="3">
            <a:schemeClr val="lt1"/>
          </a:lnRef>
          <a:fillRef idx="1">
            <a:schemeClr val="accent6"/>
          </a:fillRef>
          <a:effectRef idx="1">
            <a:schemeClr val="accent6"/>
          </a:effectRef>
          <a:fontRef idx="minor">
            <a:schemeClr val="lt1"/>
          </a:fontRef>
        </p:style>
        <p:txBody>
          <a:bodyPr wrap="square" lIns="91440" tIns="0" rIns="91440" bIns="0" rtlCol="0" anchor="ctr">
            <a:noAutofit/>
          </a:bodyPr>
          <a:lstStyle/>
          <a:p>
            <a:pPr algn="ctr">
              <a:lnSpc>
                <a:spcPct val="125000"/>
              </a:lnSpc>
            </a:pPr>
            <a:r>
              <a:rPr lang="en-US" sz="1600" b="1"/>
              <a:t>Value Creation</a:t>
            </a:r>
            <a:endParaRPr lang="en-US" sz="1600">
              <a:latin typeface="+mj-lt"/>
            </a:endParaRPr>
          </a:p>
        </p:txBody>
      </p:sp>
      <p:sp>
        <p:nvSpPr>
          <p:cNvPr id="15" name="TextBox 14">
            <a:extLst>
              <a:ext uri="{FF2B5EF4-FFF2-40B4-BE49-F238E27FC236}">
                <a16:creationId xmlns:a16="http://schemas.microsoft.com/office/drawing/2014/main" id="{137EEB8C-0D16-229B-BCA9-D6D4A5F81A71}"/>
              </a:ext>
            </a:extLst>
          </p:cNvPr>
          <p:cNvSpPr txBox="1"/>
          <p:nvPr/>
        </p:nvSpPr>
        <p:spPr>
          <a:xfrm>
            <a:off x="7333590" y="4837812"/>
            <a:ext cx="4318001" cy="1627641"/>
          </a:xfrm>
          <a:prstGeom prst="rect">
            <a:avLst/>
          </a:prstGeom>
        </p:spPr>
        <p:style>
          <a:lnRef idx="2">
            <a:schemeClr val="accent5"/>
          </a:lnRef>
          <a:fillRef idx="1">
            <a:schemeClr val="lt1"/>
          </a:fillRef>
          <a:effectRef idx="0">
            <a:schemeClr val="accent5"/>
          </a:effectRef>
          <a:fontRef idx="minor">
            <a:schemeClr val="dk1"/>
          </a:fontRef>
        </p:style>
        <p:txBody>
          <a:bodyPr wrap="square" lIns="91440" tIns="0" rIns="91440" bIns="0" rtlCol="0" anchor="ctr">
            <a:noAutofit/>
          </a:bodyPr>
          <a:lstStyle/>
          <a:p>
            <a:pPr algn="just">
              <a:lnSpc>
                <a:spcPct val="125000"/>
              </a:lnSpc>
            </a:pPr>
            <a:r>
              <a:rPr lang="en-US" sz="1400" b="1">
                <a:solidFill>
                  <a:schemeClr val="accent1"/>
                </a:solidFill>
              </a:rPr>
              <a:t>Illustrations :</a:t>
            </a:r>
          </a:p>
          <a:p>
            <a:pPr algn="just">
              <a:lnSpc>
                <a:spcPct val="125000"/>
              </a:lnSpc>
            </a:pPr>
            <a:endParaRPr lang="en-US" sz="1200" b="1">
              <a:solidFill>
                <a:schemeClr val="accent1">
                  <a:lumMod val="75000"/>
                </a:schemeClr>
              </a:solidFill>
            </a:endParaRPr>
          </a:p>
          <a:p>
            <a:pPr marL="171450" indent="-171450" algn="just">
              <a:buFont typeface="Wingdings" panose="05000000000000000000" pitchFamily="2" charset="2"/>
              <a:buChar char="§"/>
            </a:pPr>
            <a:r>
              <a:rPr lang="en-US" sz="1200"/>
              <a:t>A tech company expands into new markets after assessing geopolitical and cybersecurity risks.</a:t>
            </a:r>
          </a:p>
          <a:p>
            <a:pPr marL="171450" indent="-171450" algn="just">
              <a:buFont typeface="Wingdings" panose="05000000000000000000" pitchFamily="2" charset="2"/>
              <a:buChar char="§"/>
            </a:pPr>
            <a:endParaRPr lang="en-US" sz="1200"/>
          </a:p>
          <a:p>
            <a:pPr marL="171450" indent="-171450" algn="just">
              <a:buFont typeface="Wingdings" panose="05000000000000000000" pitchFamily="2" charset="2"/>
              <a:buChar char="§"/>
            </a:pPr>
            <a:r>
              <a:rPr lang="en-US" sz="1200"/>
              <a:t>An energy firm invests in renewable projects, knowing regulatory and market risks are under control.</a:t>
            </a:r>
          </a:p>
        </p:txBody>
      </p:sp>
      <p:sp>
        <p:nvSpPr>
          <p:cNvPr id="16" name="TextBox 15">
            <a:extLst>
              <a:ext uri="{FF2B5EF4-FFF2-40B4-BE49-F238E27FC236}">
                <a16:creationId xmlns:a16="http://schemas.microsoft.com/office/drawing/2014/main" id="{40AAAF96-4DCF-99D9-6930-990C4DD1B512}"/>
              </a:ext>
            </a:extLst>
          </p:cNvPr>
          <p:cNvSpPr txBox="1"/>
          <p:nvPr/>
        </p:nvSpPr>
        <p:spPr>
          <a:xfrm rot="16200000">
            <a:off x="-1731068" y="3632817"/>
            <a:ext cx="4913745" cy="675614"/>
          </a:xfrm>
          <a:prstGeom prst="rect">
            <a:avLst/>
          </a:prstGeom>
          <a:noFill/>
        </p:spPr>
        <p:txBody>
          <a:bodyPr wrap="square" lIns="0" tIns="0" rIns="0" bIns="0" rtlCol="0" anchor="ctr">
            <a:noAutofit/>
          </a:bodyPr>
          <a:lstStyle/>
          <a:p>
            <a:pPr algn="ctr"/>
            <a:r>
              <a:rPr lang="en-US" b="1"/>
              <a:t>ERM = Value Protection + Value Creation</a:t>
            </a:r>
          </a:p>
        </p:txBody>
      </p:sp>
      <p:sp>
        <p:nvSpPr>
          <p:cNvPr id="17" name="Arrow: Striped Right 16">
            <a:extLst>
              <a:ext uri="{FF2B5EF4-FFF2-40B4-BE49-F238E27FC236}">
                <a16:creationId xmlns:a16="http://schemas.microsoft.com/office/drawing/2014/main" id="{90D70209-A279-FEFB-3558-6031001F1034}"/>
              </a:ext>
            </a:extLst>
          </p:cNvPr>
          <p:cNvSpPr/>
          <p:nvPr/>
        </p:nvSpPr>
        <p:spPr>
          <a:xfrm>
            <a:off x="1021333" y="3429000"/>
            <a:ext cx="1359373" cy="675614"/>
          </a:xfrm>
          <a:prstGeom prst="stripedRightArrow">
            <a:avLst/>
          </a:prstGeom>
          <a:solidFill>
            <a:schemeClr val="accent1"/>
          </a:solidFill>
          <a:ln/>
        </p:spPr>
        <p:style>
          <a:lnRef idx="3">
            <a:schemeClr val="lt1"/>
          </a:lnRef>
          <a:fillRef idx="1">
            <a:schemeClr val="accent6"/>
          </a:fillRef>
          <a:effectRef idx="1">
            <a:schemeClr val="accent6"/>
          </a:effectRef>
          <a:fontRef idx="minor">
            <a:schemeClr val="lt1"/>
          </a:fontRef>
        </p:style>
        <p:txBody>
          <a:bodyPr rtlCol="0" anchor="ctr"/>
          <a:lstStyle/>
          <a:p>
            <a:pPr algn="ctr"/>
            <a:endParaRPr lang="en-US"/>
          </a:p>
        </p:txBody>
      </p:sp>
    </p:spTree>
    <p:custDataLst>
      <p:custData r:id="rId1"/>
    </p:custDataLst>
    <p:extLst>
      <p:ext uri="{BB962C8B-B14F-4D97-AF65-F5344CB8AC3E}">
        <p14:creationId xmlns:p14="http://schemas.microsoft.com/office/powerpoint/2010/main" val="280713219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CE063E-42EA-B3D9-528E-AA3898F9C8F2}"/>
            </a:ext>
          </a:extLst>
        </p:cNvPr>
        <p:cNvGrpSpPr/>
        <p:nvPr/>
      </p:nvGrpSpPr>
      <p:grpSpPr>
        <a:xfrm>
          <a:off x="0" y="0"/>
          <a:ext cx="0" cy="0"/>
          <a:chOff x="0" y="0"/>
          <a:chExt cx="0" cy="0"/>
        </a:xfrm>
      </p:grpSpPr>
      <p:grpSp>
        <p:nvGrpSpPr>
          <p:cNvPr id="33" name="Group 32">
            <a:extLst>
              <a:ext uri="{FF2B5EF4-FFF2-40B4-BE49-F238E27FC236}">
                <a16:creationId xmlns:a16="http://schemas.microsoft.com/office/drawing/2014/main" id="{FCDAE228-7373-877B-04F9-DDFEA2BC8509}"/>
              </a:ext>
            </a:extLst>
          </p:cNvPr>
          <p:cNvGrpSpPr/>
          <p:nvPr/>
        </p:nvGrpSpPr>
        <p:grpSpPr>
          <a:xfrm>
            <a:off x="880731" y="1031358"/>
            <a:ext cx="10239153" cy="5213502"/>
            <a:chOff x="659219" y="1275906"/>
            <a:chExt cx="10239153" cy="5213502"/>
          </a:xfrm>
        </p:grpSpPr>
        <p:sp>
          <p:nvSpPr>
            <p:cNvPr id="2" name="Flowchart: Alternate Process 1">
              <a:extLst>
                <a:ext uri="{FF2B5EF4-FFF2-40B4-BE49-F238E27FC236}">
                  <a16:creationId xmlns:a16="http://schemas.microsoft.com/office/drawing/2014/main" id="{63AA279C-EE2D-71D1-CF19-4E60F3082EF8}"/>
                </a:ext>
              </a:extLst>
            </p:cNvPr>
            <p:cNvSpPr/>
            <p:nvPr/>
          </p:nvSpPr>
          <p:spPr>
            <a:xfrm>
              <a:off x="659219" y="1275907"/>
              <a:ext cx="10239153" cy="861237"/>
            </a:xfrm>
            <a:prstGeom prst="flowChartAlternateProcess">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Flowchart: Alternate Process 2">
              <a:extLst>
                <a:ext uri="{FF2B5EF4-FFF2-40B4-BE49-F238E27FC236}">
                  <a16:creationId xmlns:a16="http://schemas.microsoft.com/office/drawing/2014/main" id="{D6976FB7-44E3-6960-A219-79299B50FE26}"/>
                </a:ext>
              </a:extLst>
            </p:cNvPr>
            <p:cNvSpPr/>
            <p:nvPr/>
          </p:nvSpPr>
          <p:spPr>
            <a:xfrm>
              <a:off x="8750594" y="1275906"/>
              <a:ext cx="1063256" cy="861237"/>
            </a:xfrm>
            <a:prstGeom prst="flowChartAlternateProcess">
              <a:avLst/>
            </a:prstGeom>
            <a:solidFill>
              <a:schemeClr val="accent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a:t>Yes</a:t>
              </a:r>
            </a:p>
          </p:txBody>
        </p:sp>
        <p:sp>
          <p:nvSpPr>
            <p:cNvPr id="6" name="Flowchart: Alternate Process 5">
              <a:extLst>
                <a:ext uri="{FF2B5EF4-FFF2-40B4-BE49-F238E27FC236}">
                  <a16:creationId xmlns:a16="http://schemas.microsoft.com/office/drawing/2014/main" id="{DE0CEFB8-94D7-A65C-64B7-5AB9C75F9474}"/>
                </a:ext>
              </a:extLst>
            </p:cNvPr>
            <p:cNvSpPr/>
            <p:nvPr/>
          </p:nvSpPr>
          <p:spPr>
            <a:xfrm>
              <a:off x="9835116" y="1275906"/>
              <a:ext cx="1063256" cy="861237"/>
            </a:xfrm>
            <a:prstGeom prst="flowChartAlternateProcess">
              <a:avLst/>
            </a:prstGeom>
            <a:solidFill>
              <a:schemeClr val="tx1">
                <a:lumMod val="85000"/>
                <a:lumOff val="1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a:t>No</a:t>
              </a:r>
            </a:p>
          </p:txBody>
        </p:sp>
        <p:sp>
          <p:nvSpPr>
            <p:cNvPr id="7" name="Flowchart: Alternate Process 6">
              <a:extLst>
                <a:ext uri="{FF2B5EF4-FFF2-40B4-BE49-F238E27FC236}">
                  <a16:creationId xmlns:a16="http://schemas.microsoft.com/office/drawing/2014/main" id="{D94A784D-EF6B-17E0-6152-EFC62160C5E2}"/>
                </a:ext>
              </a:extLst>
            </p:cNvPr>
            <p:cNvSpPr/>
            <p:nvPr/>
          </p:nvSpPr>
          <p:spPr>
            <a:xfrm>
              <a:off x="659219" y="2363973"/>
              <a:ext cx="10239153" cy="861237"/>
            </a:xfrm>
            <a:prstGeom prst="flowChartAlternateProcess">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Flowchart: Alternate Process 9">
              <a:extLst>
                <a:ext uri="{FF2B5EF4-FFF2-40B4-BE49-F238E27FC236}">
                  <a16:creationId xmlns:a16="http://schemas.microsoft.com/office/drawing/2014/main" id="{6AE4EC89-144B-8257-FB8D-5EFE4DC07BDC}"/>
                </a:ext>
              </a:extLst>
            </p:cNvPr>
            <p:cNvSpPr/>
            <p:nvPr/>
          </p:nvSpPr>
          <p:spPr>
            <a:xfrm>
              <a:off x="8750594" y="2363972"/>
              <a:ext cx="1063256" cy="861237"/>
            </a:xfrm>
            <a:prstGeom prst="flowChartAlternateProcess">
              <a:avLst/>
            </a:prstGeom>
            <a:solidFill>
              <a:schemeClr val="accent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a:t>Yes</a:t>
              </a:r>
            </a:p>
          </p:txBody>
        </p:sp>
        <p:sp>
          <p:nvSpPr>
            <p:cNvPr id="18" name="Flowchart: Alternate Process 17">
              <a:extLst>
                <a:ext uri="{FF2B5EF4-FFF2-40B4-BE49-F238E27FC236}">
                  <a16:creationId xmlns:a16="http://schemas.microsoft.com/office/drawing/2014/main" id="{AD30B200-9F39-76CD-1883-48626D9E44F7}"/>
                </a:ext>
              </a:extLst>
            </p:cNvPr>
            <p:cNvSpPr/>
            <p:nvPr/>
          </p:nvSpPr>
          <p:spPr>
            <a:xfrm>
              <a:off x="9835116" y="2363972"/>
              <a:ext cx="1063256" cy="861237"/>
            </a:xfrm>
            <a:prstGeom prst="flowChartAlternateProcess">
              <a:avLst/>
            </a:prstGeom>
            <a:solidFill>
              <a:schemeClr val="tx1">
                <a:lumMod val="85000"/>
                <a:lumOff val="1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a:t>No</a:t>
              </a:r>
            </a:p>
          </p:txBody>
        </p:sp>
        <p:sp>
          <p:nvSpPr>
            <p:cNvPr id="19" name="Flowchart: Alternate Process 18">
              <a:extLst>
                <a:ext uri="{FF2B5EF4-FFF2-40B4-BE49-F238E27FC236}">
                  <a16:creationId xmlns:a16="http://schemas.microsoft.com/office/drawing/2014/main" id="{C4BC26CA-5F8E-20E5-344A-47CB4FA05157}"/>
                </a:ext>
              </a:extLst>
            </p:cNvPr>
            <p:cNvSpPr/>
            <p:nvPr/>
          </p:nvSpPr>
          <p:spPr>
            <a:xfrm>
              <a:off x="659219" y="3452039"/>
              <a:ext cx="10239153" cy="861237"/>
            </a:xfrm>
            <a:prstGeom prst="flowChartAlternateProcess">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 name="Flowchart: Alternate Process 19">
              <a:extLst>
                <a:ext uri="{FF2B5EF4-FFF2-40B4-BE49-F238E27FC236}">
                  <a16:creationId xmlns:a16="http://schemas.microsoft.com/office/drawing/2014/main" id="{EF8D9847-4E0A-976C-1544-3ED410BBF9B8}"/>
                </a:ext>
              </a:extLst>
            </p:cNvPr>
            <p:cNvSpPr/>
            <p:nvPr/>
          </p:nvSpPr>
          <p:spPr>
            <a:xfrm>
              <a:off x="8750594" y="3452038"/>
              <a:ext cx="1063256" cy="861237"/>
            </a:xfrm>
            <a:prstGeom prst="flowChartAlternateProcess">
              <a:avLst/>
            </a:prstGeom>
            <a:solidFill>
              <a:schemeClr val="accent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a:t>Yes</a:t>
              </a:r>
            </a:p>
          </p:txBody>
        </p:sp>
        <p:sp>
          <p:nvSpPr>
            <p:cNvPr id="21" name="Flowchart: Alternate Process 20">
              <a:extLst>
                <a:ext uri="{FF2B5EF4-FFF2-40B4-BE49-F238E27FC236}">
                  <a16:creationId xmlns:a16="http://schemas.microsoft.com/office/drawing/2014/main" id="{DBCD0A10-A88C-5753-FC22-0CCA4201BE3E}"/>
                </a:ext>
              </a:extLst>
            </p:cNvPr>
            <p:cNvSpPr/>
            <p:nvPr/>
          </p:nvSpPr>
          <p:spPr>
            <a:xfrm>
              <a:off x="9835116" y="3452038"/>
              <a:ext cx="1063256" cy="861237"/>
            </a:xfrm>
            <a:prstGeom prst="flowChartAlternateProcess">
              <a:avLst/>
            </a:prstGeom>
            <a:solidFill>
              <a:schemeClr val="tx1">
                <a:lumMod val="85000"/>
                <a:lumOff val="1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a:t>No</a:t>
              </a:r>
            </a:p>
          </p:txBody>
        </p:sp>
        <p:sp>
          <p:nvSpPr>
            <p:cNvPr id="22" name="Flowchart: Alternate Process 21">
              <a:extLst>
                <a:ext uri="{FF2B5EF4-FFF2-40B4-BE49-F238E27FC236}">
                  <a16:creationId xmlns:a16="http://schemas.microsoft.com/office/drawing/2014/main" id="{2ED73A7D-B986-A490-C340-D6F2D3E461C0}"/>
                </a:ext>
              </a:extLst>
            </p:cNvPr>
            <p:cNvSpPr/>
            <p:nvPr/>
          </p:nvSpPr>
          <p:spPr>
            <a:xfrm>
              <a:off x="659219" y="4540105"/>
              <a:ext cx="10239153" cy="861237"/>
            </a:xfrm>
            <a:prstGeom prst="flowChartAlternateProcess">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 name="Flowchart: Alternate Process 22">
              <a:extLst>
                <a:ext uri="{FF2B5EF4-FFF2-40B4-BE49-F238E27FC236}">
                  <a16:creationId xmlns:a16="http://schemas.microsoft.com/office/drawing/2014/main" id="{A8E5033C-0239-3225-9237-D1DC69652DE5}"/>
                </a:ext>
              </a:extLst>
            </p:cNvPr>
            <p:cNvSpPr/>
            <p:nvPr/>
          </p:nvSpPr>
          <p:spPr>
            <a:xfrm>
              <a:off x="8750594" y="4540104"/>
              <a:ext cx="1063256" cy="861237"/>
            </a:xfrm>
            <a:prstGeom prst="flowChartAlternateProcess">
              <a:avLst/>
            </a:prstGeom>
            <a:solidFill>
              <a:schemeClr val="accent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a:t>Yes</a:t>
              </a:r>
            </a:p>
          </p:txBody>
        </p:sp>
        <p:sp>
          <p:nvSpPr>
            <p:cNvPr id="24" name="Flowchart: Alternate Process 23">
              <a:extLst>
                <a:ext uri="{FF2B5EF4-FFF2-40B4-BE49-F238E27FC236}">
                  <a16:creationId xmlns:a16="http://schemas.microsoft.com/office/drawing/2014/main" id="{F9FFB86F-59F4-CFAA-A5E3-E3EA118497FB}"/>
                </a:ext>
              </a:extLst>
            </p:cNvPr>
            <p:cNvSpPr/>
            <p:nvPr/>
          </p:nvSpPr>
          <p:spPr>
            <a:xfrm>
              <a:off x="9835116" y="4540104"/>
              <a:ext cx="1063256" cy="861237"/>
            </a:xfrm>
            <a:prstGeom prst="flowChartAlternateProcess">
              <a:avLst/>
            </a:prstGeom>
            <a:solidFill>
              <a:schemeClr val="tx1">
                <a:lumMod val="85000"/>
                <a:lumOff val="1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a:t>No</a:t>
              </a:r>
            </a:p>
          </p:txBody>
        </p:sp>
        <p:sp>
          <p:nvSpPr>
            <p:cNvPr id="25" name="Flowchart: Alternate Process 24">
              <a:extLst>
                <a:ext uri="{FF2B5EF4-FFF2-40B4-BE49-F238E27FC236}">
                  <a16:creationId xmlns:a16="http://schemas.microsoft.com/office/drawing/2014/main" id="{533F6771-1844-7754-F8F4-5A91C9AA9518}"/>
                </a:ext>
              </a:extLst>
            </p:cNvPr>
            <p:cNvSpPr/>
            <p:nvPr/>
          </p:nvSpPr>
          <p:spPr>
            <a:xfrm>
              <a:off x="659219" y="5628171"/>
              <a:ext cx="10239153" cy="861237"/>
            </a:xfrm>
            <a:prstGeom prst="flowChartAlternateProcess">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 name="Flowchart: Alternate Process 25">
              <a:extLst>
                <a:ext uri="{FF2B5EF4-FFF2-40B4-BE49-F238E27FC236}">
                  <a16:creationId xmlns:a16="http://schemas.microsoft.com/office/drawing/2014/main" id="{BF35CF63-0ECD-F8DC-3AEE-50664B3A07D1}"/>
                </a:ext>
              </a:extLst>
            </p:cNvPr>
            <p:cNvSpPr/>
            <p:nvPr/>
          </p:nvSpPr>
          <p:spPr>
            <a:xfrm>
              <a:off x="8750594" y="5628170"/>
              <a:ext cx="1063256" cy="861237"/>
            </a:xfrm>
            <a:prstGeom prst="flowChartAlternateProcess">
              <a:avLst/>
            </a:prstGeom>
            <a:solidFill>
              <a:schemeClr val="accent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a:t>Yes</a:t>
              </a:r>
            </a:p>
          </p:txBody>
        </p:sp>
        <p:sp>
          <p:nvSpPr>
            <p:cNvPr id="27" name="Flowchart: Alternate Process 26">
              <a:extLst>
                <a:ext uri="{FF2B5EF4-FFF2-40B4-BE49-F238E27FC236}">
                  <a16:creationId xmlns:a16="http://schemas.microsoft.com/office/drawing/2014/main" id="{20CD8058-0019-0B80-D1E2-085CCD3368C2}"/>
                </a:ext>
              </a:extLst>
            </p:cNvPr>
            <p:cNvSpPr/>
            <p:nvPr/>
          </p:nvSpPr>
          <p:spPr>
            <a:xfrm>
              <a:off x="9835116" y="5628170"/>
              <a:ext cx="1063256" cy="861237"/>
            </a:xfrm>
            <a:prstGeom prst="flowChartAlternateProcess">
              <a:avLst/>
            </a:prstGeom>
            <a:solidFill>
              <a:schemeClr val="tx1">
                <a:lumMod val="85000"/>
                <a:lumOff val="1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a:t>No</a:t>
              </a:r>
            </a:p>
          </p:txBody>
        </p:sp>
        <p:sp>
          <p:nvSpPr>
            <p:cNvPr id="28" name="TextBox 27">
              <a:extLst>
                <a:ext uri="{FF2B5EF4-FFF2-40B4-BE49-F238E27FC236}">
                  <a16:creationId xmlns:a16="http://schemas.microsoft.com/office/drawing/2014/main" id="{7E560A2E-789A-CB6E-D518-8AB5C49CE6D0}"/>
                </a:ext>
              </a:extLst>
            </p:cNvPr>
            <p:cNvSpPr txBox="1"/>
            <p:nvPr/>
          </p:nvSpPr>
          <p:spPr>
            <a:xfrm>
              <a:off x="1073893" y="1578938"/>
              <a:ext cx="7602279" cy="457200"/>
            </a:xfrm>
            <a:prstGeom prst="rect">
              <a:avLst/>
            </a:prstGeom>
            <a:noFill/>
          </p:spPr>
          <p:txBody>
            <a:bodyPr wrap="square" lIns="0" tIns="0" rIns="0" bIns="0" rtlCol="0" anchor="t">
              <a:noAutofit/>
            </a:bodyPr>
            <a:lstStyle/>
            <a:p>
              <a:pPr marL="342900" indent="-342900">
                <a:buAutoNum type="arabicPeriod"/>
              </a:pPr>
              <a:r>
                <a:rPr lang="en-US" sz="1600" i="1"/>
                <a:t>ERM is only for large companies.</a:t>
              </a:r>
              <a:endParaRPr lang="en-GB" sz="1600" i="1" err="1">
                <a:latin typeface="+mj-lt"/>
              </a:endParaRPr>
            </a:p>
          </p:txBody>
        </p:sp>
        <p:sp>
          <p:nvSpPr>
            <p:cNvPr id="29" name="TextBox 28">
              <a:extLst>
                <a:ext uri="{FF2B5EF4-FFF2-40B4-BE49-F238E27FC236}">
                  <a16:creationId xmlns:a16="http://schemas.microsoft.com/office/drawing/2014/main" id="{772EB5C8-3FE3-CD4E-214D-3F7AB16FB791}"/>
                </a:ext>
              </a:extLst>
            </p:cNvPr>
            <p:cNvSpPr txBox="1"/>
            <p:nvPr/>
          </p:nvSpPr>
          <p:spPr>
            <a:xfrm>
              <a:off x="1105790" y="2652824"/>
              <a:ext cx="7602279" cy="457200"/>
            </a:xfrm>
            <a:prstGeom prst="rect">
              <a:avLst/>
            </a:prstGeom>
            <a:noFill/>
          </p:spPr>
          <p:txBody>
            <a:bodyPr wrap="square" lIns="0" tIns="0" rIns="0" bIns="0" rtlCol="0" anchor="t">
              <a:noAutofit/>
            </a:bodyPr>
            <a:lstStyle/>
            <a:p>
              <a:r>
                <a:rPr lang="en-US" sz="1600" i="1"/>
                <a:t>2. ERM improves both value protection and value creation.</a:t>
              </a:r>
              <a:endParaRPr lang="en-GB" sz="1600" i="1" err="1">
                <a:latin typeface="+mj-lt"/>
              </a:endParaRPr>
            </a:p>
          </p:txBody>
        </p:sp>
        <p:sp>
          <p:nvSpPr>
            <p:cNvPr id="30" name="TextBox 29">
              <a:extLst>
                <a:ext uri="{FF2B5EF4-FFF2-40B4-BE49-F238E27FC236}">
                  <a16:creationId xmlns:a16="http://schemas.microsoft.com/office/drawing/2014/main" id="{E31C2E6D-AD17-2C89-E691-B2F919ACEA97}"/>
                </a:ext>
              </a:extLst>
            </p:cNvPr>
            <p:cNvSpPr txBox="1"/>
            <p:nvPr/>
          </p:nvSpPr>
          <p:spPr>
            <a:xfrm>
              <a:off x="1073893" y="3765698"/>
              <a:ext cx="7602279" cy="457200"/>
            </a:xfrm>
            <a:prstGeom prst="rect">
              <a:avLst/>
            </a:prstGeom>
            <a:noFill/>
          </p:spPr>
          <p:txBody>
            <a:bodyPr wrap="square" lIns="0" tIns="0" rIns="0" bIns="0" rtlCol="0" anchor="t">
              <a:noAutofit/>
            </a:bodyPr>
            <a:lstStyle/>
            <a:p>
              <a:r>
                <a:rPr lang="en-US" sz="1600" i="1"/>
                <a:t>3. Risk identification comes after monitoring.</a:t>
              </a:r>
              <a:endParaRPr lang="en-GB" sz="1600" i="1" err="1">
                <a:latin typeface="+mj-lt"/>
              </a:endParaRPr>
            </a:p>
          </p:txBody>
        </p:sp>
        <p:sp>
          <p:nvSpPr>
            <p:cNvPr id="31" name="TextBox 30">
              <a:extLst>
                <a:ext uri="{FF2B5EF4-FFF2-40B4-BE49-F238E27FC236}">
                  <a16:creationId xmlns:a16="http://schemas.microsoft.com/office/drawing/2014/main" id="{A93256D8-49B4-1A54-906A-00BAA7ABD633}"/>
                </a:ext>
              </a:extLst>
            </p:cNvPr>
            <p:cNvSpPr txBox="1"/>
            <p:nvPr/>
          </p:nvSpPr>
          <p:spPr>
            <a:xfrm>
              <a:off x="1073892" y="4839587"/>
              <a:ext cx="7602279" cy="457200"/>
            </a:xfrm>
            <a:prstGeom prst="rect">
              <a:avLst/>
            </a:prstGeom>
            <a:noFill/>
          </p:spPr>
          <p:txBody>
            <a:bodyPr wrap="square" lIns="0" tIns="0" rIns="0" bIns="0" rtlCol="0" anchor="t">
              <a:noAutofit/>
            </a:bodyPr>
            <a:lstStyle/>
            <a:p>
              <a:r>
                <a:rPr lang="en-US" sz="1600" i="1"/>
                <a:t>4. Governance sets the tone for the entire ERM process.</a:t>
              </a:r>
              <a:endParaRPr lang="en-GB" sz="1600" i="1" err="1">
                <a:latin typeface="+mj-lt"/>
              </a:endParaRPr>
            </a:p>
          </p:txBody>
        </p:sp>
        <p:sp>
          <p:nvSpPr>
            <p:cNvPr id="32" name="TextBox 31">
              <a:extLst>
                <a:ext uri="{FF2B5EF4-FFF2-40B4-BE49-F238E27FC236}">
                  <a16:creationId xmlns:a16="http://schemas.microsoft.com/office/drawing/2014/main" id="{4C45394E-87C8-AA99-87F6-2E5C83EDCC18}"/>
                </a:ext>
              </a:extLst>
            </p:cNvPr>
            <p:cNvSpPr txBox="1"/>
            <p:nvPr/>
          </p:nvSpPr>
          <p:spPr>
            <a:xfrm>
              <a:off x="1073891" y="5948917"/>
              <a:ext cx="7602279" cy="457200"/>
            </a:xfrm>
            <a:prstGeom prst="rect">
              <a:avLst/>
            </a:prstGeom>
            <a:noFill/>
          </p:spPr>
          <p:txBody>
            <a:bodyPr wrap="square" lIns="0" tIns="0" rIns="0" bIns="0" rtlCol="0" anchor="t">
              <a:noAutofit/>
            </a:bodyPr>
            <a:lstStyle/>
            <a:p>
              <a:r>
                <a:rPr lang="en-US" sz="1600" i="1"/>
                <a:t>5. Compliance risks are unrelated to reputational risks.</a:t>
              </a:r>
              <a:endParaRPr lang="en-GB" sz="1600" i="1" err="1">
                <a:latin typeface="+mj-lt"/>
              </a:endParaRPr>
            </a:p>
          </p:txBody>
        </p:sp>
      </p:grpSp>
      <p:sp>
        <p:nvSpPr>
          <p:cNvPr id="34" name="TextBox 33">
            <a:extLst>
              <a:ext uri="{FF2B5EF4-FFF2-40B4-BE49-F238E27FC236}">
                <a16:creationId xmlns:a16="http://schemas.microsoft.com/office/drawing/2014/main" id="{FDC3E228-0B3D-82D9-725E-E37F7CB67F3F}"/>
              </a:ext>
            </a:extLst>
          </p:cNvPr>
          <p:cNvSpPr txBox="1"/>
          <p:nvPr/>
        </p:nvSpPr>
        <p:spPr>
          <a:xfrm>
            <a:off x="880731" y="318977"/>
            <a:ext cx="9154631" cy="485552"/>
          </a:xfrm>
          <a:prstGeom prst="rect">
            <a:avLst/>
          </a:prstGeom>
          <a:noFill/>
        </p:spPr>
        <p:txBody>
          <a:bodyPr wrap="square" lIns="0" tIns="0" rIns="0" bIns="0" rtlCol="0">
            <a:noAutofit/>
          </a:bodyPr>
          <a:lstStyle/>
          <a:p>
            <a:pPr algn="l"/>
            <a:r>
              <a:rPr lang="en-GB" sz="1600">
                <a:latin typeface="+mj-lt"/>
              </a:rPr>
              <a:t>Test your ERM IQ…</a:t>
            </a:r>
          </a:p>
        </p:txBody>
      </p:sp>
      <p:sp>
        <p:nvSpPr>
          <p:cNvPr id="35" name="Rectangle 34">
            <a:extLst>
              <a:ext uri="{FF2B5EF4-FFF2-40B4-BE49-F238E27FC236}">
                <a16:creationId xmlns:a16="http://schemas.microsoft.com/office/drawing/2014/main" id="{DFB1A3BE-33EB-A5F3-4547-3A27C89BAA7A}"/>
              </a:ext>
            </a:extLst>
          </p:cNvPr>
          <p:cNvSpPr/>
          <p:nvPr/>
        </p:nvSpPr>
        <p:spPr>
          <a:xfrm>
            <a:off x="0" y="0"/>
            <a:ext cx="12192000" cy="572092"/>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400" b="1">
                <a:solidFill>
                  <a:schemeClr val="bg1"/>
                </a:solidFill>
                <a:latin typeface="Georgia" panose="02040502050405020303" pitchFamily="18" charset="0"/>
              </a:rPr>
              <a:t>Test your ERM IQ…</a:t>
            </a:r>
          </a:p>
        </p:txBody>
      </p:sp>
      <p:sp>
        <p:nvSpPr>
          <p:cNvPr id="4" name="Slide Number Placeholder 3">
            <a:extLst>
              <a:ext uri="{FF2B5EF4-FFF2-40B4-BE49-F238E27FC236}">
                <a16:creationId xmlns:a16="http://schemas.microsoft.com/office/drawing/2014/main" id="{665399B7-3127-3152-EA04-5D0CB93011FC}"/>
              </a:ext>
            </a:extLst>
          </p:cNvPr>
          <p:cNvSpPr txBox="1">
            <a:spLocks/>
          </p:cNvSpPr>
          <p:nvPr/>
        </p:nvSpPr>
        <p:spPr>
          <a:xfrm>
            <a:off x="11713152" y="6555571"/>
            <a:ext cx="298209" cy="161583"/>
          </a:xfrm>
          <a:prstGeom prst="rect">
            <a:avLst/>
          </a:prstGeom>
        </p:spPr>
        <p:txBody>
          <a:bodyPr vert="horz" wrap="square" lIns="0" tIns="0" rIns="0" bIns="0" rtlCol="0" anchor="b"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spcAft>
                <a:spcPts val="600"/>
              </a:spcAft>
            </a:pPr>
            <a:fld id="{3E6AC032-1535-134B-A583-D5E1DDD0D167}" type="slidenum">
              <a:rPr lang="en-US" sz="900" smtClean="0"/>
              <a:pPr algn="r">
                <a:spcAft>
                  <a:spcPts val="600"/>
                </a:spcAft>
              </a:pPr>
              <a:t>37</a:t>
            </a:fld>
            <a:endParaRPr lang="en-US" sz="900"/>
          </a:p>
        </p:txBody>
      </p:sp>
    </p:spTree>
    <p:custDataLst>
      <p:custData r:id="rId1"/>
    </p:custDataLst>
    <p:extLst>
      <p:ext uri="{BB962C8B-B14F-4D97-AF65-F5344CB8AC3E}">
        <p14:creationId xmlns:p14="http://schemas.microsoft.com/office/powerpoint/2010/main" val="53461782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FD9B82-EAF5-C033-2DBD-CE3DE64660AD}"/>
            </a:ext>
          </a:extLst>
        </p:cNvPr>
        <p:cNvGrpSpPr/>
        <p:nvPr/>
      </p:nvGrpSpPr>
      <p:grpSpPr>
        <a:xfrm>
          <a:off x="0" y="0"/>
          <a:ext cx="0" cy="0"/>
          <a:chOff x="0" y="0"/>
          <a:chExt cx="0" cy="0"/>
        </a:xfrm>
      </p:grpSpPr>
      <p:sp>
        <p:nvSpPr>
          <p:cNvPr id="2" name="Flowchart: Alternate Process 1">
            <a:extLst>
              <a:ext uri="{FF2B5EF4-FFF2-40B4-BE49-F238E27FC236}">
                <a16:creationId xmlns:a16="http://schemas.microsoft.com/office/drawing/2014/main" id="{B5113F8D-1A62-C8D5-199F-D2471D7088BA}"/>
              </a:ext>
            </a:extLst>
          </p:cNvPr>
          <p:cNvSpPr/>
          <p:nvPr/>
        </p:nvSpPr>
        <p:spPr>
          <a:xfrm>
            <a:off x="489099" y="1031359"/>
            <a:ext cx="10630786" cy="861237"/>
          </a:xfrm>
          <a:prstGeom prst="flowChartAlternateProcess">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Flowchart: Alternate Process 2">
            <a:extLst>
              <a:ext uri="{FF2B5EF4-FFF2-40B4-BE49-F238E27FC236}">
                <a16:creationId xmlns:a16="http://schemas.microsoft.com/office/drawing/2014/main" id="{FC6DAE0D-6850-D085-3409-C1EE283925A0}"/>
              </a:ext>
            </a:extLst>
          </p:cNvPr>
          <p:cNvSpPr/>
          <p:nvPr/>
        </p:nvSpPr>
        <p:spPr>
          <a:xfrm>
            <a:off x="8972106" y="1031358"/>
            <a:ext cx="1063256" cy="861237"/>
          </a:xfrm>
          <a:prstGeom prst="flowChartAlternateProcess">
            <a:avLst/>
          </a:prstGeom>
          <a:solidFill>
            <a:schemeClr val="bg1">
              <a:lumMod val="9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a:solidFill>
                  <a:schemeClr val="tx1"/>
                </a:solidFill>
              </a:rPr>
              <a:t>Yes</a:t>
            </a:r>
          </a:p>
        </p:txBody>
      </p:sp>
      <p:sp>
        <p:nvSpPr>
          <p:cNvPr id="6" name="Flowchart: Alternate Process 5">
            <a:extLst>
              <a:ext uri="{FF2B5EF4-FFF2-40B4-BE49-F238E27FC236}">
                <a16:creationId xmlns:a16="http://schemas.microsoft.com/office/drawing/2014/main" id="{B64E11F4-0D9A-DB07-1393-02818866B588}"/>
              </a:ext>
            </a:extLst>
          </p:cNvPr>
          <p:cNvSpPr/>
          <p:nvPr/>
        </p:nvSpPr>
        <p:spPr>
          <a:xfrm>
            <a:off x="10056628" y="1031358"/>
            <a:ext cx="1063256" cy="861237"/>
          </a:xfrm>
          <a:prstGeom prst="flowChartAlternateProcess">
            <a:avLst/>
          </a:prstGeom>
          <a:solidFill>
            <a:srgbClr val="00B05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a:t>No</a:t>
            </a:r>
          </a:p>
        </p:txBody>
      </p:sp>
      <p:sp>
        <p:nvSpPr>
          <p:cNvPr id="7" name="Flowchart: Alternate Process 6">
            <a:extLst>
              <a:ext uri="{FF2B5EF4-FFF2-40B4-BE49-F238E27FC236}">
                <a16:creationId xmlns:a16="http://schemas.microsoft.com/office/drawing/2014/main" id="{58F2867B-3646-126A-C960-964B78B7D35C}"/>
              </a:ext>
            </a:extLst>
          </p:cNvPr>
          <p:cNvSpPr/>
          <p:nvPr/>
        </p:nvSpPr>
        <p:spPr>
          <a:xfrm>
            <a:off x="489099" y="2119425"/>
            <a:ext cx="10630785" cy="861237"/>
          </a:xfrm>
          <a:prstGeom prst="flowChartAlternateProcess">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Flowchart: Alternate Process 9">
            <a:extLst>
              <a:ext uri="{FF2B5EF4-FFF2-40B4-BE49-F238E27FC236}">
                <a16:creationId xmlns:a16="http://schemas.microsoft.com/office/drawing/2014/main" id="{7B79D47C-8FA5-E0E5-A520-FA9D2E3C8D4A}"/>
              </a:ext>
            </a:extLst>
          </p:cNvPr>
          <p:cNvSpPr/>
          <p:nvPr/>
        </p:nvSpPr>
        <p:spPr>
          <a:xfrm>
            <a:off x="8972106" y="2119424"/>
            <a:ext cx="1063256" cy="861237"/>
          </a:xfrm>
          <a:prstGeom prst="flowChartAlternateProcess">
            <a:avLst/>
          </a:prstGeom>
          <a:solidFill>
            <a:srgbClr val="00B05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a:t>Yes</a:t>
            </a:r>
          </a:p>
        </p:txBody>
      </p:sp>
      <p:sp>
        <p:nvSpPr>
          <p:cNvPr id="18" name="Flowchart: Alternate Process 17">
            <a:extLst>
              <a:ext uri="{FF2B5EF4-FFF2-40B4-BE49-F238E27FC236}">
                <a16:creationId xmlns:a16="http://schemas.microsoft.com/office/drawing/2014/main" id="{04E8AF5B-0EC4-8387-414A-9AB24932D37E}"/>
              </a:ext>
            </a:extLst>
          </p:cNvPr>
          <p:cNvSpPr/>
          <p:nvPr/>
        </p:nvSpPr>
        <p:spPr>
          <a:xfrm>
            <a:off x="10056628" y="2119424"/>
            <a:ext cx="1063256" cy="861237"/>
          </a:xfrm>
          <a:prstGeom prst="flowChartAlternateProcess">
            <a:avLst/>
          </a:prstGeom>
          <a:solidFill>
            <a:schemeClr val="bg1">
              <a:lumMod val="9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a:solidFill>
                  <a:schemeClr val="tx1"/>
                </a:solidFill>
              </a:rPr>
              <a:t>No</a:t>
            </a:r>
          </a:p>
        </p:txBody>
      </p:sp>
      <p:sp>
        <p:nvSpPr>
          <p:cNvPr id="19" name="Flowchart: Alternate Process 18">
            <a:extLst>
              <a:ext uri="{FF2B5EF4-FFF2-40B4-BE49-F238E27FC236}">
                <a16:creationId xmlns:a16="http://schemas.microsoft.com/office/drawing/2014/main" id="{82D1D91B-D6F3-461E-91AD-DFEBBD92E5FA}"/>
              </a:ext>
            </a:extLst>
          </p:cNvPr>
          <p:cNvSpPr/>
          <p:nvPr/>
        </p:nvSpPr>
        <p:spPr>
          <a:xfrm>
            <a:off x="489099" y="3207491"/>
            <a:ext cx="10630785" cy="861237"/>
          </a:xfrm>
          <a:prstGeom prst="flowChartAlternateProcess">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 name="Flowchart: Alternate Process 19">
            <a:extLst>
              <a:ext uri="{FF2B5EF4-FFF2-40B4-BE49-F238E27FC236}">
                <a16:creationId xmlns:a16="http://schemas.microsoft.com/office/drawing/2014/main" id="{5333DFF8-6D6E-C102-99EB-BBE5FBC8D4E0}"/>
              </a:ext>
            </a:extLst>
          </p:cNvPr>
          <p:cNvSpPr/>
          <p:nvPr/>
        </p:nvSpPr>
        <p:spPr>
          <a:xfrm>
            <a:off x="8972106" y="3207490"/>
            <a:ext cx="1063256" cy="861237"/>
          </a:xfrm>
          <a:prstGeom prst="flowChartAlternateProcess">
            <a:avLst/>
          </a:prstGeom>
          <a:solidFill>
            <a:schemeClr val="bg1">
              <a:lumMod val="9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a:solidFill>
                  <a:schemeClr val="tx1"/>
                </a:solidFill>
              </a:rPr>
              <a:t>Yes</a:t>
            </a:r>
          </a:p>
        </p:txBody>
      </p:sp>
      <p:sp>
        <p:nvSpPr>
          <p:cNvPr id="21" name="Flowchart: Alternate Process 20">
            <a:extLst>
              <a:ext uri="{FF2B5EF4-FFF2-40B4-BE49-F238E27FC236}">
                <a16:creationId xmlns:a16="http://schemas.microsoft.com/office/drawing/2014/main" id="{5A34F93B-A174-3742-7F11-1A3EDA0EDB17}"/>
              </a:ext>
            </a:extLst>
          </p:cNvPr>
          <p:cNvSpPr/>
          <p:nvPr/>
        </p:nvSpPr>
        <p:spPr>
          <a:xfrm>
            <a:off x="10056628" y="3207490"/>
            <a:ext cx="1063256" cy="861237"/>
          </a:xfrm>
          <a:prstGeom prst="flowChartAlternateProcess">
            <a:avLst/>
          </a:prstGeom>
          <a:solidFill>
            <a:srgbClr val="00B05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a:t>No</a:t>
            </a:r>
          </a:p>
        </p:txBody>
      </p:sp>
      <p:sp>
        <p:nvSpPr>
          <p:cNvPr id="22" name="Flowchart: Alternate Process 21">
            <a:extLst>
              <a:ext uri="{FF2B5EF4-FFF2-40B4-BE49-F238E27FC236}">
                <a16:creationId xmlns:a16="http://schemas.microsoft.com/office/drawing/2014/main" id="{A9367D6C-2678-81AD-539C-C295CD7E5F38}"/>
              </a:ext>
            </a:extLst>
          </p:cNvPr>
          <p:cNvSpPr/>
          <p:nvPr/>
        </p:nvSpPr>
        <p:spPr>
          <a:xfrm>
            <a:off x="489099" y="4295557"/>
            <a:ext cx="10630785" cy="861237"/>
          </a:xfrm>
          <a:prstGeom prst="flowChartAlternateProcess">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 name="Flowchart: Alternate Process 22">
            <a:extLst>
              <a:ext uri="{FF2B5EF4-FFF2-40B4-BE49-F238E27FC236}">
                <a16:creationId xmlns:a16="http://schemas.microsoft.com/office/drawing/2014/main" id="{59338C3D-30F9-012C-D19E-2EFBEDAC45E8}"/>
              </a:ext>
            </a:extLst>
          </p:cNvPr>
          <p:cNvSpPr/>
          <p:nvPr/>
        </p:nvSpPr>
        <p:spPr>
          <a:xfrm>
            <a:off x="8972106" y="4295556"/>
            <a:ext cx="1063256" cy="861237"/>
          </a:xfrm>
          <a:prstGeom prst="flowChartAlternateProcess">
            <a:avLst/>
          </a:prstGeom>
          <a:solidFill>
            <a:srgbClr val="00B05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a:t>Yes</a:t>
            </a:r>
          </a:p>
        </p:txBody>
      </p:sp>
      <p:sp>
        <p:nvSpPr>
          <p:cNvPr id="24" name="Flowchart: Alternate Process 23">
            <a:extLst>
              <a:ext uri="{FF2B5EF4-FFF2-40B4-BE49-F238E27FC236}">
                <a16:creationId xmlns:a16="http://schemas.microsoft.com/office/drawing/2014/main" id="{3596CB1E-6242-B443-2BB6-4D1E96151CF7}"/>
              </a:ext>
            </a:extLst>
          </p:cNvPr>
          <p:cNvSpPr/>
          <p:nvPr/>
        </p:nvSpPr>
        <p:spPr>
          <a:xfrm>
            <a:off x="10056628" y="4295556"/>
            <a:ext cx="1063256" cy="861237"/>
          </a:xfrm>
          <a:prstGeom prst="flowChartAlternateProcess">
            <a:avLst/>
          </a:prstGeom>
          <a:solidFill>
            <a:schemeClr val="bg1">
              <a:lumMod val="9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a:solidFill>
                  <a:schemeClr val="tx1"/>
                </a:solidFill>
              </a:rPr>
              <a:t>No</a:t>
            </a:r>
          </a:p>
        </p:txBody>
      </p:sp>
      <p:sp>
        <p:nvSpPr>
          <p:cNvPr id="25" name="Flowchart: Alternate Process 24">
            <a:extLst>
              <a:ext uri="{FF2B5EF4-FFF2-40B4-BE49-F238E27FC236}">
                <a16:creationId xmlns:a16="http://schemas.microsoft.com/office/drawing/2014/main" id="{D39ACCBB-E97D-23E0-A52A-71426B10BE86}"/>
              </a:ext>
            </a:extLst>
          </p:cNvPr>
          <p:cNvSpPr/>
          <p:nvPr/>
        </p:nvSpPr>
        <p:spPr>
          <a:xfrm>
            <a:off x="489099" y="5383623"/>
            <a:ext cx="10630785" cy="861237"/>
          </a:xfrm>
          <a:prstGeom prst="flowChartAlternateProcess">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 name="Flowchart: Alternate Process 25">
            <a:extLst>
              <a:ext uri="{FF2B5EF4-FFF2-40B4-BE49-F238E27FC236}">
                <a16:creationId xmlns:a16="http://schemas.microsoft.com/office/drawing/2014/main" id="{2FE5D877-1D43-F3C1-2AC9-7A6080C9C69B}"/>
              </a:ext>
            </a:extLst>
          </p:cNvPr>
          <p:cNvSpPr/>
          <p:nvPr/>
        </p:nvSpPr>
        <p:spPr>
          <a:xfrm>
            <a:off x="8972106" y="5383622"/>
            <a:ext cx="1063256" cy="861237"/>
          </a:xfrm>
          <a:prstGeom prst="flowChartAlternateProcess">
            <a:avLst/>
          </a:prstGeom>
          <a:solidFill>
            <a:schemeClr val="bg1">
              <a:lumMod val="9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a:solidFill>
                  <a:schemeClr val="tx1"/>
                </a:solidFill>
              </a:rPr>
              <a:t>Yes</a:t>
            </a:r>
          </a:p>
        </p:txBody>
      </p:sp>
      <p:sp>
        <p:nvSpPr>
          <p:cNvPr id="27" name="Flowchart: Alternate Process 26">
            <a:extLst>
              <a:ext uri="{FF2B5EF4-FFF2-40B4-BE49-F238E27FC236}">
                <a16:creationId xmlns:a16="http://schemas.microsoft.com/office/drawing/2014/main" id="{4F42F867-E643-9667-94CA-1B8DA5570F8D}"/>
              </a:ext>
            </a:extLst>
          </p:cNvPr>
          <p:cNvSpPr/>
          <p:nvPr/>
        </p:nvSpPr>
        <p:spPr>
          <a:xfrm>
            <a:off x="10056628" y="5383622"/>
            <a:ext cx="1063256" cy="861237"/>
          </a:xfrm>
          <a:prstGeom prst="flowChartAlternateProcess">
            <a:avLst/>
          </a:prstGeom>
          <a:solidFill>
            <a:srgbClr val="00B05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a:t>No</a:t>
            </a:r>
          </a:p>
        </p:txBody>
      </p:sp>
      <p:sp>
        <p:nvSpPr>
          <p:cNvPr id="28" name="TextBox 27">
            <a:extLst>
              <a:ext uri="{FF2B5EF4-FFF2-40B4-BE49-F238E27FC236}">
                <a16:creationId xmlns:a16="http://schemas.microsoft.com/office/drawing/2014/main" id="{C3FF25C1-2C11-963F-3DF7-EF1231ED8E7B}"/>
              </a:ext>
            </a:extLst>
          </p:cNvPr>
          <p:cNvSpPr txBox="1"/>
          <p:nvPr/>
        </p:nvSpPr>
        <p:spPr>
          <a:xfrm>
            <a:off x="637949" y="1118188"/>
            <a:ext cx="8259735" cy="673402"/>
          </a:xfrm>
          <a:prstGeom prst="rect">
            <a:avLst/>
          </a:prstGeom>
          <a:noFill/>
        </p:spPr>
        <p:txBody>
          <a:bodyPr wrap="square" lIns="0" tIns="0" rIns="0" bIns="0" rtlCol="0" anchor="t">
            <a:noAutofit/>
          </a:bodyPr>
          <a:lstStyle/>
          <a:p>
            <a:pPr marL="342900" indent="-342900">
              <a:spcAft>
                <a:spcPts val="300"/>
              </a:spcAft>
              <a:buAutoNum type="arabicPeriod"/>
            </a:pPr>
            <a:r>
              <a:rPr lang="en-US" sz="1400" b="1"/>
              <a:t>ERM is only for large companies.</a:t>
            </a:r>
            <a:endParaRPr lang="en-US"/>
          </a:p>
          <a:p>
            <a:pPr>
              <a:spcAft>
                <a:spcPts val="300"/>
              </a:spcAft>
            </a:pPr>
            <a:r>
              <a:rPr lang="en-US" sz="1400" dirty="0"/>
              <a:t>ERM is applicable to organizations of all sizes i.e. small, medium, and large,  because every organization </a:t>
            </a:r>
            <a:r>
              <a:rPr lang="en-US" sz="1400"/>
              <a:t>faces risks.</a:t>
            </a:r>
            <a:endParaRPr lang="en-GB" sz="1400" err="1">
              <a:latin typeface="+mj-lt"/>
            </a:endParaRPr>
          </a:p>
        </p:txBody>
      </p:sp>
      <p:sp>
        <p:nvSpPr>
          <p:cNvPr id="29" name="TextBox 28">
            <a:extLst>
              <a:ext uri="{FF2B5EF4-FFF2-40B4-BE49-F238E27FC236}">
                <a16:creationId xmlns:a16="http://schemas.microsoft.com/office/drawing/2014/main" id="{DB2F38D4-060A-3F88-4611-CC15A41F03FD}"/>
              </a:ext>
            </a:extLst>
          </p:cNvPr>
          <p:cNvSpPr txBox="1"/>
          <p:nvPr/>
        </p:nvSpPr>
        <p:spPr>
          <a:xfrm>
            <a:off x="637949" y="2292057"/>
            <a:ext cx="8036446" cy="457200"/>
          </a:xfrm>
          <a:prstGeom prst="rect">
            <a:avLst/>
          </a:prstGeom>
          <a:noFill/>
        </p:spPr>
        <p:txBody>
          <a:bodyPr wrap="square" lIns="0" tIns="0" rIns="0" bIns="0" rtlCol="0" anchor="t">
            <a:noAutofit/>
          </a:bodyPr>
          <a:lstStyle/>
          <a:p>
            <a:pPr>
              <a:spcAft>
                <a:spcPts val="300"/>
              </a:spcAft>
            </a:pPr>
            <a:r>
              <a:rPr lang="en-US" sz="1400" b="1"/>
              <a:t>2. ERM improves both value protection and value creation.</a:t>
            </a:r>
          </a:p>
          <a:p>
            <a:pPr>
              <a:spcAft>
                <a:spcPts val="300"/>
              </a:spcAft>
            </a:pPr>
            <a:r>
              <a:rPr lang="en-US" sz="1400"/>
              <a:t>ERM prevents losses (value protection) and supports strategy, innovation, and agility (value creation).</a:t>
            </a:r>
            <a:endParaRPr lang="en-GB" sz="1400" err="1">
              <a:latin typeface="+mj-lt"/>
            </a:endParaRPr>
          </a:p>
        </p:txBody>
      </p:sp>
      <p:sp>
        <p:nvSpPr>
          <p:cNvPr id="30" name="TextBox 29">
            <a:extLst>
              <a:ext uri="{FF2B5EF4-FFF2-40B4-BE49-F238E27FC236}">
                <a16:creationId xmlns:a16="http://schemas.microsoft.com/office/drawing/2014/main" id="{C9DB16C0-13A6-2A81-C79C-FF470665D7DD}"/>
              </a:ext>
            </a:extLst>
          </p:cNvPr>
          <p:cNvSpPr txBox="1"/>
          <p:nvPr/>
        </p:nvSpPr>
        <p:spPr>
          <a:xfrm>
            <a:off x="669844" y="3333305"/>
            <a:ext cx="8291629" cy="457200"/>
          </a:xfrm>
          <a:prstGeom prst="rect">
            <a:avLst/>
          </a:prstGeom>
          <a:noFill/>
        </p:spPr>
        <p:txBody>
          <a:bodyPr wrap="square" lIns="0" tIns="0" rIns="0" bIns="0" rtlCol="0" anchor="t">
            <a:noAutofit/>
          </a:bodyPr>
          <a:lstStyle/>
          <a:p>
            <a:r>
              <a:rPr lang="en-US" sz="1400" b="1"/>
              <a:t>3. Risk identification comes after monitoring.</a:t>
            </a:r>
          </a:p>
          <a:p>
            <a:r>
              <a:rPr lang="en-US" sz="1400"/>
              <a:t>Risk Identification is an early step. It comes before assessment, response, controls, monitoring &amp; reporting.</a:t>
            </a:r>
            <a:endParaRPr lang="en-GB" sz="1400" err="1">
              <a:latin typeface="+mj-lt"/>
            </a:endParaRPr>
          </a:p>
        </p:txBody>
      </p:sp>
      <p:sp>
        <p:nvSpPr>
          <p:cNvPr id="31" name="TextBox 30">
            <a:extLst>
              <a:ext uri="{FF2B5EF4-FFF2-40B4-BE49-F238E27FC236}">
                <a16:creationId xmlns:a16="http://schemas.microsoft.com/office/drawing/2014/main" id="{72C7DC4F-2C14-5A61-D1A7-79262F81D791}"/>
              </a:ext>
            </a:extLst>
          </p:cNvPr>
          <p:cNvSpPr txBox="1"/>
          <p:nvPr/>
        </p:nvSpPr>
        <p:spPr>
          <a:xfrm>
            <a:off x="669844" y="4497574"/>
            <a:ext cx="8259733" cy="457200"/>
          </a:xfrm>
          <a:prstGeom prst="rect">
            <a:avLst/>
          </a:prstGeom>
          <a:noFill/>
        </p:spPr>
        <p:txBody>
          <a:bodyPr wrap="square" lIns="0" tIns="0" rIns="0" bIns="0" rtlCol="0" anchor="t">
            <a:noAutofit/>
          </a:bodyPr>
          <a:lstStyle/>
          <a:p>
            <a:pPr>
              <a:spcAft>
                <a:spcPts val="300"/>
              </a:spcAft>
            </a:pPr>
            <a:r>
              <a:rPr lang="en-US" sz="1400" b="1"/>
              <a:t>4. Governance sets the tone for the entire ERM process.</a:t>
            </a:r>
          </a:p>
          <a:p>
            <a:pPr>
              <a:spcAft>
                <a:spcPts val="300"/>
              </a:spcAft>
            </a:pPr>
            <a:r>
              <a:rPr lang="en-US" sz="1400"/>
              <a:t>Governance &amp; Culture is the starting point and foundation of an effective ERM framework.</a:t>
            </a:r>
            <a:endParaRPr lang="en-GB" sz="1400" err="1">
              <a:latin typeface="+mj-lt"/>
            </a:endParaRPr>
          </a:p>
        </p:txBody>
      </p:sp>
      <p:sp>
        <p:nvSpPr>
          <p:cNvPr id="32" name="TextBox 31">
            <a:extLst>
              <a:ext uri="{FF2B5EF4-FFF2-40B4-BE49-F238E27FC236}">
                <a16:creationId xmlns:a16="http://schemas.microsoft.com/office/drawing/2014/main" id="{7DA0A877-0ED6-19C9-3AA6-BF450B968177}"/>
              </a:ext>
            </a:extLst>
          </p:cNvPr>
          <p:cNvSpPr txBox="1"/>
          <p:nvPr/>
        </p:nvSpPr>
        <p:spPr>
          <a:xfrm>
            <a:off x="669844" y="5598041"/>
            <a:ext cx="7602279" cy="457200"/>
          </a:xfrm>
          <a:prstGeom prst="rect">
            <a:avLst/>
          </a:prstGeom>
          <a:noFill/>
        </p:spPr>
        <p:txBody>
          <a:bodyPr wrap="square" lIns="0" tIns="0" rIns="0" bIns="0" rtlCol="0" anchor="t">
            <a:noAutofit/>
          </a:bodyPr>
          <a:lstStyle/>
          <a:p>
            <a:r>
              <a:rPr lang="en-US" sz="1400" b="1"/>
              <a:t>5. Compliance risks are unrelated to reputational risks.</a:t>
            </a:r>
          </a:p>
          <a:p>
            <a:r>
              <a:rPr lang="en-US" sz="1400"/>
              <a:t>Compliance failures very often lead to reputational damage, making the two highly connected.</a:t>
            </a:r>
            <a:endParaRPr lang="en-GB" sz="1400" b="1" err="1"/>
          </a:p>
        </p:txBody>
      </p:sp>
      <p:sp>
        <p:nvSpPr>
          <p:cNvPr id="34" name="TextBox 33">
            <a:extLst>
              <a:ext uri="{FF2B5EF4-FFF2-40B4-BE49-F238E27FC236}">
                <a16:creationId xmlns:a16="http://schemas.microsoft.com/office/drawing/2014/main" id="{8B586FBA-81AB-C52A-7A5C-971FBECB063F}"/>
              </a:ext>
            </a:extLst>
          </p:cNvPr>
          <p:cNvSpPr txBox="1"/>
          <p:nvPr/>
        </p:nvSpPr>
        <p:spPr>
          <a:xfrm>
            <a:off x="880731" y="318977"/>
            <a:ext cx="9154631" cy="485552"/>
          </a:xfrm>
          <a:prstGeom prst="rect">
            <a:avLst/>
          </a:prstGeom>
          <a:noFill/>
        </p:spPr>
        <p:txBody>
          <a:bodyPr wrap="square" lIns="0" tIns="0" rIns="0" bIns="0" rtlCol="0">
            <a:noAutofit/>
          </a:bodyPr>
          <a:lstStyle/>
          <a:p>
            <a:pPr algn="l"/>
            <a:r>
              <a:rPr lang="en-GB" sz="1600">
                <a:latin typeface="+mj-lt"/>
              </a:rPr>
              <a:t>Test your ERM IQ…</a:t>
            </a:r>
          </a:p>
        </p:txBody>
      </p:sp>
      <p:sp>
        <p:nvSpPr>
          <p:cNvPr id="35" name="Rectangle 34">
            <a:extLst>
              <a:ext uri="{FF2B5EF4-FFF2-40B4-BE49-F238E27FC236}">
                <a16:creationId xmlns:a16="http://schemas.microsoft.com/office/drawing/2014/main" id="{B7DC5E86-1773-E9A9-79E2-BCDDE6B9DEDD}"/>
              </a:ext>
            </a:extLst>
          </p:cNvPr>
          <p:cNvSpPr/>
          <p:nvPr/>
        </p:nvSpPr>
        <p:spPr>
          <a:xfrm>
            <a:off x="0" y="0"/>
            <a:ext cx="12192000" cy="572092"/>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400" b="1">
                <a:solidFill>
                  <a:schemeClr val="bg1"/>
                </a:solidFill>
                <a:latin typeface="Georgia" panose="02040502050405020303" pitchFamily="18" charset="0"/>
              </a:rPr>
              <a:t>Test your ERM IQ…</a:t>
            </a:r>
          </a:p>
        </p:txBody>
      </p:sp>
      <p:sp>
        <p:nvSpPr>
          <p:cNvPr id="4" name="TextBox 3">
            <a:extLst>
              <a:ext uri="{FF2B5EF4-FFF2-40B4-BE49-F238E27FC236}">
                <a16:creationId xmlns:a16="http://schemas.microsoft.com/office/drawing/2014/main" id="{9681BFC8-DA7B-90A2-E703-9530F65233BE}"/>
              </a:ext>
            </a:extLst>
          </p:cNvPr>
          <p:cNvSpPr txBox="1"/>
          <p:nvPr/>
        </p:nvSpPr>
        <p:spPr>
          <a:xfrm>
            <a:off x="11013558" y="6373335"/>
            <a:ext cx="1851838" cy="237255"/>
          </a:xfrm>
          <a:prstGeom prst="rect">
            <a:avLst/>
          </a:prstGeom>
          <a:noFill/>
        </p:spPr>
        <p:txBody>
          <a:bodyPr wrap="square" lIns="0" tIns="0" rIns="0" bIns="0" rtlCol="0">
            <a:noAutofit/>
          </a:bodyPr>
          <a:lstStyle/>
          <a:p>
            <a:pPr algn="l"/>
            <a:r>
              <a:rPr lang="en-GB" sz="1000" i="1">
                <a:latin typeface="+mj-lt"/>
              </a:rPr>
              <a:t>Correct Answer</a:t>
            </a:r>
          </a:p>
        </p:txBody>
      </p:sp>
      <p:sp>
        <p:nvSpPr>
          <p:cNvPr id="5" name="Flowchart: Alternate Process 4">
            <a:extLst>
              <a:ext uri="{FF2B5EF4-FFF2-40B4-BE49-F238E27FC236}">
                <a16:creationId xmlns:a16="http://schemas.microsoft.com/office/drawing/2014/main" id="{9409E77F-112A-21A2-65C0-896A66883A2C}"/>
              </a:ext>
            </a:extLst>
          </p:cNvPr>
          <p:cNvSpPr/>
          <p:nvPr/>
        </p:nvSpPr>
        <p:spPr>
          <a:xfrm>
            <a:off x="10697117" y="6350295"/>
            <a:ext cx="232390" cy="237255"/>
          </a:xfrm>
          <a:prstGeom prst="flowChartAlternateProcess">
            <a:avLst/>
          </a:prstGeom>
          <a:solidFill>
            <a:srgbClr val="00B05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b="1"/>
          </a:p>
        </p:txBody>
      </p:sp>
      <p:sp>
        <p:nvSpPr>
          <p:cNvPr id="8" name="Slide Number Placeholder 3">
            <a:extLst>
              <a:ext uri="{FF2B5EF4-FFF2-40B4-BE49-F238E27FC236}">
                <a16:creationId xmlns:a16="http://schemas.microsoft.com/office/drawing/2014/main" id="{9708204C-A14E-B103-E500-F514C06A7202}"/>
              </a:ext>
            </a:extLst>
          </p:cNvPr>
          <p:cNvSpPr txBox="1">
            <a:spLocks/>
          </p:cNvSpPr>
          <p:nvPr/>
        </p:nvSpPr>
        <p:spPr>
          <a:xfrm>
            <a:off x="11713152" y="6546427"/>
            <a:ext cx="298209" cy="161583"/>
          </a:xfrm>
          <a:prstGeom prst="rect">
            <a:avLst/>
          </a:prstGeom>
        </p:spPr>
        <p:txBody>
          <a:bodyPr vert="horz" wrap="square" lIns="0" tIns="0" rIns="0" bIns="0" rtlCol="0" anchor="b"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spcAft>
                <a:spcPts val="600"/>
              </a:spcAft>
            </a:pPr>
            <a:fld id="{3E6AC032-1535-134B-A583-D5E1DDD0D167}" type="slidenum">
              <a:rPr lang="en-US" sz="900" smtClean="0"/>
              <a:pPr algn="r">
                <a:spcAft>
                  <a:spcPts val="600"/>
                </a:spcAft>
              </a:pPr>
              <a:t>38</a:t>
            </a:fld>
            <a:endParaRPr lang="en-US" sz="900"/>
          </a:p>
        </p:txBody>
      </p:sp>
    </p:spTree>
    <p:custDataLst>
      <p:custData r:id="rId1"/>
    </p:custDataLst>
    <p:extLst>
      <p:ext uri="{BB962C8B-B14F-4D97-AF65-F5344CB8AC3E}">
        <p14:creationId xmlns:p14="http://schemas.microsoft.com/office/powerpoint/2010/main" val="23422780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a:extLst>
            <a:ext uri="{FF2B5EF4-FFF2-40B4-BE49-F238E27FC236}">
              <a16:creationId xmlns:a16="http://schemas.microsoft.com/office/drawing/2014/main" id="{D3904C76-B75A-1BE5-F412-4AD0BF03367D}"/>
            </a:ext>
          </a:extLst>
        </p:cNvPr>
        <p:cNvGrpSpPr/>
        <p:nvPr/>
      </p:nvGrpSpPr>
      <p:grpSpPr>
        <a:xfrm>
          <a:off x="0" y="0"/>
          <a:ext cx="0" cy="0"/>
          <a:chOff x="0" y="0"/>
          <a:chExt cx="0" cy="0"/>
        </a:xfrm>
      </p:grpSpPr>
      <p:sp>
        <p:nvSpPr>
          <p:cNvPr id="13" name="Text Placeholder 12">
            <a:extLst>
              <a:ext uri="{FF2B5EF4-FFF2-40B4-BE49-F238E27FC236}">
                <a16:creationId xmlns:a16="http://schemas.microsoft.com/office/drawing/2014/main" id="{E642E2FE-AC31-F882-A4A0-E030090E0685}"/>
              </a:ext>
            </a:extLst>
          </p:cNvPr>
          <p:cNvSpPr>
            <a:spLocks noGrp="1"/>
          </p:cNvSpPr>
          <p:nvPr>
            <p:ph type="body" idx="1"/>
          </p:nvPr>
        </p:nvSpPr>
        <p:spPr>
          <a:xfrm>
            <a:off x="7811052" y="1050873"/>
            <a:ext cx="3462095" cy="4924425"/>
          </a:xfrm>
        </p:spPr>
        <p:txBody>
          <a:bodyPr/>
          <a:lstStyle/>
          <a:p>
            <a:r>
              <a:rPr lang="en-GB" sz="40000" noProof="0">
                <a:solidFill>
                  <a:schemeClr val="tx1"/>
                </a:solidFill>
                <a:latin typeface="+mj-lt"/>
              </a:rPr>
              <a:t>4</a:t>
            </a:r>
          </a:p>
        </p:txBody>
      </p:sp>
      <p:sp>
        <p:nvSpPr>
          <p:cNvPr id="2" name="TextBox 1">
            <a:extLst>
              <a:ext uri="{FF2B5EF4-FFF2-40B4-BE49-F238E27FC236}">
                <a16:creationId xmlns:a16="http://schemas.microsoft.com/office/drawing/2014/main" id="{FCAF26BA-550C-26B1-37C6-A4926BD32E44}"/>
              </a:ext>
            </a:extLst>
          </p:cNvPr>
          <p:cNvSpPr txBox="1"/>
          <p:nvPr/>
        </p:nvSpPr>
        <p:spPr>
          <a:xfrm>
            <a:off x="223285" y="2753833"/>
            <a:ext cx="7878726" cy="1222102"/>
          </a:xfrm>
          <a:prstGeom prst="rect">
            <a:avLst/>
          </a:prstGeom>
          <a:noFill/>
        </p:spPr>
        <p:txBody>
          <a:bodyPr wrap="square" lIns="0" tIns="0" rIns="0" bIns="0" rtlCol="0">
            <a:noAutofit/>
          </a:bodyPr>
          <a:lstStyle/>
          <a:p>
            <a:r>
              <a:rPr lang="en-US" sz="4400" b="1">
                <a:solidFill>
                  <a:srgbClr val="000000"/>
                </a:solidFill>
                <a:latin typeface="Georgia"/>
              </a:rPr>
              <a:t>Regulatory Oversight</a:t>
            </a:r>
          </a:p>
          <a:p>
            <a:r>
              <a:rPr lang="en-US" sz="2800" i="1">
                <a:solidFill>
                  <a:srgbClr val="000000"/>
                </a:solidFill>
                <a:latin typeface="Georgia"/>
              </a:rPr>
              <a:t>Regulatory Framework  </a:t>
            </a:r>
          </a:p>
          <a:p>
            <a:pPr algn="l"/>
            <a:endParaRPr lang="en-GB" sz="4400" b="1">
              <a:latin typeface="+mj-lt"/>
            </a:endParaRPr>
          </a:p>
        </p:txBody>
      </p:sp>
      <p:cxnSp>
        <p:nvCxnSpPr>
          <p:cNvPr id="4" name="Straight Connector 3">
            <a:extLst>
              <a:ext uri="{FF2B5EF4-FFF2-40B4-BE49-F238E27FC236}">
                <a16:creationId xmlns:a16="http://schemas.microsoft.com/office/drawing/2014/main" id="{95B8221B-C872-104B-AE41-63E49409DB2C}"/>
              </a:ext>
            </a:extLst>
          </p:cNvPr>
          <p:cNvCxnSpPr>
            <a:cxnSpLocks/>
          </p:cNvCxnSpPr>
          <p:nvPr/>
        </p:nvCxnSpPr>
        <p:spPr>
          <a:xfrm>
            <a:off x="2030822" y="4104167"/>
            <a:ext cx="5875926" cy="0"/>
          </a:xfrm>
          <a:prstGeom prst="line">
            <a:avLst/>
          </a:prstGeom>
          <a:ln w="38100"/>
        </p:spPr>
        <p:style>
          <a:lnRef idx="1">
            <a:schemeClr val="dk1"/>
          </a:lnRef>
          <a:fillRef idx="0">
            <a:schemeClr val="dk1"/>
          </a:fillRef>
          <a:effectRef idx="0">
            <a:schemeClr val="dk1"/>
          </a:effectRef>
          <a:fontRef idx="minor">
            <a:schemeClr val="tx1"/>
          </a:fontRef>
        </p:style>
      </p:cxnSp>
    </p:spTree>
    <p:custDataLst>
      <p:custData r:id="rId1"/>
    </p:custDataLst>
    <p:extLst>
      <p:ext uri="{BB962C8B-B14F-4D97-AF65-F5344CB8AC3E}">
        <p14:creationId xmlns:p14="http://schemas.microsoft.com/office/powerpoint/2010/main" val="322493877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7BACBE-AC19-5550-A9AB-50B34D240597}"/>
            </a:ext>
          </a:extLst>
        </p:cNvPr>
        <p:cNvGrpSpPr/>
        <p:nvPr/>
      </p:nvGrpSpPr>
      <p:grpSpPr>
        <a:xfrm>
          <a:off x="0" y="0"/>
          <a:ext cx="0" cy="0"/>
          <a:chOff x="0" y="0"/>
          <a:chExt cx="0" cy="0"/>
        </a:xfrm>
      </p:grpSpPr>
      <p:sp>
        <p:nvSpPr>
          <p:cNvPr id="12" name="Rectangle 11">
            <a:extLst>
              <a:ext uri="{FF2B5EF4-FFF2-40B4-BE49-F238E27FC236}">
                <a16:creationId xmlns:a16="http://schemas.microsoft.com/office/drawing/2014/main" id="{79F56928-4C11-138E-F91F-14792A884FAD}"/>
              </a:ext>
            </a:extLst>
          </p:cNvPr>
          <p:cNvSpPr/>
          <p:nvPr/>
        </p:nvSpPr>
        <p:spPr>
          <a:xfrm>
            <a:off x="0" y="0"/>
            <a:ext cx="12192000" cy="572092"/>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400" b="1">
                <a:solidFill>
                  <a:schemeClr val="bg1"/>
                </a:solidFill>
                <a:latin typeface="Georgia" panose="02040502050405020303" pitchFamily="18" charset="0"/>
              </a:rPr>
              <a:t>Regulatory Framework | Global</a:t>
            </a:r>
          </a:p>
        </p:txBody>
      </p:sp>
      <p:sp>
        <p:nvSpPr>
          <p:cNvPr id="2" name="Slide Number Placeholder 8">
            <a:extLst>
              <a:ext uri="{FF2B5EF4-FFF2-40B4-BE49-F238E27FC236}">
                <a16:creationId xmlns:a16="http://schemas.microsoft.com/office/drawing/2014/main" id="{634CFAC5-7C8B-453A-4D9F-F3360540DE30}"/>
              </a:ext>
            </a:extLst>
          </p:cNvPr>
          <p:cNvSpPr txBox="1">
            <a:spLocks/>
          </p:cNvSpPr>
          <p:nvPr/>
        </p:nvSpPr>
        <p:spPr>
          <a:xfrm>
            <a:off x="11841017" y="6652513"/>
            <a:ext cx="298209" cy="161583"/>
          </a:xfrm>
          <a:prstGeom prst="rect">
            <a:avLst/>
          </a:prstGeom>
        </p:spPr>
        <p:txBody>
          <a:bodyPr vert="horz" wrap="square" lIns="0" tIns="0" rIns="0" bIns="0" rtlCol="0" anchor="b" anchorCtr="0">
            <a:spAutoFit/>
          </a:bodyPr>
          <a:lstStyle>
            <a:defPPr>
              <a:defRPr lang="en-US"/>
            </a:defPPr>
            <a:lvl1pPr marL="0" algn="r" defTabSz="914400" rtl="0" eaLnBrk="1" latinLnBrk="0" hangingPunct="1">
              <a:defRPr sz="1050" kern="1200">
                <a:solidFill>
                  <a:schemeClr val="tx1"/>
                </a:solidFill>
                <a:latin typeface="+mn-lt"/>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7870704B-CE94-48CC-AF30-84932A1262A7}" type="slidenum">
              <a:rPr lang="en-GB" smtClean="0"/>
              <a:pPr/>
              <a:t>40</a:t>
            </a:fld>
            <a:endParaRPr lang="en-GB"/>
          </a:p>
        </p:txBody>
      </p:sp>
      <p:sp>
        <p:nvSpPr>
          <p:cNvPr id="7" name="TextBox 6">
            <a:extLst>
              <a:ext uri="{FF2B5EF4-FFF2-40B4-BE49-F238E27FC236}">
                <a16:creationId xmlns:a16="http://schemas.microsoft.com/office/drawing/2014/main" id="{BB428059-0E47-672A-C7B7-05609D6A7213}"/>
              </a:ext>
            </a:extLst>
          </p:cNvPr>
          <p:cNvSpPr txBox="1"/>
          <p:nvPr/>
        </p:nvSpPr>
        <p:spPr>
          <a:xfrm>
            <a:off x="683471" y="1741957"/>
            <a:ext cx="3217969" cy="3709476"/>
          </a:xfrm>
          <a:prstGeom prst="rect">
            <a:avLst/>
          </a:prstGeom>
        </p:spPr>
        <p:style>
          <a:lnRef idx="3">
            <a:schemeClr val="lt1"/>
          </a:lnRef>
          <a:fillRef idx="1">
            <a:schemeClr val="accent1"/>
          </a:fillRef>
          <a:effectRef idx="1">
            <a:schemeClr val="accent1"/>
          </a:effectRef>
          <a:fontRef idx="minor">
            <a:schemeClr val="lt1"/>
          </a:fontRef>
        </p:style>
        <p:txBody>
          <a:bodyPr wrap="square" lIns="182880" tIns="91440" rIns="182880" bIns="0" rtlCol="0">
            <a:noAutofit/>
          </a:bodyPr>
          <a:lstStyle/>
          <a:p>
            <a:pPr marL="285750" indent="-285750" algn="just">
              <a:buFont typeface="Wingdings" panose="05000000000000000000" pitchFamily="2" charset="2"/>
              <a:buChar char="§"/>
            </a:pPr>
            <a:endParaRPr lang="en-US" sz="1400"/>
          </a:p>
          <a:p>
            <a:pPr marL="285750" indent="-285750" algn="just">
              <a:buFont typeface="Wingdings" panose="05000000000000000000" pitchFamily="2" charset="2"/>
              <a:buChar char="§"/>
            </a:pPr>
            <a:r>
              <a:rPr lang="en-US" sz="1400"/>
              <a:t>The  Committee of Sponsoring Organizations of the Treadway Commission (COSO) developed the most widely recognized framework for </a:t>
            </a:r>
            <a:r>
              <a:rPr lang="en-US" sz="1400" b="1"/>
              <a:t>internal controls</a:t>
            </a:r>
            <a:r>
              <a:rPr lang="en-US" sz="1400"/>
              <a:t>. </a:t>
            </a:r>
          </a:p>
          <a:p>
            <a:pPr algn="just"/>
            <a:endParaRPr lang="en-US" sz="1400"/>
          </a:p>
          <a:p>
            <a:pPr marL="285750" indent="-285750" algn="just">
              <a:buFont typeface="Wingdings" panose="05000000000000000000" pitchFamily="2" charset="2"/>
              <a:buChar char="§"/>
            </a:pPr>
            <a:r>
              <a:rPr lang="en-US" sz="1400"/>
              <a:t>It is a voluntary framework that provides a comprehensive model for </a:t>
            </a:r>
            <a:r>
              <a:rPr lang="en-US" sz="1400" b="1"/>
              <a:t>designing</a:t>
            </a:r>
            <a:r>
              <a:rPr lang="en-US" sz="1400"/>
              <a:t>, </a:t>
            </a:r>
            <a:r>
              <a:rPr lang="en-US" sz="1400" b="1"/>
              <a:t>implementing</a:t>
            </a:r>
            <a:r>
              <a:rPr lang="en-US" sz="1400"/>
              <a:t> and </a:t>
            </a:r>
            <a:r>
              <a:rPr lang="en-US" sz="1400" b="1"/>
              <a:t>evaluating</a:t>
            </a:r>
            <a:r>
              <a:rPr lang="en-US" sz="1400"/>
              <a:t> internal controls. </a:t>
            </a:r>
          </a:p>
        </p:txBody>
      </p:sp>
      <p:sp>
        <p:nvSpPr>
          <p:cNvPr id="8" name="TextBox 7">
            <a:extLst>
              <a:ext uri="{FF2B5EF4-FFF2-40B4-BE49-F238E27FC236}">
                <a16:creationId xmlns:a16="http://schemas.microsoft.com/office/drawing/2014/main" id="{DE28B16E-3C88-5E88-253F-57B4C9DEBCAB}"/>
              </a:ext>
            </a:extLst>
          </p:cNvPr>
          <p:cNvSpPr txBox="1"/>
          <p:nvPr/>
        </p:nvSpPr>
        <p:spPr>
          <a:xfrm>
            <a:off x="4646000" y="1726645"/>
            <a:ext cx="3300720" cy="3746414"/>
          </a:xfrm>
          <a:prstGeom prst="rect">
            <a:avLst/>
          </a:prstGeom>
        </p:spPr>
        <p:style>
          <a:lnRef idx="3">
            <a:schemeClr val="lt1"/>
          </a:lnRef>
          <a:fillRef idx="1">
            <a:schemeClr val="accent2"/>
          </a:fillRef>
          <a:effectRef idx="1">
            <a:schemeClr val="accent2"/>
          </a:effectRef>
          <a:fontRef idx="minor">
            <a:schemeClr val="lt1"/>
          </a:fontRef>
        </p:style>
        <p:txBody>
          <a:bodyPr wrap="square" lIns="182880" tIns="91440" rIns="182880" bIns="0" rtlCol="0">
            <a:noAutofit/>
          </a:bodyPr>
          <a:lstStyle/>
          <a:p>
            <a:pPr algn="just"/>
            <a:endParaRPr lang="en-US" sz="1400">
              <a:solidFill>
                <a:schemeClr val="bg1"/>
              </a:solidFill>
            </a:endParaRPr>
          </a:p>
          <a:p>
            <a:pPr algn="just"/>
            <a:r>
              <a:rPr lang="en-US" sz="1400">
                <a:solidFill>
                  <a:schemeClr val="bg1"/>
                </a:solidFill>
              </a:rPr>
              <a:t>The Sarbanes-Oxley Act of 2002 (SOX) is a US federal law that  applies to the following companies:</a:t>
            </a:r>
          </a:p>
          <a:p>
            <a:pPr algn="just"/>
            <a:endParaRPr lang="en-US" sz="1400">
              <a:solidFill>
                <a:schemeClr val="bg1"/>
              </a:solidFill>
            </a:endParaRPr>
          </a:p>
          <a:p>
            <a:pPr marL="285750" indent="-285750" algn="just">
              <a:buFont typeface="Wingdings" panose="05000000000000000000" pitchFamily="2" charset="2"/>
              <a:buChar char="§"/>
            </a:pPr>
            <a:r>
              <a:rPr lang="en-US" sz="1400">
                <a:solidFill>
                  <a:schemeClr val="bg1"/>
                </a:solidFill>
              </a:rPr>
              <a:t>NYSE or NASDAQ Listed companies and their subsidiaries</a:t>
            </a:r>
          </a:p>
          <a:p>
            <a:pPr marL="285750" indent="-285750" algn="just">
              <a:buFont typeface="Wingdings" panose="05000000000000000000" pitchFamily="2" charset="2"/>
              <a:buChar char="§"/>
            </a:pPr>
            <a:endParaRPr lang="en-US" sz="1400">
              <a:solidFill>
                <a:schemeClr val="bg1"/>
              </a:solidFill>
            </a:endParaRPr>
          </a:p>
          <a:p>
            <a:pPr marL="285750" indent="-285750" algn="just">
              <a:buFont typeface="Wingdings" panose="05000000000000000000" pitchFamily="2" charset="2"/>
              <a:buChar char="§"/>
            </a:pPr>
            <a:r>
              <a:rPr lang="en-US" sz="1400">
                <a:solidFill>
                  <a:schemeClr val="bg1"/>
                </a:solidFill>
              </a:rPr>
              <a:t>Foreign companies that are listed on U.S. stock exchanges or are required to </a:t>
            </a:r>
            <a:r>
              <a:rPr lang="en-US" sz="1400" b="1">
                <a:solidFill>
                  <a:schemeClr val="bg1"/>
                </a:solidFill>
              </a:rPr>
              <a:t>file</a:t>
            </a:r>
            <a:r>
              <a:rPr lang="en-US" sz="1400">
                <a:solidFill>
                  <a:schemeClr val="bg1"/>
                </a:solidFill>
              </a:rPr>
              <a:t> reports with the U.S. SEC.</a:t>
            </a:r>
          </a:p>
          <a:p>
            <a:pPr algn="just"/>
            <a:endParaRPr lang="en-US" sz="1400">
              <a:solidFill>
                <a:schemeClr val="bg1"/>
              </a:solidFill>
            </a:endParaRPr>
          </a:p>
          <a:p>
            <a:pPr algn="just"/>
            <a:r>
              <a:rPr lang="en-US" sz="1200" i="1">
                <a:solidFill>
                  <a:schemeClr val="bg1"/>
                </a:solidFill>
              </a:rPr>
              <a:t>Framework of Australia, Canada, France, Germany, India, Japan, Netherlands, South Africa and the UK mirror the objectives of SOX Act.</a:t>
            </a:r>
          </a:p>
        </p:txBody>
      </p:sp>
      <p:sp>
        <p:nvSpPr>
          <p:cNvPr id="9" name="TextBox 8">
            <a:extLst>
              <a:ext uri="{FF2B5EF4-FFF2-40B4-BE49-F238E27FC236}">
                <a16:creationId xmlns:a16="http://schemas.microsoft.com/office/drawing/2014/main" id="{F45EC99D-2BAB-4A26-85C7-998C1FCAA500}"/>
              </a:ext>
            </a:extLst>
          </p:cNvPr>
          <p:cNvSpPr txBox="1"/>
          <p:nvPr/>
        </p:nvSpPr>
        <p:spPr>
          <a:xfrm>
            <a:off x="8718084" y="1723304"/>
            <a:ext cx="3300720" cy="3746414"/>
          </a:xfrm>
          <a:prstGeom prst="rect">
            <a:avLst/>
          </a:prstGeom>
          <a:solidFill>
            <a:schemeClr val="bg2">
              <a:lumMod val="90000"/>
            </a:schemeClr>
          </a:solidFill>
        </p:spPr>
        <p:style>
          <a:lnRef idx="3">
            <a:schemeClr val="lt1"/>
          </a:lnRef>
          <a:fillRef idx="1">
            <a:schemeClr val="accent5"/>
          </a:fillRef>
          <a:effectRef idx="1">
            <a:schemeClr val="accent5"/>
          </a:effectRef>
          <a:fontRef idx="minor">
            <a:schemeClr val="lt1"/>
          </a:fontRef>
        </p:style>
        <p:txBody>
          <a:bodyPr wrap="square" lIns="182880" tIns="91440" rIns="182880" bIns="0" rtlCol="0">
            <a:noAutofit/>
          </a:bodyPr>
          <a:lstStyle/>
          <a:p>
            <a:pPr marL="285750" indent="-285750" algn="just">
              <a:buFont typeface="Wingdings" panose="05000000000000000000" pitchFamily="2" charset="2"/>
              <a:buChar char="§"/>
            </a:pPr>
            <a:endParaRPr lang="en-US" sz="1400"/>
          </a:p>
          <a:p>
            <a:pPr marL="285750" indent="-285750" algn="just">
              <a:buFont typeface="Wingdings" panose="05000000000000000000" pitchFamily="2" charset="2"/>
              <a:buChar char="§"/>
            </a:pPr>
            <a:r>
              <a:rPr lang="en-US" sz="1400">
                <a:solidFill>
                  <a:schemeClr val="tx1"/>
                </a:solidFill>
              </a:rPr>
              <a:t>International Organization for Standardization (ISO) 31000 is an international standard that provides </a:t>
            </a:r>
            <a:r>
              <a:rPr lang="en-US" sz="1400" b="1">
                <a:solidFill>
                  <a:schemeClr val="tx1"/>
                </a:solidFill>
              </a:rPr>
              <a:t>principles</a:t>
            </a:r>
            <a:r>
              <a:rPr lang="en-US" sz="1400">
                <a:solidFill>
                  <a:schemeClr val="tx1"/>
                </a:solidFill>
              </a:rPr>
              <a:t> and </a:t>
            </a:r>
            <a:r>
              <a:rPr lang="en-US" sz="1400" b="1">
                <a:solidFill>
                  <a:schemeClr val="tx1"/>
                </a:solidFill>
              </a:rPr>
              <a:t>guidelines </a:t>
            </a:r>
            <a:r>
              <a:rPr lang="en-US" sz="1400">
                <a:solidFill>
                  <a:schemeClr val="tx1"/>
                </a:solidFill>
              </a:rPr>
              <a:t>for risk management. </a:t>
            </a:r>
          </a:p>
          <a:p>
            <a:pPr algn="just"/>
            <a:endParaRPr lang="en-US" sz="1400">
              <a:solidFill>
                <a:schemeClr val="tx1"/>
              </a:solidFill>
            </a:endParaRPr>
          </a:p>
          <a:p>
            <a:pPr marL="285750" indent="-285750" algn="just">
              <a:buFont typeface="Wingdings" panose="05000000000000000000" pitchFamily="2" charset="2"/>
              <a:buChar char="§"/>
            </a:pPr>
            <a:r>
              <a:rPr lang="en-US" sz="1400">
                <a:solidFill>
                  <a:schemeClr val="tx1"/>
                </a:solidFill>
              </a:rPr>
              <a:t>It outlines a comprehensive approach to </a:t>
            </a:r>
            <a:r>
              <a:rPr lang="en-US" sz="1400" b="1">
                <a:solidFill>
                  <a:schemeClr val="tx1"/>
                </a:solidFill>
              </a:rPr>
              <a:t>identify, analyze, evaluate, monitor</a:t>
            </a:r>
            <a:r>
              <a:rPr lang="en-US" sz="1400">
                <a:solidFill>
                  <a:schemeClr val="tx1"/>
                </a:solidFill>
              </a:rPr>
              <a:t> and </a:t>
            </a:r>
            <a:r>
              <a:rPr lang="en-US" sz="1400" b="1">
                <a:solidFill>
                  <a:schemeClr val="tx1"/>
                </a:solidFill>
              </a:rPr>
              <a:t>communicate</a:t>
            </a:r>
            <a:r>
              <a:rPr lang="en-US" sz="1400">
                <a:solidFill>
                  <a:schemeClr val="tx1"/>
                </a:solidFill>
              </a:rPr>
              <a:t> risks across an organization</a:t>
            </a:r>
            <a:r>
              <a:rPr lang="en-US" sz="1400"/>
              <a:t>.</a:t>
            </a:r>
          </a:p>
        </p:txBody>
      </p:sp>
      <p:sp>
        <p:nvSpPr>
          <p:cNvPr id="13" name="TextBox 12">
            <a:extLst>
              <a:ext uri="{FF2B5EF4-FFF2-40B4-BE49-F238E27FC236}">
                <a16:creationId xmlns:a16="http://schemas.microsoft.com/office/drawing/2014/main" id="{5B0E1668-B5AF-EBDB-2C4E-FD85944D1538}"/>
              </a:ext>
            </a:extLst>
          </p:cNvPr>
          <p:cNvSpPr txBox="1"/>
          <p:nvPr/>
        </p:nvSpPr>
        <p:spPr>
          <a:xfrm rot="16200000">
            <a:off x="-1353257" y="3276653"/>
            <a:ext cx="3691190" cy="658368"/>
          </a:xfrm>
          <a:prstGeom prst="flowChartOffpageConnector">
            <a:avLst/>
          </a:prstGeom>
          <a:ln>
            <a:solidFill>
              <a:schemeClr val="tx1">
                <a:lumMod val="85000"/>
                <a:lumOff val="15000"/>
              </a:schemeClr>
            </a:solidFill>
          </a:ln>
        </p:spPr>
        <p:style>
          <a:lnRef idx="2">
            <a:schemeClr val="accent6"/>
          </a:lnRef>
          <a:fillRef idx="1">
            <a:schemeClr val="lt1"/>
          </a:fillRef>
          <a:effectRef idx="0">
            <a:schemeClr val="accent6"/>
          </a:effectRef>
          <a:fontRef idx="minor">
            <a:schemeClr val="dk1"/>
          </a:fontRef>
        </p:style>
        <p:txBody>
          <a:bodyPr wrap="square" lIns="0" tIns="0" rIns="0" bIns="0" rtlCol="0" anchor="ctr">
            <a:noAutofit/>
          </a:bodyPr>
          <a:lstStyle/>
          <a:p>
            <a:pPr algn="ctr"/>
            <a:endParaRPr lang="en-US" sz="1400" b="1">
              <a:solidFill>
                <a:schemeClr val="tx1"/>
              </a:solidFill>
            </a:endParaRPr>
          </a:p>
          <a:p>
            <a:pPr algn="ctr"/>
            <a:endParaRPr lang="en-US" sz="1400" b="1">
              <a:solidFill>
                <a:schemeClr val="tx1"/>
              </a:solidFill>
            </a:endParaRPr>
          </a:p>
          <a:p>
            <a:pPr algn="ctr"/>
            <a:r>
              <a:rPr lang="en-US" sz="1600" b="1">
                <a:solidFill>
                  <a:schemeClr val="tx1"/>
                </a:solidFill>
              </a:rPr>
              <a:t>COSO Framework</a:t>
            </a:r>
            <a:endParaRPr lang="en-US" sz="1600">
              <a:solidFill>
                <a:schemeClr val="tx1"/>
              </a:solidFill>
            </a:endParaRPr>
          </a:p>
          <a:p>
            <a:pPr algn="ctr"/>
            <a:endParaRPr lang="en-US" sz="900">
              <a:solidFill>
                <a:schemeClr val="tx1"/>
              </a:solidFill>
            </a:endParaRPr>
          </a:p>
          <a:p>
            <a:pPr algn="ctr"/>
            <a:endParaRPr lang="en-US" sz="1400" b="1">
              <a:solidFill>
                <a:schemeClr val="tx1"/>
              </a:solidFill>
            </a:endParaRPr>
          </a:p>
        </p:txBody>
      </p:sp>
      <p:sp>
        <p:nvSpPr>
          <p:cNvPr id="14" name="TextBox 13">
            <a:extLst>
              <a:ext uri="{FF2B5EF4-FFF2-40B4-BE49-F238E27FC236}">
                <a16:creationId xmlns:a16="http://schemas.microsoft.com/office/drawing/2014/main" id="{C1EC95EE-15BD-5247-8341-44A53884CE8B}"/>
              </a:ext>
            </a:extLst>
          </p:cNvPr>
          <p:cNvSpPr txBox="1"/>
          <p:nvPr/>
        </p:nvSpPr>
        <p:spPr>
          <a:xfrm rot="16200000">
            <a:off x="2622495" y="3259655"/>
            <a:ext cx="3709479" cy="674073"/>
          </a:xfrm>
          <a:prstGeom prst="flowChartOffpageConnector">
            <a:avLst/>
          </a:prstGeom>
          <a:ln>
            <a:solidFill>
              <a:schemeClr val="tx1">
                <a:lumMod val="85000"/>
                <a:lumOff val="15000"/>
              </a:schemeClr>
            </a:solidFill>
          </a:ln>
        </p:spPr>
        <p:style>
          <a:lnRef idx="2">
            <a:schemeClr val="accent6"/>
          </a:lnRef>
          <a:fillRef idx="1">
            <a:schemeClr val="lt1"/>
          </a:fillRef>
          <a:effectRef idx="0">
            <a:schemeClr val="accent6"/>
          </a:effectRef>
          <a:fontRef idx="minor">
            <a:schemeClr val="dk1"/>
          </a:fontRef>
        </p:style>
        <p:txBody>
          <a:bodyPr wrap="square" lIns="0" tIns="0" rIns="0" bIns="0" rtlCol="0" anchor="ctr">
            <a:noAutofit/>
          </a:bodyPr>
          <a:lstStyle/>
          <a:p>
            <a:pPr algn="ctr"/>
            <a:endParaRPr lang="en-US" sz="400" b="1">
              <a:solidFill>
                <a:schemeClr val="tx1"/>
              </a:solidFill>
            </a:endParaRPr>
          </a:p>
          <a:p>
            <a:pPr algn="ctr"/>
            <a:r>
              <a:rPr lang="en-US" sz="1600" b="1">
                <a:solidFill>
                  <a:schemeClr val="tx1"/>
                </a:solidFill>
              </a:rPr>
              <a:t>SOX Act</a:t>
            </a:r>
          </a:p>
        </p:txBody>
      </p:sp>
      <p:sp>
        <p:nvSpPr>
          <p:cNvPr id="17" name="TextBox 16">
            <a:extLst>
              <a:ext uri="{FF2B5EF4-FFF2-40B4-BE49-F238E27FC236}">
                <a16:creationId xmlns:a16="http://schemas.microsoft.com/office/drawing/2014/main" id="{8361359A-3A34-498D-C6C5-ED87692B25A4}"/>
              </a:ext>
            </a:extLst>
          </p:cNvPr>
          <p:cNvSpPr txBox="1"/>
          <p:nvPr/>
        </p:nvSpPr>
        <p:spPr>
          <a:xfrm rot="16200000">
            <a:off x="6676753" y="3267656"/>
            <a:ext cx="3709480" cy="658070"/>
          </a:xfrm>
          <a:prstGeom prst="flowChartOffpageConnector">
            <a:avLst/>
          </a:prstGeom>
          <a:ln>
            <a:solidFill>
              <a:schemeClr val="tx1">
                <a:lumMod val="85000"/>
                <a:lumOff val="15000"/>
              </a:schemeClr>
            </a:solidFill>
          </a:ln>
        </p:spPr>
        <p:style>
          <a:lnRef idx="2">
            <a:schemeClr val="accent6"/>
          </a:lnRef>
          <a:fillRef idx="1">
            <a:schemeClr val="lt1"/>
          </a:fillRef>
          <a:effectRef idx="0">
            <a:schemeClr val="accent6"/>
          </a:effectRef>
          <a:fontRef idx="minor">
            <a:schemeClr val="dk1"/>
          </a:fontRef>
        </p:style>
        <p:txBody>
          <a:bodyPr wrap="square" lIns="0" tIns="0" rIns="0" bIns="0" rtlCol="0" anchor="ctr">
            <a:noAutofit/>
          </a:bodyPr>
          <a:lstStyle/>
          <a:p>
            <a:pPr algn="ctr"/>
            <a:endParaRPr lang="en-US" sz="1400" b="1">
              <a:solidFill>
                <a:schemeClr val="tx1"/>
              </a:solidFill>
            </a:endParaRPr>
          </a:p>
          <a:p>
            <a:pPr algn="ctr"/>
            <a:endParaRPr lang="en-US" sz="1400" b="1">
              <a:solidFill>
                <a:schemeClr val="tx1"/>
              </a:solidFill>
            </a:endParaRPr>
          </a:p>
          <a:p>
            <a:pPr algn="ctr"/>
            <a:endParaRPr lang="en-US" sz="1400" b="1">
              <a:solidFill>
                <a:schemeClr val="tx1"/>
              </a:solidFill>
            </a:endParaRPr>
          </a:p>
          <a:p>
            <a:pPr algn="ctr"/>
            <a:r>
              <a:rPr lang="en-US" sz="1600" b="1">
                <a:solidFill>
                  <a:schemeClr val="tx1"/>
                </a:solidFill>
              </a:rPr>
              <a:t>ISO 31000</a:t>
            </a:r>
            <a:endParaRPr lang="en-US" sz="1400">
              <a:solidFill>
                <a:schemeClr val="tx1"/>
              </a:solidFill>
            </a:endParaRPr>
          </a:p>
          <a:p>
            <a:pPr algn="ctr"/>
            <a:endParaRPr lang="en-US" sz="1400" b="1">
              <a:solidFill>
                <a:schemeClr val="tx1"/>
              </a:solidFill>
            </a:endParaRPr>
          </a:p>
          <a:p>
            <a:pPr algn="ctr"/>
            <a:endParaRPr lang="en-US" sz="1400" b="1">
              <a:solidFill>
                <a:schemeClr val="tx1"/>
              </a:solidFill>
            </a:endParaRPr>
          </a:p>
        </p:txBody>
      </p:sp>
      <p:sp>
        <p:nvSpPr>
          <p:cNvPr id="15" name="TextBox 14">
            <a:extLst>
              <a:ext uri="{FF2B5EF4-FFF2-40B4-BE49-F238E27FC236}">
                <a16:creationId xmlns:a16="http://schemas.microsoft.com/office/drawing/2014/main" id="{667FEEAD-4BFB-89C1-B554-2C02CA2A866A}"/>
              </a:ext>
            </a:extLst>
          </p:cNvPr>
          <p:cNvSpPr txBox="1"/>
          <p:nvPr/>
        </p:nvSpPr>
        <p:spPr>
          <a:xfrm>
            <a:off x="190526" y="914812"/>
            <a:ext cx="11948700" cy="338420"/>
          </a:xfrm>
          <a:prstGeom prst="rect">
            <a:avLst/>
          </a:prstGeom>
          <a:noFill/>
        </p:spPr>
        <p:txBody>
          <a:bodyPr wrap="square" lIns="0" tIns="0" rIns="0" bIns="0" rtlCol="0">
            <a:noAutofit/>
          </a:bodyPr>
          <a:lstStyle/>
          <a:p>
            <a:pPr algn="just"/>
            <a:r>
              <a:rPr lang="en-US" sz="1400"/>
              <a:t>Let us understand the three key global frameworks that support effective governance, strengthened internal controls and risk oversight. </a:t>
            </a:r>
          </a:p>
          <a:p>
            <a:pPr algn="just"/>
            <a:endParaRPr lang="en-US" sz="1400"/>
          </a:p>
        </p:txBody>
      </p:sp>
      <p:sp>
        <p:nvSpPr>
          <p:cNvPr id="24" name="TextBox 23">
            <a:extLst>
              <a:ext uri="{FF2B5EF4-FFF2-40B4-BE49-F238E27FC236}">
                <a16:creationId xmlns:a16="http://schemas.microsoft.com/office/drawing/2014/main" id="{A8DB8ABF-A5CC-B789-9FA5-E50C5F925508}"/>
              </a:ext>
            </a:extLst>
          </p:cNvPr>
          <p:cNvSpPr txBox="1"/>
          <p:nvPr/>
        </p:nvSpPr>
        <p:spPr>
          <a:xfrm>
            <a:off x="237102" y="5963363"/>
            <a:ext cx="11665523" cy="466370"/>
          </a:xfrm>
          <a:prstGeom prst="rect">
            <a:avLst/>
          </a:prstGeom>
          <a:noFill/>
        </p:spPr>
        <p:txBody>
          <a:bodyPr wrap="square" lIns="0" tIns="0" rIns="0" bIns="0" rtlCol="0">
            <a:noAutofit/>
          </a:bodyPr>
          <a:lstStyle/>
          <a:p>
            <a:pPr algn="ctr"/>
            <a:r>
              <a:rPr lang="en-US" sz="1400" b="1" i="1"/>
              <a:t>COSO</a:t>
            </a:r>
            <a:r>
              <a:rPr lang="en-US" sz="1400" i="1"/>
              <a:t> provides a structured model for internal controls, </a:t>
            </a:r>
            <a:r>
              <a:rPr lang="en-US" sz="1400" b="1" i="1"/>
              <a:t>SOX</a:t>
            </a:r>
            <a:r>
              <a:rPr lang="en-US" sz="1400" i="1"/>
              <a:t> strengthens corporate accountability for listed companies, and </a:t>
            </a:r>
            <a:r>
              <a:rPr lang="en-US" sz="1400" b="1" i="1"/>
              <a:t>ISO 31000 </a:t>
            </a:r>
            <a:r>
              <a:rPr lang="en-US" sz="1400" i="1"/>
              <a:t>offers principles for enterprise-wide risk management.</a:t>
            </a:r>
            <a:endParaRPr lang="en-US" sz="1400" i="1">
              <a:latin typeface="+mj-lt"/>
            </a:endParaRPr>
          </a:p>
        </p:txBody>
      </p:sp>
    </p:spTree>
    <p:custDataLst>
      <p:custData r:id="rId1"/>
    </p:custDataLst>
    <p:extLst>
      <p:ext uri="{BB962C8B-B14F-4D97-AF65-F5344CB8AC3E}">
        <p14:creationId xmlns:p14="http://schemas.microsoft.com/office/powerpoint/2010/main" val="253970004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A98C06-3DA3-2BE7-3017-C51D86F28309}"/>
            </a:ext>
          </a:extLst>
        </p:cNvPr>
        <p:cNvGrpSpPr/>
        <p:nvPr/>
      </p:nvGrpSpPr>
      <p:grpSpPr>
        <a:xfrm>
          <a:off x="0" y="0"/>
          <a:ext cx="0" cy="0"/>
          <a:chOff x="0" y="0"/>
          <a:chExt cx="0" cy="0"/>
        </a:xfrm>
      </p:grpSpPr>
      <p:sp>
        <p:nvSpPr>
          <p:cNvPr id="12" name="Rectangle 11">
            <a:extLst>
              <a:ext uri="{FF2B5EF4-FFF2-40B4-BE49-F238E27FC236}">
                <a16:creationId xmlns:a16="http://schemas.microsoft.com/office/drawing/2014/main" id="{C6116B6B-E62C-403D-5A99-D62D800C2455}"/>
              </a:ext>
            </a:extLst>
          </p:cNvPr>
          <p:cNvSpPr/>
          <p:nvPr/>
        </p:nvSpPr>
        <p:spPr>
          <a:xfrm>
            <a:off x="0" y="0"/>
            <a:ext cx="12192000" cy="572092"/>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400" b="1">
                <a:solidFill>
                  <a:schemeClr val="bg1"/>
                </a:solidFill>
                <a:latin typeface="Georgia" panose="02040502050405020303" pitchFamily="18" charset="0"/>
              </a:rPr>
              <a:t>COSO Framework</a:t>
            </a:r>
          </a:p>
        </p:txBody>
      </p:sp>
      <p:sp>
        <p:nvSpPr>
          <p:cNvPr id="2" name="Slide Number Placeholder 8">
            <a:extLst>
              <a:ext uri="{FF2B5EF4-FFF2-40B4-BE49-F238E27FC236}">
                <a16:creationId xmlns:a16="http://schemas.microsoft.com/office/drawing/2014/main" id="{B63139D3-51D3-566D-4C81-53C0F4E8D3E2}"/>
              </a:ext>
            </a:extLst>
          </p:cNvPr>
          <p:cNvSpPr txBox="1">
            <a:spLocks/>
          </p:cNvSpPr>
          <p:nvPr/>
        </p:nvSpPr>
        <p:spPr>
          <a:xfrm>
            <a:off x="11696061" y="6547104"/>
            <a:ext cx="298209" cy="161583"/>
          </a:xfrm>
          <a:prstGeom prst="rect">
            <a:avLst/>
          </a:prstGeom>
        </p:spPr>
        <p:txBody>
          <a:bodyPr vert="horz" wrap="square" lIns="0" tIns="0" rIns="0" bIns="0" rtlCol="0" anchor="b" anchorCtr="0">
            <a:spAutoFit/>
          </a:bodyPr>
          <a:lstStyle>
            <a:defPPr>
              <a:defRPr lang="en-US"/>
            </a:defPPr>
            <a:lvl1pPr marL="0" algn="r" defTabSz="914400" rtl="0" eaLnBrk="1" latinLnBrk="0" hangingPunct="1">
              <a:defRPr sz="1050" kern="1200">
                <a:solidFill>
                  <a:schemeClr val="tx1"/>
                </a:solidFill>
                <a:latin typeface="+mn-lt"/>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7870704B-CE94-48CC-AF30-84932A1262A7}" type="slidenum">
              <a:rPr lang="en-GB" smtClean="0"/>
              <a:pPr/>
              <a:t>41</a:t>
            </a:fld>
            <a:endParaRPr lang="en-GB"/>
          </a:p>
        </p:txBody>
      </p:sp>
      <p:grpSp>
        <p:nvGrpSpPr>
          <p:cNvPr id="36" name="Group 35">
            <a:extLst>
              <a:ext uri="{FF2B5EF4-FFF2-40B4-BE49-F238E27FC236}">
                <a16:creationId xmlns:a16="http://schemas.microsoft.com/office/drawing/2014/main" id="{CB93ABBD-70B8-50F1-CF38-99E9400BA3B8}"/>
              </a:ext>
            </a:extLst>
          </p:cNvPr>
          <p:cNvGrpSpPr/>
          <p:nvPr/>
        </p:nvGrpSpPr>
        <p:grpSpPr>
          <a:xfrm>
            <a:off x="217333" y="1817347"/>
            <a:ext cx="11816128" cy="4484097"/>
            <a:chOff x="311481" y="1629623"/>
            <a:chExt cx="11816128" cy="4484097"/>
          </a:xfrm>
        </p:grpSpPr>
        <p:sp>
          <p:nvSpPr>
            <p:cNvPr id="10" name="Chevron 77">
              <a:extLst>
                <a:ext uri="{FF2B5EF4-FFF2-40B4-BE49-F238E27FC236}">
                  <a16:creationId xmlns:a16="http://schemas.microsoft.com/office/drawing/2014/main" id="{A23B0E4F-9484-E6BA-C7C7-DA9344E7A9E9}"/>
                </a:ext>
              </a:extLst>
            </p:cNvPr>
            <p:cNvSpPr/>
            <p:nvPr/>
          </p:nvSpPr>
          <p:spPr bwMode="ltGray">
            <a:xfrm>
              <a:off x="2654338" y="2876792"/>
              <a:ext cx="2664782" cy="1360388"/>
            </a:xfrm>
            <a:prstGeom prst="chevron">
              <a:avLst>
                <a:gd name="adj" fmla="val 31595"/>
              </a:avLst>
            </a:prstGeom>
            <a:solidFill>
              <a:schemeClr val="accent1">
                <a:lumMod val="60000"/>
                <a:lumOff val="4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err="1">
                <a:solidFill>
                  <a:schemeClr val="bg1"/>
                </a:solidFill>
                <a:latin typeface="Georgia" pitchFamily="18" charset="0"/>
              </a:endParaRPr>
            </a:p>
          </p:txBody>
        </p:sp>
        <p:sp>
          <p:nvSpPr>
            <p:cNvPr id="11" name="Pentagon 76">
              <a:extLst>
                <a:ext uri="{FF2B5EF4-FFF2-40B4-BE49-F238E27FC236}">
                  <a16:creationId xmlns:a16="http://schemas.microsoft.com/office/drawing/2014/main" id="{5F798BF9-DBC9-8193-33A4-8738BB56A5B6}"/>
                </a:ext>
              </a:extLst>
            </p:cNvPr>
            <p:cNvSpPr/>
            <p:nvPr/>
          </p:nvSpPr>
          <p:spPr bwMode="ltGray">
            <a:xfrm>
              <a:off x="323531" y="2886065"/>
              <a:ext cx="2728014" cy="1351114"/>
            </a:xfrm>
            <a:prstGeom prst="homePlate">
              <a:avLst>
                <a:gd name="adj" fmla="val 31469"/>
              </a:avLst>
            </a:prstGeom>
            <a:solidFill>
              <a:schemeClr val="accent1"/>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err="1">
                <a:solidFill>
                  <a:schemeClr val="bg1"/>
                </a:solidFill>
                <a:latin typeface="Georgia" pitchFamily="18" charset="0"/>
              </a:endParaRPr>
            </a:p>
          </p:txBody>
        </p:sp>
        <p:sp>
          <p:nvSpPr>
            <p:cNvPr id="13" name="Chevron 78">
              <a:extLst>
                <a:ext uri="{FF2B5EF4-FFF2-40B4-BE49-F238E27FC236}">
                  <a16:creationId xmlns:a16="http://schemas.microsoft.com/office/drawing/2014/main" id="{18E5CC9B-821B-F965-E63B-39E7B6E33F64}"/>
                </a:ext>
              </a:extLst>
            </p:cNvPr>
            <p:cNvSpPr/>
            <p:nvPr/>
          </p:nvSpPr>
          <p:spPr bwMode="ltGray">
            <a:xfrm>
              <a:off x="4923834" y="2876792"/>
              <a:ext cx="2664782" cy="1360388"/>
            </a:xfrm>
            <a:prstGeom prst="chevron">
              <a:avLst>
                <a:gd name="adj" fmla="val 31595"/>
              </a:avLst>
            </a:prstGeom>
            <a:solidFill>
              <a:schemeClr val="accent1">
                <a:lumMod val="40000"/>
                <a:lumOff val="6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err="1">
                <a:solidFill>
                  <a:schemeClr val="bg1"/>
                </a:solidFill>
                <a:latin typeface="Georgia" pitchFamily="18" charset="0"/>
              </a:endParaRPr>
            </a:p>
          </p:txBody>
        </p:sp>
        <p:sp>
          <p:nvSpPr>
            <p:cNvPr id="15" name="Chevron 79">
              <a:extLst>
                <a:ext uri="{FF2B5EF4-FFF2-40B4-BE49-F238E27FC236}">
                  <a16:creationId xmlns:a16="http://schemas.microsoft.com/office/drawing/2014/main" id="{1AACD3ED-C453-355D-5B8E-5417EB8C6649}"/>
                </a:ext>
              </a:extLst>
            </p:cNvPr>
            <p:cNvSpPr/>
            <p:nvPr/>
          </p:nvSpPr>
          <p:spPr bwMode="ltGray">
            <a:xfrm>
              <a:off x="7193331" y="2876792"/>
              <a:ext cx="2664782" cy="1360388"/>
            </a:xfrm>
            <a:prstGeom prst="chevron">
              <a:avLst>
                <a:gd name="adj" fmla="val 31595"/>
              </a:avLst>
            </a:prstGeom>
            <a:solidFill>
              <a:schemeClr val="bg1">
                <a:lumMod val="6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err="1">
                <a:solidFill>
                  <a:schemeClr val="bg1"/>
                </a:solidFill>
                <a:latin typeface="Georgia" pitchFamily="18" charset="0"/>
              </a:endParaRPr>
            </a:p>
          </p:txBody>
        </p:sp>
        <p:sp>
          <p:nvSpPr>
            <p:cNvPr id="16" name="Chevron 80">
              <a:extLst>
                <a:ext uri="{FF2B5EF4-FFF2-40B4-BE49-F238E27FC236}">
                  <a16:creationId xmlns:a16="http://schemas.microsoft.com/office/drawing/2014/main" id="{BC340516-A7E3-FC74-8A1B-556A1300539E}"/>
                </a:ext>
              </a:extLst>
            </p:cNvPr>
            <p:cNvSpPr/>
            <p:nvPr/>
          </p:nvSpPr>
          <p:spPr bwMode="ltGray">
            <a:xfrm>
              <a:off x="9462827" y="2876792"/>
              <a:ext cx="2664782" cy="1360388"/>
            </a:xfrm>
            <a:prstGeom prst="chevron">
              <a:avLst>
                <a:gd name="adj" fmla="val 31595"/>
              </a:avLst>
            </a:prstGeom>
            <a:solidFill>
              <a:schemeClr val="bg1">
                <a:lumMod val="8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err="1">
                <a:solidFill>
                  <a:schemeClr val="bg1"/>
                </a:solidFill>
                <a:latin typeface="Georgia" pitchFamily="18" charset="0"/>
              </a:endParaRPr>
            </a:p>
          </p:txBody>
        </p:sp>
        <p:sp>
          <p:nvSpPr>
            <p:cNvPr id="18" name="Text Box 6">
              <a:extLst>
                <a:ext uri="{FF2B5EF4-FFF2-40B4-BE49-F238E27FC236}">
                  <a16:creationId xmlns:a16="http://schemas.microsoft.com/office/drawing/2014/main" id="{EDFE59A7-6496-B8F9-E1FE-06E3D5005241}"/>
                </a:ext>
              </a:extLst>
            </p:cNvPr>
            <p:cNvSpPr txBox="1">
              <a:spLocks noChangeAspect="1" noChangeArrowheads="1"/>
            </p:cNvSpPr>
            <p:nvPr/>
          </p:nvSpPr>
          <p:spPr bwMode="gray">
            <a:xfrm>
              <a:off x="380306" y="3381790"/>
              <a:ext cx="2258080" cy="655734"/>
            </a:xfrm>
            <a:prstGeom prst="rect">
              <a:avLst/>
            </a:prstGeom>
            <a:noFill/>
            <a:ln w="9525">
              <a:noFill/>
              <a:miter lim="800000"/>
              <a:headEnd/>
              <a:tailEnd/>
            </a:ln>
          </p:spPr>
          <p:txBody>
            <a:bodyPr wrap="square" lIns="90000" tIns="90000" rIns="72000" bIns="90000">
              <a:spAutoFit/>
            </a:bodyPr>
            <a:lstStyle/>
            <a:p>
              <a:pPr algn="ctr" defTabSz="801688">
                <a:spcBef>
                  <a:spcPct val="20000"/>
                </a:spcBef>
              </a:pPr>
              <a:r>
                <a:rPr lang="en-US" sz="1400" b="1">
                  <a:solidFill>
                    <a:schemeClr val="bg1"/>
                  </a:solidFill>
                </a:rPr>
                <a:t>Control Environment</a:t>
              </a:r>
            </a:p>
            <a:p>
              <a:pPr algn="ctr" defTabSz="801688">
                <a:spcBef>
                  <a:spcPct val="20000"/>
                </a:spcBef>
              </a:pPr>
              <a:endParaRPr lang="de-DE" sz="1400" b="1" i="1">
                <a:solidFill>
                  <a:schemeClr val="bg1"/>
                </a:solidFill>
                <a:latin typeface="+mj-lt"/>
                <a:cs typeface="Arial" charset="0"/>
              </a:endParaRPr>
            </a:p>
          </p:txBody>
        </p:sp>
        <p:sp>
          <p:nvSpPr>
            <p:cNvPr id="19" name="Text Box 11">
              <a:extLst>
                <a:ext uri="{FF2B5EF4-FFF2-40B4-BE49-F238E27FC236}">
                  <a16:creationId xmlns:a16="http://schemas.microsoft.com/office/drawing/2014/main" id="{97E8B303-92E3-42AA-C9FA-3ABA0C577E1C}"/>
                </a:ext>
              </a:extLst>
            </p:cNvPr>
            <p:cNvSpPr txBox="1">
              <a:spLocks noChangeAspect="1" noChangeArrowheads="1"/>
            </p:cNvSpPr>
            <p:nvPr/>
          </p:nvSpPr>
          <p:spPr bwMode="gray">
            <a:xfrm>
              <a:off x="3288858" y="3381790"/>
              <a:ext cx="1634976" cy="612645"/>
            </a:xfrm>
            <a:prstGeom prst="rect">
              <a:avLst/>
            </a:prstGeom>
            <a:noFill/>
            <a:ln w="9525">
              <a:noFill/>
              <a:miter lim="800000"/>
              <a:headEnd/>
              <a:tailEnd/>
            </a:ln>
          </p:spPr>
          <p:txBody>
            <a:bodyPr lIns="90000" tIns="90000" rIns="72000" bIns="90000">
              <a:spAutoFit/>
            </a:bodyPr>
            <a:lstStyle/>
            <a:p>
              <a:pPr algn="ctr" defTabSz="801688">
                <a:spcBef>
                  <a:spcPct val="20000"/>
                </a:spcBef>
              </a:pPr>
              <a:r>
                <a:rPr lang="en-US" sz="1400" b="1"/>
                <a:t>Risk Assessment</a:t>
              </a:r>
            </a:p>
          </p:txBody>
        </p:sp>
        <p:sp>
          <p:nvSpPr>
            <p:cNvPr id="20" name="Line 28">
              <a:extLst>
                <a:ext uri="{FF2B5EF4-FFF2-40B4-BE49-F238E27FC236}">
                  <a16:creationId xmlns:a16="http://schemas.microsoft.com/office/drawing/2014/main" id="{A090049C-27E7-48CE-BD69-796BEB966641}"/>
                </a:ext>
              </a:extLst>
            </p:cNvPr>
            <p:cNvSpPr>
              <a:spLocks noChangeShapeType="1"/>
            </p:cNvSpPr>
            <p:nvPr/>
          </p:nvSpPr>
          <p:spPr bwMode="gray">
            <a:xfrm flipV="1">
              <a:off x="2682434" y="1629623"/>
              <a:ext cx="0" cy="1160595"/>
            </a:xfrm>
            <a:prstGeom prst="line">
              <a:avLst/>
            </a:prstGeom>
            <a:noFill/>
            <a:ln w="3175">
              <a:solidFill>
                <a:schemeClr val="accent1">
                  <a:lumMod val="60000"/>
                  <a:lumOff val="40000"/>
                </a:schemeClr>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400" b="0" i="0" u="none" strike="noStrike" kern="0" cap="none" spc="0" normalizeH="0" baseline="0" noProof="0">
                <a:ln>
                  <a:noFill/>
                </a:ln>
                <a:solidFill>
                  <a:sysClr val="windowText" lastClr="000000"/>
                </a:solidFill>
                <a:effectLst/>
                <a:uLnTx/>
                <a:uFillTx/>
              </a:endParaRPr>
            </a:p>
          </p:txBody>
        </p:sp>
        <p:sp>
          <p:nvSpPr>
            <p:cNvPr id="21" name="Text Box 29">
              <a:extLst>
                <a:ext uri="{FF2B5EF4-FFF2-40B4-BE49-F238E27FC236}">
                  <a16:creationId xmlns:a16="http://schemas.microsoft.com/office/drawing/2014/main" id="{F7F126A4-F1B5-A1EF-DB39-C3785E0E0E3E}"/>
                </a:ext>
              </a:extLst>
            </p:cNvPr>
            <p:cNvSpPr txBox="1">
              <a:spLocks noChangeArrowheads="1"/>
            </p:cNvSpPr>
            <p:nvPr/>
          </p:nvSpPr>
          <p:spPr bwMode="gray">
            <a:xfrm>
              <a:off x="2757842" y="1747127"/>
              <a:ext cx="2307788" cy="1551948"/>
            </a:xfrm>
            <a:prstGeom prst="rect">
              <a:avLst/>
            </a:prstGeom>
            <a:noFill/>
            <a:ln w="9525">
              <a:noFill/>
              <a:miter lim="800000"/>
              <a:headEnd/>
              <a:tailEnd/>
            </a:ln>
          </p:spPr>
          <p:txBody>
            <a:bodyPr lIns="0" tIns="0" rIns="0" bIns="0"/>
            <a:lstStyle/>
            <a:p>
              <a:pPr marL="228600" indent="-228600">
                <a:spcAft>
                  <a:spcPts val="300"/>
                </a:spcAft>
                <a:buFont typeface="+mj-lt"/>
                <a:buAutoNum type="arabicParenR" startAt="6"/>
              </a:pPr>
              <a:r>
                <a:rPr lang="en-US" sz="1200" b="1"/>
                <a:t>Specifies</a:t>
              </a:r>
              <a:r>
                <a:rPr lang="en-US" sz="1200"/>
                <a:t> suitable objectives</a:t>
              </a:r>
            </a:p>
            <a:p>
              <a:pPr marL="228600" indent="-228600">
                <a:spcAft>
                  <a:spcPts val="300"/>
                </a:spcAft>
                <a:buFont typeface="+mj-lt"/>
                <a:buAutoNum type="arabicParenR" startAt="6"/>
              </a:pPr>
              <a:r>
                <a:rPr lang="en-US" sz="1200" b="1"/>
                <a:t>Identifies</a:t>
              </a:r>
              <a:r>
                <a:rPr lang="en-US" sz="1200"/>
                <a:t> &amp; </a:t>
              </a:r>
              <a:r>
                <a:rPr lang="en-US" sz="1200" b="1"/>
                <a:t>analyzes</a:t>
              </a:r>
              <a:r>
                <a:rPr lang="en-US" sz="1200"/>
                <a:t> risk</a:t>
              </a:r>
            </a:p>
            <a:p>
              <a:pPr marL="228600" indent="-228600">
                <a:spcAft>
                  <a:spcPts val="300"/>
                </a:spcAft>
                <a:buFont typeface="+mj-lt"/>
                <a:buAutoNum type="arabicParenR" startAt="6"/>
              </a:pPr>
              <a:r>
                <a:rPr lang="en-US" sz="1200" b="1"/>
                <a:t>Assesses</a:t>
              </a:r>
              <a:r>
                <a:rPr lang="en-US" sz="1200"/>
                <a:t> fraud risk</a:t>
              </a:r>
            </a:p>
            <a:p>
              <a:pPr marL="228600" indent="-228600">
                <a:spcAft>
                  <a:spcPts val="300"/>
                </a:spcAft>
                <a:buFont typeface="+mj-lt"/>
                <a:buAutoNum type="arabicParenR" startAt="6"/>
              </a:pPr>
              <a:r>
                <a:rPr lang="en-US" sz="1200" b="1"/>
                <a:t>Identifies</a:t>
              </a:r>
              <a:r>
                <a:rPr lang="en-US" sz="1200"/>
                <a:t> &amp; </a:t>
              </a:r>
              <a:r>
                <a:rPr lang="en-US" sz="1200" b="1"/>
                <a:t>analyzes</a:t>
              </a:r>
              <a:r>
                <a:rPr lang="en-US" sz="1200"/>
                <a:t> significant change</a:t>
              </a:r>
            </a:p>
            <a:p>
              <a:pPr defTabSz="801688">
                <a:spcBef>
                  <a:spcPct val="20000"/>
                </a:spcBef>
              </a:pPr>
              <a:endParaRPr lang="de-DE" sz="1400">
                <a:latin typeface="+mj-lt"/>
                <a:cs typeface="Arial" charset="0"/>
              </a:endParaRPr>
            </a:p>
          </p:txBody>
        </p:sp>
        <p:sp>
          <p:nvSpPr>
            <p:cNvPr id="22" name="Text Box 30">
              <a:extLst>
                <a:ext uri="{FF2B5EF4-FFF2-40B4-BE49-F238E27FC236}">
                  <a16:creationId xmlns:a16="http://schemas.microsoft.com/office/drawing/2014/main" id="{20DB07D0-5C6A-D3F1-02A3-FA880C0DF646}"/>
                </a:ext>
              </a:extLst>
            </p:cNvPr>
            <p:cNvSpPr txBox="1">
              <a:spLocks noChangeArrowheads="1"/>
            </p:cNvSpPr>
            <p:nvPr/>
          </p:nvSpPr>
          <p:spPr bwMode="gray">
            <a:xfrm>
              <a:off x="4923834" y="4428741"/>
              <a:ext cx="2425607" cy="766257"/>
            </a:xfrm>
            <a:prstGeom prst="rect">
              <a:avLst/>
            </a:prstGeom>
            <a:noFill/>
            <a:ln w="9525">
              <a:noFill/>
              <a:miter lim="800000"/>
              <a:headEnd/>
              <a:tailEnd/>
            </a:ln>
          </p:spPr>
          <p:txBody>
            <a:bodyPr lIns="72000" tIns="0" rIns="0" bIns="0"/>
            <a:lstStyle/>
            <a:p>
              <a:pPr marL="228600" indent="-228600">
                <a:spcAft>
                  <a:spcPts val="300"/>
                </a:spcAft>
                <a:buFont typeface="+mj-lt"/>
                <a:buAutoNum type="arabicParenR" startAt="10"/>
              </a:pPr>
              <a:r>
                <a:rPr lang="en-US" sz="1200" b="1"/>
                <a:t>Selects </a:t>
              </a:r>
              <a:r>
                <a:rPr lang="en-US" sz="1200"/>
                <a:t>&amp; </a:t>
              </a:r>
              <a:r>
                <a:rPr lang="en-US" sz="1200" b="1"/>
                <a:t>develops</a:t>
              </a:r>
              <a:r>
                <a:rPr lang="en-US" sz="1200"/>
                <a:t> control activities</a:t>
              </a:r>
            </a:p>
            <a:p>
              <a:pPr marL="228600" indent="-228600">
                <a:spcAft>
                  <a:spcPts val="300"/>
                </a:spcAft>
                <a:buFont typeface="+mj-lt"/>
                <a:buAutoNum type="arabicParenR" startAt="10"/>
              </a:pPr>
              <a:r>
                <a:rPr lang="en-US" sz="1200" b="1"/>
                <a:t>Selects</a:t>
              </a:r>
              <a:r>
                <a:rPr lang="en-US" sz="1200"/>
                <a:t> &amp;</a:t>
              </a:r>
              <a:r>
                <a:rPr lang="en-US" sz="1200" b="1"/>
                <a:t> develops </a:t>
              </a:r>
              <a:r>
                <a:rPr lang="en-US" sz="1200"/>
                <a:t>general controls over technology</a:t>
              </a:r>
            </a:p>
            <a:p>
              <a:pPr marL="228600" indent="-228600">
                <a:spcAft>
                  <a:spcPts val="300"/>
                </a:spcAft>
                <a:buFont typeface="+mj-lt"/>
                <a:buAutoNum type="arabicParenR" startAt="10"/>
              </a:pPr>
              <a:r>
                <a:rPr lang="en-US" sz="1200" b="1"/>
                <a:t>Deploys</a:t>
              </a:r>
              <a:r>
                <a:rPr lang="en-US" sz="1200"/>
                <a:t> through policies &amp; procedures</a:t>
              </a:r>
              <a:endParaRPr lang="en-US" sz="1400"/>
            </a:p>
            <a:p>
              <a:pPr defTabSz="801688">
                <a:spcBef>
                  <a:spcPct val="20000"/>
                </a:spcBef>
              </a:pPr>
              <a:endParaRPr lang="de-DE" sz="1400">
                <a:latin typeface="+mj-lt"/>
                <a:cs typeface="Arial" charset="0"/>
              </a:endParaRPr>
            </a:p>
          </p:txBody>
        </p:sp>
        <p:sp>
          <p:nvSpPr>
            <p:cNvPr id="23" name="Line 31">
              <a:extLst>
                <a:ext uri="{FF2B5EF4-FFF2-40B4-BE49-F238E27FC236}">
                  <a16:creationId xmlns:a16="http://schemas.microsoft.com/office/drawing/2014/main" id="{A9E44B94-644D-2FE5-B162-DA7E63FA6170}"/>
                </a:ext>
              </a:extLst>
            </p:cNvPr>
            <p:cNvSpPr>
              <a:spLocks noChangeShapeType="1"/>
            </p:cNvSpPr>
            <p:nvPr/>
          </p:nvSpPr>
          <p:spPr bwMode="gray">
            <a:xfrm flipV="1">
              <a:off x="4947849" y="4316687"/>
              <a:ext cx="0" cy="1241275"/>
            </a:xfrm>
            <a:prstGeom prst="line">
              <a:avLst/>
            </a:prstGeom>
            <a:noFill/>
            <a:ln w="3175">
              <a:solidFill>
                <a:schemeClr val="accent1">
                  <a:lumMod val="20000"/>
                  <a:lumOff val="80000"/>
                </a:schemeClr>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400" b="0" i="0" u="none" strike="noStrike" kern="0" cap="none" spc="0" normalizeH="0" baseline="0" noProof="0">
                <a:ln>
                  <a:noFill/>
                </a:ln>
                <a:solidFill>
                  <a:sysClr val="windowText" lastClr="000000"/>
                </a:solidFill>
                <a:effectLst/>
                <a:uLnTx/>
                <a:uFillTx/>
              </a:endParaRPr>
            </a:p>
          </p:txBody>
        </p:sp>
        <p:sp>
          <p:nvSpPr>
            <p:cNvPr id="24" name="Text Box 32">
              <a:extLst>
                <a:ext uri="{FF2B5EF4-FFF2-40B4-BE49-F238E27FC236}">
                  <a16:creationId xmlns:a16="http://schemas.microsoft.com/office/drawing/2014/main" id="{65B904D6-C7FF-2B34-757F-E3CBEEDFDCAE}"/>
                </a:ext>
              </a:extLst>
            </p:cNvPr>
            <p:cNvSpPr txBox="1">
              <a:spLocks noChangeArrowheads="1"/>
            </p:cNvSpPr>
            <p:nvPr/>
          </p:nvSpPr>
          <p:spPr bwMode="gray">
            <a:xfrm>
              <a:off x="7237476" y="1959301"/>
              <a:ext cx="2641921" cy="1534239"/>
            </a:xfrm>
            <a:prstGeom prst="rect">
              <a:avLst/>
            </a:prstGeom>
            <a:noFill/>
            <a:ln w="9525">
              <a:noFill/>
              <a:miter lim="800000"/>
              <a:headEnd/>
              <a:tailEnd/>
            </a:ln>
          </p:spPr>
          <p:txBody>
            <a:bodyPr lIns="72000" tIns="0" rIns="0" bIns="0"/>
            <a:lstStyle/>
            <a:p>
              <a:pPr marL="228600" indent="-228600">
                <a:spcAft>
                  <a:spcPts val="300"/>
                </a:spcAft>
                <a:buFont typeface="+mj-lt"/>
                <a:buAutoNum type="arabicParenR" startAt="13"/>
              </a:pPr>
              <a:r>
                <a:rPr lang="en-US" sz="1200" b="1"/>
                <a:t>Uses </a:t>
              </a:r>
              <a:r>
                <a:rPr lang="en-US" sz="1200"/>
                <a:t>relevant information</a:t>
              </a:r>
            </a:p>
            <a:p>
              <a:pPr marL="228600" indent="-228600">
                <a:spcAft>
                  <a:spcPts val="300"/>
                </a:spcAft>
                <a:buFont typeface="+mj-lt"/>
                <a:buAutoNum type="arabicParenR" startAt="13"/>
              </a:pPr>
              <a:r>
                <a:rPr lang="en-US" sz="1200" b="1"/>
                <a:t>Communicates</a:t>
              </a:r>
              <a:r>
                <a:rPr lang="en-US" sz="1200"/>
                <a:t> internally</a:t>
              </a:r>
            </a:p>
            <a:p>
              <a:pPr marL="228600" indent="-228600">
                <a:spcAft>
                  <a:spcPts val="300"/>
                </a:spcAft>
                <a:buFont typeface="+mj-lt"/>
                <a:buAutoNum type="arabicParenR" startAt="13"/>
              </a:pPr>
              <a:r>
                <a:rPr lang="en-US" sz="1200" b="1"/>
                <a:t>Communicates</a:t>
              </a:r>
              <a:r>
                <a:rPr lang="en-US" sz="1200"/>
                <a:t> externally</a:t>
              </a:r>
            </a:p>
            <a:p>
              <a:pPr defTabSz="801688">
                <a:spcBef>
                  <a:spcPct val="20000"/>
                </a:spcBef>
              </a:pPr>
              <a:endParaRPr lang="de-DE" sz="1400">
                <a:latin typeface="+mj-lt"/>
                <a:cs typeface="Arial" charset="0"/>
              </a:endParaRPr>
            </a:p>
          </p:txBody>
        </p:sp>
        <p:sp>
          <p:nvSpPr>
            <p:cNvPr id="25" name="Line 33">
              <a:extLst>
                <a:ext uri="{FF2B5EF4-FFF2-40B4-BE49-F238E27FC236}">
                  <a16:creationId xmlns:a16="http://schemas.microsoft.com/office/drawing/2014/main" id="{3CDB1F83-DFC6-8488-C3B5-42A367BAE866}"/>
                </a:ext>
              </a:extLst>
            </p:cNvPr>
            <p:cNvSpPr>
              <a:spLocks noChangeShapeType="1"/>
            </p:cNvSpPr>
            <p:nvPr/>
          </p:nvSpPr>
          <p:spPr bwMode="gray">
            <a:xfrm flipV="1">
              <a:off x="7191409" y="1634835"/>
              <a:ext cx="0" cy="1160595"/>
            </a:xfrm>
            <a:prstGeom prst="line">
              <a:avLst/>
            </a:prstGeom>
            <a:noFill/>
            <a:ln w="3175">
              <a:solidFill>
                <a:schemeClr val="accent4"/>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400" b="0" i="0" u="none" strike="noStrike" kern="0" cap="none" spc="0" normalizeH="0" baseline="0" noProof="0">
                <a:ln>
                  <a:noFill/>
                </a:ln>
                <a:solidFill>
                  <a:sysClr val="windowText" lastClr="000000"/>
                </a:solidFill>
                <a:effectLst/>
                <a:uLnTx/>
                <a:uFillTx/>
              </a:endParaRPr>
            </a:p>
          </p:txBody>
        </p:sp>
        <p:sp>
          <p:nvSpPr>
            <p:cNvPr id="26" name="Line 35">
              <a:extLst>
                <a:ext uri="{FF2B5EF4-FFF2-40B4-BE49-F238E27FC236}">
                  <a16:creationId xmlns:a16="http://schemas.microsoft.com/office/drawing/2014/main" id="{57BAB096-E935-AD51-1D7A-740044019FFA}"/>
                </a:ext>
              </a:extLst>
            </p:cNvPr>
            <p:cNvSpPr>
              <a:spLocks noChangeShapeType="1"/>
            </p:cNvSpPr>
            <p:nvPr/>
          </p:nvSpPr>
          <p:spPr bwMode="gray">
            <a:xfrm flipV="1">
              <a:off x="311481" y="4258691"/>
              <a:ext cx="0" cy="1855029"/>
            </a:xfrm>
            <a:prstGeom prst="line">
              <a:avLst/>
            </a:prstGeom>
            <a:ln w="3175">
              <a:solidFill>
                <a:schemeClr val="accent1"/>
              </a:solidFill>
              <a:headEnd/>
              <a:tailEnd/>
            </a:ln>
          </p:spPr>
          <p:style>
            <a:lnRef idx="1">
              <a:schemeClr val="dk1"/>
            </a:lnRef>
            <a:fillRef idx="0">
              <a:schemeClr val="dk1"/>
            </a:fillRef>
            <a:effectRef idx="0">
              <a:schemeClr val="dk1"/>
            </a:effectRef>
            <a:fontRef idx="minor">
              <a:schemeClr val="tx1"/>
            </a:fontRef>
          </p:style>
          <p:txBody>
            <a:bodyPr lIns="72000"/>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400" b="0" i="0" u="none" strike="noStrike" kern="0" cap="none" spc="0" normalizeH="0" baseline="0" noProof="0">
                <a:ln>
                  <a:noFill/>
                </a:ln>
                <a:solidFill>
                  <a:sysClr val="windowText" lastClr="000000"/>
                </a:solidFill>
                <a:effectLst/>
                <a:uLnTx/>
                <a:uFillTx/>
              </a:endParaRPr>
            </a:p>
          </p:txBody>
        </p:sp>
        <p:sp>
          <p:nvSpPr>
            <p:cNvPr id="27" name="Text Box 36">
              <a:extLst>
                <a:ext uri="{FF2B5EF4-FFF2-40B4-BE49-F238E27FC236}">
                  <a16:creationId xmlns:a16="http://schemas.microsoft.com/office/drawing/2014/main" id="{45D7AD69-2584-93BE-8C9C-FB34A0A52044}"/>
                </a:ext>
              </a:extLst>
            </p:cNvPr>
            <p:cNvSpPr txBox="1">
              <a:spLocks noChangeArrowheads="1"/>
            </p:cNvSpPr>
            <p:nvPr/>
          </p:nvSpPr>
          <p:spPr bwMode="gray">
            <a:xfrm>
              <a:off x="362368" y="4316686"/>
              <a:ext cx="2336809" cy="776728"/>
            </a:xfrm>
            <a:prstGeom prst="rect">
              <a:avLst/>
            </a:prstGeom>
            <a:noFill/>
            <a:ln w="9525">
              <a:noFill/>
              <a:miter lim="800000"/>
              <a:headEnd/>
              <a:tailEnd/>
            </a:ln>
          </p:spPr>
          <p:txBody>
            <a:bodyPr lIns="72000" tIns="0" rIns="0" bIns="0"/>
            <a:lstStyle/>
            <a:p>
              <a:pPr marL="228600" indent="-228600">
                <a:spcAft>
                  <a:spcPts val="300"/>
                </a:spcAft>
                <a:buFont typeface="+mj-lt"/>
                <a:buAutoNum type="arabicParenR"/>
              </a:pPr>
              <a:r>
                <a:rPr lang="en-US" sz="1200" b="1"/>
                <a:t>Demonstrates</a:t>
              </a:r>
              <a:r>
                <a:rPr lang="en-US" sz="1200"/>
                <a:t> commitment to integrity and ethical values</a:t>
              </a:r>
            </a:p>
            <a:p>
              <a:pPr marL="228600" indent="-228600">
                <a:spcAft>
                  <a:spcPts val="300"/>
                </a:spcAft>
                <a:buFont typeface="+mj-lt"/>
                <a:buAutoNum type="arabicParenR"/>
              </a:pPr>
              <a:r>
                <a:rPr lang="en-US" sz="1200" b="1"/>
                <a:t>Exercises</a:t>
              </a:r>
              <a:r>
                <a:rPr lang="en-US" sz="1200"/>
                <a:t> oversight responsibility</a:t>
              </a:r>
            </a:p>
            <a:p>
              <a:pPr marL="228600" indent="-228600">
                <a:spcAft>
                  <a:spcPts val="300"/>
                </a:spcAft>
                <a:buFont typeface="+mj-lt"/>
                <a:buAutoNum type="arabicParenR"/>
              </a:pPr>
              <a:r>
                <a:rPr lang="en-US" sz="1200" b="1"/>
                <a:t>Establishes</a:t>
              </a:r>
              <a:r>
                <a:rPr lang="en-US" sz="1200"/>
                <a:t> structure authority &amp; responsibility</a:t>
              </a:r>
            </a:p>
            <a:p>
              <a:pPr marL="228600" indent="-228600">
                <a:spcAft>
                  <a:spcPts val="300"/>
                </a:spcAft>
                <a:buFont typeface="+mj-lt"/>
                <a:buAutoNum type="arabicParenR"/>
              </a:pPr>
              <a:r>
                <a:rPr lang="en-US" sz="1200" b="1"/>
                <a:t>Demonstrates</a:t>
              </a:r>
              <a:r>
                <a:rPr lang="en-US" sz="1200"/>
                <a:t> commitment to competence</a:t>
              </a:r>
            </a:p>
            <a:p>
              <a:pPr marL="228600" indent="-228600">
                <a:spcAft>
                  <a:spcPts val="300"/>
                </a:spcAft>
                <a:buFont typeface="+mj-lt"/>
                <a:buAutoNum type="arabicParenR"/>
              </a:pPr>
              <a:r>
                <a:rPr lang="en-US" sz="1200" b="1"/>
                <a:t>Enforces</a:t>
              </a:r>
              <a:r>
                <a:rPr lang="en-US" sz="1200"/>
                <a:t> accountability</a:t>
              </a:r>
            </a:p>
            <a:p>
              <a:pPr defTabSz="801688">
                <a:spcBef>
                  <a:spcPct val="20000"/>
                </a:spcBef>
              </a:pPr>
              <a:endParaRPr lang="de-DE" sz="1400">
                <a:latin typeface="+mj-lt"/>
                <a:cs typeface="Arial" charset="0"/>
              </a:endParaRPr>
            </a:p>
          </p:txBody>
        </p:sp>
        <p:sp>
          <p:nvSpPr>
            <p:cNvPr id="28" name="Text Box 37">
              <a:extLst>
                <a:ext uri="{FF2B5EF4-FFF2-40B4-BE49-F238E27FC236}">
                  <a16:creationId xmlns:a16="http://schemas.microsoft.com/office/drawing/2014/main" id="{15E7C0E3-7237-8C44-74BA-B347BA83707D}"/>
                </a:ext>
              </a:extLst>
            </p:cNvPr>
            <p:cNvSpPr txBox="1">
              <a:spLocks noChangeArrowheads="1"/>
            </p:cNvSpPr>
            <p:nvPr/>
          </p:nvSpPr>
          <p:spPr bwMode="gray">
            <a:xfrm>
              <a:off x="9419863" y="4377853"/>
              <a:ext cx="2382163" cy="724874"/>
            </a:xfrm>
            <a:prstGeom prst="rect">
              <a:avLst/>
            </a:prstGeom>
            <a:noFill/>
            <a:ln w="9525">
              <a:noFill/>
              <a:miter lim="800000"/>
              <a:headEnd/>
              <a:tailEnd/>
            </a:ln>
          </p:spPr>
          <p:txBody>
            <a:bodyPr lIns="72000" tIns="0" rIns="0" bIns="0"/>
            <a:lstStyle/>
            <a:p>
              <a:pPr marL="228600" indent="-228600">
                <a:spcAft>
                  <a:spcPts val="300"/>
                </a:spcAft>
                <a:buFont typeface="+mj-lt"/>
                <a:buAutoNum type="arabicParenR" startAt="16"/>
              </a:pPr>
              <a:r>
                <a:rPr lang="en-US" sz="1200" b="1"/>
                <a:t>Conducts </a:t>
              </a:r>
              <a:r>
                <a:rPr lang="en-US" sz="1200"/>
                <a:t>ongoing and/or separate evaluations</a:t>
              </a:r>
            </a:p>
            <a:p>
              <a:pPr marL="228600" indent="-228600">
                <a:spcAft>
                  <a:spcPts val="300"/>
                </a:spcAft>
                <a:buFont typeface="+mj-lt"/>
                <a:buAutoNum type="arabicParenR" startAt="16"/>
              </a:pPr>
              <a:r>
                <a:rPr lang="en-US" sz="1200" b="1"/>
                <a:t>Evaluates</a:t>
              </a:r>
              <a:r>
                <a:rPr lang="en-US" sz="1200"/>
                <a:t> &amp; communicates deficiencies</a:t>
              </a:r>
            </a:p>
            <a:p>
              <a:pPr defTabSz="801688">
                <a:spcBef>
                  <a:spcPct val="20000"/>
                </a:spcBef>
              </a:pPr>
              <a:endParaRPr lang="de-DE" sz="1400">
                <a:latin typeface="+mj-lt"/>
                <a:cs typeface="Arial" charset="0"/>
              </a:endParaRPr>
            </a:p>
          </p:txBody>
        </p:sp>
        <p:sp>
          <p:nvSpPr>
            <p:cNvPr id="29" name="Line 38">
              <a:extLst>
                <a:ext uri="{FF2B5EF4-FFF2-40B4-BE49-F238E27FC236}">
                  <a16:creationId xmlns:a16="http://schemas.microsoft.com/office/drawing/2014/main" id="{8145CAFF-C9E7-5A81-84CF-31C2224EF20E}"/>
                </a:ext>
              </a:extLst>
            </p:cNvPr>
            <p:cNvSpPr>
              <a:spLocks noChangeShapeType="1"/>
            </p:cNvSpPr>
            <p:nvPr/>
          </p:nvSpPr>
          <p:spPr bwMode="gray">
            <a:xfrm flipV="1">
              <a:off x="9462827" y="4316686"/>
              <a:ext cx="0" cy="1241275"/>
            </a:xfrm>
            <a:prstGeom prst="line">
              <a:avLst/>
            </a:prstGeom>
            <a:noFill/>
            <a:ln w="3175">
              <a:solidFill>
                <a:schemeClr val="bg1">
                  <a:lumMod val="85000"/>
                </a:schemeClr>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400" b="0" i="0" u="none" strike="noStrike" kern="0" cap="none" spc="0" normalizeH="0" baseline="0" noProof="0">
                <a:ln>
                  <a:noFill/>
                </a:ln>
                <a:solidFill>
                  <a:sysClr val="windowText" lastClr="000000"/>
                </a:solidFill>
                <a:effectLst/>
                <a:uLnTx/>
                <a:uFillTx/>
              </a:endParaRPr>
            </a:p>
          </p:txBody>
        </p:sp>
        <p:sp>
          <p:nvSpPr>
            <p:cNvPr id="30" name="Text Box 11">
              <a:extLst>
                <a:ext uri="{FF2B5EF4-FFF2-40B4-BE49-F238E27FC236}">
                  <a16:creationId xmlns:a16="http://schemas.microsoft.com/office/drawing/2014/main" id="{E0C5E8B5-6715-5115-3D17-8F83336B7C14}"/>
                </a:ext>
              </a:extLst>
            </p:cNvPr>
            <p:cNvSpPr txBox="1">
              <a:spLocks noChangeAspect="1" noChangeArrowheads="1"/>
            </p:cNvSpPr>
            <p:nvPr/>
          </p:nvSpPr>
          <p:spPr bwMode="gray">
            <a:xfrm>
              <a:off x="5556433" y="3403334"/>
              <a:ext cx="1634976" cy="612645"/>
            </a:xfrm>
            <a:prstGeom prst="rect">
              <a:avLst/>
            </a:prstGeom>
            <a:noFill/>
            <a:ln w="9525">
              <a:noFill/>
              <a:miter lim="800000"/>
              <a:headEnd/>
              <a:tailEnd/>
            </a:ln>
          </p:spPr>
          <p:txBody>
            <a:bodyPr lIns="90000" tIns="90000" rIns="72000" bIns="90000">
              <a:spAutoFit/>
            </a:bodyPr>
            <a:lstStyle/>
            <a:p>
              <a:pPr algn="ctr" defTabSz="801688">
                <a:spcBef>
                  <a:spcPct val="20000"/>
                </a:spcBef>
              </a:pPr>
              <a:r>
                <a:rPr lang="en-US" sz="1400" b="1"/>
                <a:t>Control Activities</a:t>
              </a:r>
            </a:p>
          </p:txBody>
        </p:sp>
        <p:sp>
          <p:nvSpPr>
            <p:cNvPr id="31" name="Text Box 11">
              <a:extLst>
                <a:ext uri="{FF2B5EF4-FFF2-40B4-BE49-F238E27FC236}">
                  <a16:creationId xmlns:a16="http://schemas.microsoft.com/office/drawing/2014/main" id="{3B0A2B3F-77FF-1E00-5D43-EE1AB23BD118}"/>
                </a:ext>
              </a:extLst>
            </p:cNvPr>
            <p:cNvSpPr txBox="1">
              <a:spLocks noChangeAspect="1" noChangeArrowheads="1"/>
            </p:cNvSpPr>
            <p:nvPr/>
          </p:nvSpPr>
          <p:spPr bwMode="gray">
            <a:xfrm>
              <a:off x="7784748" y="3250662"/>
              <a:ext cx="1634976" cy="612645"/>
            </a:xfrm>
            <a:prstGeom prst="rect">
              <a:avLst/>
            </a:prstGeom>
            <a:noFill/>
            <a:ln w="9525">
              <a:noFill/>
              <a:miter lim="800000"/>
              <a:headEnd/>
              <a:tailEnd/>
            </a:ln>
          </p:spPr>
          <p:txBody>
            <a:bodyPr lIns="90000" tIns="90000" rIns="72000" bIns="90000">
              <a:spAutoFit/>
            </a:bodyPr>
            <a:lstStyle/>
            <a:p>
              <a:pPr algn="ctr" defTabSz="801688">
                <a:spcBef>
                  <a:spcPct val="20000"/>
                </a:spcBef>
              </a:pPr>
              <a:r>
                <a:rPr lang="en-US" sz="1400" b="1"/>
                <a:t>Information &amp; Communication</a:t>
              </a:r>
            </a:p>
          </p:txBody>
        </p:sp>
        <p:sp>
          <p:nvSpPr>
            <p:cNvPr id="32" name="Text Box 11">
              <a:extLst>
                <a:ext uri="{FF2B5EF4-FFF2-40B4-BE49-F238E27FC236}">
                  <a16:creationId xmlns:a16="http://schemas.microsoft.com/office/drawing/2014/main" id="{10F6CBEA-8D1F-0877-7121-906C53597DE8}"/>
                </a:ext>
              </a:extLst>
            </p:cNvPr>
            <p:cNvSpPr txBox="1">
              <a:spLocks noChangeAspect="1" noChangeArrowheads="1"/>
            </p:cNvSpPr>
            <p:nvPr/>
          </p:nvSpPr>
          <p:spPr bwMode="gray">
            <a:xfrm>
              <a:off x="9944320" y="3358385"/>
              <a:ext cx="1994994" cy="397201"/>
            </a:xfrm>
            <a:prstGeom prst="rect">
              <a:avLst/>
            </a:prstGeom>
            <a:noFill/>
            <a:ln w="9525">
              <a:noFill/>
              <a:miter lim="800000"/>
              <a:headEnd/>
              <a:tailEnd/>
            </a:ln>
          </p:spPr>
          <p:txBody>
            <a:bodyPr wrap="square" lIns="90000" tIns="90000" rIns="72000" bIns="90000">
              <a:spAutoFit/>
            </a:bodyPr>
            <a:lstStyle/>
            <a:p>
              <a:pPr algn="ctr" defTabSz="801688">
                <a:spcBef>
                  <a:spcPct val="20000"/>
                </a:spcBef>
              </a:pPr>
              <a:r>
                <a:rPr lang="en-US" sz="1400" b="1"/>
                <a:t>Monitoring Activities</a:t>
              </a:r>
            </a:p>
          </p:txBody>
        </p:sp>
      </p:grpSp>
      <p:sp>
        <p:nvSpPr>
          <p:cNvPr id="35" name="TextBox 34">
            <a:extLst>
              <a:ext uri="{FF2B5EF4-FFF2-40B4-BE49-F238E27FC236}">
                <a16:creationId xmlns:a16="http://schemas.microsoft.com/office/drawing/2014/main" id="{B60257EF-9FD9-28F0-2F5A-6F1A58ECDEB3}"/>
              </a:ext>
            </a:extLst>
          </p:cNvPr>
          <p:cNvSpPr txBox="1"/>
          <p:nvPr/>
        </p:nvSpPr>
        <p:spPr>
          <a:xfrm>
            <a:off x="228572" y="812533"/>
            <a:ext cx="11627833" cy="523220"/>
          </a:xfrm>
          <a:prstGeom prst="rect">
            <a:avLst/>
          </a:prstGeom>
          <a:noFill/>
        </p:spPr>
        <p:txBody>
          <a:bodyPr wrap="square">
            <a:spAutoFit/>
          </a:bodyPr>
          <a:lstStyle/>
          <a:p>
            <a:r>
              <a:rPr lang="en-US" sz="1400" i="1"/>
              <a:t>The COSO Internal Control Framework is a globally trusted &amp; widely used standard for designing and assessing internal controls, built on </a:t>
            </a:r>
            <a:r>
              <a:rPr lang="en-US" sz="1400" b="1" i="1"/>
              <a:t>17 principles</a:t>
            </a:r>
            <a:r>
              <a:rPr lang="en-US" sz="1400" i="1"/>
              <a:t> across </a:t>
            </a:r>
            <a:r>
              <a:rPr lang="en-US" sz="1400" b="1" i="1"/>
              <a:t>5 components</a:t>
            </a:r>
            <a:r>
              <a:rPr lang="en-US" sz="1400" i="1"/>
              <a:t> and adapted to local laws and governance frameworks worldwide</a:t>
            </a:r>
            <a:endParaRPr lang="en-GB" sz="1400" i="1"/>
          </a:p>
        </p:txBody>
      </p:sp>
    </p:spTree>
    <p:custDataLst>
      <p:custData r:id="rId1"/>
    </p:custDataLst>
    <p:extLst>
      <p:ext uri="{BB962C8B-B14F-4D97-AF65-F5344CB8AC3E}">
        <p14:creationId xmlns:p14="http://schemas.microsoft.com/office/powerpoint/2010/main" val="281585857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FF2857-6B2F-A526-867B-9E6E01876663}"/>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2076230F-CA38-07C1-6792-EA35E834E6B8}"/>
              </a:ext>
            </a:extLst>
          </p:cNvPr>
          <p:cNvSpPr>
            <a:spLocks noGrp="1"/>
          </p:cNvSpPr>
          <p:nvPr>
            <p:ph type="sldNum" sz="quarter" idx="4"/>
          </p:nvPr>
        </p:nvSpPr>
        <p:spPr/>
        <p:txBody>
          <a:bodyPr/>
          <a:lstStyle/>
          <a:p>
            <a:fld id="{3E6AC032-1535-134B-A583-D5E1DDD0D167}" type="slidenum">
              <a:rPr lang="en-US" smtClean="0"/>
              <a:pPr/>
              <a:t>42</a:t>
            </a:fld>
            <a:endParaRPr lang="en-US"/>
          </a:p>
        </p:txBody>
      </p:sp>
      <p:sp>
        <p:nvSpPr>
          <p:cNvPr id="11" name="Rectangle 10">
            <a:extLst>
              <a:ext uri="{FF2B5EF4-FFF2-40B4-BE49-F238E27FC236}">
                <a16:creationId xmlns:a16="http://schemas.microsoft.com/office/drawing/2014/main" id="{603D8F1F-3B05-56C6-1252-B85F5FDCA400}"/>
              </a:ext>
            </a:extLst>
          </p:cNvPr>
          <p:cNvSpPr/>
          <p:nvPr/>
        </p:nvSpPr>
        <p:spPr>
          <a:xfrm>
            <a:off x="0" y="0"/>
            <a:ext cx="12192000" cy="572092"/>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400" b="1">
                <a:solidFill>
                  <a:schemeClr val="bg1"/>
                </a:solidFill>
                <a:latin typeface="Georgia" panose="02040502050405020303" pitchFamily="18" charset="0"/>
              </a:rPr>
              <a:t>Sarbanes-Oxley Act (SOX) </a:t>
            </a:r>
          </a:p>
        </p:txBody>
      </p:sp>
      <p:grpSp>
        <p:nvGrpSpPr>
          <p:cNvPr id="4" name="Group 3">
            <a:extLst>
              <a:ext uri="{FF2B5EF4-FFF2-40B4-BE49-F238E27FC236}">
                <a16:creationId xmlns:a16="http://schemas.microsoft.com/office/drawing/2014/main" id="{C39025BB-157A-268C-BD1A-B8F78FFF5D57}"/>
              </a:ext>
            </a:extLst>
          </p:cNvPr>
          <p:cNvGrpSpPr/>
          <p:nvPr/>
        </p:nvGrpSpPr>
        <p:grpSpPr>
          <a:xfrm>
            <a:off x="229543" y="1178712"/>
            <a:ext cx="11572484" cy="4913744"/>
            <a:chOff x="399776" y="1487056"/>
            <a:chExt cx="11211875" cy="4416570"/>
          </a:xfrm>
        </p:grpSpPr>
        <p:sp>
          <p:nvSpPr>
            <p:cNvPr id="42" name="Rectangle 41">
              <a:extLst>
                <a:ext uri="{FF2B5EF4-FFF2-40B4-BE49-F238E27FC236}">
                  <a16:creationId xmlns:a16="http://schemas.microsoft.com/office/drawing/2014/main" id="{1BE955D1-6039-A425-6989-C09ECC8694F6}"/>
                </a:ext>
              </a:extLst>
            </p:cNvPr>
            <p:cNvSpPr/>
            <p:nvPr/>
          </p:nvSpPr>
          <p:spPr>
            <a:xfrm>
              <a:off x="8803472" y="1487056"/>
              <a:ext cx="2808179" cy="4416569"/>
            </a:xfrm>
            <a:prstGeom prst="rect">
              <a:avLst/>
            </a:prstGeom>
            <a:solidFill>
              <a:srgbClr val="FFAA72"/>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endParaRPr lang="en-US" sz="1100"/>
            </a:p>
          </p:txBody>
        </p:sp>
        <p:sp>
          <p:nvSpPr>
            <p:cNvPr id="46" name="Freeform 45">
              <a:extLst>
                <a:ext uri="{FF2B5EF4-FFF2-40B4-BE49-F238E27FC236}">
                  <a16:creationId xmlns:a16="http://schemas.microsoft.com/office/drawing/2014/main" id="{95005AA7-477E-E21C-5295-7160BF821AC3}"/>
                </a:ext>
              </a:extLst>
            </p:cNvPr>
            <p:cNvSpPr/>
            <p:nvPr/>
          </p:nvSpPr>
          <p:spPr>
            <a:xfrm rot="5400000">
              <a:off x="5335493" y="2155345"/>
              <a:ext cx="4416569" cy="3079993"/>
            </a:xfrm>
            <a:custGeom>
              <a:avLst/>
              <a:gdLst>
                <a:gd name="connsiteX0" fmla="*/ 0 w 4416569"/>
                <a:gd name="connsiteY0" fmla="*/ 3079993 h 3079993"/>
                <a:gd name="connsiteX1" fmla="*/ 0 w 4416569"/>
                <a:gd name="connsiteY1" fmla="*/ 271814 h 3079993"/>
                <a:gd name="connsiteX2" fmla="*/ 1940025 w 4416569"/>
                <a:gd name="connsiteY2" fmla="*/ 271814 h 3079993"/>
                <a:gd name="connsiteX3" fmla="*/ 2097678 w 4416569"/>
                <a:gd name="connsiteY3" fmla="*/ 0 h 3079993"/>
                <a:gd name="connsiteX4" fmla="*/ 2255330 w 4416569"/>
                <a:gd name="connsiteY4" fmla="*/ 271814 h 3079993"/>
                <a:gd name="connsiteX5" fmla="*/ 4416569 w 4416569"/>
                <a:gd name="connsiteY5" fmla="*/ 271814 h 3079993"/>
                <a:gd name="connsiteX6" fmla="*/ 4416568 w 4416569"/>
                <a:gd name="connsiteY6" fmla="*/ 3079993 h 30799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16569" h="3079993">
                  <a:moveTo>
                    <a:pt x="0" y="3079993"/>
                  </a:moveTo>
                  <a:lnTo>
                    <a:pt x="0" y="271814"/>
                  </a:lnTo>
                  <a:lnTo>
                    <a:pt x="1940025" y="271814"/>
                  </a:lnTo>
                  <a:lnTo>
                    <a:pt x="2097678" y="0"/>
                  </a:lnTo>
                  <a:lnTo>
                    <a:pt x="2255330" y="271814"/>
                  </a:lnTo>
                  <a:lnTo>
                    <a:pt x="4416569" y="271814"/>
                  </a:lnTo>
                  <a:lnTo>
                    <a:pt x="4416568" y="3079993"/>
                  </a:lnTo>
                  <a:close/>
                </a:path>
              </a:pathLst>
            </a:custGeom>
            <a:solidFill>
              <a:srgbClr val="FFCDA8"/>
            </a:solidFill>
            <a:ln w="9525">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en-US" sz="1100">
                <a:solidFill>
                  <a:schemeClr val="accent2"/>
                </a:solidFill>
              </a:endParaRPr>
            </a:p>
          </p:txBody>
        </p:sp>
        <p:sp>
          <p:nvSpPr>
            <p:cNvPr id="50" name="Freeform 49">
              <a:extLst>
                <a:ext uri="{FF2B5EF4-FFF2-40B4-BE49-F238E27FC236}">
                  <a16:creationId xmlns:a16="http://schemas.microsoft.com/office/drawing/2014/main" id="{76807320-C56E-4277-0D1A-008A1CF064F3}"/>
                </a:ext>
              </a:extLst>
            </p:cNvPr>
            <p:cNvSpPr/>
            <p:nvPr/>
          </p:nvSpPr>
          <p:spPr>
            <a:xfrm rot="5400000">
              <a:off x="2533449" y="2157697"/>
              <a:ext cx="4416568" cy="3075287"/>
            </a:xfrm>
            <a:custGeom>
              <a:avLst/>
              <a:gdLst>
                <a:gd name="connsiteX0" fmla="*/ 0 w 4416568"/>
                <a:gd name="connsiteY0" fmla="*/ 3075287 h 3075287"/>
                <a:gd name="connsiteX1" fmla="*/ 0 w 4416568"/>
                <a:gd name="connsiteY1" fmla="*/ 267108 h 3075287"/>
                <a:gd name="connsiteX2" fmla="*/ 1942754 w 4416568"/>
                <a:gd name="connsiteY2" fmla="*/ 267108 h 3075287"/>
                <a:gd name="connsiteX3" fmla="*/ 2097677 w 4416568"/>
                <a:gd name="connsiteY3" fmla="*/ 0 h 3075287"/>
                <a:gd name="connsiteX4" fmla="*/ 2252599 w 4416568"/>
                <a:gd name="connsiteY4" fmla="*/ 267108 h 3075287"/>
                <a:gd name="connsiteX5" fmla="*/ 4416568 w 4416568"/>
                <a:gd name="connsiteY5" fmla="*/ 267108 h 3075287"/>
                <a:gd name="connsiteX6" fmla="*/ 4416568 w 4416568"/>
                <a:gd name="connsiteY6" fmla="*/ 3075287 h 30752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16568" h="3075287">
                  <a:moveTo>
                    <a:pt x="0" y="3075287"/>
                  </a:moveTo>
                  <a:lnTo>
                    <a:pt x="0" y="267108"/>
                  </a:lnTo>
                  <a:lnTo>
                    <a:pt x="1942754" y="267108"/>
                  </a:lnTo>
                  <a:lnTo>
                    <a:pt x="2097677" y="0"/>
                  </a:lnTo>
                  <a:lnTo>
                    <a:pt x="2252599" y="267108"/>
                  </a:lnTo>
                  <a:lnTo>
                    <a:pt x="4416568" y="267108"/>
                  </a:lnTo>
                  <a:lnTo>
                    <a:pt x="4416568" y="3075287"/>
                  </a:lnTo>
                  <a:close/>
                </a:path>
              </a:pathLst>
            </a:custGeom>
            <a:solidFill>
              <a:srgbClr val="FFE8D4"/>
            </a:solidFill>
            <a:ln w="9525">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en-US" sz="1100"/>
            </a:p>
          </p:txBody>
        </p:sp>
        <p:sp>
          <p:nvSpPr>
            <p:cNvPr id="54" name="Freeform 53">
              <a:extLst>
                <a:ext uri="{FF2B5EF4-FFF2-40B4-BE49-F238E27FC236}">
                  <a16:creationId xmlns:a16="http://schemas.microsoft.com/office/drawing/2014/main" id="{EF63B43A-F216-E881-241B-E4EC3751E72C}"/>
                </a:ext>
              </a:extLst>
            </p:cNvPr>
            <p:cNvSpPr/>
            <p:nvPr/>
          </p:nvSpPr>
          <p:spPr>
            <a:xfrm rot="5400000">
              <a:off x="-270865" y="2157697"/>
              <a:ext cx="4416569" cy="3075288"/>
            </a:xfrm>
            <a:custGeom>
              <a:avLst/>
              <a:gdLst>
                <a:gd name="connsiteX0" fmla="*/ 0 w 4416569"/>
                <a:gd name="connsiteY0" fmla="*/ 3079910 h 3079910"/>
                <a:gd name="connsiteX1" fmla="*/ 0 w 4416569"/>
                <a:gd name="connsiteY1" fmla="*/ 271732 h 3079910"/>
                <a:gd name="connsiteX2" fmla="*/ 1940071 w 4416569"/>
                <a:gd name="connsiteY2" fmla="*/ 271732 h 3079910"/>
                <a:gd name="connsiteX3" fmla="*/ 2097676 w 4416569"/>
                <a:gd name="connsiteY3" fmla="*/ 0 h 3079910"/>
                <a:gd name="connsiteX4" fmla="*/ 2255280 w 4416569"/>
                <a:gd name="connsiteY4" fmla="*/ 271732 h 3079910"/>
                <a:gd name="connsiteX5" fmla="*/ 4416569 w 4416569"/>
                <a:gd name="connsiteY5" fmla="*/ 271732 h 3079910"/>
                <a:gd name="connsiteX6" fmla="*/ 4416569 w 4416569"/>
                <a:gd name="connsiteY6" fmla="*/ 3079910 h 3079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16569" h="3079910">
                  <a:moveTo>
                    <a:pt x="0" y="3079910"/>
                  </a:moveTo>
                  <a:lnTo>
                    <a:pt x="0" y="271732"/>
                  </a:lnTo>
                  <a:lnTo>
                    <a:pt x="1940071" y="271732"/>
                  </a:lnTo>
                  <a:lnTo>
                    <a:pt x="2097676" y="0"/>
                  </a:lnTo>
                  <a:lnTo>
                    <a:pt x="2255280" y="271732"/>
                  </a:lnTo>
                  <a:lnTo>
                    <a:pt x="4416569" y="271732"/>
                  </a:lnTo>
                  <a:lnTo>
                    <a:pt x="4416569" y="3079910"/>
                  </a:lnTo>
                  <a:close/>
                </a:path>
              </a:pathLst>
            </a:custGeom>
            <a:solidFill>
              <a:srgbClr val="FFF5ED"/>
            </a:solidFill>
            <a:ln w="9525">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just"/>
              <a:endParaRPr lang="en-US" sz="1100"/>
            </a:p>
          </p:txBody>
        </p:sp>
        <p:sp>
          <p:nvSpPr>
            <p:cNvPr id="12" name="TextBox 11">
              <a:extLst>
                <a:ext uri="{FF2B5EF4-FFF2-40B4-BE49-F238E27FC236}">
                  <a16:creationId xmlns:a16="http://schemas.microsoft.com/office/drawing/2014/main" id="{B8A908DA-2A1F-F5B3-3760-5D15D3C2B5C8}"/>
                </a:ext>
              </a:extLst>
            </p:cNvPr>
            <p:cNvSpPr txBox="1"/>
            <p:nvPr/>
          </p:nvSpPr>
          <p:spPr>
            <a:xfrm>
              <a:off x="3278129" y="1715655"/>
              <a:ext cx="2586009" cy="4103255"/>
            </a:xfrm>
            <a:prstGeom prst="rect">
              <a:avLst/>
            </a:prstGeom>
            <a:noFill/>
          </p:spPr>
          <p:txBody>
            <a:bodyPr wrap="square" lIns="91440" tIns="0" rIns="0" bIns="0" rtlCol="0">
              <a:noAutofit/>
            </a:bodyPr>
            <a:lstStyle/>
            <a:p>
              <a:pPr algn="ctr">
                <a:lnSpc>
                  <a:spcPct val="125000"/>
                </a:lnSpc>
                <a:spcAft>
                  <a:spcPts val="600"/>
                </a:spcAft>
              </a:pPr>
              <a:r>
                <a:rPr lang="en-US" sz="1400" b="1"/>
                <a:t>Internal Controls and Financial Oversight</a:t>
              </a:r>
            </a:p>
            <a:p>
              <a:pPr marL="171450" indent="-171450" algn="just">
                <a:lnSpc>
                  <a:spcPct val="125000"/>
                </a:lnSpc>
                <a:spcAft>
                  <a:spcPts val="600"/>
                </a:spcAft>
                <a:buFont typeface="Wingdings" panose="05000000000000000000" pitchFamily="2" charset="2"/>
                <a:buChar char="§"/>
              </a:pPr>
              <a:endParaRPr lang="en-US" sz="100"/>
            </a:p>
            <a:p>
              <a:pPr marL="171450" indent="-171450" algn="just">
                <a:lnSpc>
                  <a:spcPct val="125000"/>
                </a:lnSpc>
                <a:spcAft>
                  <a:spcPts val="600"/>
                </a:spcAft>
                <a:buFont typeface="Wingdings" panose="05000000000000000000" pitchFamily="2" charset="2"/>
                <a:buChar char="§"/>
              </a:pPr>
              <a:r>
                <a:rPr lang="en-US" sz="1200" b="1"/>
                <a:t>Requires</a:t>
              </a:r>
              <a:r>
                <a:rPr lang="en-US" sz="1200"/>
                <a:t> effective internal controls over financial reporting.</a:t>
              </a:r>
            </a:p>
            <a:p>
              <a:pPr marL="171450" indent="-171450" algn="just">
                <a:lnSpc>
                  <a:spcPct val="125000"/>
                </a:lnSpc>
                <a:spcAft>
                  <a:spcPts val="600"/>
                </a:spcAft>
                <a:buFont typeface="Wingdings" panose="05000000000000000000" pitchFamily="2" charset="2"/>
                <a:buChar char="§"/>
              </a:pPr>
              <a:r>
                <a:rPr lang="en-US" sz="1200"/>
                <a:t>Management must </a:t>
              </a:r>
              <a:r>
                <a:rPr lang="en-US" sz="1200" b="1"/>
                <a:t>certify</a:t>
              </a:r>
              <a:r>
                <a:rPr lang="en-US" sz="1200"/>
                <a:t> the accuracy of financial statements.</a:t>
              </a:r>
            </a:p>
            <a:p>
              <a:pPr marL="171450" indent="-171450" algn="just">
                <a:lnSpc>
                  <a:spcPct val="125000"/>
                </a:lnSpc>
                <a:spcAft>
                  <a:spcPts val="600"/>
                </a:spcAft>
                <a:buFont typeface="Wingdings" panose="05000000000000000000" pitchFamily="2" charset="2"/>
                <a:buChar char="§"/>
              </a:pPr>
              <a:r>
                <a:rPr lang="en-US" sz="1200"/>
                <a:t>Independent auditors </a:t>
              </a:r>
              <a:r>
                <a:rPr lang="en-US" sz="1200" b="1"/>
                <a:t>assess </a:t>
              </a:r>
              <a:r>
                <a:rPr lang="en-US" sz="1200"/>
                <a:t>control effectiveness.</a:t>
              </a:r>
            </a:p>
            <a:p>
              <a:pPr marL="171450" indent="-171450" algn="just">
                <a:lnSpc>
                  <a:spcPct val="125000"/>
                </a:lnSpc>
                <a:spcAft>
                  <a:spcPts val="600"/>
                </a:spcAft>
                <a:buFont typeface="Wingdings" panose="05000000000000000000" pitchFamily="2" charset="2"/>
                <a:buChar char="§"/>
              </a:pPr>
              <a:r>
                <a:rPr lang="en-US" sz="1200" b="1"/>
                <a:t>Promotes</a:t>
              </a:r>
              <a:r>
                <a:rPr lang="en-US" sz="1200"/>
                <a:t> timely and transparent financial disclosures.</a:t>
              </a:r>
              <a:endParaRPr lang="en-GB" sz="1200"/>
            </a:p>
          </p:txBody>
        </p:sp>
        <p:sp>
          <p:nvSpPr>
            <p:cNvPr id="13" name="TextBox 12">
              <a:extLst>
                <a:ext uri="{FF2B5EF4-FFF2-40B4-BE49-F238E27FC236}">
                  <a16:creationId xmlns:a16="http://schemas.microsoft.com/office/drawing/2014/main" id="{88C7B687-00EE-5DFF-555D-57A27FA5F551}"/>
                </a:ext>
              </a:extLst>
            </p:cNvPr>
            <p:cNvSpPr txBox="1"/>
            <p:nvPr/>
          </p:nvSpPr>
          <p:spPr>
            <a:xfrm>
              <a:off x="6193310" y="1715656"/>
              <a:ext cx="2490176" cy="4187970"/>
            </a:xfrm>
            <a:prstGeom prst="rect">
              <a:avLst/>
            </a:prstGeom>
            <a:noFill/>
          </p:spPr>
          <p:txBody>
            <a:bodyPr wrap="square" lIns="91440" tIns="0" rIns="0" bIns="0" rtlCol="0">
              <a:noAutofit/>
            </a:bodyPr>
            <a:lstStyle/>
            <a:p>
              <a:pPr algn="ctr">
                <a:lnSpc>
                  <a:spcPct val="125000"/>
                </a:lnSpc>
                <a:spcAft>
                  <a:spcPts val="600"/>
                </a:spcAft>
              </a:pPr>
              <a:r>
                <a:rPr lang="en-US" sz="1400" b="1"/>
                <a:t>Regulatory and Risk Oversight</a:t>
              </a:r>
            </a:p>
            <a:p>
              <a:pPr marL="171450" indent="-171450" algn="just">
                <a:lnSpc>
                  <a:spcPct val="125000"/>
                </a:lnSpc>
                <a:spcAft>
                  <a:spcPts val="600"/>
                </a:spcAft>
                <a:buFont typeface="Wingdings" panose="05000000000000000000" pitchFamily="2" charset="2"/>
                <a:buChar char="§"/>
              </a:pPr>
              <a:endParaRPr lang="en-US" sz="1200"/>
            </a:p>
            <a:p>
              <a:pPr marL="171450" indent="-171450" algn="just">
                <a:lnSpc>
                  <a:spcPct val="125000"/>
                </a:lnSpc>
                <a:spcAft>
                  <a:spcPts val="600"/>
                </a:spcAft>
                <a:buFont typeface="Wingdings" panose="05000000000000000000" pitchFamily="2" charset="2"/>
                <a:buChar char="§"/>
              </a:pPr>
              <a:r>
                <a:rPr lang="en-US" sz="1200" b="1"/>
                <a:t>Strengthens</a:t>
              </a:r>
              <a:r>
                <a:rPr lang="en-US" sz="1200"/>
                <a:t> board and audit committee oversight.</a:t>
              </a:r>
            </a:p>
            <a:p>
              <a:pPr marL="171450" indent="-171450" algn="just">
                <a:lnSpc>
                  <a:spcPct val="125000"/>
                </a:lnSpc>
                <a:spcAft>
                  <a:spcPts val="600"/>
                </a:spcAft>
                <a:buFont typeface="Wingdings" panose="05000000000000000000" pitchFamily="2" charset="2"/>
                <a:buChar char="§"/>
              </a:pPr>
              <a:r>
                <a:rPr lang="en-US" sz="1200" b="1"/>
                <a:t>Ensures</a:t>
              </a:r>
              <a:r>
                <a:rPr lang="en-US" sz="1200"/>
                <a:t> auditor independence and prevents conflicts of interest.</a:t>
              </a:r>
            </a:p>
            <a:p>
              <a:pPr marL="171450" indent="-171450" algn="just">
                <a:lnSpc>
                  <a:spcPct val="125000"/>
                </a:lnSpc>
                <a:spcAft>
                  <a:spcPts val="600"/>
                </a:spcAft>
                <a:buFont typeface="Wingdings" panose="05000000000000000000" pitchFamily="2" charset="2"/>
                <a:buChar char="§"/>
              </a:pPr>
              <a:r>
                <a:rPr lang="en-US" sz="1200" b="1"/>
                <a:t>Protects</a:t>
              </a:r>
              <a:r>
                <a:rPr lang="en-US" sz="1200"/>
                <a:t> whistleblowers and </a:t>
              </a:r>
              <a:r>
                <a:rPr lang="en-US" sz="1200" b="1"/>
                <a:t>penalizes</a:t>
              </a:r>
              <a:r>
                <a:rPr lang="en-US" sz="1200"/>
                <a:t> fraud or obstruction.</a:t>
              </a:r>
            </a:p>
            <a:p>
              <a:pPr marL="171450" indent="-171450" algn="just">
                <a:lnSpc>
                  <a:spcPct val="125000"/>
                </a:lnSpc>
                <a:spcAft>
                  <a:spcPts val="600"/>
                </a:spcAft>
                <a:buFont typeface="Wingdings" panose="05000000000000000000" pitchFamily="2" charset="2"/>
                <a:buChar char="§"/>
              </a:pPr>
              <a:r>
                <a:rPr lang="en-US" sz="1200" b="1"/>
                <a:t>Reinforces</a:t>
              </a:r>
              <a:r>
                <a:rPr lang="en-US" sz="1200"/>
                <a:t> executive accountability for governance and ethics.</a:t>
              </a:r>
              <a:endParaRPr lang="en-GB" sz="1200"/>
            </a:p>
          </p:txBody>
        </p:sp>
        <p:sp>
          <p:nvSpPr>
            <p:cNvPr id="14" name="TextBox 13">
              <a:extLst>
                <a:ext uri="{FF2B5EF4-FFF2-40B4-BE49-F238E27FC236}">
                  <a16:creationId xmlns:a16="http://schemas.microsoft.com/office/drawing/2014/main" id="{46AAB4C8-8F28-3669-54E1-63FC882ACA0D}"/>
                </a:ext>
              </a:extLst>
            </p:cNvPr>
            <p:cNvSpPr txBox="1"/>
            <p:nvPr/>
          </p:nvSpPr>
          <p:spPr>
            <a:xfrm>
              <a:off x="8879033" y="1715653"/>
              <a:ext cx="2586009" cy="4103257"/>
            </a:xfrm>
            <a:prstGeom prst="rect">
              <a:avLst/>
            </a:prstGeom>
            <a:noFill/>
          </p:spPr>
          <p:txBody>
            <a:bodyPr wrap="square" lIns="91440" tIns="0" rIns="0" bIns="0" rtlCol="0">
              <a:noAutofit/>
            </a:bodyPr>
            <a:lstStyle/>
            <a:p>
              <a:pPr algn="ctr">
                <a:lnSpc>
                  <a:spcPct val="125000"/>
                </a:lnSpc>
                <a:spcAft>
                  <a:spcPts val="600"/>
                </a:spcAft>
              </a:pPr>
              <a:r>
                <a:rPr lang="en-US" sz="1400" b="1"/>
                <a:t>Essence of the Act</a:t>
              </a:r>
            </a:p>
            <a:p>
              <a:pPr algn="ctr">
                <a:lnSpc>
                  <a:spcPct val="125000"/>
                </a:lnSpc>
                <a:spcAft>
                  <a:spcPts val="600"/>
                </a:spcAft>
              </a:pPr>
              <a:endParaRPr lang="en-US" sz="1200" b="1"/>
            </a:p>
            <a:p>
              <a:pPr marL="171450" indent="-171450" algn="just">
                <a:lnSpc>
                  <a:spcPct val="125000"/>
                </a:lnSpc>
                <a:spcAft>
                  <a:spcPts val="600"/>
                </a:spcAft>
                <a:buFont typeface="Wingdings" panose="05000000000000000000" pitchFamily="2" charset="2"/>
                <a:buChar char="§"/>
              </a:pPr>
              <a:r>
                <a:rPr lang="en-US" sz="1200"/>
                <a:t>SOX embeds a </a:t>
              </a:r>
              <a:r>
                <a:rPr lang="en-US" sz="1200" b="1"/>
                <a:t>culture of internal control, financial discipline and regulatory  compliance</a:t>
              </a:r>
              <a:r>
                <a:rPr lang="en-US" sz="1200"/>
                <a:t> at every level of an organization — aligning governance practices with investor trust and ethical conduct.</a:t>
              </a:r>
              <a:br>
                <a:rPr lang="en-US" sz="1200"/>
              </a:br>
              <a:endParaRPr lang="en-GB" sz="1200"/>
            </a:p>
          </p:txBody>
        </p:sp>
        <p:sp>
          <p:nvSpPr>
            <p:cNvPr id="2" name="TextBox 1">
              <a:extLst>
                <a:ext uri="{FF2B5EF4-FFF2-40B4-BE49-F238E27FC236}">
                  <a16:creationId xmlns:a16="http://schemas.microsoft.com/office/drawing/2014/main" id="{1BD0695C-1AF5-AFA3-5519-BCDC178FB5B1}"/>
                </a:ext>
              </a:extLst>
            </p:cNvPr>
            <p:cNvSpPr txBox="1"/>
            <p:nvPr/>
          </p:nvSpPr>
          <p:spPr>
            <a:xfrm>
              <a:off x="489527" y="1715654"/>
              <a:ext cx="2617985" cy="4103257"/>
            </a:xfrm>
            <a:prstGeom prst="rect">
              <a:avLst/>
            </a:prstGeom>
            <a:noFill/>
          </p:spPr>
          <p:txBody>
            <a:bodyPr wrap="square" lIns="0" tIns="0" rIns="0" bIns="0" rtlCol="0">
              <a:noAutofit/>
            </a:bodyPr>
            <a:lstStyle/>
            <a:p>
              <a:pPr algn="ctr">
                <a:lnSpc>
                  <a:spcPct val="125000"/>
                </a:lnSpc>
                <a:spcAft>
                  <a:spcPts val="600"/>
                </a:spcAft>
              </a:pPr>
              <a:r>
                <a:rPr lang="en-US" sz="1400" b="1"/>
                <a:t>Coverage of the Act</a:t>
              </a:r>
              <a:endParaRPr lang="en-GB" sz="1400" b="1"/>
            </a:p>
            <a:p>
              <a:pPr algn="just">
                <a:lnSpc>
                  <a:spcPct val="125000"/>
                </a:lnSpc>
                <a:spcAft>
                  <a:spcPts val="600"/>
                </a:spcAft>
              </a:pPr>
              <a:endParaRPr lang="en-US" sz="1200"/>
            </a:p>
            <a:p>
              <a:pPr algn="just">
                <a:lnSpc>
                  <a:spcPct val="125000"/>
                </a:lnSpc>
                <a:spcAft>
                  <a:spcPts val="600"/>
                </a:spcAft>
              </a:pPr>
              <a:r>
                <a:rPr lang="en-US" sz="1200"/>
                <a:t>SOX applies to all publicly listed companies in the U.S.  their management, auditors and boards of directors.</a:t>
              </a:r>
            </a:p>
            <a:p>
              <a:pPr algn="just">
                <a:lnSpc>
                  <a:spcPct val="125000"/>
                </a:lnSpc>
                <a:spcAft>
                  <a:spcPts val="600"/>
                </a:spcAft>
              </a:pPr>
              <a:r>
                <a:rPr lang="en-US" sz="1200"/>
                <a:t>It </a:t>
              </a:r>
              <a:r>
                <a:rPr lang="en-US" sz="1200" b="1"/>
                <a:t>establishes</a:t>
              </a:r>
              <a:r>
                <a:rPr lang="en-US" sz="1200"/>
                <a:t> standards for:</a:t>
              </a:r>
            </a:p>
            <a:p>
              <a:pPr marL="171450" indent="-171450" algn="just">
                <a:lnSpc>
                  <a:spcPct val="125000"/>
                </a:lnSpc>
                <a:spcAft>
                  <a:spcPts val="600"/>
                </a:spcAft>
                <a:buFont typeface="Wingdings" panose="05000000000000000000" pitchFamily="2" charset="2"/>
                <a:buChar char="§"/>
              </a:pPr>
              <a:r>
                <a:rPr lang="en-US" sz="1200"/>
                <a:t>Corporate responsibility and ethics</a:t>
              </a:r>
            </a:p>
            <a:p>
              <a:pPr marL="171450" indent="-171450" algn="just">
                <a:lnSpc>
                  <a:spcPct val="125000"/>
                </a:lnSpc>
                <a:spcAft>
                  <a:spcPts val="600"/>
                </a:spcAft>
                <a:buFont typeface="Wingdings" panose="05000000000000000000" pitchFamily="2" charset="2"/>
                <a:buChar char="§"/>
              </a:pPr>
              <a:r>
                <a:rPr lang="en-US" sz="1200"/>
                <a:t>Financial reporting accuracy</a:t>
              </a:r>
            </a:p>
            <a:p>
              <a:pPr marL="171450" indent="-171450" algn="just">
                <a:lnSpc>
                  <a:spcPct val="125000"/>
                </a:lnSpc>
                <a:spcAft>
                  <a:spcPts val="600"/>
                </a:spcAft>
                <a:buFont typeface="Wingdings" panose="05000000000000000000" pitchFamily="2" charset="2"/>
                <a:buChar char="§"/>
              </a:pPr>
              <a:r>
                <a:rPr lang="en-US" sz="1200"/>
                <a:t>Internal control systems</a:t>
              </a:r>
            </a:p>
            <a:p>
              <a:pPr marL="171450" indent="-171450" algn="just">
                <a:lnSpc>
                  <a:spcPct val="125000"/>
                </a:lnSpc>
                <a:spcAft>
                  <a:spcPts val="600"/>
                </a:spcAft>
                <a:buFont typeface="Wingdings" panose="05000000000000000000" pitchFamily="2" charset="2"/>
                <a:buChar char="§"/>
              </a:pPr>
              <a:r>
                <a:rPr lang="en-US" sz="1200"/>
                <a:t>Audit independence</a:t>
              </a:r>
            </a:p>
            <a:p>
              <a:pPr marL="171450" indent="-171450" algn="just">
                <a:lnSpc>
                  <a:spcPct val="125000"/>
                </a:lnSpc>
                <a:spcAft>
                  <a:spcPts val="600"/>
                </a:spcAft>
                <a:buFont typeface="Wingdings" panose="05000000000000000000" pitchFamily="2" charset="2"/>
                <a:buChar char="§"/>
              </a:pPr>
              <a:r>
                <a:rPr lang="en-US" sz="1200"/>
                <a:t>Legal compliance and record retention</a:t>
              </a:r>
            </a:p>
            <a:p>
              <a:pPr marL="171450" indent="-171450" algn="just">
                <a:lnSpc>
                  <a:spcPct val="125000"/>
                </a:lnSpc>
                <a:spcAft>
                  <a:spcPts val="600"/>
                </a:spcAft>
                <a:buFont typeface="Wingdings" panose="05000000000000000000" pitchFamily="2" charset="2"/>
                <a:buChar char="§"/>
              </a:pPr>
              <a:r>
                <a:rPr lang="en-US" sz="1200"/>
                <a:t>Protection for whistleblowers and investors</a:t>
              </a:r>
              <a:endParaRPr lang="en-GB" sz="1200"/>
            </a:p>
            <a:p>
              <a:pPr algn="l"/>
              <a:endParaRPr lang="en-US" sz="1200" err="1">
                <a:latin typeface="+mj-lt"/>
              </a:endParaRPr>
            </a:p>
          </p:txBody>
        </p:sp>
      </p:grpSp>
    </p:spTree>
    <p:custDataLst>
      <p:custData r:id="rId1"/>
    </p:custDataLst>
    <p:extLst>
      <p:ext uri="{BB962C8B-B14F-4D97-AF65-F5344CB8AC3E}">
        <p14:creationId xmlns:p14="http://schemas.microsoft.com/office/powerpoint/2010/main" val="188589876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5" name="Straight Connector 74">
            <a:extLst>
              <a:ext uri="{FF2B5EF4-FFF2-40B4-BE49-F238E27FC236}">
                <a16:creationId xmlns:a16="http://schemas.microsoft.com/office/drawing/2014/main" id="{71FA737B-2451-C0BE-44C5-21FF7E2205B7}"/>
              </a:ext>
            </a:extLst>
          </p:cNvPr>
          <p:cNvCxnSpPr>
            <a:cxnSpLocks/>
          </p:cNvCxnSpPr>
          <p:nvPr/>
        </p:nvCxnSpPr>
        <p:spPr>
          <a:xfrm>
            <a:off x="7905362" y="2877128"/>
            <a:ext cx="2485547" cy="0"/>
          </a:xfrm>
          <a:prstGeom prst="line">
            <a:avLst/>
          </a:prstGeom>
          <a:ln/>
        </p:spPr>
        <p:style>
          <a:lnRef idx="1">
            <a:schemeClr val="accent4"/>
          </a:lnRef>
          <a:fillRef idx="0">
            <a:schemeClr val="accent4"/>
          </a:fillRef>
          <a:effectRef idx="0">
            <a:schemeClr val="accent4"/>
          </a:effectRef>
          <a:fontRef idx="minor">
            <a:schemeClr val="tx1"/>
          </a:fontRef>
        </p:style>
      </p:cxnSp>
      <p:cxnSp>
        <p:nvCxnSpPr>
          <p:cNvPr id="74" name="Straight Connector 73">
            <a:extLst>
              <a:ext uri="{FF2B5EF4-FFF2-40B4-BE49-F238E27FC236}">
                <a16:creationId xmlns:a16="http://schemas.microsoft.com/office/drawing/2014/main" id="{13BC0796-93C7-056B-64CA-F3B54D6F83C9}"/>
              </a:ext>
            </a:extLst>
          </p:cNvPr>
          <p:cNvCxnSpPr/>
          <p:nvPr/>
        </p:nvCxnSpPr>
        <p:spPr>
          <a:xfrm>
            <a:off x="7171071" y="1995055"/>
            <a:ext cx="4023492" cy="0"/>
          </a:xfrm>
          <a:prstGeom prst="line">
            <a:avLst/>
          </a:prstGeom>
          <a:ln/>
        </p:spPr>
        <p:style>
          <a:lnRef idx="1">
            <a:schemeClr val="accent4"/>
          </a:lnRef>
          <a:fillRef idx="0">
            <a:schemeClr val="accent4"/>
          </a:fillRef>
          <a:effectRef idx="0">
            <a:schemeClr val="accent4"/>
          </a:effectRef>
          <a:fontRef idx="minor">
            <a:schemeClr val="tx1"/>
          </a:fontRef>
        </p:style>
      </p:cxnSp>
      <p:sp>
        <p:nvSpPr>
          <p:cNvPr id="69" name="Flowchart: Off-page Connector 68">
            <a:extLst>
              <a:ext uri="{FF2B5EF4-FFF2-40B4-BE49-F238E27FC236}">
                <a16:creationId xmlns:a16="http://schemas.microsoft.com/office/drawing/2014/main" id="{0B33ED6E-61C9-091B-8875-4FCB34305E2C}"/>
              </a:ext>
            </a:extLst>
          </p:cNvPr>
          <p:cNvSpPr/>
          <p:nvPr/>
        </p:nvSpPr>
        <p:spPr>
          <a:xfrm>
            <a:off x="235532" y="1501175"/>
            <a:ext cx="3793698" cy="4927599"/>
          </a:xfrm>
          <a:prstGeom prst="flowChartOffpageConnector">
            <a:avLst/>
          </a:prstGeom>
          <a:solidFill>
            <a:schemeClr val="accent1">
              <a:lumMod val="20000"/>
              <a:lumOff val="80000"/>
            </a:schemeClr>
          </a:solid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a:p>
        </p:txBody>
      </p:sp>
      <p:sp>
        <p:nvSpPr>
          <p:cNvPr id="5" name="Content Placeholder 4">
            <a:extLst>
              <a:ext uri="{FF2B5EF4-FFF2-40B4-BE49-F238E27FC236}">
                <a16:creationId xmlns:a16="http://schemas.microsoft.com/office/drawing/2014/main" id="{3063F697-EE0E-A1A3-7106-31B0D135A474}"/>
              </a:ext>
            </a:extLst>
          </p:cNvPr>
          <p:cNvSpPr>
            <a:spLocks noGrp="1"/>
          </p:cNvSpPr>
          <p:nvPr>
            <p:ph idx="11"/>
          </p:nvPr>
        </p:nvSpPr>
        <p:spPr>
          <a:xfrm>
            <a:off x="7133912" y="3956922"/>
            <a:ext cx="4086040" cy="327264"/>
          </a:xfrm>
          <a:solidFill>
            <a:schemeClr val="bg1"/>
          </a:solidFill>
          <a:ln>
            <a:solidFill>
              <a:schemeClr val="bg1"/>
            </a:solidFill>
          </a:ln>
        </p:spPr>
        <p:style>
          <a:lnRef idx="3">
            <a:schemeClr val="lt1"/>
          </a:lnRef>
          <a:fillRef idx="1">
            <a:schemeClr val="accent3"/>
          </a:fillRef>
          <a:effectRef idx="1">
            <a:schemeClr val="accent3"/>
          </a:effectRef>
          <a:fontRef idx="minor">
            <a:schemeClr val="lt1"/>
          </a:fontRef>
        </p:style>
        <p:txBody>
          <a:bodyPr lIns="91440" rIns="91440" anchor="ctr"/>
          <a:lstStyle/>
          <a:p>
            <a:pPr algn="ctr"/>
            <a:endParaRPr lang="en-GB" sz="1400" noProof="0">
              <a:solidFill>
                <a:schemeClr val="tx1"/>
              </a:solidFill>
            </a:endParaRPr>
          </a:p>
          <a:p>
            <a:pPr algn="ctr"/>
            <a:r>
              <a:rPr lang="en-GB" sz="1400" b="0" i="1">
                <a:solidFill>
                  <a:schemeClr val="tx1"/>
                </a:solidFill>
              </a:rPr>
              <a:t>Requirement of </a:t>
            </a:r>
            <a:r>
              <a:rPr lang="en-GB" sz="1400" b="0" i="1" noProof="0">
                <a:solidFill>
                  <a:schemeClr val="tx1"/>
                </a:solidFill>
              </a:rPr>
              <a:t>ISO 31000</a:t>
            </a:r>
          </a:p>
          <a:p>
            <a:pPr algn="ctr"/>
            <a:endParaRPr lang="en-GB" sz="1400" noProof="0">
              <a:solidFill>
                <a:schemeClr val="tx1"/>
              </a:solidFill>
            </a:endParaRPr>
          </a:p>
        </p:txBody>
      </p:sp>
      <p:graphicFrame>
        <p:nvGraphicFramePr>
          <p:cNvPr id="29" name="Content Placeholder 28">
            <a:extLst>
              <a:ext uri="{FF2B5EF4-FFF2-40B4-BE49-F238E27FC236}">
                <a16:creationId xmlns:a16="http://schemas.microsoft.com/office/drawing/2014/main" id="{F669961C-E1BA-89F2-D743-38B3434F54D3}"/>
              </a:ext>
            </a:extLst>
          </p:cNvPr>
          <p:cNvGraphicFramePr>
            <a:graphicFrameLocks noGrp="1"/>
          </p:cNvGraphicFramePr>
          <p:nvPr>
            <p:ph idx="15"/>
            <p:extLst>
              <p:ext uri="{D42A27DB-BD31-4B8C-83A1-F6EECF244321}">
                <p14:modId xmlns:p14="http://schemas.microsoft.com/office/powerpoint/2010/main" val="720309812"/>
              </p:ext>
            </p:extLst>
          </p:nvPr>
        </p:nvGraphicFramePr>
        <p:xfrm>
          <a:off x="6602820" y="4404057"/>
          <a:ext cx="5353643" cy="1948226"/>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3" name="Slide Number Placeholder 2">
            <a:extLst>
              <a:ext uri="{FF2B5EF4-FFF2-40B4-BE49-F238E27FC236}">
                <a16:creationId xmlns:a16="http://schemas.microsoft.com/office/drawing/2014/main" id="{BA3BA24F-7DD1-521D-5FF4-F7EF0D4E9C79}"/>
              </a:ext>
            </a:extLst>
          </p:cNvPr>
          <p:cNvSpPr>
            <a:spLocks noGrp="1"/>
          </p:cNvSpPr>
          <p:nvPr>
            <p:ph type="sldNum" sz="quarter" idx="4"/>
          </p:nvPr>
        </p:nvSpPr>
        <p:spPr>
          <a:xfrm>
            <a:off x="11503818" y="6501384"/>
            <a:ext cx="298209" cy="161583"/>
          </a:xfrm>
        </p:spPr>
        <p:txBody>
          <a:bodyPr/>
          <a:lstStyle/>
          <a:p>
            <a:fld id="{3E6AC032-1535-134B-A583-D5E1DDD0D167}" type="slidenum">
              <a:rPr lang="en-US" smtClean="0"/>
              <a:pPr/>
              <a:t>43</a:t>
            </a:fld>
            <a:endParaRPr lang="en-US"/>
          </a:p>
        </p:txBody>
      </p:sp>
      <p:sp>
        <p:nvSpPr>
          <p:cNvPr id="11" name="Rectangle 10">
            <a:extLst>
              <a:ext uri="{FF2B5EF4-FFF2-40B4-BE49-F238E27FC236}">
                <a16:creationId xmlns:a16="http://schemas.microsoft.com/office/drawing/2014/main" id="{91D98B49-D6F5-02B0-6007-0B89D3B11F3D}"/>
              </a:ext>
            </a:extLst>
          </p:cNvPr>
          <p:cNvSpPr/>
          <p:nvPr/>
        </p:nvSpPr>
        <p:spPr>
          <a:xfrm>
            <a:off x="0" y="0"/>
            <a:ext cx="12192000" cy="572092"/>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400" b="1">
                <a:solidFill>
                  <a:schemeClr val="bg1"/>
                </a:solidFill>
                <a:latin typeface="Georgia" panose="02040502050405020303" pitchFamily="18" charset="0"/>
              </a:rPr>
              <a:t>ISO 31000</a:t>
            </a:r>
          </a:p>
        </p:txBody>
      </p:sp>
      <p:graphicFrame>
        <p:nvGraphicFramePr>
          <p:cNvPr id="30" name="Diagram 29">
            <a:extLst>
              <a:ext uri="{FF2B5EF4-FFF2-40B4-BE49-F238E27FC236}">
                <a16:creationId xmlns:a16="http://schemas.microsoft.com/office/drawing/2014/main" id="{80B3F277-7CD2-B3F9-9DA5-18009F35300C}"/>
              </a:ext>
            </a:extLst>
          </p:cNvPr>
          <p:cNvGraphicFramePr/>
          <p:nvPr>
            <p:extLst>
              <p:ext uri="{D42A27DB-BD31-4B8C-83A1-F6EECF244321}">
                <p14:modId xmlns:p14="http://schemas.microsoft.com/office/powerpoint/2010/main" val="4027517525"/>
              </p:ext>
            </p:extLst>
          </p:nvPr>
        </p:nvGraphicFramePr>
        <p:xfrm>
          <a:off x="6602820" y="1575137"/>
          <a:ext cx="5199207" cy="1886078"/>
        </p:xfrm>
        <a:graphic>
          <a:graphicData uri="http://schemas.openxmlformats.org/drawingml/2006/diagram">
            <dgm:relIds xmlns:dgm="http://schemas.openxmlformats.org/drawingml/2006/diagram" xmlns:r="http://schemas.openxmlformats.org/officeDocument/2006/relationships" r:dm="rId9" r:lo="rId10" r:qs="rId11" r:cs="rId12"/>
          </a:graphicData>
        </a:graphic>
      </p:graphicFrame>
      <p:sp>
        <p:nvSpPr>
          <p:cNvPr id="26" name="Content Placeholder 4">
            <a:extLst>
              <a:ext uri="{FF2B5EF4-FFF2-40B4-BE49-F238E27FC236}">
                <a16:creationId xmlns:a16="http://schemas.microsoft.com/office/drawing/2014/main" id="{A291FF15-8C07-528F-A979-E8444A1589D1}"/>
              </a:ext>
            </a:extLst>
          </p:cNvPr>
          <p:cNvSpPr txBox="1">
            <a:spLocks/>
          </p:cNvSpPr>
          <p:nvPr/>
        </p:nvSpPr>
        <p:spPr>
          <a:xfrm>
            <a:off x="7009048" y="746778"/>
            <a:ext cx="4086040" cy="327263"/>
          </a:xfrm>
          <a:prstGeom prst="rect">
            <a:avLst/>
          </a:prstGeom>
          <a:solidFill>
            <a:schemeClr val="bg1"/>
          </a:solidFill>
          <a:ln>
            <a:solidFill>
              <a:schemeClr val="bg1"/>
            </a:solidFill>
          </a:ln>
        </p:spPr>
        <p:style>
          <a:lnRef idx="3">
            <a:schemeClr val="lt1"/>
          </a:lnRef>
          <a:fillRef idx="1">
            <a:schemeClr val="accent4"/>
          </a:fillRef>
          <a:effectRef idx="1">
            <a:schemeClr val="accent4"/>
          </a:effectRef>
          <a:fontRef idx="minor">
            <a:schemeClr val="lt1"/>
          </a:fontRef>
        </p:style>
        <p:txBody>
          <a:bodyPr vert="horz" lIns="91440" tIns="0" rIns="91440" bIns="0" rtlCol="0" anchor="ctr">
            <a:noAutofit/>
          </a:bodyPr>
          <a:lstStyle>
            <a:lvl1pPr marL="0" indent="0" algn="l" defTabSz="914400" rtl="0" eaLnBrk="1" latinLnBrk="0" hangingPunct="1">
              <a:lnSpc>
                <a:spcPct val="100000"/>
              </a:lnSpc>
              <a:spcBef>
                <a:spcPts val="300"/>
              </a:spcBef>
              <a:spcAft>
                <a:spcPts val="1300"/>
              </a:spcAft>
              <a:buFont typeface="Arial" panose="020B0604020202020204" pitchFamily="34" charset="0"/>
              <a:buNone/>
              <a:defRPr sz="1800" b="1" kern="1200">
                <a:solidFill>
                  <a:schemeClr val="lt1"/>
                </a:solidFill>
                <a:latin typeface="+mn-lt"/>
                <a:ea typeface="+mn-ea"/>
                <a:cs typeface="+mn-cs"/>
              </a:defRPr>
            </a:lvl1pPr>
            <a:lvl2pPr marL="0" indent="0" algn="l" defTabSz="914400" rtl="0" eaLnBrk="1" latinLnBrk="0" hangingPunct="1">
              <a:lnSpc>
                <a:spcPct val="125000"/>
              </a:lnSpc>
              <a:spcBef>
                <a:spcPts val="600"/>
              </a:spcBef>
              <a:buFont typeface="Arial" panose="020B0604020202020204" pitchFamily="34" charset="0"/>
              <a:buNone/>
              <a:defRPr sz="1200" kern="1200">
                <a:solidFill>
                  <a:schemeClr val="lt1"/>
                </a:solidFill>
                <a:latin typeface="+mn-lt"/>
                <a:ea typeface="+mn-ea"/>
                <a:cs typeface="+mn-cs"/>
              </a:defRPr>
            </a:lvl2pPr>
            <a:lvl3pPr marL="171450" indent="-171450" algn="l" defTabSz="914400" rtl="0" eaLnBrk="1" latinLnBrk="0" hangingPunct="1">
              <a:lnSpc>
                <a:spcPct val="125000"/>
              </a:lnSpc>
              <a:spcBef>
                <a:spcPts val="600"/>
              </a:spcBef>
              <a:buFont typeface="Arial" panose="020B0604020202020204" pitchFamily="34" charset="0"/>
              <a:buChar char="•"/>
              <a:defRPr sz="1200" kern="1200">
                <a:solidFill>
                  <a:schemeClr val="lt1"/>
                </a:solidFill>
                <a:latin typeface="+mn-lt"/>
                <a:ea typeface="+mn-ea"/>
                <a:cs typeface="+mn-cs"/>
              </a:defRPr>
            </a:lvl3pPr>
            <a:lvl4pPr marL="344488" indent="-173038" algn="l" defTabSz="914400" rtl="0" eaLnBrk="1" latinLnBrk="0" hangingPunct="1">
              <a:lnSpc>
                <a:spcPct val="125000"/>
              </a:lnSpc>
              <a:spcBef>
                <a:spcPts val="600"/>
              </a:spcBef>
              <a:buFont typeface="Georgia" panose="02040502050405020303" pitchFamily="18" charset="0"/>
              <a:buChar char="–"/>
              <a:defRPr sz="1200" kern="1200">
                <a:solidFill>
                  <a:schemeClr val="lt1"/>
                </a:solidFill>
                <a:latin typeface="+mn-lt"/>
                <a:ea typeface="+mn-ea"/>
                <a:cs typeface="+mn-cs"/>
              </a:defRPr>
            </a:lvl4pPr>
            <a:lvl5pPr marL="515938" indent="-171450" algn="l" defTabSz="914400" rtl="0" eaLnBrk="1" latinLnBrk="0" hangingPunct="1">
              <a:lnSpc>
                <a:spcPct val="125000"/>
              </a:lnSpc>
              <a:spcBef>
                <a:spcPts val="600"/>
              </a:spcBef>
              <a:buFont typeface="Wingdings" panose="05000000000000000000" pitchFamily="2" charset="2"/>
              <a:buChar char="§"/>
              <a:defRPr sz="1200" kern="1200">
                <a:solidFill>
                  <a:schemeClr val="l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lt1"/>
                </a:solidFill>
                <a:latin typeface="+mn-lt"/>
                <a:ea typeface="+mn-ea"/>
                <a:cs typeface="+mn-cs"/>
              </a:defRPr>
            </a:lvl9pPr>
          </a:lstStyle>
          <a:p>
            <a:pPr algn="ctr"/>
            <a:r>
              <a:rPr lang="en-GB" sz="1400" b="0" i="1">
                <a:solidFill>
                  <a:schemeClr val="tx1"/>
                </a:solidFill>
              </a:rPr>
              <a:t>ISO 31000 -  Importance</a:t>
            </a:r>
          </a:p>
        </p:txBody>
      </p:sp>
      <p:sp>
        <p:nvSpPr>
          <p:cNvPr id="31" name="TextBox 30">
            <a:extLst>
              <a:ext uri="{FF2B5EF4-FFF2-40B4-BE49-F238E27FC236}">
                <a16:creationId xmlns:a16="http://schemas.microsoft.com/office/drawing/2014/main" id="{01FC7ADE-F569-6024-8BB2-69FAA17E696B}"/>
              </a:ext>
            </a:extLst>
          </p:cNvPr>
          <p:cNvSpPr txBox="1"/>
          <p:nvPr/>
        </p:nvSpPr>
        <p:spPr>
          <a:xfrm>
            <a:off x="235532" y="746778"/>
            <a:ext cx="5851233" cy="403569"/>
          </a:xfrm>
          <a:prstGeom prst="rect">
            <a:avLst/>
          </a:prstGeom>
          <a:noFill/>
        </p:spPr>
        <p:txBody>
          <a:bodyPr wrap="square" lIns="91440" tIns="0" rIns="91440" bIns="0" rtlCol="0" anchor="ctr">
            <a:noAutofit/>
          </a:bodyPr>
          <a:lstStyle/>
          <a:p>
            <a:pPr algn="l"/>
            <a:endParaRPr lang="en-US" sz="1400" b="1"/>
          </a:p>
          <a:p>
            <a:pPr algn="l"/>
            <a:r>
              <a:rPr lang="en-US" sz="1400" i="1"/>
              <a:t>Managing risk is based on the following principles of ISO 31000</a:t>
            </a:r>
          </a:p>
          <a:p>
            <a:pPr algn="l"/>
            <a:endParaRPr lang="en-US" sz="1400" b="1" err="1"/>
          </a:p>
        </p:txBody>
      </p:sp>
      <p:grpSp>
        <p:nvGrpSpPr>
          <p:cNvPr id="70" name="Group 69">
            <a:extLst>
              <a:ext uri="{FF2B5EF4-FFF2-40B4-BE49-F238E27FC236}">
                <a16:creationId xmlns:a16="http://schemas.microsoft.com/office/drawing/2014/main" id="{56A62C29-1C68-97F5-F0F1-9E802FD6B863}"/>
              </a:ext>
            </a:extLst>
          </p:cNvPr>
          <p:cNvGrpSpPr/>
          <p:nvPr/>
        </p:nvGrpSpPr>
        <p:grpSpPr>
          <a:xfrm>
            <a:off x="1605015" y="1738375"/>
            <a:ext cx="3836455" cy="3677517"/>
            <a:chOff x="955964" y="1818120"/>
            <a:chExt cx="4969164" cy="3973882"/>
          </a:xfrm>
        </p:grpSpPr>
        <p:sp>
          <p:nvSpPr>
            <p:cNvPr id="61" name="TextBox 60">
              <a:extLst>
                <a:ext uri="{FF2B5EF4-FFF2-40B4-BE49-F238E27FC236}">
                  <a16:creationId xmlns:a16="http://schemas.microsoft.com/office/drawing/2014/main" id="{033859F0-69E2-D9D9-6B15-7C0955D43713}"/>
                </a:ext>
              </a:extLst>
            </p:cNvPr>
            <p:cNvSpPr txBox="1"/>
            <p:nvPr/>
          </p:nvSpPr>
          <p:spPr>
            <a:xfrm>
              <a:off x="955964" y="2332722"/>
              <a:ext cx="4959927" cy="436092"/>
            </a:xfrm>
            <a:prstGeom prst="rect">
              <a:avLst/>
            </a:prstGeom>
            <a:ln>
              <a:solidFill>
                <a:schemeClr val="accent2">
                  <a:lumMod val="75000"/>
                </a:schemeClr>
              </a:solidFill>
            </a:ln>
          </p:spPr>
          <p:style>
            <a:lnRef idx="2">
              <a:schemeClr val="accent2"/>
            </a:lnRef>
            <a:fillRef idx="1">
              <a:schemeClr val="lt1"/>
            </a:fillRef>
            <a:effectRef idx="0">
              <a:schemeClr val="accent2"/>
            </a:effectRef>
            <a:fontRef idx="minor">
              <a:schemeClr val="dk1"/>
            </a:fontRef>
          </p:style>
          <p:txBody>
            <a:bodyPr wrap="square" lIns="0" tIns="0" rIns="0" bIns="0" rtlCol="0" anchor="ctr">
              <a:noAutofit/>
            </a:bodyPr>
            <a:lstStyle/>
            <a:p>
              <a:pPr algn="ctr"/>
              <a:r>
                <a:rPr lang="en-US" sz="1400" b="1"/>
                <a:t>Integrated</a:t>
              </a:r>
            </a:p>
          </p:txBody>
        </p:sp>
        <p:sp>
          <p:nvSpPr>
            <p:cNvPr id="62" name="TextBox 61">
              <a:extLst>
                <a:ext uri="{FF2B5EF4-FFF2-40B4-BE49-F238E27FC236}">
                  <a16:creationId xmlns:a16="http://schemas.microsoft.com/office/drawing/2014/main" id="{0C152077-4F91-1669-D686-920E11CB2F43}"/>
                </a:ext>
              </a:extLst>
            </p:cNvPr>
            <p:cNvSpPr txBox="1"/>
            <p:nvPr/>
          </p:nvSpPr>
          <p:spPr>
            <a:xfrm>
              <a:off x="965200" y="1818120"/>
              <a:ext cx="4959927" cy="436092"/>
            </a:xfrm>
            <a:prstGeom prst="rect">
              <a:avLst/>
            </a:prstGeom>
            <a:ln>
              <a:solidFill>
                <a:schemeClr val="accent2">
                  <a:lumMod val="75000"/>
                </a:schemeClr>
              </a:solidFill>
            </a:ln>
          </p:spPr>
          <p:style>
            <a:lnRef idx="2">
              <a:schemeClr val="accent2"/>
            </a:lnRef>
            <a:fillRef idx="1">
              <a:schemeClr val="lt1"/>
            </a:fillRef>
            <a:effectRef idx="0">
              <a:schemeClr val="accent2"/>
            </a:effectRef>
            <a:fontRef idx="minor">
              <a:schemeClr val="dk1"/>
            </a:fontRef>
          </p:style>
          <p:txBody>
            <a:bodyPr wrap="square" lIns="0" tIns="0" rIns="0" bIns="0" rtlCol="0" anchor="ctr">
              <a:noAutofit/>
            </a:bodyPr>
            <a:lstStyle/>
            <a:p>
              <a:pPr algn="ctr"/>
              <a:r>
                <a:rPr lang="en-US" sz="1400" b="1"/>
                <a:t>Continual Improvement</a:t>
              </a:r>
            </a:p>
          </p:txBody>
        </p:sp>
        <p:sp>
          <p:nvSpPr>
            <p:cNvPr id="63" name="TextBox 62">
              <a:extLst>
                <a:ext uri="{FF2B5EF4-FFF2-40B4-BE49-F238E27FC236}">
                  <a16:creationId xmlns:a16="http://schemas.microsoft.com/office/drawing/2014/main" id="{2210CE4E-C675-9F2F-174D-8A666D1C4B20}"/>
                </a:ext>
              </a:extLst>
            </p:cNvPr>
            <p:cNvSpPr txBox="1"/>
            <p:nvPr/>
          </p:nvSpPr>
          <p:spPr>
            <a:xfrm>
              <a:off x="965199" y="2847324"/>
              <a:ext cx="4959927" cy="436092"/>
            </a:xfrm>
            <a:prstGeom prst="rect">
              <a:avLst/>
            </a:prstGeom>
            <a:ln>
              <a:solidFill>
                <a:schemeClr val="accent2">
                  <a:lumMod val="75000"/>
                </a:schemeClr>
              </a:solidFill>
            </a:ln>
          </p:spPr>
          <p:style>
            <a:lnRef idx="2">
              <a:schemeClr val="accent2"/>
            </a:lnRef>
            <a:fillRef idx="1">
              <a:schemeClr val="lt1"/>
            </a:fillRef>
            <a:effectRef idx="0">
              <a:schemeClr val="accent2"/>
            </a:effectRef>
            <a:fontRef idx="minor">
              <a:schemeClr val="dk1"/>
            </a:fontRef>
          </p:style>
          <p:txBody>
            <a:bodyPr wrap="square" lIns="0" tIns="0" rIns="0" bIns="0" rtlCol="0" anchor="ctr">
              <a:noAutofit/>
            </a:bodyPr>
            <a:lstStyle/>
            <a:p>
              <a:pPr algn="ctr"/>
              <a:r>
                <a:rPr lang="en-US" sz="1400" b="1"/>
                <a:t>Structures and Comprehensive</a:t>
              </a:r>
            </a:p>
          </p:txBody>
        </p:sp>
        <p:sp>
          <p:nvSpPr>
            <p:cNvPr id="64" name="TextBox 63">
              <a:extLst>
                <a:ext uri="{FF2B5EF4-FFF2-40B4-BE49-F238E27FC236}">
                  <a16:creationId xmlns:a16="http://schemas.microsoft.com/office/drawing/2014/main" id="{786F3DF6-352A-D698-151D-EF92199814D9}"/>
                </a:ext>
              </a:extLst>
            </p:cNvPr>
            <p:cNvSpPr txBox="1"/>
            <p:nvPr/>
          </p:nvSpPr>
          <p:spPr>
            <a:xfrm>
              <a:off x="965200" y="3361926"/>
              <a:ext cx="4959927" cy="436092"/>
            </a:xfrm>
            <a:prstGeom prst="rect">
              <a:avLst/>
            </a:prstGeom>
            <a:ln>
              <a:solidFill>
                <a:schemeClr val="accent2">
                  <a:lumMod val="75000"/>
                </a:schemeClr>
              </a:solidFill>
            </a:ln>
          </p:spPr>
          <p:style>
            <a:lnRef idx="2">
              <a:schemeClr val="accent2"/>
            </a:lnRef>
            <a:fillRef idx="1">
              <a:schemeClr val="lt1"/>
            </a:fillRef>
            <a:effectRef idx="0">
              <a:schemeClr val="accent2"/>
            </a:effectRef>
            <a:fontRef idx="minor">
              <a:schemeClr val="dk1"/>
            </a:fontRef>
          </p:style>
          <p:txBody>
            <a:bodyPr wrap="square" lIns="0" tIns="0" rIns="0" bIns="0" rtlCol="0" anchor="ctr">
              <a:noAutofit/>
            </a:bodyPr>
            <a:lstStyle/>
            <a:p>
              <a:pPr algn="ctr"/>
              <a:r>
                <a:rPr lang="en-US" sz="1400" b="1"/>
                <a:t>Customized</a:t>
              </a:r>
            </a:p>
          </p:txBody>
        </p:sp>
        <p:sp>
          <p:nvSpPr>
            <p:cNvPr id="65" name="TextBox 64">
              <a:extLst>
                <a:ext uri="{FF2B5EF4-FFF2-40B4-BE49-F238E27FC236}">
                  <a16:creationId xmlns:a16="http://schemas.microsoft.com/office/drawing/2014/main" id="{8F477017-60E7-7147-F639-70AA16F5A131}"/>
                </a:ext>
              </a:extLst>
            </p:cNvPr>
            <p:cNvSpPr txBox="1"/>
            <p:nvPr/>
          </p:nvSpPr>
          <p:spPr>
            <a:xfrm>
              <a:off x="965200" y="3867953"/>
              <a:ext cx="4959927" cy="436092"/>
            </a:xfrm>
            <a:prstGeom prst="rect">
              <a:avLst/>
            </a:prstGeom>
            <a:ln>
              <a:solidFill>
                <a:schemeClr val="accent2">
                  <a:lumMod val="75000"/>
                </a:schemeClr>
              </a:solidFill>
            </a:ln>
          </p:spPr>
          <p:style>
            <a:lnRef idx="2">
              <a:schemeClr val="accent2"/>
            </a:lnRef>
            <a:fillRef idx="1">
              <a:schemeClr val="lt1"/>
            </a:fillRef>
            <a:effectRef idx="0">
              <a:schemeClr val="accent2"/>
            </a:effectRef>
            <a:fontRef idx="minor">
              <a:schemeClr val="dk1"/>
            </a:fontRef>
          </p:style>
          <p:txBody>
            <a:bodyPr wrap="square" lIns="0" tIns="0" rIns="0" bIns="0" rtlCol="0" anchor="ctr">
              <a:noAutofit/>
            </a:bodyPr>
            <a:lstStyle/>
            <a:p>
              <a:pPr algn="ctr"/>
              <a:r>
                <a:rPr lang="en-US" sz="1400" b="1"/>
                <a:t>Inclusive</a:t>
              </a:r>
            </a:p>
          </p:txBody>
        </p:sp>
        <p:sp>
          <p:nvSpPr>
            <p:cNvPr id="66" name="TextBox 65">
              <a:extLst>
                <a:ext uri="{FF2B5EF4-FFF2-40B4-BE49-F238E27FC236}">
                  <a16:creationId xmlns:a16="http://schemas.microsoft.com/office/drawing/2014/main" id="{A7FCD8F0-715D-1B59-EF52-0EDE9394ADE3}"/>
                </a:ext>
              </a:extLst>
            </p:cNvPr>
            <p:cNvSpPr txBox="1"/>
            <p:nvPr/>
          </p:nvSpPr>
          <p:spPr>
            <a:xfrm>
              <a:off x="965201" y="4369251"/>
              <a:ext cx="4959927" cy="436092"/>
            </a:xfrm>
            <a:prstGeom prst="rect">
              <a:avLst/>
            </a:prstGeom>
            <a:ln>
              <a:solidFill>
                <a:schemeClr val="accent2">
                  <a:lumMod val="75000"/>
                </a:schemeClr>
              </a:solidFill>
            </a:ln>
          </p:spPr>
          <p:style>
            <a:lnRef idx="2">
              <a:schemeClr val="accent2"/>
            </a:lnRef>
            <a:fillRef idx="1">
              <a:schemeClr val="lt1"/>
            </a:fillRef>
            <a:effectRef idx="0">
              <a:schemeClr val="accent2"/>
            </a:effectRef>
            <a:fontRef idx="minor">
              <a:schemeClr val="dk1"/>
            </a:fontRef>
          </p:style>
          <p:txBody>
            <a:bodyPr wrap="square" lIns="0" tIns="0" rIns="0" bIns="0" rtlCol="0" anchor="ctr">
              <a:noAutofit/>
            </a:bodyPr>
            <a:lstStyle/>
            <a:p>
              <a:pPr algn="ctr"/>
              <a:r>
                <a:rPr lang="en-US" sz="1400" b="1"/>
                <a:t>Dynamic</a:t>
              </a:r>
            </a:p>
          </p:txBody>
        </p:sp>
        <p:sp>
          <p:nvSpPr>
            <p:cNvPr id="67" name="TextBox 66">
              <a:extLst>
                <a:ext uri="{FF2B5EF4-FFF2-40B4-BE49-F238E27FC236}">
                  <a16:creationId xmlns:a16="http://schemas.microsoft.com/office/drawing/2014/main" id="{7D4A4FCF-E71F-F2D2-082E-E8C1BF896146}"/>
                </a:ext>
              </a:extLst>
            </p:cNvPr>
            <p:cNvSpPr txBox="1"/>
            <p:nvPr/>
          </p:nvSpPr>
          <p:spPr>
            <a:xfrm>
              <a:off x="965201" y="4861313"/>
              <a:ext cx="4959927" cy="436092"/>
            </a:xfrm>
            <a:prstGeom prst="rect">
              <a:avLst/>
            </a:prstGeom>
            <a:ln>
              <a:solidFill>
                <a:schemeClr val="accent2">
                  <a:lumMod val="75000"/>
                </a:schemeClr>
              </a:solidFill>
            </a:ln>
          </p:spPr>
          <p:style>
            <a:lnRef idx="2">
              <a:schemeClr val="accent2"/>
            </a:lnRef>
            <a:fillRef idx="1">
              <a:schemeClr val="lt1"/>
            </a:fillRef>
            <a:effectRef idx="0">
              <a:schemeClr val="accent2"/>
            </a:effectRef>
            <a:fontRef idx="minor">
              <a:schemeClr val="dk1"/>
            </a:fontRef>
          </p:style>
          <p:txBody>
            <a:bodyPr wrap="square" lIns="0" tIns="0" rIns="0" bIns="0" rtlCol="0" anchor="ctr">
              <a:noAutofit/>
            </a:bodyPr>
            <a:lstStyle/>
            <a:p>
              <a:pPr algn="ctr"/>
              <a:r>
                <a:rPr lang="en-US" sz="1400" b="1"/>
                <a:t>Best Available Information</a:t>
              </a:r>
            </a:p>
          </p:txBody>
        </p:sp>
        <p:sp>
          <p:nvSpPr>
            <p:cNvPr id="68" name="TextBox 67">
              <a:extLst>
                <a:ext uri="{FF2B5EF4-FFF2-40B4-BE49-F238E27FC236}">
                  <a16:creationId xmlns:a16="http://schemas.microsoft.com/office/drawing/2014/main" id="{2F30FA53-43CE-5ED7-BDB3-5707517E280E}"/>
                </a:ext>
              </a:extLst>
            </p:cNvPr>
            <p:cNvSpPr txBox="1"/>
            <p:nvPr/>
          </p:nvSpPr>
          <p:spPr>
            <a:xfrm>
              <a:off x="965201" y="5355910"/>
              <a:ext cx="4959927" cy="436092"/>
            </a:xfrm>
            <a:prstGeom prst="rect">
              <a:avLst/>
            </a:prstGeom>
            <a:ln>
              <a:solidFill>
                <a:schemeClr val="accent2">
                  <a:lumMod val="75000"/>
                </a:schemeClr>
              </a:solidFill>
            </a:ln>
          </p:spPr>
          <p:style>
            <a:lnRef idx="2">
              <a:schemeClr val="accent2"/>
            </a:lnRef>
            <a:fillRef idx="1">
              <a:schemeClr val="lt1"/>
            </a:fillRef>
            <a:effectRef idx="0">
              <a:schemeClr val="accent2"/>
            </a:effectRef>
            <a:fontRef idx="minor">
              <a:schemeClr val="dk1"/>
            </a:fontRef>
          </p:style>
          <p:txBody>
            <a:bodyPr wrap="square" lIns="0" tIns="0" rIns="0" bIns="0" rtlCol="0" anchor="ctr">
              <a:noAutofit/>
            </a:bodyPr>
            <a:lstStyle/>
            <a:p>
              <a:pPr algn="ctr"/>
              <a:r>
                <a:rPr lang="en-US" sz="1400" b="1"/>
                <a:t>Human and Cultural Factors</a:t>
              </a:r>
            </a:p>
          </p:txBody>
        </p:sp>
      </p:grpSp>
      <p:cxnSp>
        <p:nvCxnSpPr>
          <p:cNvPr id="72" name="Straight Connector 71">
            <a:extLst>
              <a:ext uri="{FF2B5EF4-FFF2-40B4-BE49-F238E27FC236}">
                <a16:creationId xmlns:a16="http://schemas.microsoft.com/office/drawing/2014/main" id="{7AA234C8-0976-AD9F-60AF-8BB0BE1F5CDC}"/>
              </a:ext>
            </a:extLst>
          </p:cNvPr>
          <p:cNvCxnSpPr>
            <a:cxnSpLocks/>
          </p:cNvCxnSpPr>
          <p:nvPr/>
        </p:nvCxnSpPr>
        <p:spPr>
          <a:xfrm>
            <a:off x="6105236" y="572091"/>
            <a:ext cx="0" cy="6309360"/>
          </a:xfrm>
          <a:prstGeom prst="line">
            <a:avLst/>
          </a:prstGeom>
          <a:ln/>
        </p:spPr>
        <p:style>
          <a:lnRef idx="1">
            <a:schemeClr val="accent4"/>
          </a:lnRef>
          <a:fillRef idx="0">
            <a:schemeClr val="accent4"/>
          </a:fillRef>
          <a:effectRef idx="0">
            <a:schemeClr val="accent4"/>
          </a:effectRef>
          <a:fontRef idx="minor">
            <a:schemeClr val="tx1"/>
          </a:fontRef>
        </p:style>
      </p:cxnSp>
      <p:cxnSp>
        <p:nvCxnSpPr>
          <p:cNvPr id="4" name="Straight Connector 3">
            <a:extLst>
              <a:ext uri="{FF2B5EF4-FFF2-40B4-BE49-F238E27FC236}">
                <a16:creationId xmlns:a16="http://schemas.microsoft.com/office/drawing/2014/main" id="{38200EE4-6B86-B7D1-B30E-1AE3440C8DC9}"/>
              </a:ext>
            </a:extLst>
          </p:cNvPr>
          <p:cNvCxnSpPr>
            <a:cxnSpLocks/>
          </p:cNvCxnSpPr>
          <p:nvPr/>
        </p:nvCxnSpPr>
        <p:spPr>
          <a:xfrm>
            <a:off x="3182415" y="1150347"/>
            <a:ext cx="2080702" cy="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185D9DF6-9386-71C5-EDF5-5C68A441D0DE}"/>
              </a:ext>
            </a:extLst>
          </p:cNvPr>
          <p:cNvCxnSpPr>
            <a:cxnSpLocks/>
          </p:cNvCxnSpPr>
          <p:nvPr/>
        </p:nvCxnSpPr>
        <p:spPr>
          <a:xfrm>
            <a:off x="8845310" y="1107815"/>
            <a:ext cx="1174502" cy="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758C19F6-857F-DC5D-5DF6-B2AA2009FACB}"/>
              </a:ext>
            </a:extLst>
          </p:cNvPr>
          <p:cNvCxnSpPr>
            <a:cxnSpLocks/>
          </p:cNvCxnSpPr>
          <p:nvPr/>
        </p:nvCxnSpPr>
        <p:spPr>
          <a:xfrm>
            <a:off x="9029608" y="4259771"/>
            <a:ext cx="1174502" cy="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spTree>
    <p:custDataLst>
      <p:custData r:id="rId1"/>
    </p:custDataLst>
    <p:extLst>
      <p:ext uri="{BB962C8B-B14F-4D97-AF65-F5344CB8AC3E}">
        <p14:creationId xmlns:p14="http://schemas.microsoft.com/office/powerpoint/2010/main" val="113221362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6692B9-1B5B-F9A1-4549-F8CA079A8540}"/>
            </a:ext>
          </a:extLst>
        </p:cNvPr>
        <p:cNvGrpSpPr/>
        <p:nvPr/>
      </p:nvGrpSpPr>
      <p:grpSpPr>
        <a:xfrm>
          <a:off x="0" y="0"/>
          <a:ext cx="0" cy="0"/>
          <a:chOff x="0" y="0"/>
          <a:chExt cx="0" cy="0"/>
        </a:xfrm>
      </p:grpSpPr>
      <p:sp>
        <p:nvSpPr>
          <p:cNvPr id="5" name="Right Triangle 4">
            <a:extLst>
              <a:ext uri="{FF2B5EF4-FFF2-40B4-BE49-F238E27FC236}">
                <a16:creationId xmlns:a16="http://schemas.microsoft.com/office/drawing/2014/main" id="{A9331BE0-8DDF-0073-57D7-815EBD85B080}"/>
              </a:ext>
            </a:extLst>
          </p:cNvPr>
          <p:cNvSpPr/>
          <p:nvPr/>
        </p:nvSpPr>
        <p:spPr>
          <a:xfrm>
            <a:off x="0" y="-64008"/>
            <a:ext cx="9436608" cy="6922008"/>
          </a:xfrm>
          <a:prstGeom prst="rtTriangle">
            <a:avLst/>
          </a:prstGeom>
          <a:ln/>
        </p:spPr>
        <p:style>
          <a:lnRef idx="3">
            <a:schemeClr val="lt1"/>
          </a:lnRef>
          <a:fillRef idx="1">
            <a:schemeClr val="accent1"/>
          </a:fillRef>
          <a:effectRef idx="1">
            <a:schemeClr val="accent1"/>
          </a:effectRef>
          <a:fontRef idx="minor">
            <a:schemeClr val="lt1"/>
          </a:fontRef>
        </p:style>
        <p:txBody>
          <a:bodyPr rtlCol="0" anchor="ctr"/>
          <a:lstStyle/>
          <a:p>
            <a:pPr algn="ctr"/>
            <a:endParaRPr lang="en-US" sz="3200">
              <a:latin typeface="+mj-lt"/>
            </a:endParaRPr>
          </a:p>
          <a:p>
            <a:pPr algn="ctr"/>
            <a:endParaRPr lang="en-US" sz="4000">
              <a:latin typeface="+mj-lt"/>
            </a:endParaRPr>
          </a:p>
        </p:txBody>
      </p:sp>
      <p:cxnSp>
        <p:nvCxnSpPr>
          <p:cNvPr id="7" name="Straight Connector 6">
            <a:extLst>
              <a:ext uri="{FF2B5EF4-FFF2-40B4-BE49-F238E27FC236}">
                <a16:creationId xmlns:a16="http://schemas.microsoft.com/office/drawing/2014/main" id="{1046E8D7-2491-78DC-24B2-1D83F365C180}"/>
              </a:ext>
            </a:extLst>
          </p:cNvPr>
          <p:cNvCxnSpPr/>
          <p:nvPr/>
        </p:nvCxnSpPr>
        <p:spPr>
          <a:xfrm>
            <a:off x="685800" y="3429000"/>
            <a:ext cx="0" cy="3429000"/>
          </a:xfrm>
          <a:prstGeom prst="line">
            <a:avLst/>
          </a:prstGeom>
          <a:ln/>
        </p:spPr>
        <p:style>
          <a:lnRef idx="1">
            <a:schemeClr val="accent6"/>
          </a:lnRef>
          <a:fillRef idx="0">
            <a:schemeClr val="accent6"/>
          </a:fillRef>
          <a:effectRef idx="0">
            <a:schemeClr val="accent6"/>
          </a:effectRef>
          <a:fontRef idx="minor">
            <a:schemeClr val="tx1"/>
          </a:fontRef>
        </p:style>
      </p:cxnSp>
      <p:sp>
        <p:nvSpPr>
          <p:cNvPr id="2" name="TextBox 1">
            <a:extLst>
              <a:ext uri="{FF2B5EF4-FFF2-40B4-BE49-F238E27FC236}">
                <a16:creationId xmlns:a16="http://schemas.microsoft.com/office/drawing/2014/main" id="{CBB6AE84-D85B-EEFF-59C7-6E13FE8D89C8}"/>
              </a:ext>
            </a:extLst>
          </p:cNvPr>
          <p:cNvSpPr txBox="1"/>
          <p:nvPr/>
        </p:nvSpPr>
        <p:spPr>
          <a:xfrm>
            <a:off x="777240" y="4368812"/>
            <a:ext cx="5241852" cy="1222744"/>
          </a:xfrm>
          <a:prstGeom prst="rect">
            <a:avLst/>
          </a:prstGeom>
          <a:noFill/>
        </p:spPr>
        <p:txBody>
          <a:bodyPr wrap="square" lIns="0" tIns="0" rIns="0" bIns="0" rtlCol="0">
            <a:noAutofit/>
          </a:bodyPr>
          <a:lstStyle/>
          <a:p>
            <a:pPr lvl="0" algn="ctr">
              <a:defRPr/>
            </a:pPr>
            <a:r>
              <a:rPr lang="en-US" sz="3200" b="1">
                <a:solidFill>
                  <a:schemeClr val="bg1"/>
                </a:solidFill>
                <a:latin typeface="+mj-lt"/>
              </a:rPr>
              <a:t>Directors’ Responsibility Statement</a:t>
            </a:r>
          </a:p>
          <a:p>
            <a:pPr lvl="0" algn="ctr">
              <a:defRPr/>
            </a:pPr>
            <a:r>
              <a:rPr lang="en-US" sz="3200">
                <a:solidFill>
                  <a:schemeClr val="bg1"/>
                </a:solidFill>
                <a:latin typeface="+mj-lt"/>
              </a:rPr>
              <a:t> </a:t>
            </a:r>
            <a:r>
              <a:rPr lang="en-US" i="1">
                <a:solidFill>
                  <a:schemeClr val="bg1"/>
                </a:solidFill>
                <a:latin typeface="+mj-lt"/>
              </a:rPr>
              <a:t>(Disclosure/Certification) </a:t>
            </a:r>
          </a:p>
          <a:p>
            <a:pPr lvl="0" algn="ctr">
              <a:defRPr/>
            </a:pPr>
            <a:endParaRPr lang="en-US">
              <a:solidFill>
                <a:schemeClr val="bg1"/>
              </a:solidFill>
              <a:latin typeface="+mj-lt"/>
            </a:endParaRPr>
          </a:p>
          <a:p>
            <a:pPr algn="l"/>
            <a:endParaRPr lang="en-GB" sz="1600" err="1">
              <a:latin typeface="+mj-lt"/>
            </a:endParaRPr>
          </a:p>
        </p:txBody>
      </p:sp>
    </p:spTree>
    <p:custDataLst>
      <p:custData r:id="rId1"/>
    </p:custDataLst>
    <p:extLst>
      <p:ext uri="{BB962C8B-B14F-4D97-AF65-F5344CB8AC3E}">
        <p14:creationId xmlns:p14="http://schemas.microsoft.com/office/powerpoint/2010/main" val="335789009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7329C7-FC29-9723-AE27-F035C6925229}"/>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33BF4FB5-C5F1-D84B-7D2C-26B6798AC790}"/>
              </a:ext>
            </a:extLst>
          </p:cNvPr>
          <p:cNvSpPr/>
          <p:nvPr/>
        </p:nvSpPr>
        <p:spPr>
          <a:xfrm>
            <a:off x="0" y="4218"/>
            <a:ext cx="12192000" cy="572092"/>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400" b="1">
              <a:solidFill>
                <a:schemeClr val="bg1"/>
              </a:solidFill>
              <a:latin typeface="Georgia" panose="02040502050405020303" pitchFamily="18" charset="0"/>
            </a:endParaRPr>
          </a:p>
          <a:p>
            <a:r>
              <a:rPr lang="en-US" sz="2400" b="1">
                <a:solidFill>
                  <a:schemeClr val="bg1"/>
                </a:solidFill>
                <a:latin typeface="Georgia" panose="02040502050405020303" pitchFamily="18" charset="0"/>
              </a:rPr>
              <a:t>Directors’ Responsibility Statement | India and Global </a:t>
            </a:r>
            <a:br>
              <a:rPr lang="en-US" sz="2400" b="1">
                <a:solidFill>
                  <a:schemeClr val="tx1"/>
                </a:solidFill>
                <a:latin typeface="Georgia" panose="02040502050405020303" pitchFamily="18" charset="0"/>
              </a:rPr>
            </a:br>
            <a:endParaRPr lang="en-GB" sz="2400" b="1">
              <a:latin typeface="Georgia" panose="02040502050405020303" pitchFamily="18" charset="0"/>
            </a:endParaRPr>
          </a:p>
        </p:txBody>
      </p:sp>
      <p:pic>
        <p:nvPicPr>
          <p:cNvPr id="3076" name="Picture 4" descr="Elements &amp; sign of Financial Statements of company | RJA">
            <a:extLst>
              <a:ext uri="{FF2B5EF4-FFF2-40B4-BE49-F238E27FC236}">
                <a16:creationId xmlns:a16="http://schemas.microsoft.com/office/drawing/2014/main" id="{55AAFF7F-3DFB-6239-B636-C0E967CB7A5C}"/>
              </a:ext>
            </a:extLst>
          </p:cNvPr>
          <p:cNvPicPr>
            <a:picLocks noChangeAspect="1" noChangeArrowheads="1"/>
          </p:cNvPicPr>
          <p:nvPr/>
        </p:nvPicPr>
        <p:blipFill rotWithShape="1">
          <a:blip r:embed="rId4">
            <a:duotone>
              <a:prstClr val="black"/>
              <a:schemeClr val="accent4">
                <a:tint val="45000"/>
                <a:satMod val="400000"/>
              </a:schemeClr>
            </a:duotone>
            <a:extLst>
              <a:ext uri="{28A0092B-C50C-407E-A947-70E740481C1C}">
                <a14:useLocalDpi xmlns:a14="http://schemas.microsoft.com/office/drawing/2010/main" val="0"/>
              </a:ext>
            </a:extLst>
          </a:blip>
          <a:srcRect r="29975"/>
          <a:stretch>
            <a:fillRect/>
          </a:stretch>
        </p:blipFill>
        <p:spPr bwMode="auto">
          <a:xfrm>
            <a:off x="377732" y="811962"/>
            <a:ext cx="1580431" cy="993149"/>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cxnSp>
        <p:nvCxnSpPr>
          <p:cNvPr id="16" name="Straight Connector 15">
            <a:extLst>
              <a:ext uri="{FF2B5EF4-FFF2-40B4-BE49-F238E27FC236}">
                <a16:creationId xmlns:a16="http://schemas.microsoft.com/office/drawing/2014/main" id="{2418A1D2-532E-8D8F-7171-66265183B961}"/>
              </a:ext>
            </a:extLst>
          </p:cNvPr>
          <p:cNvCxnSpPr/>
          <p:nvPr/>
        </p:nvCxnSpPr>
        <p:spPr>
          <a:xfrm>
            <a:off x="114859" y="2221988"/>
            <a:ext cx="11887200" cy="0"/>
          </a:xfrm>
          <a:prstGeom prst="line">
            <a:avLst/>
          </a:prstGeom>
          <a:ln w="12700">
            <a:solidFill>
              <a:schemeClr val="tx1">
                <a:lumMod val="50000"/>
                <a:lumOff val="50000"/>
              </a:schemeClr>
            </a:solidFill>
            <a:prstDash val="sysDash"/>
          </a:ln>
        </p:spPr>
        <p:style>
          <a:lnRef idx="2">
            <a:schemeClr val="accent1"/>
          </a:lnRef>
          <a:fillRef idx="0">
            <a:schemeClr val="accent1"/>
          </a:fillRef>
          <a:effectRef idx="1">
            <a:schemeClr val="accent1"/>
          </a:effectRef>
          <a:fontRef idx="minor">
            <a:schemeClr val="tx1"/>
          </a:fontRef>
        </p:style>
      </p:cxnSp>
      <p:sp>
        <p:nvSpPr>
          <p:cNvPr id="3" name="TextBox 2">
            <a:extLst>
              <a:ext uri="{FF2B5EF4-FFF2-40B4-BE49-F238E27FC236}">
                <a16:creationId xmlns:a16="http://schemas.microsoft.com/office/drawing/2014/main" id="{D3D77B16-B0F5-4420-2D34-9984035BA989}"/>
              </a:ext>
            </a:extLst>
          </p:cNvPr>
          <p:cNvSpPr txBox="1"/>
          <p:nvPr/>
        </p:nvSpPr>
        <p:spPr>
          <a:xfrm>
            <a:off x="2562444" y="1327035"/>
            <a:ext cx="9397494" cy="646331"/>
          </a:xfrm>
          <a:prstGeom prst="rect">
            <a:avLst/>
          </a:prstGeom>
          <a:noFill/>
        </p:spPr>
        <p:txBody>
          <a:bodyPr wrap="square">
            <a:spAutoFit/>
          </a:bodyPr>
          <a:lstStyle/>
          <a:p>
            <a:pPr algn="just"/>
            <a:r>
              <a:rPr lang="en-US" sz="1200"/>
              <a:t>Under </a:t>
            </a:r>
            <a:r>
              <a:rPr lang="en-US" sz="1200" b="1"/>
              <a:t>the Companies Act, 2013 (India)</a:t>
            </a:r>
            <a:r>
              <a:rPr lang="en-US" sz="1200"/>
              <a:t>, the Directors’ Responsibility Statement is a mandatory declaration in the Directors’ Report confirming that the company’s financial statements, internal controls and compliance systems meet statutory, accounting and ethical governance requirements.</a:t>
            </a:r>
            <a:endParaRPr lang="en-GB" sz="1200"/>
          </a:p>
        </p:txBody>
      </p:sp>
      <p:sp>
        <p:nvSpPr>
          <p:cNvPr id="5" name="TextBox 4">
            <a:extLst>
              <a:ext uri="{FF2B5EF4-FFF2-40B4-BE49-F238E27FC236}">
                <a16:creationId xmlns:a16="http://schemas.microsoft.com/office/drawing/2014/main" id="{C686CE34-B165-80E5-67C4-ED31E256A42F}"/>
              </a:ext>
            </a:extLst>
          </p:cNvPr>
          <p:cNvSpPr txBox="1"/>
          <p:nvPr/>
        </p:nvSpPr>
        <p:spPr>
          <a:xfrm>
            <a:off x="3886199" y="860389"/>
            <a:ext cx="6347637" cy="421250"/>
          </a:xfrm>
          <a:prstGeom prst="rect">
            <a:avLst/>
          </a:prstGeom>
          <a:noFill/>
        </p:spPr>
        <p:txBody>
          <a:bodyPr wrap="square" lIns="0" tIns="0" rIns="0" bIns="0" rtlCol="0">
            <a:noAutofit/>
          </a:bodyPr>
          <a:lstStyle/>
          <a:p>
            <a:r>
              <a:rPr lang="en-US" sz="1400" b="1" i="1">
                <a:solidFill>
                  <a:schemeClr val="accent1"/>
                </a:solidFill>
              </a:rPr>
              <a:t>Directors’ Responsibility Statement (India Perspective)</a:t>
            </a:r>
            <a:endParaRPr lang="en-GB" sz="1400" b="1" i="1" err="1">
              <a:solidFill>
                <a:schemeClr val="accent1"/>
              </a:solidFill>
            </a:endParaRPr>
          </a:p>
        </p:txBody>
      </p:sp>
      <p:graphicFrame>
        <p:nvGraphicFramePr>
          <p:cNvPr id="6" name="Table 5">
            <a:extLst>
              <a:ext uri="{FF2B5EF4-FFF2-40B4-BE49-F238E27FC236}">
                <a16:creationId xmlns:a16="http://schemas.microsoft.com/office/drawing/2014/main" id="{E82F2FD1-B2B2-A828-A73C-655B49DC4599}"/>
              </a:ext>
            </a:extLst>
          </p:cNvPr>
          <p:cNvGraphicFramePr>
            <a:graphicFrameLocks noGrp="1"/>
          </p:cNvGraphicFramePr>
          <p:nvPr>
            <p:extLst>
              <p:ext uri="{D42A27DB-BD31-4B8C-83A1-F6EECF244321}">
                <p14:modId xmlns:p14="http://schemas.microsoft.com/office/powerpoint/2010/main" val="983146012"/>
              </p:ext>
            </p:extLst>
          </p:nvPr>
        </p:nvGraphicFramePr>
        <p:xfrm>
          <a:off x="187432" y="2794139"/>
          <a:ext cx="11845080" cy="3091600"/>
        </p:xfrm>
        <a:graphic>
          <a:graphicData uri="http://schemas.openxmlformats.org/drawingml/2006/table">
            <a:tbl>
              <a:tblPr firstRow="1" bandRow="1">
                <a:tableStyleId>{B301B821-A1FF-4177-AEE7-76D212191A09}</a:tableStyleId>
              </a:tblPr>
              <a:tblGrid>
                <a:gridCol w="1805994">
                  <a:extLst>
                    <a:ext uri="{9D8B030D-6E8A-4147-A177-3AD203B41FA5}">
                      <a16:colId xmlns:a16="http://schemas.microsoft.com/office/drawing/2014/main" val="110588541"/>
                    </a:ext>
                  </a:extLst>
                </a:gridCol>
                <a:gridCol w="3640458">
                  <a:extLst>
                    <a:ext uri="{9D8B030D-6E8A-4147-A177-3AD203B41FA5}">
                      <a16:colId xmlns:a16="http://schemas.microsoft.com/office/drawing/2014/main" val="2104486868"/>
                    </a:ext>
                  </a:extLst>
                </a:gridCol>
                <a:gridCol w="2867264">
                  <a:extLst>
                    <a:ext uri="{9D8B030D-6E8A-4147-A177-3AD203B41FA5}">
                      <a16:colId xmlns:a16="http://schemas.microsoft.com/office/drawing/2014/main" val="1922884860"/>
                    </a:ext>
                  </a:extLst>
                </a:gridCol>
                <a:gridCol w="3531364">
                  <a:extLst>
                    <a:ext uri="{9D8B030D-6E8A-4147-A177-3AD203B41FA5}">
                      <a16:colId xmlns:a16="http://schemas.microsoft.com/office/drawing/2014/main" val="1191319534"/>
                    </a:ext>
                  </a:extLst>
                </a:gridCol>
              </a:tblGrid>
              <a:tr h="358141">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200" b="1"/>
                        <a:t>Jurisdiction</a:t>
                      </a: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200" b="1"/>
                        <a:t>Concept</a:t>
                      </a:r>
                    </a:p>
                    <a:p>
                      <a:pPr algn="just"/>
                      <a:endParaRPr lang="en-GB" sz="1200"/>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200" b="1"/>
                        <a:t>Legal Reference</a:t>
                      </a:r>
                    </a:p>
                    <a:p>
                      <a:pPr algn="just"/>
                      <a:endParaRPr lang="en-GB" sz="1200"/>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200" b="1"/>
                        <a:t>Scope</a:t>
                      </a:r>
                    </a:p>
                    <a:p>
                      <a:pPr algn="just"/>
                      <a:endParaRPr lang="en-GB" sz="1200"/>
                    </a:p>
                  </a:txBody>
                  <a:tcPr/>
                </a:tc>
                <a:extLst>
                  <a:ext uri="{0D108BD9-81ED-4DB2-BD59-A6C34878D82A}">
                    <a16:rowId xmlns:a16="http://schemas.microsoft.com/office/drawing/2014/main" val="1659959390"/>
                  </a:ext>
                </a:extLst>
              </a:tr>
              <a:tr h="52688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a:t>United Kingdom</a:t>
                      </a:r>
                      <a:endParaRPr lang="en-US" sz="1200"/>
                    </a:p>
                    <a:p>
                      <a:pPr algn="ctr"/>
                      <a:endParaRPr lang="en-GB" sz="120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a:solidFill>
                            <a:schemeClr val="tx1"/>
                          </a:solidFill>
                        </a:rPr>
                        <a:t>Directors’ </a:t>
                      </a:r>
                      <a:r>
                        <a:rPr lang="en-US" sz="1200">
                          <a:solidFill>
                            <a:schemeClr val="tx1"/>
                          </a:solidFill>
                        </a:rPr>
                        <a:t>Responsibility for the Annual Report &amp; Financial Statements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a:solidFill>
                            <a:schemeClr val="tx1"/>
                          </a:solidFill>
                        </a:rPr>
                        <a:t>Companies Act, 2006 </a:t>
                      </a:r>
                    </a:p>
                  </a:txBody>
                  <a:tcPr/>
                </a:tc>
                <a:tc>
                  <a:txBody>
                    <a:bodyPr/>
                    <a:lstStyle/>
                    <a:p>
                      <a:pPr marL="171450" indent="-171450" algn="l">
                        <a:buFont typeface="Wingdings" panose="05000000000000000000" pitchFamily="2" charset="2"/>
                        <a:buChar char="§"/>
                      </a:pPr>
                      <a:r>
                        <a:rPr lang="en-US" sz="1200">
                          <a:solidFill>
                            <a:schemeClr val="tx1"/>
                          </a:solidFill>
                        </a:rPr>
                        <a:t>Fair, balanced &amp; understandable report; </a:t>
                      </a:r>
                    </a:p>
                    <a:p>
                      <a:pPr marL="171450" indent="-171450" algn="l">
                        <a:buFont typeface="Wingdings" panose="05000000000000000000" pitchFamily="2" charset="2"/>
                        <a:buChar char="§"/>
                      </a:pPr>
                      <a:r>
                        <a:rPr lang="en-US" sz="1200">
                          <a:solidFill>
                            <a:schemeClr val="tx1"/>
                          </a:solidFill>
                        </a:rPr>
                        <a:t>True &amp; fair view.</a:t>
                      </a:r>
                    </a:p>
                  </a:txBody>
                  <a:tcPr/>
                </a:tc>
                <a:extLst>
                  <a:ext uri="{0D108BD9-81ED-4DB2-BD59-A6C34878D82A}">
                    <a16:rowId xmlns:a16="http://schemas.microsoft.com/office/drawing/2014/main" val="939325062"/>
                  </a:ext>
                </a:extLst>
              </a:tr>
              <a:tr h="52688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a:t>European Union</a:t>
                      </a:r>
                      <a:endParaRPr lang="en-US" sz="1200"/>
                    </a:p>
                    <a:p>
                      <a:pPr algn="ctr"/>
                      <a:endParaRPr lang="en-GB" sz="120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solidFill>
                            <a:schemeClr val="tx1"/>
                          </a:solidFill>
                        </a:rPr>
                        <a:t>Statement of </a:t>
                      </a:r>
                      <a:r>
                        <a:rPr lang="en-US" sz="1200" b="1">
                          <a:solidFill>
                            <a:schemeClr val="tx1"/>
                          </a:solidFill>
                        </a:rPr>
                        <a:t>Directors’ </a:t>
                      </a:r>
                      <a:r>
                        <a:rPr lang="en-US" sz="1200">
                          <a:solidFill>
                            <a:schemeClr val="tx1"/>
                          </a:solidFill>
                        </a:rPr>
                        <a:t>Responsibilities</a:t>
                      </a:r>
                    </a:p>
                    <a:p>
                      <a:pPr algn="l"/>
                      <a:endParaRPr lang="en-GB" sz="120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a:t>EU Accounting Directive - 2013/34/EU</a:t>
                      </a:r>
                    </a:p>
                  </a:txBody>
                  <a:tcPr/>
                </a:tc>
                <a:tc>
                  <a:txBody>
                    <a:bodyPr/>
                    <a:lstStyle/>
                    <a:p>
                      <a:pPr marL="171450" indent="-171450" algn="l">
                        <a:buFont typeface="Wingdings" panose="05000000000000000000" pitchFamily="2" charset="2"/>
                        <a:buChar char="§"/>
                      </a:pPr>
                      <a:r>
                        <a:rPr lang="en-US" sz="1200">
                          <a:solidFill>
                            <a:schemeClr val="tx1"/>
                          </a:solidFill>
                        </a:rPr>
                        <a:t>Statement ensuring compliance;</a:t>
                      </a:r>
                    </a:p>
                    <a:p>
                      <a:pPr marL="171450" indent="-171450" algn="l">
                        <a:buFont typeface="Wingdings" panose="05000000000000000000" pitchFamily="2" charset="2"/>
                        <a:buChar char="§"/>
                      </a:pPr>
                      <a:r>
                        <a:rPr lang="en-US" sz="1200">
                          <a:solidFill>
                            <a:schemeClr val="tx1"/>
                          </a:solidFill>
                        </a:rPr>
                        <a:t>Fair presentation.</a:t>
                      </a:r>
                      <a:endParaRPr lang="en-GB" sz="1200"/>
                    </a:p>
                  </a:txBody>
                  <a:tcPr/>
                </a:tc>
                <a:extLst>
                  <a:ext uri="{0D108BD9-81ED-4DB2-BD59-A6C34878D82A}">
                    <a16:rowId xmlns:a16="http://schemas.microsoft.com/office/drawing/2014/main" val="3182882635"/>
                  </a:ext>
                </a:extLst>
              </a:tr>
              <a:tr h="52688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a:t>Australia</a:t>
                      </a:r>
                      <a:endParaRPr lang="en-US" sz="1200"/>
                    </a:p>
                    <a:p>
                      <a:pPr algn="ctr"/>
                      <a:endParaRPr lang="en-GB" sz="120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solidFill>
                            <a:schemeClr val="tx1"/>
                          </a:solidFill>
                        </a:rPr>
                        <a:t>Directors’ Declaration</a:t>
                      </a:r>
                    </a:p>
                    <a:p>
                      <a:pPr algn="l"/>
                      <a:endParaRPr lang="en-GB" sz="120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a:t>Corporations Act 2001, Section 295(4)(c)</a:t>
                      </a:r>
                    </a:p>
                  </a:txBody>
                  <a:tcPr/>
                </a:tc>
                <a:tc>
                  <a:txBody>
                    <a:bodyPr/>
                    <a:lstStyle/>
                    <a:p>
                      <a:pPr marL="171450" indent="-171450" algn="l">
                        <a:buFont typeface="Wingdings" panose="05000000000000000000" pitchFamily="2" charset="2"/>
                        <a:buChar char="§"/>
                      </a:pPr>
                      <a:r>
                        <a:rPr lang="en-US" sz="1200">
                          <a:solidFill>
                            <a:schemeClr val="tx1"/>
                          </a:solidFill>
                        </a:rPr>
                        <a:t>Compliance with accounting standards; </a:t>
                      </a:r>
                    </a:p>
                    <a:p>
                      <a:pPr marL="171450" indent="-171450" algn="l">
                        <a:buFont typeface="Wingdings" panose="05000000000000000000" pitchFamily="2" charset="2"/>
                        <a:buChar char="§"/>
                      </a:pPr>
                      <a:r>
                        <a:rPr lang="en-US" sz="1200">
                          <a:solidFill>
                            <a:schemeClr val="tx1"/>
                          </a:solidFill>
                        </a:rPr>
                        <a:t>True &amp; fair view.</a:t>
                      </a:r>
                      <a:endParaRPr lang="en-GB" sz="1200"/>
                    </a:p>
                  </a:txBody>
                  <a:tcPr/>
                </a:tc>
                <a:extLst>
                  <a:ext uri="{0D108BD9-81ED-4DB2-BD59-A6C34878D82A}">
                    <a16:rowId xmlns:a16="http://schemas.microsoft.com/office/drawing/2014/main" val="3950873873"/>
                  </a:ext>
                </a:extLst>
              </a:tr>
              <a:tr h="52688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a:t>United States</a:t>
                      </a:r>
                      <a:endParaRPr lang="en-US" sz="1200"/>
                    </a:p>
                    <a:p>
                      <a:pPr algn="ctr"/>
                      <a:endParaRPr lang="en-GB" sz="120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a:solidFill>
                            <a:schemeClr val="tx1"/>
                          </a:solidFill>
                        </a:rPr>
                        <a:t>CEO</a:t>
                      </a:r>
                      <a:r>
                        <a:rPr lang="en-US" sz="1200">
                          <a:solidFill>
                            <a:schemeClr val="tx1"/>
                          </a:solidFill>
                        </a:rPr>
                        <a:t> &amp; </a:t>
                      </a:r>
                      <a:r>
                        <a:rPr lang="en-US" sz="1200" b="1">
                          <a:solidFill>
                            <a:schemeClr val="tx1"/>
                          </a:solidFill>
                        </a:rPr>
                        <a:t>CFO </a:t>
                      </a:r>
                      <a:r>
                        <a:rPr lang="en-US" sz="1200">
                          <a:solidFill>
                            <a:schemeClr val="tx1"/>
                          </a:solidFill>
                        </a:rPr>
                        <a:t>Certification of Financial Statements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a:t>Sarbanes–Oxley Act, 2002</a:t>
                      </a:r>
                    </a:p>
                    <a:p>
                      <a:pPr algn="l"/>
                      <a:endParaRPr lang="en-GB" sz="1200" b="0"/>
                    </a:p>
                  </a:txBody>
                  <a:tcPr/>
                </a:tc>
                <a:tc>
                  <a:txBody>
                    <a:bodyPr/>
                    <a:lstStyle/>
                    <a:p>
                      <a:pPr marL="171450" indent="-171450" algn="l">
                        <a:buFont typeface="Wingdings" panose="05000000000000000000" pitchFamily="2" charset="2"/>
                        <a:buChar char="§"/>
                      </a:pPr>
                      <a:r>
                        <a:rPr lang="en-US" sz="1200"/>
                        <a:t>Accuracy of financials;</a:t>
                      </a:r>
                    </a:p>
                    <a:p>
                      <a:pPr marL="171450" indent="-171450" algn="l">
                        <a:buFont typeface="Wingdings" panose="05000000000000000000" pitchFamily="2" charset="2"/>
                        <a:buChar char="§"/>
                      </a:pPr>
                      <a:r>
                        <a:rPr lang="en-US" sz="1200"/>
                        <a:t>Internal controls &amp; Fraud disclosure.</a:t>
                      </a:r>
                      <a:endParaRPr lang="en-US" sz="1200">
                        <a:solidFill>
                          <a:schemeClr val="tx1"/>
                        </a:solidFill>
                      </a:endParaRPr>
                    </a:p>
                  </a:txBody>
                  <a:tcPr/>
                </a:tc>
                <a:extLst>
                  <a:ext uri="{0D108BD9-81ED-4DB2-BD59-A6C34878D82A}">
                    <a16:rowId xmlns:a16="http://schemas.microsoft.com/office/drawing/2014/main" val="963220184"/>
                  </a:ext>
                </a:extLst>
              </a:tr>
              <a:tr h="52688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a:t>Canada</a:t>
                      </a:r>
                      <a:endParaRPr lang="en-US" sz="1200"/>
                    </a:p>
                    <a:p>
                      <a:pPr algn="ctr"/>
                      <a:endParaRPr lang="en-GB" sz="120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solidFill>
                            <a:schemeClr val="tx1"/>
                          </a:solidFill>
                        </a:rPr>
                        <a:t>Combination of </a:t>
                      </a:r>
                      <a:r>
                        <a:rPr lang="en-US" sz="1200" b="1">
                          <a:solidFill>
                            <a:schemeClr val="tx1"/>
                          </a:solidFill>
                        </a:rPr>
                        <a:t>CEO</a:t>
                      </a:r>
                      <a:r>
                        <a:rPr lang="en-US" sz="1200">
                          <a:solidFill>
                            <a:schemeClr val="tx1"/>
                          </a:solidFill>
                        </a:rPr>
                        <a:t> &amp; </a:t>
                      </a:r>
                      <a:r>
                        <a:rPr lang="en-US" sz="1200" b="1">
                          <a:solidFill>
                            <a:schemeClr val="tx1"/>
                          </a:solidFill>
                        </a:rPr>
                        <a:t>CFO</a:t>
                      </a:r>
                      <a:r>
                        <a:rPr lang="en-US" sz="1200">
                          <a:solidFill>
                            <a:schemeClr val="tx1"/>
                          </a:solidFill>
                        </a:rPr>
                        <a:t> Certification &amp; </a:t>
                      </a:r>
                      <a:r>
                        <a:rPr lang="en-US" sz="1200" b="1">
                          <a:solidFill>
                            <a:schemeClr val="tx1"/>
                          </a:solidFill>
                        </a:rPr>
                        <a:t>Board’s </a:t>
                      </a:r>
                      <a:r>
                        <a:rPr lang="en-US" sz="1200">
                          <a:solidFill>
                            <a:schemeClr val="tx1"/>
                          </a:solidFill>
                        </a:rPr>
                        <a:t>approval on Financial Statements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a:t>National Instrument 52-109; Canada Business Corporations Act </a:t>
                      </a:r>
                    </a:p>
                  </a:txBody>
                  <a:tcPr/>
                </a:tc>
                <a:tc>
                  <a:txBody>
                    <a:bodyPr/>
                    <a:lstStyle/>
                    <a:p>
                      <a:pPr marL="171450" indent="-171450" algn="l">
                        <a:buFont typeface="Wingdings" panose="05000000000000000000" pitchFamily="2" charset="2"/>
                        <a:buChar char="§"/>
                      </a:pPr>
                      <a:r>
                        <a:rPr lang="en-US" sz="1200">
                          <a:solidFill>
                            <a:schemeClr val="tx1"/>
                          </a:solidFill>
                        </a:rPr>
                        <a:t>Fair presentation &amp; disclosure accuracy; </a:t>
                      </a:r>
                    </a:p>
                    <a:p>
                      <a:pPr marL="171450" indent="-171450" algn="l">
                        <a:buFont typeface="Wingdings" panose="05000000000000000000" pitchFamily="2" charset="2"/>
                        <a:buChar char="§"/>
                      </a:pPr>
                      <a:r>
                        <a:rPr lang="en-US" sz="1200">
                          <a:solidFill>
                            <a:schemeClr val="tx1"/>
                          </a:solidFill>
                        </a:rPr>
                        <a:t>Internal controls.</a:t>
                      </a:r>
                    </a:p>
                  </a:txBody>
                  <a:tcPr/>
                </a:tc>
                <a:extLst>
                  <a:ext uri="{0D108BD9-81ED-4DB2-BD59-A6C34878D82A}">
                    <a16:rowId xmlns:a16="http://schemas.microsoft.com/office/drawing/2014/main" val="318019314"/>
                  </a:ext>
                </a:extLst>
              </a:tr>
            </a:tbl>
          </a:graphicData>
        </a:graphic>
      </p:graphicFrame>
      <p:sp>
        <p:nvSpPr>
          <p:cNvPr id="7" name="TextBox 6">
            <a:extLst>
              <a:ext uri="{FF2B5EF4-FFF2-40B4-BE49-F238E27FC236}">
                <a16:creationId xmlns:a16="http://schemas.microsoft.com/office/drawing/2014/main" id="{90F16AB0-1198-728B-5705-1AD465534EB8}"/>
              </a:ext>
            </a:extLst>
          </p:cNvPr>
          <p:cNvSpPr txBox="1"/>
          <p:nvPr/>
        </p:nvSpPr>
        <p:spPr>
          <a:xfrm>
            <a:off x="3238904" y="2390243"/>
            <a:ext cx="8420986" cy="176289"/>
          </a:xfrm>
          <a:prstGeom prst="rect">
            <a:avLst/>
          </a:prstGeom>
          <a:noFill/>
        </p:spPr>
        <p:txBody>
          <a:bodyPr wrap="square" lIns="0" tIns="0" rIns="0" bIns="0" rtlCol="0">
            <a:noAutofit/>
          </a:bodyPr>
          <a:lstStyle/>
          <a:p>
            <a:r>
              <a:rPr lang="en-US" sz="1400" b="1" i="1"/>
              <a:t>Global Parallels: How Other Jurisdictions Embed Similar Accountability</a:t>
            </a:r>
            <a:endParaRPr lang="en-GB" sz="1400" b="1" i="1" err="1">
              <a:latin typeface="+mj-lt"/>
            </a:endParaRPr>
          </a:p>
        </p:txBody>
      </p:sp>
      <p:sp>
        <p:nvSpPr>
          <p:cNvPr id="10" name="TextBox 9">
            <a:extLst>
              <a:ext uri="{FF2B5EF4-FFF2-40B4-BE49-F238E27FC236}">
                <a16:creationId xmlns:a16="http://schemas.microsoft.com/office/drawing/2014/main" id="{8F9F2572-2349-7985-30B5-9BB48903CBC4}"/>
              </a:ext>
            </a:extLst>
          </p:cNvPr>
          <p:cNvSpPr txBox="1"/>
          <p:nvPr/>
        </p:nvSpPr>
        <p:spPr>
          <a:xfrm>
            <a:off x="187431" y="6113345"/>
            <a:ext cx="11887199" cy="400110"/>
          </a:xfrm>
          <a:prstGeom prst="rect">
            <a:avLst/>
          </a:prstGeom>
          <a:noFill/>
        </p:spPr>
        <p:txBody>
          <a:bodyPr wrap="square">
            <a:spAutoFit/>
          </a:bodyPr>
          <a:lstStyle/>
          <a:p>
            <a:pPr algn="just">
              <a:buNone/>
            </a:pPr>
            <a:r>
              <a:rPr lang="en-US" sz="1000" b="1" i="1"/>
              <a:t>Note:</a:t>
            </a:r>
            <a:r>
              <a:rPr lang="en-US" sz="1000" i="1"/>
              <a:t> While the U.S. and Canadian frameworks assign certification duties to executive management, the foundational concept of accountability—encompassing reliable financial reporting, sound internal controls, and strong governance oversight—aligns closely with the spirit of DRS.</a:t>
            </a:r>
          </a:p>
        </p:txBody>
      </p:sp>
      <p:sp>
        <p:nvSpPr>
          <p:cNvPr id="2" name="Slide Number Placeholder 3">
            <a:extLst>
              <a:ext uri="{FF2B5EF4-FFF2-40B4-BE49-F238E27FC236}">
                <a16:creationId xmlns:a16="http://schemas.microsoft.com/office/drawing/2014/main" id="{C88539A0-6A62-D35B-0D64-B492B0CEE48E}"/>
              </a:ext>
            </a:extLst>
          </p:cNvPr>
          <p:cNvSpPr txBox="1">
            <a:spLocks/>
          </p:cNvSpPr>
          <p:nvPr/>
        </p:nvSpPr>
        <p:spPr>
          <a:xfrm>
            <a:off x="11713152" y="6555571"/>
            <a:ext cx="298209" cy="161583"/>
          </a:xfrm>
          <a:prstGeom prst="rect">
            <a:avLst/>
          </a:prstGeom>
        </p:spPr>
        <p:txBody>
          <a:bodyPr vert="horz" wrap="square" lIns="0" tIns="0" rIns="0" bIns="0" rtlCol="0" anchor="b"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spcAft>
                <a:spcPts val="600"/>
              </a:spcAft>
            </a:pPr>
            <a:fld id="{3E6AC032-1535-134B-A583-D5E1DDD0D167}" type="slidenum">
              <a:rPr lang="en-US" sz="900" smtClean="0"/>
              <a:pPr algn="r">
                <a:spcAft>
                  <a:spcPts val="600"/>
                </a:spcAft>
              </a:pPr>
              <a:t>45</a:t>
            </a:fld>
            <a:endParaRPr lang="en-US" sz="900"/>
          </a:p>
        </p:txBody>
      </p:sp>
    </p:spTree>
    <p:custDataLst>
      <p:custData r:id="rId1"/>
    </p:custDataLst>
    <p:extLst>
      <p:ext uri="{BB962C8B-B14F-4D97-AF65-F5344CB8AC3E}">
        <p14:creationId xmlns:p14="http://schemas.microsoft.com/office/powerpoint/2010/main" val="38670217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3DC6BF-C1D0-2280-F323-2D9DD03C9FE7}"/>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A69E7589-FBB7-AA0B-8308-B508740A13B6}"/>
              </a:ext>
            </a:extLst>
          </p:cNvPr>
          <p:cNvSpPr>
            <a:spLocks noGrp="1"/>
          </p:cNvSpPr>
          <p:nvPr>
            <p:ph type="sldNum" sz="quarter" idx="4"/>
          </p:nvPr>
        </p:nvSpPr>
        <p:spPr>
          <a:xfrm>
            <a:off x="9910276" y="6519123"/>
            <a:ext cx="298209" cy="161583"/>
          </a:xfrm>
        </p:spPr>
        <p:txBody>
          <a:bodyPr/>
          <a:lstStyle/>
          <a:p>
            <a:fld id="{3E6AC032-1535-134B-A583-D5E1DDD0D167}" type="slidenum">
              <a:rPr lang="en-US" smtClean="0"/>
              <a:pPr/>
              <a:t>46</a:t>
            </a:fld>
            <a:endParaRPr lang="en-US"/>
          </a:p>
        </p:txBody>
      </p:sp>
      <p:sp>
        <p:nvSpPr>
          <p:cNvPr id="4" name="Rectangle 3">
            <a:extLst>
              <a:ext uri="{FF2B5EF4-FFF2-40B4-BE49-F238E27FC236}">
                <a16:creationId xmlns:a16="http://schemas.microsoft.com/office/drawing/2014/main" id="{27672F62-2734-E22B-7CEB-03E214762BD4}"/>
              </a:ext>
            </a:extLst>
          </p:cNvPr>
          <p:cNvSpPr/>
          <p:nvPr/>
        </p:nvSpPr>
        <p:spPr>
          <a:xfrm>
            <a:off x="0" y="4218"/>
            <a:ext cx="12192000" cy="572092"/>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400" b="1">
              <a:solidFill>
                <a:schemeClr val="bg1"/>
              </a:solidFill>
              <a:latin typeface="Georgia" panose="02040502050405020303" pitchFamily="18" charset="0"/>
            </a:endParaRPr>
          </a:p>
          <a:p>
            <a:r>
              <a:rPr lang="en-US" sz="2400" b="1">
                <a:solidFill>
                  <a:schemeClr val="bg1"/>
                </a:solidFill>
                <a:latin typeface="Georgia" panose="02040502050405020303" pitchFamily="18" charset="0"/>
              </a:rPr>
              <a:t>Directors’ Responsibility Statement (DRS) | India</a:t>
            </a:r>
            <a:br>
              <a:rPr lang="en-US" sz="2400" b="1">
                <a:solidFill>
                  <a:schemeClr val="tx1"/>
                </a:solidFill>
                <a:latin typeface="Georgia" panose="02040502050405020303" pitchFamily="18" charset="0"/>
              </a:rPr>
            </a:br>
            <a:endParaRPr lang="en-GB" sz="2400" b="1">
              <a:latin typeface="Georgia" panose="02040502050405020303" pitchFamily="18" charset="0"/>
            </a:endParaRPr>
          </a:p>
        </p:txBody>
      </p:sp>
      <p:sp>
        <p:nvSpPr>
          <p:cNvPr id="47" name="Text Placeholder 25">
            <a:extLst>
              <a:ext uri="{FF2B5EF4-FFF2-40B4-BE49-F238E27FC236}">
                <a16:creationId xmlns:a16="http://schemas.microsoft.com/office/drawing/2014/main" id="{284DB4B1-1DE3-EA7D-8D3D-4A995F43E25E}"/>
              </a:ext>
            </a:extLst>
          </p:cNvPr>
          <p:cNvSpPr txBox="1">
            <a:spLocks/>
          </p:cNvSpPr>
          <p:nvPr/>
        </p:nvSpPr>
        <p:spPr>
          <a:xfrm>
            <a:off x="4430108" y="1382470"/>
            <a:ext cx="2934876" cy="364270"/>
          </a:xfrm>
          <a:prstGeom prst="rect">
            <a:avLst/>
          </a:prstGeom>
        </p:spPr>
        <p:txBody>
          <a:bodyPr/>
          <a:lstStyle>
            <a:lvl1pPr marL="0" indent="0" algn="l" defTabSz="914400" rtl="0" eaLnBrk="1" latinLnBrk="0" hangingPunct="1">
              <a:lnSpc>
                <a:spcPct val="100000"/>
              </a:lnSpc>
              <a:spcBef>
                <a:spcPts val="300"/>
              </a:spcBef>
              <a:spcAft>
                <a:spcPts val="1200"/>
              </a:spcAft>
              <a:buFont typeface="Arial" panose="020B0604020202020204" pitchFamily="34" charset="0"/>
              <a:buNone/>
              <a:defRPr sz="1500" b="1" kern="1200">
                <a:solidFill>
                  <a:schemeClr val="tx1"/>
                </a:solidFill>
                <a:latin typeface="+mn-lt"/>
                <a:ea typeface="+mn-ea"/>
                <a:cs typeface="+mn-cs"/>
              </a:defRPr>
            </a:lvl1pPr>
            <a:lvl2pPr marL="0" indent="0" algn="l" defTabSz="914400" rtl="0" eaLnBrk="1" latinLnBrk="0" hangingPunct="1">
              <a:lnSpc>
                <a:spcPct val="125000"/>
              </a:lnSpc>
              <a:spcBef>
                <a:spcPts val="600"/>
              </a:spcBef>
              <a:buFont typeface="Arial" panose="020B0604020202020204" pitchFamily="34" charset="0"/>
              <a:buNone/>
              <a:defRPr sz="1400" kern="1200">
                <a:solidFill>
                  <a:schemeClr val="tx1"/>
                </a:solidFill>
                <a:latin typeface="+mj-lt"/>
                <a:ea typeface="+mn-ea"/>
                <a:cs typeface="+mn-cs"/>
              </a:defRPr>
            </a:lvl2pPr>
            <a:lvl3pPr marL="171450" indent="-171450" algn="l" defTabSz="914400" rtl="0" eaLnBrk="1" latinLnBrk="0" hangingPunct="1">
              <a:lnSpc>
                <a:spcPct val="125000"/>
              </a:lnSpc>
              <a:spcBef>
                <a:spcPts val="600"/>
              </a:spcBef>
              <a:buFont typeface="Arial" panose="020B0604020202020204" pitchFamily="34" charset="0"/>
              <a:buChar char="•"/>
              <a:defRPr sz="1400" kern="1200">
                <a:solidFill>
                  <a:schemeClr val="tx1"/>
                </a:solidFill>
                <a:latin typeface="+mj-lt"/>
                <a:ea typeface="+mn-ea"/>
                <a:cs typeface="+mn-cs"/>
              </a:defRPr>
            </a:lvl3pPr>
            <a:lvl4pPr marL="344488" indent="-173038" algn="l" defTabSz="914400" rtl="0" eaLnBrk="1" latinLnBrk="0" hangingPunct="1">
              <a:lnSpc>
                <a:spcPct val="125000"/>
              </a:lnSpc>
              <a:spcBef>
                <a:spcPts val="600"/>
              </a:spcBef>
              <a:buFont typeface="Georgia" panose="02040502050405020303" pitchFamily="18" charset="0"/>
              <a:buChar char="–"/>
              <a:defRPr sz="1400" kern="1200">
                <a:solidFill>
                  <a:schemeClr val="tx1"/>
                </a:solidFill>
                <a:latin typeface="+mj-lt"/>
                <a:ea typeface="+mn-ea"/>
                <a:cs typeface="+mn-cs"/>
              </a:defRPr>
            </a:lvl4pPr>
            <a:lvl5pPr marL="515938" indent="-171450" algn="l" defTabSz="914400" rtl="0" eaLnBrk="1" latinLnBrk="0" hangingPunct="1">
              <a:lnSpc>
                <a:spcPct val="125000"/>
              </a:lnSpc>
              <a:spcBef>
                <a:spcPts val="600"/>
              </a:spcBef>
              <a:buFont typeface="Wingdings" panose="05000000000000000000" pitchFamily="2" charset="2"/>
              <a:buChar char="§"/>
              <a:defRPr sz="14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GB" sz="1800" b="0"/>
          </a:p>
        </p:txBody>
      </p:sp>
      <p:sp>
        <p:nvSpPr>
          <p:cNvPr id="46" name="Text Placeholder 25">
            <a:extLst>
              <a:ext uri="{FF2B5EF4-FFF2-40B4-BE49-F238E27FC236}">
                <a16:creationId xmlns:a16="http://schemas.microsoft.com/office/drawing/2014/main" id="{3C69066D-AB57-236D-3DBD-E3955902BD88}"/>
              </a:ext>
            </a:extLst>
          </p:cNvPr>
          <p:cNvSpPr txBox="1">
            <a:spLocks/>
          </p:cNvSpPr>
          <p:nvPr/>
        </p:nvSpPr>
        <p:spPr>
          <a:xfrm>
            <a:off x="1309690" y="1410044"/>
            <a:ext cx="2752550" cy="402928"/>
          </a:xfrm>
          <a:prstGeom prst="rect">
            <a:avLst/>
          </a:prstGeom>
        </p:spPr>
        <p:txBody>
          <a:bodyPr/>
          <a:lstStyle>
            <a:lvl1pPr marL="0" indent="0" algn="l" defTabSz="914400" rtl="0" eaLnBrk="1" latinLnBrk="0" hangingPunct="1">
              <a:lnSpc>
                <a:spcPct val="100000"/>
              </a:lnSpc>
              <a:spcBef>
                <a:spcPts val="300"/>
              </a:spcBef>
              <a:spcAft>
                <a:spcPts val="1200"/>
              </a:spcAft>
              <a:buFont typeface="Arial" panose="020B0604020202020204" pitchFamily="34" charset="0"/>
              <a:buNone/>
              <a:defRPr sz="1500" b="1" kern="1200">
                <a:solidFill>
                  <a:schemeClr val="tx1"/>
                </a:solidFill>
                <a:latin typeface="+mn-lt"/>
                <a:ea typeface="+mn-ea"/>
                <a:cs typeface="+mn-cs"/>
              </a:defRPr>
            </a:lvl1pPr>
            <a:lvl2pPr marL="0" indent="0" algn="l" defTabSz="914400" rtl="0" eaLnBrk="1" latinLnBrk="0" hangingPunct="1">
              <a:lnSpc>
                <a:spcPct val="125000"/>
              </a:lnSpc>
              <a:spcBef>
                <a:spcPts val="600"/>
              </a:spcBef>
              <a:buFont typeface="Arial" panose="020B0604020202020204" pitchFamily="34" charset="0"/>
              <a:buNone/>
              <a:defRPr sz="1400" kern="1200">
                <a:solidFill>
                  <a:schemeClr val="tx1"/>
                </a:solidFill>
                <a:latin typeface="+mj-lt"/>
                <a:ea typeface="+mn-ea"/>
                <a:cs typeface="+mn-cs"/>
              </a:defRPr>
            </a:lvl2pPr>
            <a:lvl3pPr marL="171450" indent="-171450" algn="l" defTabSz="914400" rtl="0" eaLnBrk="1" latinLnBrk="0" hangingPunct="1">
              <a:lnSpc>
                <a:spcPct val="125000"/>
              </a:lnSpc>
              <a:spcBef>
                <a:spcPts val="600"/>
              </a:spcBef>
              <a:buFont typeface="Arial" panose="020B0604020202020204" pitchFamily="34" charset="0"/>
              <a:buChar char="•"/>
              <a:defRPr sz="1400" kern="1200">
                <a:solidFill>
                  <a:schemeClr val="tx1"/>
                </a:solidFill>
                <a:latin typeface="+mj-lt"/>
                <a:ea typeface="+mn-ea"/>
                <a:cs typeface="+mn-cs"/>
              </a:defRPr>
            </a:lvl3pPr>
            <a:lvl4pPr marL="344488" indent="-173038" algn="l" defTabSz="914400" rtl="0" eaLnBrk="1" latinLnBrk="0" hangingPunct="1">
              <a:lnSpc>
                <a:spcPct val="125000"/>
              </a:lnSpc>
              <a:spcBef>
                <a:spcPts val="600"/>
              </a:spcBef>
              <a:buFont typeface="Georgia" panose="02040502050405020303" pitchFamily="18" charset="0"/>
              <a:buChar char="–"/>
              <a:defRPr sz="1400" kern="1200">
                <a:solidFill>
                  <a:schemeClr val="tx1"/>
                </a:solidFill>
                <a:latin typeface="+mj-lt"/>
                <a:ea typeface="+mn-ea"/>
                <a:cs typeface="+mn-cs"/>
              </a:defRPr>
            </a:lvl4pPr>
            <a:lvl5pPr marL="515938" indent="-171450" algn="l" defTabSz="914400" rtl="0" eaLnBrk="1" latinLnBrk="0" hangingPunct="1">
              <a:lnSpc>
                <a:spcPct val="125000"/>
              </a:lnSpc>
              <a:spcBef>
                <a:spcPts val="600"/>
              </a:spcBef>
              <a:buFont typeface="Wingdings" panose="05000000000000000000" pitchFamily="2" charset="2"/>
              <a:buChar char="§"/>
              <a:defRPr sz="14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GB" sz="1800"/>
          </a:p>
        </p:txBody>
      </p:sp>
      <p:sp>
        <p:nvSpPr>
          <p:cNvPr id="21" name="Text Placeholder 25">
            <a:extLst>
              <a:ext uri="{FF2B5EF4-FFF2-40B4-BE49-F238E27FC236}">
                <a16:creationId xmlns:a16="http://schemas.microsoft.com/office/drawing/2014/main" id="{CB5D211C-AA24-87B6-790B-A9752C668E93}"/>
              </a:ext>
            </a:extLst>
          </p:cNvPr>
          <p:cNvSpPr txBox="1">
            <a:spLocks/>
          </p:cNvSpPr>
          <p:nvPr/>
        </p:nvSpPr>
        <p:spPr>
          <a:xfrm>
            <a:off x="7508015" y="1269020"/>
            <a:ext cx="2993868" cy="406405"/>
          </a:xfrm>
          <a:prstGeom prst="rect">
            <a:avLst/>
          </a:prstGeom>
        </p:spPr>
        <p:txBody>
          <a:bodyPr/>
          <a:lstStyle>
            <a:lvl1pPr marL="0" indent="0" algn="l" defTabSz="914400" rtl="0" eaLnBrk="1" latinLnBrk="0" hangingPunct="1">
              <a:lnSpc>
                <a:spcPct val="100000"/>
              </a:lnSpc>
              <a:spcBef>
                <a:spcPts val="300"/>
              </a:spcBef>
              <a:spcAft>
                <a:spcPts val="1200"/>
              </a:spcAft>
              <a:buFont typeface="Arial" panose="020B0604020202020204" pitchFamily="34" charset="0"/>
              <a:buNone/>
              <a:defRPr sz="1500" b="1" kern="1200">
                <a:solidFill>
                  <a:schemeClr val="tx1"/>
                </a:solidFill>
                <a:latin typeface="+mn-lt"/>
                <a:ea typeface="+mn-ea"/>
                <a:cs typeface="+mn-cs"/>
              </a:defRPr>
            </a:lvl1pPr>
            <a:lvl2pPr marL="0" indent="0" algn="l" defTabSz="914400" rtl="0" eaLnBrk="1" latinLnBrk="0" hangingPunct="1">
              <a:lnSpc>
                <a:spcPct val="125000"/>
              </a:lnSpc>
              <a:spcBef>
                <a:spcPts val="600"/>
              </a:spcBef>
              <a:buFont typeface="Arial" panose="020B0604020202020204" pitchFamily="34" charset="0"/>
              <a:buNone/>
              <a:defRPr sz="1400" kern="1200">
                <a:solidFill>
                  <a:schemeClr val="tx1"/>
                </a:solidFill>
                <a:latin typeface="+mj-lt"/>
                <a:ea typeface="+mn-ea"/>
                <a:cs typeface="+mn-cs"/>
              </a:defRPr>
            </a:lvl2pPr>
            <a:lvl3pPr marL="171450" indent="-171450" algn="l" defTabSz="914400" rtl="0" eaLnBrk="1" latinLnBrk="0" hangingPunct="1">
              <a:lnSpc>
                <a:spcPct val="125000"/>
              </a:lnSpc>
              <a:spcBef>
                <a:spcPts val="600"/>
              </a:spcBef>
              <a:buFont typeface="Arial" panose="020B0604020202020204" pitchFamily="34" charset="0"/>
              <a:buChar char="•"/>
              <a:defRPr sz="1400" kern="1200">
                <a:solidFill>
                  <a:schemeClr val="tx1"/>
                </a:solidFill>
                <a:latin typeface="+mj-lt"/>
                <a:ea typeface="+mn-ea"/>
                <a:cs typeface="+mn-cs"/>
              </a:defRPr>
            </a:lvl3pPr>
            <a:lvl4pPr marL="344488" indent="-173038" algn="l" defTabSz="914400" rtl="0" eaLnBrk="1" latinLnBrk="0" hangingPunct="1">
              <a:lnSpc>
                <a:spcPct val="125000"/>
              </a:lnSpc>
              <a:spcBef>
                <a:spcPts val="600"/>
              </a:spcBef>
              <a:buFont typeface="Georgia" panose="02040502050405020303" pitchFamily="18" charset="0"/>
              <a:buChar char="–"/>
              <a:defRPr sz="1400" kern="1200">
                <a:solidFill>
                  <a:schemeClr val="tx1"/>
                </a:solidFill>
                <a:latin typeface="+mj-lt"/>
                <a:ea typeface="+mn-ea"/>
                <a:cs typeface="+mn-cs"/>
              </a:defRPr>
            </a:lvl4pPr>
            <a:lvl5pPr marL="515938" indent="-171450" algn="l" defTabSz="914400" rtl="0" eaLnBrk="1" latinLnBrk="0" hangingPunct="1">
              <a:lnSpc>
                <a:spcPct val="125000"/>
              </a:lnSpc>
              <a:spcBef>
                <a:spcPts val="600"/>
              </a:spcBef>
              <a:buFont typeface="Wingdings" panose="05000000000000000000" pitchFamily="2" charset="2"/>
              <a:buChar char="§"/>
              <a:defRPr sz="14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GB" sz="1800" b="0"/>
          </a:p>
        </p:txBody>
      </p:sp>
      <p:grpSp>
        <p:nvGrpSpPr>
          <p:cNvPr id="5" name="Group 4">
            <a:extLst>
              <a:ext uri="{FF2B5EF4-FFF2-40B4-BE49-F238E27FC236}">
                <a16:creationId xmlns:a16="http://schemas.microsoft.com/office/drawing/2014/main" id="{4624CF8E-03D4-D8FB-0374-4140314ABCEE}"/>
              </a:ext>
            </a:extLst>
          </p:cNvPr>
          <p:cNvGrpSpPr/>
          <p:nvPr/>
        </p:nvGrpSpPr>
        <p:grpSpPr>
          <a:xfrm>
            <a:off x="477053" y="1331164"/>
            <a:ext cx="12767580" cy="5349542"/>
            <a:chOff x="604644" y="1169581"/>
            <a:chExt cx="12767580" cy="5539837"/>
          </a:xfrm>
        </p:grpSpPr>
        <p:sp>
          <p:nvSpPr>
            <p:cNvPr id="44" name="Rectangle 43">
              <a:extLst>
                <a:ext uri="{FF2B5EF4-FFF2-40B4-BE49-F238E27FC236}">
                  <a16:creationId xmlns:a16="http://schemas.microsoft.com/office/drawing/2014/main" id="{D36E51D9-F2BD-E793-3E6B-D45A9E1AC55F}"/>
                </a:ext>
              </a:extLst>
            </p:cNvPr>
            <p:cNvSpPr/>
            <p:nvPr/>
          </p:nvSpPr>
          <p:spPr>
            <a:xfrm>
              <a:off x="8111802" y="3968417"/>
              <a:ext cx="3679544" cy="2741001"/>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Text Placeholder 25">
              <a:extLst>
                <a:ext uri="{FF2B5EF4-FFF2-40B4-BE49-F238E27FC236}">
                  <a16:creationId xmlns:a16="http://schemas.microsoft.com/office/drawing/2014/main" id="{B9B14949-5A9C-4D00-6B1D-0E4B7DF3FEE6}"/>
                </a:ext>
              </a:extLst>
            </p:cNvPr>
            <p:cNvSpPr txBox="1">
              <a:spLocks/>
            </p:cNvSpPr>
            <p:nvPr/>
          </p:nvSpPr>
          <p:spPr>
            <a:xfrm>
              <a:off x="8494519" y="3968417"/>
              <a:ext cx="3255058" cy="1228092"/>
            </a:xfrm>
            <a:prstGeom prst="rect">
              <a:avLst/>
            </a:prstGeom>
          </p:spPr>
          <p:txBody>
            <a:bodyPr/>
            <a:lstStyle>
              <a:lvl1pPr marL="0" indent="0" algn="l" defTabSz="914400" rtl="0" eaLnBrk="1" latinLnBrk="0" hangingPunct="1">
                <a:lnSpc>
                  <a:spcPct val="100000"/>
                </a:lnSpc>
                <a:spcBef>
                  <a:spcPts val="300"/>
                </a:spcBef>
                <a:spcAft>
                  <a:spcPts val="1200"/>
                </a:spcAft>
                <a:buFont typeface="Arial" panose="020B0604020202020204" pitchFamily="34" charset="0"/>
                <a:buNone/>
                <a:defRPr sz="1500" b="1" kern="1200">
                  <a:solidFill>
                    <a:schemeClr val="tx1"/>
                  </a:solidFill>
                  <a:latin typeface="+mn-lt"/>
                  <a:ea typeface="+mn-ea"/>
                  <a:cs typeface="+mn-cs"/>
                </a:defRPr>
              </a:lvl1pPr>
              <a:lvl2pPr marL="0" indent="0" algn="l" defTabSz="914400" rtl="0" eaLnBrk="1" latinLnBrk="0" hangingPunct="1">
                <a:lnSpc>
                  <a:spcPct val="125000"/>
                </a:lnSpc>
                <a:spcBef>
                  <a:spcPts val="600"/>
                </a:spcBef>
                <a:buFont typeface="Arial" panose="020B0604020202020204" pitchFamily="34" charset="0"/>
                <a:buNone/>
                <a:defRPr sz="1400" kern="1200">
                  <a:solidFill>
                    <a:schemeClr val="tx1"/>
                  </a:solidFill>
                  <a:latin typeface="+mj-lt"/>
                  <a:ea typeface="+mn-ea"/>
                  <a:cs typeface="+mn-cs"/>
                </a:defRPr>
              </a:lvl2pPr>
              <a:lvl3pPr marL="171450" indent="-171450" algn="l" defTabSz="914400" rtl="0" eaLnBrk="1" latinLnBrk="0" hangingPunct="1">
                <a:lnSpc>
                  <a:spcPct val="125000"/>
                </a:lnSpc>
                <a:spcBef>
                  <a:spcPts val="600"/>
                </a:spcBef>
                <a:buFont typeface="Arial" panose="020B0604020202020204" pitchFamily="34" charset="0"/>
                <a:buChar char="•"/>
                <a:defRPr sz="1400" kern="1200">
                  <a:solidFill>
                    <a:schemeClr val="tx1"/>
                  </a:solidFill>
                  <a:latin typeface="+mj-lt"/>
                  <a:ea typeface="+mn-ea"/>
                  <a:cs typeface="+mn-cs"/>
                </a:defRPr>
              </a:lvl3pPr>
              <a:lvl4pPr marL="344488" indent="-173038" algn="l" defTabSz="914400" rtl="0" eaLnBrk="1" latinLnBrk="0" hangingPunct="1">
                <a:lnSpc>
                  <a:spcPct val="125000"/>
                </a:lnSpc>
                <a:spcBef>
                  <a:spcPts val="600"/>
                </a:spcBef>
                <a:buFont typeface="Georgia" panose="02040502050405020303" pitchFamily="18" charset="0"/>
                <a:buChar char="–"/>
                <a:defRPr sz="1400" kern="1200">
                  <a:solidFill>
                    <a:schemeClr val="tx1"/>
                  </a:solidFill>
                  <a:latin typeface="+mj-lt"/>
                  <a:ea typeface="+mn-ea"/>
                  <a:cs typeface="+mn-cs"/>
                </a:defRPr>
              </a:lvl4pPr>
              <a:lvl5pPr marL="515938" indent="-171450" algn="l" defTabSz="914400" rtl="0" eaLnBrk="1" latinLnBrk="0" hangingPunct="1">
                <a:lnSpc>
                  <a:spcPct val="125000"/>
                </a:lnSpc>
                <a:spcBef>
                  <a:spcPts val="600"/>
                </a:spcBef>
                <a:buFont typeface="Wingdings" panose="05000000000000000000" pitchFamily="2" charset="2"/>
                <a:buChar char="§"/>
                <a:defRPr sz="14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r"/>
              <a:r>
                <a:rPr lang="en-GB" sz="6600" b="0">
                  <a:solidFill>
                    <a:schemeClr val="bg1"/>
                  </a:solidFill>
                </a:rPr>
                <a:t>06</a:t>
              </a:r>
            </a:p>
          </p:txBody>
        </p:sp>
        <p:sp>
          <p:nvSpPr>
            <p:cNvPr id="10" name="TextBox 9">
              <a:extLst>
                <a:ext uri="{FF2B5EF4-FFF2-40B4-BE49-F238E27FC236}">
                  <a16:creationId xmlns:a16="http://schemas.microsoft.com/office/drawing/2014/main" id="{8FCD5444-E7B3-4EC7-8489-BE83645A189B}"/>
                </a:ext>
              </a:extLst>
            </p:cNvPr>
            <p:cNvSpPr txBox="1"/>
            <p:nvPr/>
          </p:nvSpPr>
          <p:spPr>
            <a:xfrm>
              <a:off x="8237237" y="5322353"/>
              <a:ext cx="3734646" cy="1018664"/>
            </a:xfrm>
            <a:prstGeom prst="rect">
              <a:avLst/>
            </a:prstGeom>
            <a:noFill/>
          </p:spPr>
          <p:txBody>
            <a:bodyPr wrap="square" lIns="91440" tIns="0" rIns="0" bIns="0" rtlCol="0">
              <a:noAutofit/>
            </a:bodyPr>
            <a:lstStyle/>
            <a:p>
              <a:pPr>
                <a:spcAft>
                  <a:spcPts val="600"/>
                </a:spcAft>
              </a:pPr>
              <a:r>
                <a:rPr lang="en-US" sz="1400" b="1">
                  <a:solidFill>
                    <a:schemeClr val="bg1"/>
                  </a:solidFill>
                </a:rPr>
                <a:t>Legal Compliance Systems</a:t>
              </a:r>
              <a:r>
                <a:rPr lang="en-US" sz="1400">
                  <a:solidFill>
                    <a:schemeClr val="bg1"/>
                  </a:solidFill>
                </a:rPr>
                <a:t> </a:t>
              </a:r>
              <a:endParaRPr lang="en-GB" sz="1400" b="1">
                <a:solidFill>
                  <a:schemeClr val="bg1"/>
                </a:solidFill>
              </a:endParaRPr>
            </a:p>
            <a:p>
              <a:pPr>
                <a:spcAft>
                  <a:spcPts val="600"/>
                </a:spcAft>
              </a:pPr>
              <a:r>
                <a:rPr lang="en-US" sz="1200">
                  <a:solidFill>
                    <a:schemeClr val="bg1"/>
                  </a:solidFill>
                </a:rPr>
                <a:t>Systems are in place to ensure adherence to all applicable laws and regulations.</a:t>
              </a:r>
              <a:endParaRPr lang="en-GB" sz="1200">
                <a:solidFill>
                  <a:schemeClr val="bg1"/>
                </a:solidFill>
              </a:endParaRPr>
            </a:p>
          </p:txBody>
        </p:sp>
        <p:sp>
          <p:nvSpPr>
            <p:cNvPr id="43" name="Rectangle 42">
              <a:extLst>
                <a:ext uri="{FF2B5EF4-FFF2-40B4-BE49-F238E27FC236}">
                  <a16:creationId xmlns:a16="http://schemas.microsoft.com/office/drawing/2014/main" id="{5FE8FE48-854D-F27D-1CCC-592709EA136A}"/>
                </a:ext>
              </a:extLst>
            </p:cNvPr>
            <p:cNvSpPr/>
            <p:nvPr/>
          </p:nvSpPr>
          <p:spPr>
            <a:xfrm>
              <a:off x="4358403" y="3959568"/>
              <a:ext cx="3679547" cy="2741001"/>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Text Placeholder 25">
              <a:extLst>
                <a:ext uri="{FF2B5EF4-FFF2-40B4-BE49-F238E27FC236}">
                  <a16:creationId xmlns:a16="http://schemas.microsoft.com/office/drawing/2014/main" id="{4B35C25A-446F-3202-F4B1-5B82FC1ADAE2}"/>
                </a:ext>
              </a:extLst>
            </p:cNvPr>
            <p:cNvSpPr txBox="1">
              <a:spLocks/>
            </p:cNvSpPr>
            <p:nvPr/>
          </p:nvSpPr>
          <p:spPr>
            <a:xfrm>
              <a:off x="6678759" y="3944912"/>
              <a:ext cx="2680310" cy="1228092"/>
            </a:xfrm>
            <a:prstGeom prst="rect">
              <a:avLst/>
            </a:prstGeom>
          </p:spPr>
          <p:txBody>
            <a:bodyPr/>
            <a:lstStyle>
              <a:lvl1pPr marL="0" indent="0" algn="l" defTabSz="914400" rtl="0" eaLnBrk="1" latinLnBrk="0" hangingPunct="1">
                <a:lnSpc>
                  <a:spcPct val="100000"/>
                </a:lnSpc>
                <a:spcBef>
                  <a:spcPts val="300"/>
                </a:spcBef>
                <a:spcAft>
                  <a:spcPts val="1200"/>
                </a:spcAft>
                <a:buFont typeface="Arial" panose="020B0604020202020204" pitchFamily="34" charset="0"/>
                <a:buNone/>
                <a:defRPr sz="1500" b="1" kern="1200">
                  <a:solidFill>
                    <a:schemeClr val="tx1"/>
                  </a:solidFill>
                  <a:latin typeface="+mn-lt"/>
                  <a:ea typeface="+mn-ea"/>
                  <a:cs typeface="+mn-cs"/>
                </a:defRPr>
              </a:lvl1pPr>
              <a:lvl2pPr marL="0" indent="0" algn="l" defTabSz="914400" rtl="0" eaLnBrk="1" latinLnBrk="0" hangingPunct="1">
                <a:lnSpc>
                  <a:spcPct val="125000"/>
                </a:lnSpc>
                <a:spcBef>
                  <a:spcPts val="600"/>
                </a:spcBef>
                <a:buFont typeface="Arial" panose="020B0604020202020204" pitchFamily="34" charset="0"/>
                <a:buNone/>
                <a:defRPr sz="1400" kern="1200">
                  <a:solidFill>
                    <a:schemeClr val="tx1"/>
                  </a:solidFill>
                  <a:latin typeface="+mj-lt"/>
                  <a:ea typeface="+mn-ea"/>
                  <a:cs typeface="+mn-cs"/>
                </a:defRPr>
              </a:lvl2pPr>
              <a:lvl3pPr marL="171450" indent="-171450" algn="l" defTabSz="914400" rtl="0" eaLnBrk="1" latinLnBrk="0" hangingPunct="1">
                <a:lnSpc>
                  <a:spcPct val="125000"/>
                </a:lnSpc>
                <a:spcBef>
                  <a:spcPts val="600"/>
                </a:spcBef>
                <a:buFont typeface="Arial" panose="020B0604020202020204" pitchFamily="34" charset="0"/>
                <a:buChar char="•"/>
                <a:defRPr sz="1400" kern="1200">
                  <a:solidFill>
                    <a:schemeClr val="tx1"/>
                  </a:solidFill>
                  <a:latin typeface="+mj-lt"/>
                  <a:ea typeface="+mn-ea"/>
                  <a:cs typeface="+mn-cs"/>
                </a:defRPr>
              </a:lvl3pPr>
              <a:lvl4pPr marL="344488" indent="-173038" algn="l" defTabSz="914400" rtl="0" eaLnBrk="1" latinLnBrk="0" hangingPunct="1">
                <a:lnSpc>
                  <a:spcPct val="125000"/>
                </a:lnSpc>
                <a:spcBef>
                  <a:spcPts val="600"/>
                </a:spcBef>
                <a:buFont typeface="Georgia" panose="02040502050405020303" pitchFamily="18" charset="0"/>
                <a:buChar char="–"/>
                <a:defRPr sz="1400" kern="1200">
                  <a:solidFill>
                    <a:schemeClr val="tx1"/>
                  </a:solidFill>
                  <a:latin typeface="+mj-lt"/>
                  <a:ea typeface="+mn-ea"/>
                  <a:cs typeface="+mn-cs"/>
                </a:defRPr>
              </a:lvl4pPr>
              <a:lvl5pPr marL="515938" indent="-171450" algn="l" defTabSz="914400" rtl="0" eaLnBrk="1" latinLnBrk="0" hangingPunct="1">
                <a:lnSpc>
                  <a:spcPct val="125000"/>
                </a:lnSpc>
                <a:spcBef>
                  <a:spcPts val="600"/>
                </a:spcBef>
                <a:buFont typeface="Wingdings" panose="05000000000000000000" pitchFamily="2" charset="2"/>
                <a:buChar char="§"/>
                <a:defRPr sz="14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6600" b="0">
                  <a:solidFill>
                    <a:schemeClr val="bg1"/>
                  </a:solidFill>
                </a:rPr>
                <a:t>05</a:t>
              </a:r>
            </a:p>
          </p:txBody>
        </p:sp>
        <p:sp>
          <p:nvSpPr>
            <p:cNvPr id="11" name="TextBox 10">
              <a:extLst>
                <a:ext uri="{FF2B5EF4-FFF2-40B4-BE49-F238E27FC236}">
                  <a16:creationId xmlns:a16="http://schemas.microsoft.com/office/drawing/2014/main" id="{AE721950-679E-9F6C-F285-7FEBE876866A}"/>
                </a:ext>
              </a:extLst>
            </p:cNvPr>
            <p:cNvSpPr txBox="1"/>
            <p:nvPr/>
          </p:nvSpPr>
          <p:spPr>
            <a:xfrm>
              <a:off x="4486922" y="5338382"/>
              <a:ext cx="3676965" cy="1018664"/>
            </a:xfrm>
            <a:prstGeom prst="rect">
              <a:avLst/>
            </a:prstGeom>
            <a:noFill/>
          </p:spPr>
          <p:txBody>
            <a:bodyPr wrap="square" lIns="91440" tIns="0" rIns="0" bIns="0" rtlCol="0">
              <a:noAutofit/>
            </a:bodyPr>
            <a:lstStyle/>
            <a:p>
              <a:pPr>
                <a:spcAft>
                  <a:spcPts val="600"/>
                </a:spcAft>
              </a:pPr>
              <a:r>
                <a:rPr lang="en-US" sz="1400" b="1">
                  <a:solidFill>
                    <a:schemeClr val="bg1"/>
                  </a:solidFill>
                </a:rPr>
                <a:t>Internal Financial Controls</a:t>
              </a:r>
              <a:r>
                <a:rPr lang="en-US" sz="1400">
                  <a:solidFill>
                    <a:schemeClr val="bg1"/>
                  </a:solidFill>
                </a:rPr>
                <a:t> </a:t>
              </a:r>
            </a:p>
            <a:p>
              <a:pPr>
                <a:spcAft>
                  <a:spcPts val="600"/>
                </a:spcAft>
              </a:pPr>
              <a:r>
                <a:rPr lang="en-US" sz="1200">
                  <a:solidFill>
                    <a:schemeClr val="bg1"/>
                  </a:solidFill>
                </a:rPr>
                <a:t>Effective controls have been established to ensure orderly operations, asset protection, and accurate reporting.</a:t>
              </a:r>
            </a:p>
          </p:txBody>
        </p:sp>
        <p:sp>
          <p:nvSpPr>
            <p:cNvPr id="42" name="Rectangle 41">
              <a:extLst>
                <a:ext uri="{FF2B5EF4-FFF2-40B4-BE49-F238E27FC236}">
                  <a16:creationId xmlns:a16="http://schemas.microsoft.com/office/drawing/2014/main" id="{B60D92DB-6DB7-F518-3137-4D2EE909AE59}"/>
                </a:ext>
              </a:extLst>
            </p:cNvPr>
            <p:cNvSpPr/>
            <p:nvPr/>
          </p:nvSpPr>
          <p:spPr>
            <a:xfrm>
              <a:off x="626839" y="3959568"/>
              <a:ext cx="3679547" cy="2741001"/>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Text Placeholder 25">
              <a:extLst>
                <a:ext uri="{FF2B5EF4-FFF2-40B4-BE49-F238E27FC236}">
                  <a16:creationId xmlns:a16="http://schemas.microsoft.com/office/drawing/2014/main" id="{D2A5C374-C93C-3D55-745C-F2C1FFF5FBB3}"/>
                </a:ext>
              </a:extLst>
            </p:cNvPr>
            <p:cNvSpPr txBox="1">
              <a:spLocks/>
            </p:cNvSpPr>
            <p:nvPr/>
          </p:nvSpPr>
          <p:spPr>
            <a:xfrm>
              <a:off x="998308" y="3968417"/>
              <a:ext cx="3308009" cy="1228092"/>
            </a:xfrm>
            <a:prstGeom prst="rect">
              <a:avLst/>
            </a:prstGeom>
          </p:spPr>
          <p:txBody>
            <a:bodyPr/>
            <a:lstStyle>
              <a:lvl1pPr marL="0" indent="0" algn="l" defTabSz="914400" rtl="0" eaLnBrk="1" latinLnBrk="0" hangingPunct="1">
                <a:lnSpc>
                  <a:spcPct val="100000"/>
                </a:lnSpc>
                <a:spcBef>
                  <a:spcPts val="300"/>
                </a:spcBef>
                <a:spcAft>
                  <a:spcPts val="1200"/>
                </a:spcAft>
                <a:buFont typeface="Arial" panose="020B0604020202020204" pitchFamily="34" charset="0"/>
                <a:buNone/>
                <a:defRPr sz="1500" b="1" kern="1200">
                  <a:solidFill>
                    <a:schemeClr val="tx1"/>
                  </a:solidFill>
                  <a:latin typeface="+mn-lt"/>
                  <a:ea typeface="+mn-ea"/>
                  <a:cs typeface="+mn-cs"/>
                </a:defRPr>
              </a:lvl1pPr>
              <a:lvl2pPr marL="0" indent="0" algn="l" defTabSz="914400" rtl="0" eaLnBrk="1" latinLnBrk="0" hangingPunct="1">
                <a:lnSpc>
                  <a:spcPct val="125000"/>
                </a:lnSpc>
                <a:spcBef>
                  <a:spcPts val="600"/>
                </a:spcBef>
                <a:buFont typeface="Arial" panose="020B0604020202020204" pitchFamily="34" charset="0"/>
                <a:buNone/>
                <a:defRPr sz="1400" kern="1200">
                  <a:solidFill>
                    <a:schemeClr val="tx1"/>
                  </a:solidFill>
                  <a:latin typeface="+mj-lt"/>
                  <a:ea typeface="+mn-ea"/>
                  <a:cs typeface="+mn-cs"/>
                </a:defRPr>
              </a:lvl2pPr>
              <a:lvl3pPr marL="171450" indent="-171450" algn="l" defTabSz="914400" rtl="0" eaLnBrk="1" latinLnBrk="0" hangingPunct="1">
                <a:lnSpc>
                  <a:spcPct val="125000"/>
                </a:lnSpc>
                <a:spcBef>
                  <a:spcPts val="600"/>
                </a:spcBef>
                <a:buFont typeface="Arial" panose="020B0604020202020204" pitchFamily="34" charset="0"/>
                <a:buChar char="•"/>
                <a:defRPr sz="1400" kern="1200">
                  <a:solidFill>
                    <a:schemeClr val="tx1"/>
                  </a:solidFill>
                  <a:latin typeface="+mj-lt"/>
                  <a:ea typeface="+mn-ea"/>
                  <a:cs typeface="+mn-cs"/>
                </a:defRPr>
              </a:lvl3pPr>
              <a:lvl4pPr marL="344488" indent="-173038" algn="l" defTabSz="914400" rtl="0" eaLnBrk="1" latinLnBrk="0" hangingPunct="1">
                <a:lnSpc>
                  <a:spcPct val="125000"/>
                </a:lnSpc>
                <a:spcBef>
                  <a:spcPts val="600"/>
                </a:spcBef>
                <a:buFont typeface="Georgia" panose="02040502050405020303" pitchFamily="18" charset="0"/>
                <a:buChar char="–"/>
                <a:defRPr sz="1400" kern="1200">
                  <a:solidFill>
                    <a:schemeClr val="tx1"/>
                  </a:solidFill>
                  <a:latin typeface="+mj-lt"/>
                  <a:ea typeface="+mn-ea"/>
                  <a:cs typeface="+mn-cs"/>
                </a:defRPr>
              </a:lvl4pPr>
              <a:lvl5pPr marL="515938" indent="-171450" algn="l" defTabSz="914400" rtl="0" eaLnBrk="1" latinLnBrk="0" hangingPunct="1">
                <a:lnSpc>
                  <a:spcPct val="125000"/>
                </a:lnSpc>
                <a:spcBef>
                  <a:spcPts val="600"/>
                </a:spcBef>
                <a:buFont typeface="Wingdings" panose="05000000000000000000" pitchFamily="2" charset="2"/>
                <a:buChar char="§"/>
                <a:defRPr sz="14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r"/>
              <a:r>
                <a:rPr lang="en-GB" sz="6600" b="0">
                  <a:solidFill>
                    <a:schemeClr val="bg1"/>
                  </a:solidFill>
                </a:rPr>
                <a:t>04</a:t>
              </a:r>
            </a:p>
          </p:txBody>
        </p:sp>
        <p:sp>
          <p:nvSpPr>
            <p:cNvPr id="13" name="TextBox 12">
              <a:extLst>
                <a:ext uri="{FF2B5EF4-FFF2-40B4-BE49-F238E27FC236}">
                  <a16:creationId xmlns:a16="http://schemas.microsoft.com/office/drawing/2014/main" id="{E39BA9B7-C779-E17C-25DE-DD6FF57F853B}"/>
                </a:ext>
              </a:extLst>
            </p:cNvPr>
            <p:cNvSpPr txBox="1"/>
            <p:nvPr/>
          </p:nvSpPr>
          <p:spPr>
            <a:xfrm>
              <a:off x="722442" y="5346385"/>
              <a:ext cx="3535734" cy="1018664"/>
            </a:xfrm>
            <a:prstGeom prst="rect">
              <a:avLst/>
            </a:prstGeom>
            <a:noFill/>
          </p:spPr>
          <p:txBody>
            <a:bodyPr wrap="square" lIns="91440" tIns="0" rIns="0" bIns="0" rtlCol="0">
              <a:noAutofit/>
            </a:bodyPr>
            <a:lstStyle/>
            <a:p>
              <a:pPr>
                <a:spcAft>
                  <a:spcPts val="600"/>
                </a:spcAft>
              </a:pPr>
              <a:r>
                <a:rPr lang="en-US" sz="1400" b="1">
                  <a:solidFill>
                    <a:schemeClr val="bg1"/>
                  </a:solidFill>
                </a:rPr>
                <a:t>Going Concern Assurance</a:t>
              </a:r>
              <a:r>
                <a:rPr lang="en-US" sz="1400">
                  <a:solidFill>
                    <a:schemeClr val="bg1"/>
                  </a:solidFill>
                </a:rPr>
                <a:t> </a:t>
              </a:r>
            </a:p>
            <a:p>
              <a:pPr>
                <a:spcAft>
                  <a:spcPts val="600"/>
                </a:spcAft>
              </a:pPr>
              <a:r>
                <a:rPr lang="en-US" sz="1200">
                  <a:solidFill>
                    <a:schemeClr val="bg1"/>
                  </a:solidFill>
                </a:rPr>
                <a:t>The annual accounts have been prepared on a going concern basis.</a:t>
              </a:r>
            </a:p>
          </p:txBody>
        </p:sp>
        <p:sp>
          <p:nvSpPr>
            <p:cNvPr id="40" name="Rectangle 39">
              <a:extLst>
                <a:ext uri="{FF2B5EF4-FFF2-40B4-BE49-F238E27FC236}">
                  <a16:creationId xmlns:a16="http://schemas.microsoft.com/office/drawing/2014/main" id="{6158AB36-07B1-07CD-5E79-72B41B69D3A7}"/>
                </a:ext>
              </a:extLst>
            </p:cNvPr>
            <p:cNvSpPr/>
            <p:nvPr/>
          </p:nvSpPr>
          <p:spPr>
            <a:xfrm>
              <a:off x="4358403" y="1169581"/>
              <a:ext cx="3679547" cy="2741001"/>
            </a:xfrm>
            <a:prstGeom prst="rect">
              <a:avLst/>
            </a:prstGeom>
            <a:solidFill>
              <a:schemeClr val="accent3">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8D6544BC-41A6-F6AE-E04A-203403FEA291}"/>
                </a:ext>
              </a:extLst>
            </p:cNvPr>
            <p:cNvSpPr/>
            <p:nvPr/>
          </p:nvSpPr>
          <p:spPr>
            <a:xfrm>
              <a:off x="8111909" y="1169581"/>
              <a:ext cx="3679544" cy="2741001"/>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TextBox 60">
              <a:extLst>
                <a:ext uri="{FF2B5EF4-FFF2-40B4-BE49-F238E27FC236}">
                  <a16:creationId xmlns:a16="http://schemas.microsoft.com/office/drawing/2014/main" id="{6E146349-33ED-C63C-8757-12DB1954F6A9}"/>
                </a:ext>
              </a:extLst>
            </p:cNvPr>
            <p:cNvSpPr txBox="1"/>
            <p:nvPr/>
          </p:nvSpPr>
          <p:spPr>
            <a:xfrm>
              <a:off x="8245519" y="2555292"/>
              <a:ext cx="3734646" cy="1018664"/>
            </a:xfrm>
            <a:prstGeom prst="rect">
              <a:avLst/>
            </a:prstGeom>
            <a:noFill/>
          </p:spPr>
          <p:txBody>
            <a:bodyPr wrap="square" lIns="91440" tIns="0" rIns="0" bIns="0" rtlCol="0">
              <a:noAutofit/>
            </a:bodyPr>
            <a:lstStyle/>
            <a:p>
              <a:pPr>
                <a:spcAft>
                  <a:spcPts val="600"/>
                </a:spcAft>
              </a:pPr>
              <a:r>
                <a:rPr lang="en-US" sz="1400" b="1"/>
                <a:t>Fraud Prevention</a:t>
              </a:r>
            </a:p>
            <a:p>
              <a:pPr>
                <a:spcAft>
                  <a:spcPts val="600"/>
                </a:spcAft>
              </a:pPr>
              <a:r>
                <a:rPr lang="en-US" sz="1200"/>
                <a:t>Adequate accounting records are maintained to safeguard assets and detect fraud or irregularities.</a:t>
              </a:r>
            </a:p>
          </p:txBody>
        </p:sp>
        <p:sp>
          <p:nvSpPr>
            <p:cNvPr id="8" name="TextBox 7">
              <a:extLst>
                <a:ext uri="{FF2B5EF4-FFF2-40B4-BE49-F238E27FC236}">
                  <a16:creationId xmlns:a16="http://schemas.microsoft.com/office/drawing/2014/main" id="{1CDE7262-1D8D-55FF-4342-5B87F51BCE28}"/>
                </a:ext>
              </a:extLst>
            </p:cNvPr>
            <p:cNvSpPr txBox="1"/>
            <p:nvPr/>
          </p:nvSpPr>
          <p:spPr>
            <a:xfrm>
              <a:off x="4470016" y="2576999"/>
              <a:ext cx="3745170" cy="1136491"/>
            </a:xfrm>
            <a:prstGeom prst="rect">
              <a:avLst/>
            </a:prstGeom>
            <a:noFill/>
          </p:spPr>
          <p:txBody>
            <a:bodyPr wrap="square" lIns="91440" tIns="0" rIns="0" bIns="0" rtlCol="0">
              <a:noAutofit/>
            </a:bodyPr>
            <a:lstStyle/>
            <a:p>
              <a:pPr>
                <a:spcAft>
                  <a:spcPts val="600"/>
                </a:spcAft>
              </a:pPr>
              <a:r>
                <a:rPr lang="en-US" sz="1400" b="1"/>
                <a:t>True &amp; Fair Judgement</a:t>
              </a:r>
              <a:endParaRPr lang="en-GB" sz="1400" b="1"/>
            </a:p>
            <a:p>
              <a:pPr>
                <a:spcAft>
                  <a:spcPts val="600"/>
                </a:spcAft>
              </a:pPr>
              <a:r>
                <a:rPr lang="en-US" sz="1200"/>
                <a:t>Accounting policies have been applied consistently with prudent judgments for true and fair financial reporting.</a:t>
              </a:r>
            </a:p>
          </p:txBody>
        </p:sp>
        <p:sp>
          <p:nvSpPr>
            <p:cNvPr id="12" name="Rectangle 11">
              <a:extLst>
                <a:ext uri="{FF2B5EF4-FFF2-40B4-BE49-F238E27FC236}">
                  <a16:creationId xmlns:a16="http://schemas.microsoft.com/office/drawing/2014/main" id="{19344A04-542D-B560-4B28-5AEC385E00AC}"/>
                </a:ext>
              </a:extLst>
            </p:cNvPr>
            <p:cNvSpPr/>
            <p:nvPr/>
          </p:nvSpPr>
          <p:spPr>
            <a:xfrm>
              <a:off x="604644" y="1169581"/>
              <a:ext cx="3679548" cy="2741001"/>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615C1C40-EEC9-B7F9-D04A-F330E9AE5305}"/>
                </a:ext>
              </a:extLst>
            </p:cNvPr>
            <p:cNvSpPr txBox="1"/>
            <p:nvPr/>
          </p:nvSpPr>
          <p:spPr>
            <a:xfrm>
              <a:off x="701752" y="2585936"/>
              <a:ext cx="3798399" cy="1136491"/>
            </a:xfrm>
            <a:prstGeom prst="rect">
              <a:avLst/>
            </a:prstGeom>
            <a:noFill/>
          </p:spPr>
          <p:txBody>
            <a:bodyPr wrap="square" lIns="91440" tIns="0" rIns="0" bIns="0" rtlCol="0" anchor="t">
              <a:noAutofit/>
            </a:bodyPr>
            <a:lstStyle/>
            <a:p>
              <a:pPr>
                <a:spcAft>
                  <a:spcPts val="600"/>
                </a:spcAft>
              </a:pPr>
              <a:r>
                <a:rPr lang="en-GB" sz="1400" b="1"/>
                <a:t>Accounting Standards Compliance</a:t>
              </a:r>
            </a:p>
            <a:p>
              <a:pPr>
                <a:spcAft>
                  <a:spcPts val="600"/>
                </a:spcAft>
              </a:pPr>
              <a:r>
                <a:rPr lang="en-US" sz="1200"/>
                <a:t>In preparing annual accounts, applicable accounting standards were followed with proper explanations for material departures.</a:t>
              </a:r>
              <a:endParaRPr lang="en-US" sz="1200">
                <a:cs typeface="Arial"/>
              </a:endParaRPr>
            </a:p>
          </p:txBody>
        </p:sp>
        <p:sp>
          <p:nvSpPr>
            <p:cNvPr id="25" name="Text Placeholder 25">
              <a:extLst>
                <a:ext uri="{FF2B5EF4-FFF2-40B4-BE49-F238E27FC236}">
                  <a16:creationId xmlns:a16="http://schemas.microsoft.com/office/drawing/2014/main" id="{2A118AB8-62F7-0ADD-7382-3F995F2F606D}"/>
                </a:ext>
              </a:extLst>
            </p:cNvPr>
            <p:cNvSpPr txBox="1">
              <a:spLocks/>
            </p:cNvSpPr>
            <p:nvPr/>
          </p:nvSpPr>
          <p:spPr>
            <a:xfrm>
              <a:off x="3152655" y="1196754"/>
              <a:ext cx="2734185" cy="1370143"/>
            </a:xfrm>
            <a:prstGeom prst="rect">
              <a:avLst/>
            </a:prstGeom>
          </p:spPr>
          <p:txBody>
            <a:bodyPr/>
            <a:lstStyle>
              <a:lvl1pPr marL="0" indent="0" algn="l" defTabSz="914400" rtl="0" eaLnBrk="1" latinLnBrk="0" hangingPunct="1">
                <a:lnSpc>
                  <a:spcPct val="100000"/>
                </a:lnSpc>
                <a:spcBef>
                  <a:spcPts val="300"/>
                </a:spcBef>
                <a:spcAft>
                  <a:spcPts val="1200"/>
                </a:spcAft>
                <a:buFont typeface="Arial" panose="020B0604020202020204" pitchFamily="34" charset="0"/>
                <a:buNone/>
                <a:defRPr sz="1500" b="1" kern="1200">
                  <a:solidFill>
                    <a:schemeClr val="tx1"/>
                  </a:solidFill>
                  <a:latin typeface="+mn-lt"/>
                  <a:ea typeface="+mn-ea"/>
                  <a:cs typeface="+mn-cs"/>
                </a:defRPr>
              </a:lvl1pPr>
              <a:lvl2pPr marL="0" indent="0" algn="l" defTabSz="914400" rtl="0" eaLnBrk="1" latinLnBrk="0" hangingPunct="1">
                <a:lnSpc>
                  <a:spcPct val="125000"/>
                </a:lnSpc>
                <a:spcBef>
                  <a:spcPts val="600"/>
                </a:spcBef>
                <a:buFont typeface="Arial" panose="020B0604020202020204" pitchFamily="34" charset="0"/>
                <a:buNone/>
                <a:defRPr sz="1400" kern="1200">
                  <a:solidFill>
                    <a:schemeClr val="tx1"/>
                  </a:solidFill>
                  <a:latin typeface="+mj-lt"/>
                  <a:ea typeface="+mn-ea"/>
                  <a:cs typeface="+mn-cs"/>
                </a:defRPr>
              </a:lvl2pPr>
              <a:lvl3pPr marL="171450" indent="-171450" algn="l" defTabSz="914400" rtl="0" eaLnBrk="1" latinLnBrk="0" hangingPunct="1">
                <a:lnSpc>
                  <a:spcPct val="125000"/>
                </a:lnSpc>
                <a:spcBef>
                  <a:spcPts val="600"/>
                </a:spcBef>
                <a:buFont typeface="Arial" panose="020B0604020202020204" pitchFamily="34" charset="0"/>
                <a:buChar char="•"/>
                <a:defRPr sz="1400" kern="1200">
                  <a:solidFill>
                    <a:schemeClr val="tx1"/>
                  </a:solidFill>
                  <a:latin typeface="+mj-lt"/>
                  <a:ea typeface="+mn-ea"/>
                  <a:cs typeface="+mn-cs"/>
                </a:defRPr>
              </a:lvl3pPr>
              <a:lvl4pPr marL="344488" indent="-173038" algn="l" defTabSz="914400" rtl="0" eaLnBrk="1" latinLnBrk="0" hangingPunct="1">
                <a:lnSpc>
                  <a:spcPct val="125000"/>
                </a:lnSpc>
                <a:spcBef>
                  <a:spcPts val="600"/>
                </a:spcBef>
                <a:buFont typeface="Georgia" panose="02040502050405020303" pitchFamily="18" charset="0"/>
                <a:buChar char="–"/>
                <a:defRPr sz="1400" kern="1200">
                  <a:solidFill>
                    <a:schemeClr val="tx1"/>
                  </a:solidFill>
                  <a:latin typeface="+mj-lt"/>
                  <a:ea typeface="+mn-ea"/>
                  <a:cs typeface="+mn-cs"/>
                </a:defRPr>
              </a:lvl4pPr>
              <a:lvl5pPr marL="515938" indent="-171450" algn="l" defTabSz="914400" rtl="0" eaLnBrk="1" latinLnBrk="0" hangingPunct="1">
                <a:lnSpc>
                  <a:spcPct val="125000"/>
                </a:lnSpc>
                <a:spcBef>
                  <a:spcPts val="600"/>
                </a:spcBef>
                <a:buFont typeface="Wingdings" panose="05000000000000000000" pitchFamily="2" charset="2"/>
                <a:buChar char="§"/>
                <a:defRPr sz="14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6600" b="0"/>
                <a:t>01</a:t>
              </a:r>
            </a:p>
          </p:txBody>
        </p:sp>
        <p:sp>
          <p:nvSpPr>
            <p:cNvPr id="26" name="Text Placeholder 25">
              <a:extLst>
                <a:ext uri="{FF2B5EF4-FFF2-40B4-BE49-F238E27FC236}">
                  <a16:creationId xmlns:a16="http://schemas.microsoft.com/office/drawing/2014/main" id="{780025F7-9080-53AB-8902-C31CA1A2F1BC}"/>
                </a:ext>
              </a:extLst>
            </p:cNvPr>
            <p:cNvSpPr txBox="1">
              <a:spLocks/>
            </p:cNvSpPr>
            <p:nvPr/>
          </p:nvSpPr>
          <p:spPr>
            <a:xfrm>
              <a:off x="6896372" y="1169939"/>
              <a:ext cx="2734185" cy="1370143"/>
            </a:xfrm>
            <a:prstGeom prst="rect">
              <a:avLst/>
            </a:prstGeom>
          </p:spPr>
          <p:txBody>
            <a:bodyPr/>
            <a:lstStyle>
              <a:lvl1pPr marL="0" indent="0" algn="l" defTabSz="914400" rtl="0" eaLnBrk="1" latinLnBrk="0" hangingPunct="1">
                <a:lnSpc>
                  <a:spcPct val="100000"/>
                </a:lnSpc>
                <a:spcBef>
                  <a:spcPts val="300"/>
                </a:spcBef>
                <a:spcAft>
                  <a:spcPts val="1200"/>
                </a:spcAft>
                <a:buFont typeface="Arial" panose="020B0604020202020204" pitchFamily="34" charset="0"/>
                <a:buNone/>
                <a:defRPr sz="1500" b="1" kern="1200">
                  <a:solidFill>
                    <a:schemeClr val="tx1"/>
                  </a:solidFill>
                  <a:latin typeface="+mn-lt"/>
                  <a:ea typeface="+mn-ea"/>
                  <a:cs typeface="+mn-cs"/>
                </a:defRPr>
              </a:lvl1pPr>
              <a:lvl2pPr marL="0" indent="0" algn="l" defTabSz="914400" rtl="0" eaLnBrk="1" latinLnBrk="0" hangingPunct="1">
                <a:lnSpc>
                  <a:spcPct val="125000"/>
                </a:lnSpc>
                <a:spcBef>
                  <a:spcPts val="600"/>
                </a:spcBef>
                <a:buFont typeface="Arial" panose="020B0604020202020204" pitchFamily="34" charset="0"/>
                <a:buNone/>
                <a:defRPr sz="1400" kern="1200">
                  <a:solidFill>
                    <a:schemeClr val="tx1"/>
                  </a:solidFill>
                  <a:latin typeface="+mj-lt"/>
                  <a:ea typeface="+mn-ea"/>
                  <a:cs typeface="+mn-cs"/>
                </a:defRPr>
              </a:lvl2pPr>
              <a:lvl3pPr marL="171450" indent="-171450" algn="l" defTabSz="914400" rtl="0" eaLnBrk="1" latinLnBrk="0" hangingPunct="1">
                <a:lnSpc>
                  <a:spcPct val="125000"/>
                </a:lnSpc>
                <a:spcBef>
                  <a:spcPts val="600"/>
                </a:spcBef>
                <a:buFont typeface="Arial" panose="020B0604020202020204" pitchFamily="34" charset="0"/>
                <a:buChar char="•"/>
                <a:defRPr sz="1400" kern="1200">
                  <a:solidFill>
                    <a:schemeClr val="tx1"/>
                  </a:solidFill>
                  <a:latin typeface="+mj-lt"/>
                  <a:ea typeface="+mn-ea"/>
                  <a:cs typeface="+mn-cs"/>
                </a:defRPr>
              </a:lvl3pPr>
              <a:lvl4pPr marL="344488" indent="-173038" algn="l" defTabSz="914400" rtl="0" eaLnBrk="1" latinLnBrk="0" hangingPunct="1">
                <a:lnSpc>
                  <a:spcPct val="125000"/>
                </a:lnSpc>
                <a:spcBef>
                  <a:spcPts val="600"/>
                </a:spcBef>
                <a:buFont typeface="Georgia" panose="02040502050405020303" pitchFamily="18" charset="0"/>
                <a:buChar char="–"/>
                <a:defRPr sz="1400" kern="1200">
                  <a:solidFill>
                    <a:schemeClr val="tx1"/>
                  </a:solidFill>
                  <a:latin typeface="+mj-lt"/>
                  <a:ea typeface="+mn-ea"/>
                  <a:cs typeface="+mn-cs"/>
                </a:defRPr>
              </a:lvl4pPr>
              <a:lvl5pPr marL="515938" indent="-171450" algn="l" defTabSz="914400" rtl="0" eaLnBrk="1" latinLnBrk="0" hangingPunct="1">
                <a:lnSpc>
                  <a:spcPct val="125000"/>
                </a:lnSpc>
                <a:spcBef>
                  <a:spcPts val="600"/>
                </a:spcBef>
                <a:buFont typeface="Wingdings" panose="05000000000000000000" pitchFamily="2" charset="2"/>
                <a:buChar char="§"/>
                <a:defRPr sz="14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6600" b="0"/>
                <a:t>02</a:t>
              </a:r>
            </a:p>
          </p:txBody>
        </p:sp>
        <p:sp>
          <p:nvSpPr>
            <p:cNvPr id="27" name="Text Placeholder 25">
              <a:extLst>
                <a:ext uri="{FF2B5EF4-FFF2-40B4-BE49-F238E27FC236}">
                  <a16:creationId xmlns:a16="http://schemas.microsoft.com/office/drawing/2014/main" id="{72CC7F6D-7B8F-92BD-E4B5-816BC91452C4}"/>
                </a:ext>
              </a:extLst>
            </p:cNvPr>
            <p:cNvSpPr txBox="1">
              <a:spLocks/>
            </p:cNvSpPr>
            <p:nvPr/>
          </p:nvSpPr>
          <p:spPr>
            <a:xfrm>
              <a:off x="10638039" y="1194706"/>
              <a:ext cx="2734185" cy="1370143"/>
            </a:xfrm>
            <a:prstGeom prst="rect">
              <a:avLst/>
            </a:prstGeom>
          </p:spPr>
          <p:txBody>
            <a:bodyPr/>
            <a:lstStyle>
              <a:lvl1pPr marL="0" indent="0" algn="l" defTabSz="914400" rtl="0" eaLnBrk="1" latinLnBrk="0" hangingPunct="1">
                <a:lnSpc>
                  <a:spcPct val="100000"/>
                </a:lnSpc>
                <a:spcBef>
                  <a:spcPts val="300"/>
                </a:spcBef>
                <a:spcAft>
                  <a:spcPts val="1200"/>
                </a:spcAft>
                <a:buFont typeface="Arial" panose="020B0604020202020204" pitchFamily="34" charset="0"/>
                <a:buNone/>
                <a:defRPr sz="1500" b="1" kern="1200">
                  <a:solidFill>
                    <a:schemeClr val="tx1"/>
                  </a:solidFill>
                  <a:latin typeface="+mn-lt"/>
                  <a:ea typeface="+mn-ea"/>
                  <a:cs typeface="+mn-cs"/>
                </a:defRPr>
              </a:lvl1pPr>
              <a:lvl2pPr marL="0" indent="0" algn="l" defTabSz="914400" rtl="0" eaLnBrk="1" latinLnBrk="0" hangingPunct="1">
                <a:lnSpc>
                  <a:spcPct val="125000"/>
                </a:lnSpc>
                <a:spcBef>
                  <a:spcPts val="600"/>
                </a:spcBef>
                <a:buFont typeface="Arial" panose="020B0604020202020204" pitchFamily="34" charset="0"/>
                <a:buNone/>
                <a:defRPr sz="1400" kern="1200">
                  <a:solidFill>
                    <a:schemeClr val="tx1"/>
                  </a:solidFill>
                  <a:latin typeface="+mj-lt"/>
                  <a:ea typeface="+mn-ea"/>
                  <a:cs typeface="+mn-cs"/>
                </a:defRPr>
              </a:lvl2pPr>
              <a:lvl3pPr marL="171450" indent="-171450" algn="l" defTabSz="914400" rtl="0" eaLnBrk="1" latinLnBrk="0" hangingPunct="1">
                <a:lnSpc>
                  <a:spcPct val="125000"/>
                </a:lnSpc>
                <a:spcBef>
                  <a:spcPts val="600"/>
                </a:spcBef>
                <a:buFont typeface="Arial" panose="020B0604020202020204" pitchFamily="34" charset="0"/>
                <a:buChar char="•"/>
                <a:defRPr sz="1400" kern="1200">
                  <a:solidFill>
                    <a:schemeClr val="tx1"/>
                  </a:solidFill>
                  <a:latin typeface="+mj-lt"/>
                  <a:ea typeface="+mn-ea"/>
                  <a:cs typeface="+mn-cs"/>
                </a:defRPr>
              </a:lvl3pPr>
              <a:lvl4pPr marL="344488" indent="-173038" algn="l" defTabSz="914400" rtl="0" eaLnBrk="1" latinLnBrk="0" hangingPunct="1">
                <a:lnSpc>
                  <a:spcPct val="125000"/>
                </a:lnSpc>
                <a:spcBef>
                  <a:spcPts val="600"/>
                </a:spcBef>
                <a:buFont typeface="Georgia" panose="02040502050405020303" pitchFamily="18" charset="0"/>
                <a:buChar char="–"/>
                <a:defRPr sz="1400" kern="1200">
                  <a:solidFill>
                    <a:schemeClr val="tx1"/>
                  </a:solidFill>
                  <a:latin typeface="+mj-lt"/>
                  <a:ea typeface="+mn-ea"/>
                  <a:cs typeface="+mn-cs"/>
                </a:defRPr>
              </a:lvl4pPr>
              <a:lvl5pPr marL="515938" indent="-171450" algn="l" defTabSz="914400" rtl="0" eaLnBrk="1" latinLnBrk="0" hangingPunct="1">
                <a:lnSpc>
                  <a:spcPct val="125000"/>
                </a:lnSpc>
                <a:spcBef>
                  <a:spcPts val="600"/>
                </a:spcBef>
                <a:buFont typeface="Wingdings" panose="05000000000000000000" pitchFamily="2" charset="2"/>
                <a:buChar char="§"/>
                <a:defRPr sz="14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6600" b="0"/>
                <a:t>03</a:t>
              </a:r>
            </a:p>
          </p:txBody>
        </p:sp>
      </p:grpSp>
      <p:sp>
        <p:nvSpPr>
          <p:cNvPr id="32" name="Rectangle 31">
            <a:extLst>
              <a:ext uri="{FF2B5EF4-FFF2-40B4-BE49-F238E27FC236}">
                <a16:creationId xmlns:a16="http://schemas.microsoft.com/office/drawing/2014/main" id="{FEE7FFD1-E6D2-1F83-88E4-A36DEA9ADB57}"/>
              </a:ext>
            </a:extLst>
          </p:cNvPr>
          <p:cNvSpPr/>
          <p:nvPr/>
        </p:nvSpPr>
        <p:spPr>
          <a:xfrm>
            <a:off x="2426077" y="759461"/>
            <a:ext cx="6942937" cy="357670"/>
          </a:xfrm>
          <a:prstGeom prst="rect">
            <a:avLst/>
          </a:prstGeom>
          <a:solidFill>
            <a:schemeClr val="bg1"/>
          </a:solidFill>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r>
              <a:rPr lang="en-US" sz="1600" i="1">
                <a:solidFill>
                  <a:schemeClr val="accent2">
                    <a:lumMod val="75000"/>
                  </a:schemeClr>
                </a:solidFill>
              </a:rPr>
              <a:t>Key Disclosures in the Directors’ Report as per Companies Act, 2013</a:t>
            </a:r>
          </a:p>
        </p:txBody>
      </p:sp>
      <p:pic>
        <p:nvPicPr>
          <p:cNvPr id="3084" name="Picture 12" descr="India">
            <a:extLst>
              <a:ext uri="{FF2B5EF4-FFF2-40B4-BE49-F238E27FC236}">
                <a16:creationId xmlns:a16="http://schemas.microsoft.com/office/drawing/2014/main" id="{6855D73E-5504-585C-98DC-3F194F7E32F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047229" y="656574"/>
            <a:ext cx="574758" cy="574758"/>
          </a:xfrm>
          <a:prstGeom prst="rect">
            <a:avLst/>
          </a:prstGeom>
          <a:noFill/>
          <a:extLst>
            <a:ext uri="{909E8E84-426E-40DD-AFC4-6F175D3DCCD1}">
              <a14:hiddenFill xmlns:a14="http://schemas.microsoft.com/office/drawing/2010/main">
                <a:solidFill>
                  <a:srgbClr val="FFFFFF"/>
                </a:solidFill>
              </a14:hiddenFill>
            </a:ext>
          </a:extLst>
        </p:spPr>
      </p:pic>
      <p:cxnSp>
        <p:nvCxnSpPr>
          <p:cNvPr id="7" name="Straight Connector 6">
            <a:extLst>
              <a:ext uri="{FF2B5EF4-FFF2-40B4-BE49-F238E27FC236}">
                <a16:creationId xmlns:a16="http://schemas.microsoft.com/office/drawing/2014/main" id="{6E6BCB6F-1652-F6D3-93AB-9D2A8B8D482C}"/>
              </a:ext>
            </a:extLst>
          </p:cNvPr>
          <p:cNvCxnSpPr/>
          <p:nvPr/>
        </p:nvCxnSpPr>
        <p:spPr>
          <a:xfrm>
            <a:off x="6790047" y="1149030"/>
            <a:ext cx="1886121" cy="0"/>
          </a:xfrm>
          <a:prstGeom prst="line">
            <a:avLst/>
          </a:prstGeom>
          <a:ln/>
        </p:spPr>
        <p:style>
          <a:lnRef idx="1">
            <a:schemeClr val="accent1"/>
          </a:lnRef>
          <a:fillRef idx="0">
            <a:schemeClr val="accent1"/>
          </a:fillRef>
          <a:effectRef idx="0">
            <a:schemeClr val="accent1"/>
          </a:effectRef>
          <a:fontRef idx="minor">
            <a:schemeClr val="tx1"/>
          </a:fontRef>
        </p:style>
      </p:cxnSp>
      <p:sp>
        <p:nvSpPr>
          <p:cNvPr id="2" name="Slide Number Placeholder 3">
            <a:extLst>
              <a:ext uri="{FF2B5EF4-FFF2-40B4-BE49-F238E27FC236}">
                <a16:creationId xmlns:a16="http://schemas.microsoft.com/office/drawing/2014/main" id="{29E45C9C-0F66-D147-2B18-E356D0DE8D0D}"/>
              </a:ext>
            </a:extLst>
          </p:cNvPr>
          <p:cNvSpPr txBox="1">
            <a:spLocks/>
          </p:cNvSpPr>
          <p:nvPr/>
        </p:nvSpPr>
        <p:spPr>
          <a:xfrm>
            <a:off x="11713152" y="6546427"/>
            <a:ext cx="298209" cy="161583"/>
          </a:xfrm>
          <a:prstGeom prst="rect">
            <a:avLst/>
          </a:prstGeom>
        </p:spPr>
        <p:txBody>
          <a:bodyPr vert="horz" wrap="square" lIns="0" tIns="0" rIns="0" bIns="0" rtlCol="0" anchor="b"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spcAft>
                <a:spcPts val="600"/>
              </a:spcAft>
            </a:pPr>
            <a:fld id="{3E6AC032-1535-134B-A583-D5E1DDD0D167}" type="slidenum">
              <a:rPr lang="en-US" sz="900" smtClean="0"/>
              <a:pPr algn="r">
                <a:spcAft>
                  <a:spcPts val="600"/>
                </a:spcAft>
              </a:pPr>
              <a:t>46</a:t>
            </a:fld>
            <a:endParaRPr lang="en-US" sz="900"/>
          </a:p>
        </p:txBody>
      </p:sp>
    </p:spTree>
    <p:custDataLst>
      <p:custData r:id="rId1"/>
    </p:custDataLst>
    <p:extLst>
      <p:ext uri="{BB962C8B-B14F-4D97-AF65-F5344CB8AC3E}">
        <p14:creationId xmlns:p14="http://schemas.microsoft.com/office/powerpoint/2010/main" val="160324654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A82992-B3C2-FEF2-4975-EB5A1F6A33B4}"/>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1DD5D6A-EF7F-4630-05A0-2FB65A1F16AD}"/>
              </a:ext>
            </a:extLst>
          </p:cNvPr>
          <p:cNvSpPr>
            <a:spLocks noGrp="1"/>
          </p:cNvSpPr>
          <p:nvPr>
            <p:ph type="sldNum" sz="quarter" idx="4"/>
          </p:nvPr>
        </p:nvSpPr>
        <p:spPr/>
        <p:txBody>
          <a:bodyPr/>
          <a:lstStyle/>
          <a:p>
            <a:fld id="{3E6AC032-1535-134B-A583-D5E1DDD0D167}" type="slidenum">
              <a:rPr lang="en-US" smtClean="0"/>
              <a:pPr/>
              <a:t>47</a:t>
            </a:fld>
            <a:endParaRPr lang="en-US"/>
          </a:p>
        </p:txBody>
      </p:sp>
      <p:sp>
        <p:nvSpPr>
          <p:cNvPr id="7" name="Rectangle 6">
            <a:extLst>
              <a:ext uri="{FF2B5EF4-FFF2-40B4-BE49-F238E27FC236}">
                <a16:creationId xmlns:a16="http://schemas.microsoft.com/office/drawing/2014/main" id="{0268AE53-2BAC-749B-E2E0-918190747F9C}"/>
              </a:ext>
            </a:extLst>
          </p:cNvPr>
          <p:cNvSpPr/>
          <p:nvPr/>
        </p:nvSpPr>
        <p:spPr>
          <a:xfrm>
            <a:off x="0" y="4218"/>
            <a:ext cx="12192000" cy="572092"/>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2400" b="1">
                <a:solidFill>
                  <a:schemeClr val="bg1"/>
                </a:solidFill>
                <a:latin typeface="Georgia" panose="02040502050405020303" pitchFamily="18" charset="0"/>
              </a:rPr>
              <a:t>Activity | What are the </a:t>
            </a:r>
            <a:r>
              <a:rPr lang="en-US" sz="2400" b="1">
                <a:solidFill>
                  <a:schemeClr val="bg1"/>
                </a:solidFill>
                <a:latin typeface="Georgia" panose="02040502050405020303" pitchFamily="18" charset="0"/>
              </a:rPr>
              <a:t>‘must haves’ for a Director before signing the DRS? </a:t>
            </a:r>
          </a:p>
        </p:txBody>
      </p:sp>
      <p:sp>
        <p:nvSpPr>
          <p:cNvPr id="13" name="Rectangle: Diagonal Corners Snipped 12">
            <a:extLst>
              <a:ext uri="{FF2B5EF4-FFF2-40B4-BE49-F238E27FC236}">
                <a16:creationId xmlns:a16="http://schemas.microsoft.com/office/drawing/2014/main" id="{E9EA615B-B97E-57E3-CC34-9E98BEE18372}"/>
              </a:ext>
            </a:extLst>
          </p:cNvPr>
          <p:cNvSpPr/>
          <p:nvPr/>
        </p:nvSpPr>
        <p:spPr>
          <a:xfrm>
            <a:off x="5683044" y="967994"/>
            <a:ext cx="5952648" cy="414020"/>
          </a:xfrm>
          <a:prstGeom prst="snip2DiagRect">
            <a:avLst/>
          </a:prstGeom>
          <a:ln/>
        </p:spPr>
        <p:style>
          <a:lnRef idx="2">
            <a:schemeClr val="accent2"/>
          </a:lnRef>
          <a:fillRef idx="1">
            <a:schemeClr val="lt1"/>
          </a:fillRef>
          <a:effectRef idx="0">
            <a:schemeClr val="accent2"/>
          </a:effectRef>
          <a:fontRef idx="minor">
            <a:schemeClr val="dk1"/>
          </a:fontRef>
        </p:style>
        <p:txBody>
          <a:bodyPr rtlCol="0" anchor="ctr"/>
          <a:lstStyle/>
          <a:p>
            <a:pPr algn="ctr"/>
            <a:r>
              <a:rPr lang="en-US" sz="1200">
                <a:solidFill>
                  <a:schemeClr val="tx1"/>
                </a:solidFill>
              </a:rPr>
              <a:t>Set of Policies / </a:t>
            </a:r>
            <a:r>
              <a:rPr lang="en-US" sz="1200" err="1">
                <a:solidFill>
                  <a:schemeClr val="tx1"/>
                </a:solidFill>
              </a:rPr>
              <a:t>SoPs</a:t>
            </a:r>
            <a:r>
              <a:rPr lang="en-US" sz="1200">
                <a:solidFill>
                  <a:schemeClr val="tx1"/>
                </a:solidFill>
              </a:rPr>
              <a:t> and document explaining any departures.</a:t>
            </a:r>
          </a:p>
        </p:txBody>
      </p:sp>
      <p:sp>
        <p:nvSpPr>
          <p:cNvPr id="14" name="Rectangle: Diagonal Corners Snipped 13">
            <a:extLst>
              <a:ext uri="{FF2B5EF4-FFF2-40B4-BE49-F238E27FC236}">
                <a16:creationId xmlns:a16="http://schemas.microsoft.com/office/drawing/2014/main" id="{03664FFD-E5FB-708A-2A88-6BD20F1518E0}"/>
              </a:ext>
            </a:extLst>
          </p:cNvPr>
          <p:cNvSpPr/>
          <p:nvPr/>
        </p:nvSpPr>
        <p:spPr>
          <a:xfrm>
            <a:off x="5683044" y="1429528"/>
            <a:ext cx="5952648" cy="414020"/>
          </a:xfrm>
          <a:prstGeom prst="snip2DiagRect">
            <a:avLst/>
          </a:prstGeom>
          <a:ln/>
        </p:spPr>
        <p:style>
          <a:lnRef idx="2">
            <a:schemeClr val="accent2"/>
          </a:lnRef>
          <a:fillRef idx="1">
            <a:schemeClr val="lt1"/>
          </a:fillRef>
          <a:effectRef idx="0">
            <a:schemeClr val="accent2"/>
          </a:effectRef>
          <a:fontRef idx="minor">
            <a:schemeClr val="dk1"/>
          </a:fontRef>
        </p:style>
        <p:txBody>
          <a:bodyPr rtlCol="0" anchor="ctr"/>
          <a:lstStyle/>
          <a:p>
            <a:pPr algn="ctr"/>
            <a:r>
              <a:rPr lang="en-US" sz="1200">
                <a:solidFill>
                  <a:schemeClr val="tx1"/>
                </a:solidFill>
              </a:rPr>
              <a:t>Board Minutes showing detailed review of financial statements.</a:t>
            </a:r>
          </a:p>
        </p:txBody>
      </p:sp>
      <p:sp>
        <p:nvSpPr>
          <p:cNvPr id="15" name="Rectangle: Diagonal Corners Snipped 14">
            <a:extLst>
              <a:ext uri="{FF2B5EF4-FFF2-40B4-BE49-F238E27FC236}">
                <a16:creationId xmlns:a16="http://schemas.microsoft.com/office/drawing/2014/main" id="{AAEBBA6D-F968-EAF4-FA22-78E1F12FA932}"/>
              </a:ext>
            </a:extLst>
          </p:cNvPr>
          <p:cNvSpPr/>
          <p:nvPr/>
        </p:nvSpPr>
        <p:spPr>
          <a:xfrm>
            <a:off x="5683044" y="1891062"/>
            <a:ext cx="5952648" cy="414020"/>
          </a:xfrm>
          <a:prstGeom prst="snip2DiagRect">
            <a:avLst/>
          </a:prstGeom>
          <a:ln/>
        </p:spPr>
        <p:style>
          <a:lnRef idx="2">
            <a:schemeClr val="accent2"/>
          </a:lnRef>
          <a:fillRef idx="1">
            <a:schemeClr val="lt1"/>
          </a:fillRef>
          <a:effectRef idx="0">
            <a:schemeClr val="accent2"/>
          </a:effectRef>
          <a:fontRef idx="minor">
            <a:schemeClr val="dk1"/>
          </a:fontRef>
        </p:style>
        <p:txBody>
          <a:bodyPr rtlCol="0" anchor="ctr"/>
          <a:lstStyle/>
          <a:p>
            <a:pPr algn="ctr"/>
            <a:r>
              <a:rPr lang="en-US" sz="1200">
                <a:solidFill>
                  <a:schemeClr val="tx1"/>
                </a:solidFill>
              </a:rPr>
              <a:t>Audit committee minutes evidencing their recommendations, approvals, findings and its management response. </a:t>
            </a:r>
          </a:p>
        </p:txBody>
      </p:sp>
      <p:sp>
        <p:nvSpPr>
          <p:cNvPr id="16" name="Rectangle: Diagonal Corners Snipped 15">
            <a:extLst>
              <a:ext uri="{FF2B5EF4-FFF2-40B4-BE49-F238E27FC236}">
                <a16:creationId xmlns:a16="http://schemas.microsoft.com/office/drawing/2014/main" id="{39F572CA-3DB8-3E58-203F-70AD44CC842D}"/>
              </a:ext>
            </a:extLst>
          </p:cNvPr>
          <p:cNvSpPr/>
          <p:nvPr/>
        </p:nvSpPr>
        <p:spPr>
          <a:xfrm>
            <a:off x="5683044" y="2352596"/>
            <a:ext cx="5952648" cy="414020"/>
          </a:xfrm>
          <a:prstGeom prst="snip2DiagRect">
            <a:avLst/>
          </a:prstGeom>
          <a:ln/>
        </p:spPr>
        <p:style>
          <a:lnRef idx="2">
            <a:schemeClr val="accent2"/>
          </a:lnRef>
          <a:fillRef idx="1">
            <a:schemeClr val="lt1"/>
          </a:fillRef>
          <a:effectRef idx="0">
            <a:schemeClr val="accent2"/>
          </a:effectRef>
          <a:fontRef idx="minor">
            <a:schemeClr val="dk1"/>
          </a:fontRef>
        </p:style>
        <p:txBody>
          <a:bodyPr rtlCol="0" anchor="ctr"/>
          <a:lstStyle/>
          <a:p>
            <a:pPr algn="ctr"/>
            <a:r>
              <a:rPr lang="en-US" sz="1200">
                <a:solidFill>
                  <a:schemeClr val="tx1"/>
                </a:solidFill>
              </a:rPr>
              <a:t>Statutory auditor’s report &amp; management representation letter</a:t>
            </a:r>
          </a:p>
        </p:txBody>
      </p:sp>
      <p:sp>
        <p:nvSpPr>
          <p:cNvPr id="17" name="Rectangle: Diagonal Corners Snipped 16">
            <a:extLst>
              <a:ext uri="{FF2B5EF4-FFF2-40B4-BE49-F238E27FC236}">
                <a16:creationId xmlns:a16="http://schemas.microsoft.com/office/drawing/2014/main" id="{A5E3FF37-D956-BD07-C0FF-30865E748EF1}"/>
              </a:ext>
            </a:extLst>
          </p:cNvPr>
          <p:cNvSpPr/>
          <p:nvPr/>
        </p:nvSpPr>
        <p:spPr>
          <a:xfrm>
            <a:off x="5683044" y="2814130"/>
            <a:ext cx="5952648" cy="414020"/>
          </a:xfrm>
          <a:prstGeom prst="snip2DiagRect">
            <a:avLst/>
          </a:prstGeom>
          <a:ln/>
        </p:spPr>
        <p:style>
          <a:lnRef idx="2">
            <a:schemeClr val="accent2"/>
          </a:lnRef>
          <a:fillRef idx="1">
            <a:schemeClr val="lt1"/>
          </a:fillRef>
          <a:effectRef idx="0">
            <a:schemeClr val="accent2"/>
          </a:effectRef>
          <a:fontRef idx="minor">
            <a:schemeClr val="dk1"/>
          </a:fontRef>
        </p:style>
        <p:txBody>
          <a:bodyPr rtlCol="0" anchor="ctr"/>
          <a:lstStyle/>
          <a:p>
            <a:pPr algn="ctr"/>
            <a:r>
              <a:rPr lang="en-US" sz="1200">
                <a:solidFill>
                  <a:schemeClr val="tx1"/>
                </a:solidFill>
              </a:rPr>
              <a:t>Internal audit &amp; ICFR testing reports showing results of control testing, remediation of weaknesses and timelines.</a:t>
            </a:r>
          </a:p>
        </p:txBody>
      </p:sp>
      <p:sp>
        <p:nvSpPr>
          <p:cNvPr id="18" name="Rectangle: Diagonal Corners Snipped 17">
            <a:extLst>
              <a:ext uri="{FF2B5EF4-FFF2-40B4-BE49-F238E27FC236}">
                <a16:creationId xmlns:a16="http://schemas.microsoft.com/office/drawing/2014/main" id="{6B91AC22-A2F8-C8A9-A163-674DBB00DA04}"/>
              </a:ext>
            </a:extLst>
          </p:cNvPr>
          <p:cNvSpPr/>
          <p:nvPr/>
        </p:nvSpPr>
        <p:spPr>
          <a:xfrm>
            <a:off x="5683044" y="3275664"/>
            <a:ext cx="5952648" cy="414020"/>
          </a:xfrm>
          <a:prstGeom prst="snip2DiagRect">
            <a:avLst/>
          </a:prstGeom>
          <a:ln/>
        </p:spPr>
        <p:style>
          <a:lnRef idx="2">
            <a:schemeClr val="accent2"/>
          </a:lnRef>
          <a:fillRef idx="1">
            <a:schemeClr val="lt1"/>
          </a:fillRef>
          <a:effectRef idx="0">
            <a:schemeClr val="accent2"/>
          </a:effectRef>
          <a:fontRef idx="minor">
            <a:schemeClr val="dk1"/>
          </a:fontRef>
        </p:style>
        <p:txBody>
          <a:bodyPr rtlCol="0" anchor="ctr"/>
          <a:lstStyle/>
          <a:p>
            <a:pPr algn="ctr"/>
            <a:r>
              <a:rPr lang="en-US" sz="1200">
                <a:solidFill>
                  <a:schemeClr val="tx1"/>
                </a:solidFill>
              </a:rPr>
              <a:t>Bank confirmations / third-party confirmations for significant cash receivables and payables.</a:t>
            </a:r>
          </a:p>
        </p:txBody>
      </p:sp>
      <p:sp>
        <p:nvSpPr>
          <p:cNvPr id="19" name="Rectangle: Diagonal Corners Snipped 18">
            <a:extLst>
              <a:ext uri="{FF2B5EF4-FFF2-40B4-BE49-F238E27FC236}">
                <a16:creationId xmlns:a16="http://schemas.microsoft.com/office/drawing/2014/main" id="{D672DA9D-CD2E-87E9-EFDA-8DEA417024F3}"/>
              </a:ext>
            </a:extLst>
          </p:cNvPr>
          <p:cNvSpPr/>
          <p:nvPr/>
        </p:nvSpPr>
        <p:spPr>
          <a:xfrm>
            <a:off x="5683044" y="3737198"/>
            <a:ext cx="5952648" cy="414020"/>
          </a:xfrm>
          <a:prstGeom prst="snip2DiagRect">
            <a:avLst/>
          </a:prstGeom>
          <a:ln/>
        </p:spPr>
        <p:style>
          <a:lnRef idx="2">
            <a:schemeClr val="accent2"/>
          </a:lnRef>
          <a:fillRef idx="1">
            <a:schemeClr val="lt1"/>
          </a:fillRef>
          <a:effectRef idx="0">
            <a:schemeClr val="accent2"/>
          </a:effectRef>
          <a:fontRef idx="minor">
            <a:schemeClr val="dk1"/>
          </a:fontRef>
        </p:style>
        <p:txBody>
          <a:bodyPr rtlCol="0" anchor="ctr"/>
          <a:lstStyle/>
          <a:p>
            <a:pPr algn="ctr"/>
            <a:r>
              <a:rPr lang="en-US" sz="1200">
                <a:solidFill>
                  <a:schemeClr val="tx1"/>
                </a:solidFill>
              </a:rPr>
              <a:t>Inventory verification reports / physical verification results.</a:t>
            </a:r>
          </a:p>
        </p:txBody>
      </p:sp>
      <p:sp>
        <p:nvSpPr>
          <p:cNvPr id="20" name="Rectangle: Diagonal Corners Snipped 19">
            <a:extLst>
              <a:ext uri="{FF2B5EF4-FFF2-40B4-BE49-F238E27FC236}">
                <a16:creationId xmlns:a16="http://schemas.microsoft.com/office/drawing/2014/main" id="{262D3D2E-E63C-8C51-2D83-25F86FDF6AF9}"/>
              </a:ext>
            </a:extLst>
          </p:cNvPr>
          <p:cNvSpPr/>
          <p:nvPr/>
        </p:nvSpPr>
        <p:spPr>
          <a:xfrm>
            <a:off x="5683044" y="4198732"/>
            <a:ext cx="5952648" cy="414020"/>
          </a:xfrm>
          <a:prstGeom prst="snip2DiagRect">
            <a:avLst/>
          </a:prstGeom>
          <a:ln/>
        </p:spPr>
        <p:style>
          <a:lnRef idx="2">
            <a:schemeClr val="accent2"/>
          </a:lnRef>
          <a:fillRef idx="1">
            <a:schemeClr val="lt1"/>
          </a:fillRef>
          <a:effectRef idx="0">
            <a:schemeClr val="accent2"/>
          </a:effectRef>
          <a:fontRef idx="minor">
            <a:schemeClr val="dk1"/>
          </a:fontRef>
        </p:style>
        <p:txBody>
          <a:bodyPr rtlCol="0" anchor="ctr"/>
          <a:lstStyle/>
          <a:p>
            <a:pPr algn="ctr"/>
            <a:r>
              <a:rPr lang="en-US" sz="1200">
                <a:solidFill>
                  <a:schemeClr val="tx1"/>
                </a:solidFill>
              </a:rPr>
              <a:t>Exception logs, whistleblower reports and Board responses.</a:t>
            </a:r>
          </a:p>
        </p:txBody>
      </p:sp>
      <p:sp>
        <p:nvSpPr>
          <p:cNvPr id="21" name="Rectangle: Diagonal Corners Snipped 20">
            <a:extLst>
              <a:ext uri="{FF2B5EF4-FFF2-40B4-BE49-F238E27FC236}">
                <a16:creationId xmlns:a16="http://schemas.microsoft.com/office/drawing/2014/main" id="{C7EB6318-F2B3-87E0-E7B5-0EAD1783A265}"/>
              </a:ext>
            </a:extLst>
          </p:cNvPr>
          <p:cNvSpPr/>
          <p:nvPr/>
        </p:nvSpPr>
        <p:spPr>
          <a:xfrm>
            <a:off x="5683044" y="4660266"/>
            <a:ext cx="5952648" cy="414020"/>
          </a:xfrm>
          <a:prstGeom prst="snip2DiagRect">
            <a:avLst/>
          </a:prstGeom>
          <a:ln/>
        </p:spPr>
        <p:style>
          <a:lnRef idx="2">
            <a:schemeClr val="accent2"/>
          </a:lnRef>
          <a:fillRef idx="1">
            <a:schemeClr val="lt1"/>
          </a:fillRef>
          <a:effectRef idx="0">
            <a:schemeClr val="accent2"/>
          </a:effectRef>
          <a:fontRef idx="minor">
            <a:schemeClr val="dk1"/>
          </a:fontRef>
        </p:style>
        <p:txBody>
          <a:bodyPr rtlCol="0" anchor="ctr"/>
          <a:lstStyle/>
          <a:p>
            <a:pPr algn="ctr"/>
            <a:r>
              <a:rPr lang="en-US" sz="1200">
                <a:solidFill>
                  <a:schemeClr val="tx1"/>
                </a:solidFill>
              </a:rPr>
              <a:t>Compliance certificates (KMP / CFO / CEO certifications where applicable — e.g., SEBI LODR requirements for listed entities).  </a:t>
            </a:r>
          </a:p>
        </p:txBody>
      </p:sp>
      <p:sp>
        <p:nvSpPr>
          <p:cNvPr id="22" name="Rectangle: Diagonal Corners Snipped 21">
            <a:extLst>
              <a:ext uri="{FF2B5EF4-FFF2-40B4-BE49-F238E27FC236}">
                <a16:creationId xmlns:a16="http://schemas.microsoft.com/office/drawing/2014/main" id="{40509E7E-7080-788F-4B79-27C34FA571F6}"/>
              </a:ext>
            </a:extLst>
          </p:cNvPr>
          <p:cNvSpPr/>
          <p:nvPr/>
        </p:nvSpPr>
        <p:spPr>
          <a:xfrm>
            <a:off x="5683044" y="5121800"/>
            <a:ext cx="5952648" cy="414020"/>
          </a:xfrm>
          <a:prstGeom prst="snip2DiagRect">
            <a:avLst/>
          </a:prstGeom>
          <a:ln/>
        </p:spPr>
        <p:style>
          <a:lnRef idx="2">
            <a:schemeClr val="accent2"/>
          </a:lnRef>
          <a:fillRef idx="1">
            <a:schemeClr val="lt1"/>
          </a:fillRef>
          <a:effectRef idx="0">
            <a:schemeClr val="accent2"/>
          </a:effectRef>
          <a:fontRef idx="minor">
            <a:schemeClr val="dk1"/>
          </a:fontRef>
        </p:style>
        <p:txBody>
          <a:bodyPr rtlCol="0" anchor="ctr"/>
          <a:lstStyle/>
          <a:p>
            <a:pPr algn="ctr"/>
            <a:r>
              <a:rPr lang="en-US" sz="1200">
                <a:solidFill>
                  <a:schemeClr val="tx1"/>
                </a:solidFill>
              </a:rPr>
              <a:t>Legal opinions for complex or uncertain compliance questions.</a:t>
            </a:r>
          </a:p>
        </p:txBody>
      </p:sp>
      <p:sp>
        <p:nvSpPr>
          <p:cNvPr id="23" name="Rectangle: Diagonal Corners Snipped 22">
            <a:extLst>
              <a:ext uri="{FF2B5EF4-FFF2-40B4-BE49-F238E27FC236}">
                <a16:creationId xmlns:a16="http://schemas.microsoft.com/office/drawing/2014/main" id="{6FB07FD5-CF4C-CC6E-D7BF-394E0E13099C}"/>
              </a:ext>
            </a:extLst>
          </p:cNvPr>
          <p:cNvSpPr/>
          <p:nvPr/>
        </p:nvSpPr>
        <p:spPr>
          <a:xfrm>
            <a:off x="5683044" y="5583334"/>
            <a:ext cx="5952648" cy="414020"/>
          </a:xfrm>
          <a:prstGeom prst="snip2DiagRect">
            <a:avLst/>
          </a:prstGeom>
          <a:ln/>
        </p:spPr>
        <p:style>
          <a:lnRef idx="2">
            <a:schemeClr val="accent2"/>
          </a:lnRef>
          <a:fillRef idx="1">
            <a:schemeClr val="lt1"/>
          </a:fillRef>
          <a:effectRef idx="0">
            <a:schemeClr val="accent2"/>
          </a:effectRef>
          <a:fontRef idx="minor">
            <a:schemeClr val="dk1"/>
          </a:fontRef>
        </p:style>
        <p:txBody>
          <a:bodyPr rtlCol="0" anchor="ctr"/>
          <a:lstStyle/>
          <a:p>
            <a:pPr algn="ctr"/>
            <a:r>
              <a:rPr lang="en-US" sz="1200">
                <a:solidFill>
                  <a:schemeClr val="tx1"/>
                </a:solidFill>
              </a:rPr>
              <a:t>Post-year-end events review and Board-level confirmation on going concern assessment.</a:t>
            </a:r>
          </a:p>
        </p:txBody>
      </p:sp>
      <p:sp>
        <p:nvSpPr>
          <p:cNvPr id="24" name="Rectangle: Diagonal Corners Snipped 23">
            <a:extLst>
              <a:ext uri="{FF2B5EF4-FFF2-40B4-BE49-F238E27FC236}">
                <a16:creationId xmlns:a16="http://schemas.microsoft.com/office/drawing/2014/main" id="{ABD825EC-77BE-E1AE-C2AA-496FAE6650B8}"/>
              </a:ext>
            </a:extLst>
          </p:cNvPr>
          <p:cNvSpPr/>
          <p:nvPr/>
        </p:nvSpPr>
        <p:spPr>
          <a:xfrm>
            <a:off x="5683044" y="6044868"/>
            <a:ext cx="5952648" cy="414020"/>
          </a:xfrm>
          <a:prstGeom prst="snip2DiagRect">
            <a:avLst/>
          </a:prstGeom>
          <a:ln/>
        </p:spPr>
        <p:style>
          <a:lnRef idx="2">
            <a:schemeClr val="accent2"/>
          </a:lnRef>
          <a:fillRef idx="1">
            <a:schemeClr val="lt1"/>
          </a:fillRef>
          <a:effectRef idx="0">
            <a:schemeClr val="accent2"/>
          </a:effectRef>
          <a:fontRef idx="minor">
            <a:schemeClr val="dk1"/>
          </a:fontRef>
        </p:style>
        <p:txBody>
          <a:bodyPr rtlCol="0" anchor="ctr"/>
          <a:lstStyle/>
          <a:p>
            <a:pPr algn="ctr"/>
            <a:r>
              <a:rPr lang="en-US" sz="1200">
                <a:solidFill>
                  <a:schemeClr val="tx1"/>
                </a:solidFill>
              </a:rPr>
              <a:t>Evidence trail sign-offs by CFO / finance head, internal audit sign-off and audit committee sign-off.</a:t>
            </a:r>
          </a:p>
        </p:txBody>
      </p:sp>
      <p:pic>
        <p:nvPicPr>
          <p:cNvPr id="4102" name="Picture 6" descr="Clipboard with check mark icon isolated on background. Checklist sign  symbol for web site and app design. 24672838 Vector Art at Vecteezy">
            <a:extLst>
              <a:ext uri="{FF2B5EF4-FFF2-40B4-BE49-F238E27FC236}">
                <a16:creationId xmlns:a16="http://schemas.microsoft.com/office/drawing/2014/main" id="{B963458A-A98D-570A-D538-25F766A9D2FF}"/>
              </a:ext>
            </a:extLst>
          </p:cNvPr>
          <p:cNvPicPr>
            <a:picLocks noChangeAspect="1" noChangeArrowheads="1"/>
          </p:cNvPicPr>
          <p:nvPr/>
        </p:nvPicPr>
        <p:blipFill rotWithShape="1">
          <a:blip r:embed="rId3">
            <a:duotone>
              <a:schemeClr val="accent4">
                <a:shade val="45000"/>
                <a:satMod val="135000"/>
              </a:schemeClr>
              <a:prstClr val="white"/>
            </a:duotone>
            <a:extLst>
              <a:ext uri="{BEBA8EAE-BF5A-486C-A8C5-ECC9F3942E4B}">
                <a14:imgProps xmlns:a14="http://schemas.microsoft.com/office/drawing/2010/main">
                  <a14:imgLayer r:embed="rId4">
                    <a14:imgEffect>
                      <a14:colorTemperature colorTemp="5900"/>
                    </a14:imgEffect>
                  </a14:imgLayer>
                </a14:imgProps>
              </a:ext>
              <a:ext uri="{28A0092B-C50C-407E-A947-70E740481C1C}">
                <a14:useLocalDpi xmlns:a14="http://schemas.microsoft.com/office/drawing/2010/main" val="0"/>
              </a:ext>
            </a:extLst>
          </a:blip>
          <a:srcRect r="3041"/>
          <a:stretch>
            <a:fillRect/>
          </a:stretch>
        </p:blipFill>
        <p:spPr bwMode="auto">
          <a:xfrm>
            <a:off x="205551" y="979679"/>
            <a:ext cx="5262562" cy="5427647"/>
          </a:xfrm>
          <a:prstGeom prst="rect">
            <a:avLst/>
          </a:prstGeom>
          <a:noFill/>
          <a:extLst>
            <a:ext uri="{909E8E84-426E-40DD-AFC4-6F175D3DCCD1}">
              <a14:hiddenFill xmlns:a14="http://schemas.microsoft.com/office/drawing/2010/main">
                <a:solidFill>
                  <a:srgbClr val="FFFFFF"/>
                </a:solidFill>
              </a14:hiddenFill>
            </a:ext>
          </a:extLst>
        </p:spPr>
      </p:pic>
    </p:spTree>
    <p:custDataLst>
      <p:custData r:id="rId1"/>
    </p:custDataLst>
    <p:extLst>
      <p:ext uri="{BB962C8B-B14F-4D97-AF65-F5344CB8AC3E}">
        <p14:creationId xmlns:p14="http://schemas.microsoft.com/office/powerpoint/2010/main" val="19107997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200" fill="hold"/>
                                        <p:tgtEl>
                                          <p:spTgt spid="13"/>
                                        </p:tgtEl>
                                        <p:attrNameLst>
                                          <p:attrName>ppt_x</p:attrName>
                                        </p:attrNameLst>
                                      </p:cBhvr>
                                      <p:tavLst>
                                        <p:tav tm="0">
                                          <p:val>
                                            <p:strVal val="#ppt_x"/>
                                          </p:val>
                                        </p:tav>
                                        <p:tav tm="100000">
                                          <p:val>
                                            <p:strVal val="#ppt_x"/>
                                          </p:val>
                                        </p:tav>
                                      </p:tavLst>
                                    </p:anim>
                                    <p:anim calcmode="lin" valueType="num">
                                      <p:cBhvr additive="base">
                                        <p:cTn id="8" dur="2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4"/>
                                        </p:tgtEl>
                                        <p:attrNameLst>
                                          <p:attrName>style.visibility</p:attrName>
                                        </p:attrNameLst>
                                      </p:cBhvr>
                                      <p:to>
                                        <p:strVal val="visible"/>
                                      </p:to>
                                    </p:set>
                                    <p:anim calcmode="lin" valueType="num">
                                      <p:cBhvr additive="base">
                                        <p:cTn id="13" dur="200" fill="hold"/>
                                        <p:tgtEl>
                                          <p:spTgt spid="14"/>
                                        </p:tgtEl>
                                        <p:attrNameLst>
                                          <p:attrName>ppt_x</p:attrName>
                                        </p:attrNameLst>
                                      </p:cBhvr>
                                      <p:tavLst>
                                        <p:tav tm="0">
                                          <p:val>
                                            <p:strVal val="#ppt_x"/>
                                          </p:val>
                                        </p:tav>
                                        <p:tav tm="100000">
                                          <p:val>
                                            <p:strVal val="#ppt_x"/>
                                          </p:val>
                                        </p:tav>
                                      </p:tavLst>
                                    </p:anim>
                                    <p:anim calcmode="lin" valueType="num">
                                      <p:cBhvr additive="base">
                                        <p:cTn id="14" dur="2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5"/>
                                        </p:tgtEl>
                                        <p:attrNameLst>
                                          <p:attrName>style.visibility</p:attrName>
                                        </p:attrNameLst>
                                      </p:cBhvr>
                                      <p:to>
                                        <p:strVal val="visible"/>
                                      </p:to>
                                    </p:set>
                                    <p:anim calcmode="lin" valueType="num">
                                      <p:cBhvr additive="base">
                                        <p:cTn id="19" dur="200" fill="hold"/>
                                        <p:tgtEl>
                                          <p:spTgt spid="15"/>
                                        </p:tgtEl>
                                        <p:attrNameLst>
                                          <p:attrName>ppt_x</p:attrName>
                                        </p:attrNameLst>
                                      </p:cBhvr>
                                      <p:tavLst>
                                        <p:tav tm="0">
                                          <p:val>
                                            <p:strVal val="#ppt_x"/>
                                          </p:val>
                                        </p:tav>
                                        <p:tav tm="100000">
                                          <p:val>
                                            <p:strVal val="#ppt_x"/>
                                          </p:val>
                                        </p:tav>
                                      </p:tavLst>
                                    </p:anim>
                                    <p:anim calcmode="lin" valueType="num">
                                      <p:cBhvr additive="base">
                                        <p:cTn id="20" dur="2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6"/>
                                        </p:tgtEl>
                                        <p:attrNameLst>
                                          <p:attrName>style.visibility</p:attrName>
                                        </p:attrNameLst>
                                      </p:cBhvr>
                                      <p:to>
                                        <p:strVal val="visible"/>
                                      </p:to>
                                    </p:set>
                                    <p:anim calcmode="lin" valueType="num">
                                      <p:cBhvr additive="base">
                                        <p:cTn id="25" dur="200" fill="hold"/>
                                        <p:tgtEl>
                                          <p:spTgt spid="16"/>
                                        </p:tgtEl>
                                        <p:attrNameLst>
                                          <p:attrName>ppt_x</p:attrName>
                                        </p:attrNameLst>
                                      </p:cBhvr>
                                      <p:tavLst>
                                        <p:tav tm="0">
                                          <p:val>
                                            <p:strVal val="#ppt_x"/>
                                          </p:val>
                                        </p:tav>
                                        <p:tav tm="100000">
                                          <p:val>
                                            <p:strVal val="#ppt_x"/>
                                          </p:val>
                                        </p:tav>
                                      </p:tavLst>
                                    </p:anim>
                                    <p:anim calcmode="lin" valueType="num">
                                      <p:cBhvr additive="base">
                                        <p:cTn id="26" dur="2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17"/>
                                        </p:tgtEl>
                                        <p:attrNameLst>
                                          <p:attrName>style.visibility</p:attrName>
                                        </p:attrNameLst>
                                      </p:cBhvr>
                                      <p:to>
                                        <p:strVal val="visible"/>
                                      </p:to>
                                    </p:set>
                                    <p:animEffect transition="in" filter="fade">
                                      <p:cBhvr>
                                        <p:cTn id="31" dur="200"/>
                                        <p:tgtEl>
                                          <p:spTgt spid="17"/>
                                        </p:tgtEl>
                                      </p:cBhvr>
                                    </p:animEffect>
                                  </p:childTnLst>
                                </p:cTn>
                              </p:par>
                            </p:childTnLst>
                          </p:cTn>
                        </p:par>
                      </p:childTnLst>
                    </p:cTn>
                  </p:par>
                  <p:par>
                    <p:cTn id="32" fill="hold">
                      <p:stCondLst>
                        <p:cond delay="indefinite"/>
                      </p:stCondLst>
                      <p:childTnLst>
                        <p:par>
                          <p:cTn id="33" fill="hold">
                            <p:stCondLst>
                              <p:cond delay="0"/>
                            </p:stCondLst>
                            <p:childTnLst>
                              <p:par>
                                <p:cTn id="34" presetID="2" presetClass="entr" presetSubtype="4" fill="hold" grpId="0" nodeType="clickEffect">
                                  <p:stCondLst>
                                    <p:cond delay="0"/>
                                  </p:stCondLst>
                                  <p:childTnLst>
                                    <p:set>
                                      <p:cBhvr>
                                        <p:cTn id="35" dur="1" fill="hold">
                                          <p:stCondLst>
                                            <p:cond delay="0"/>
                                          </p:stCondLst>
                                        </p:cTn>
                                        <p:tgtEl>
                                          <p:spTgt spid="18"/>
                                        </p:tgtEl>
                                        <p:attrNameLst>
                                          <p:attrName>style.visibility</p:attrName>
                                        </p:attrNameLst>
                                      </p:cBhvr>
                                      <p:to>
                                        <p:strVal val="visible"/>
                                      </p:to>
                                    </p:set>
                                    <p:anim calcmode="lin" valueType="num">
                                      <p:cBhvr additive="base">
                                        <p:cTn id="36" dur="500" fill="hold"/>
                                        <p:tgtEl>
                                          <p:spTgt spid="18"/>
                                        </p:tgtEl>
                                        <p:attrNameLst>
                                          <p:attrName>ppt_x</p:attrName>
                                        </p:attrNameLst>
                                      </p:cBhvr>
                                      <p:tavLst>
                                        <p:tav tm="0">
                                          <p:val>
                                            <p:strVal val="#ppt_x"/>
                                          </p:val>
                                        </p:tav>
                                        <p:tav tm="100000">
                                          <p:val>
                                            <p:strVal val="#ppt_x"/>
                                          </p:val>
                                        </p:tav>
                                      </p:tavLst>
                                    </p:anim>
                                    <p:anim calcmode="lin" valueType="num">
                                      <p:cBhvr additive="base">
                                        <p:cTn id="37"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 presetClass="entr" presetSubtype="4" fill="hold" grpId="0" nodeType="clickEffect">
                                  <p:stCondLst>
                                    <p:cond delay="0"/>
                                  </p:stCondLst>
                                  <p:childTnLst>
                                    <p:set>
                                      <p:cBhvr>
                                        <p:cTn id="41" dur="1" fill="hold">
                                          <p:stCondLst>
                                            <p:cond delay="0"/>
                                          </p:stCondLst>
                                        </p:cTn>
                                        <p:tgtEl>
                                          <p:spTgt spid="19"/>
                                        </p:tgtEl>
                                        <p:attrNameLst>
                                          <p:attrName>style.visibility</p:attrName>
                                        </p:attrNameLst>
                                      </p:cBhvr>
                                      <p:to>
                                        <p:strVal val="visible"/>
                                      </p:to>
                                    </p:set>
                                    <p:anim calcmode="lin" valueType="num">
                                      <p:cBhvr additive="base">
                                        <p:cTn id="42" dur="200" fill="hold"/>
                                        <p:tgtEl>
                                          <p:spTgt spid="19"/>
                                        </p:tgtEl>
                                        <p:attrNameLst>
                                          <p:attrName>ppt_x</p:attrName>
                                        </p:attrNameLst>
                                      </p:cBhvr>
                                      <p:tavLst>
                                        <p:tav tm="0">
                                          <p:val>
                                            <p:strVal val="#ppt_x"/>
                                          </p:val>
                                        </p:tav>
                                        <p:tav tm="100000">
                                          <p:val>
                                            <p:strVal val="#ppt_x"/>
                                          </p:val>
                                        </p:tav>
                                      </p:tavLst>
                                    </p:anim>
                                    <p:anim calcmode="lin" valueType="num">
                                      <p:cBhvr additive="base">
                                        <p:cTn id="43" dur="200" fill="hold"/>
                                        <p:tgtEl>
                                          <p:spTgt spid="19"/>
                                        </p:tgtEl>
                                        <p:attrNameLst>
                                          <p:attrName>ppt_y</p:attrName>
                                        </p:attrNameLst>
                                      </p:cBhvr>
                                      <p:tavLst>
                                        <p:tav tm="0">
                                          <p:val>
                                            <p:strVal val="1+#ppt_h/2"/>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2" presetClass="entr" presetSubtype="4" fill="hold" grpId="0" nodeType="clickEffect">
                                  <p:stCondLst>
                                    <p:cond delay="0"/>
                                  </p:stCondLst>
                                  <p:childTnLst>
                                    <p:set>
                                      <p:cBhvr>
                                        <p:cTn id="47" dur="1" fill="hold">
                                          <p:stCondLst>
                                            <p:cond delay="0"/>
                                          </p:stCondLst>
                                        </p:cTn>
                                        <p:tgtEl>
                                          <p:spTgt spid="20"/>
                                        </p:tgtEl>
                                        <p:attrNameLst>
                                          <p:attrName>style.visibility</p:attrName>
                                        </p:attrNameLst>
                                      </p:cBhvr>
                                      <p:to>
                                        <p:strVal val="visible"/>
                                      </p:to>
                                    </p:set>
                                    <p:anim calcmode="lin" valueType="num">
                                      <p:cBhvr additive="base">
                                        <p:cTn id="48" dur="200" fill="hold"/>
                                        <p:tgtEl>
                                          <p:spTgt spid="20"/>
                                        </p:tgtEl>
                                        <p:attrNameLst>
                                          <p:attrName>ppt_x</p:attrName>
                                        </p:attrNameLst>
                                      </p:cBhvr>
                                      <p:tavLst>
                                        <p:tav tm="0">
                                          <p:val>
                                            <p:strVal val="#ppt_x"/>
                                          </p:val>
                                        </p:tav>
                                        <p:tav tm="100000">
                                          <p:val>
                                            <p:strVal val="#ppt_x"/>
                                          </p:val>
                                        </p:tav>
                                      </p:tavLst>
                                    </p:anim>
                                    <p:anim calcmode="lin" valueType="num">
                                      <p:cBhvr additive="base">
                                        <p:cTn id="49" dur="200" fill="hold"/>
                                        <p:tgtEl>
                                          <p:spTgt spid="20"/>
                                        </p:tgtEl>
                                        <p:attrNameLst>
                                          <p:attrName>ppt_y</p:attrName>
                                        </p:attrNameLst>
                                      </p:cBhvr>
                                      <p:tavLst>
                                        <p:tav tm="0">
                                          <p:val>
                                            <p:strVal val="1+#ppt_h/2"/>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2" presetClass="entr" presetSubtype="4" fill="hold" grpId="0" nodeType="clickEffect">
                                  <p:stCondLst>
                                    <p:cond delay="0"/>
                                  </p:stCondLst>
                                  <p:childTnLst>
                                    <p:set>
                                      <p:cBhvr>
                                        <p:cTn id="53" dur="1" fill="hold">
                                          <p:stCondLst>
                                            <p:cond delay="0"/>
                                          </p:stCondLst>
                                        </p:cTn>
                                        <p:tgtEl>
                                          <p:spTgt spid="21"/>
                                        </p:tgtEl>
                                        <p:attrNameLst>
                                          <p:attrName>style.visibility</p:attrName>
                                        </p:attrNameLst>
                                      </p:cBhvr>
                                      <p:to>
                                        <p:strVal val="visible"/>
                                      </p:to>
                                    </p:set>
                                    <p:anim calcmode="lin" valueType="num">
                                      <p:cBhvr additive="base">
                                        <p:cTn id="54" dur="200" fill="hold"/>
                                        <p:tgtEl>
                                          <p:spTgt spid="21"/>
                                        </p:tgtEl>
                                        <p:attrNameLst>
                                          <p:attrName>ppt_x</p:attrName>
                                        </p:attrNameLst>
                                      </p:cBhvr>
                                      <p:tavLst>
                                        <p:tav tm="0">
                                          <p:val>
                                            <p:strVal val="#ppt_x"/>
                                          </p:val>
                                        </p:tav>
                                        <p:tav tm="100000">
                                          <p:val>
                                            <p:strVal val="#ppt_x"/>
                                          </p:val>
                                        </p:tav>
                                      </p:tavLst>
                                    </p:anim>
                                    <p:anim calcmode="lin" valueType="num">
                                      <p:cBhvr additive="base">
                                        <p:cTn id="55" dur="200" fill="hold"/>
                                        <p:tgtEl>
                                          <p:spTgt spid="21"/>
                                        </p:tgtEl>
                                        <p:attrNameLst>
                                          <p:attrName>ppt_y</p:attrName>
                                        </p:attrNameLst>
                                      </p:cBhvr>
                                      <p:tavLst>
                                        <p:tav tm="0">
                                          <p:val>
                                            <p:strVal val="1+#ppt_h/2"/>
                                          </p:val>
                                        </p:tav>
                                        <p:tav tm="100000">
                                          <p:val>
                                            <p:strVal val="#ppt_y"/>
                                          </p:val>
                                        </p:tav>
                                      </p:tavLst>
                                    </p:anim>
                                  </p:childTnLst>
                                </p:cTn>
                              </p:par>
                            </p:childTnLst>
                          </p:cTn>
                        </p:par>
                      </p:childTnLst>
                    </p:cTn>
                  </p:par>
                  <p:par>
                    <p:cTn id="56" fill="hold">
                      <p:stCondLst>
                        <p:cond delay="indefinite"/>
                      </p:stCondLst>
                      <p:childTnLst>
                        <p:par>
                          <p:cTn id="57" fill="hold">
                            <p:stCondLst>
                              <p:cond delay="0"/>
                            </p:stCondLst>
                            <p:childTnLst>
                              <p:par>
                                <p:cTn id="58" presetID="2" presetClass="entr" presetSubtype="4" fill="hold" grpId="0" nodeType="clickEffect">
                                  <p:stCondLst>
                                    <p:cond delay="0"/>
                                  </p:stCondLst>
                                  <p:childTnLst>
                                    <p:set>
                                      <p:cBhvr>
                                        <p:cTn id="59" dur="1" fill="hold">
                                          <p:stCondLst>
                                            <p:cond delay="0"/>
                                          </p:stCondLst>
                                        </p:cTn>
                                        <p:tgtEl>
                                          <p:spTgt spid="22"/>
                                        </p:tgtEl>
                                        <p:attrNameLst>
                                          <p:attrName>style.visibility</p:attrName>
                                        </p:attrNameLst>
                                      </p:cBhvr>
                                      <p:to>
                                        <p:strVal val="visible"/>
                                      </p:to>
                                    </p:set>
                                    <p:anim calcmode="lin" valueType="num">
                                      <p:cBhvr additive="base">
                                        <p:cTn id="60" dur="200" fill="hold"/>
                                        <p:tgtEl>
                                          <p:spTgt spid="22"/>
                                        </p:tgtEl>
                                        <p:attrNameLst>
                                          <p:attrName>ppt_x</p:attrName>
                                        </p:attrNameLst>
                                      </p:cBhvr>
                                      <p:tavLst>
                                        <p:tav tm="0">
                                          <p:val>
                                            <p:strVal val="#ppt_x"/>
                                          </p:val>
                                        </p:tav>
                                        <p:tav tm="100000">
                                          <p:val>
                                            <p:strVal val="#ppt_x"/>
                                          </p:val>
                                        </p:tav>
                                      </p:tavLst>
                                    </p:anim>
                                    <p:anim calcmode="lin" valueType="num">
                                      <p:cBhvr additive="base">
                                        <p:cTn id="61" dur="200" fill="hold"/>
                                        <p:tgtEl>
                                          <p:spTgt spid="22"/>
                                        </p:tgtEl>
                                        <p:attrNameLst>
                                          <p:attrName>ppt_y</p:attrName>
                                        </p:attrNameLst>
                                      </p:cBhvr>
                                      <p:tavLst>
                                        <p:tav tm="0">
                                          <p:val>
                                            <p:strVal val="1+#ppt_h/2"/>
                                          </p:val>
                                        </p:tav>
                                        <p:tav tm="100000">
                                          <p:val>
                                            <p:strVal val="#ppt_y"/>
                                          </p:val>
                                        </p:tav>
                                      </p:tavLst>
                                    </p:anim>
                                  </p:childTnLst>
                                </p:cTn>
                              </p:par>
                            </p:childTnLst>
                          </p:cTn>
                        </p:par>
                      </p:childTnLst>
                    </p:cTn>
                  </p:par>
                  <p:par>
                    <p:cTn id="62" fill="hold">
                      <p:stCondLst>
                        <p:cond delay="indefinite"/>
                      </p:stCondLst>
                      <p:childTnLst>
                        <p:par>
                          <p:cTn id="63" fill="hold">
                            <p:stCondLst>
                              <p:cond delay="0"/>
                            </p:stCondLst>
                            <p:childTnLst>
                              <p:par>
                                <p:cTn id="64" presetID="2" presetClass="entr" presetSubtype="4" fill="hold" grpId="0" nodeType="clickEffect">
                                  <p:stCondLst>
                                    <p:cond delay="0"/>
                                  </p:stCondLst>
                                  <p:childTnLst>
                                    <p:set>
                                      <p:cBhvr>
                                        <p:cTn id="65" dur="1" fill="hold">
                                          <p:stCondLst>
                                            <p:cond delay="0"/>
                                          </p:stCondLst>
                                        </p:cTn>
                                        <p:tgtEl>
                                          <p:spTgt spid="23"/>
                                        </p:tgtEl>
                                        <p:attrNameLst>
                                          <p:attrName>style.visibility</p:attrName>
                                        </p:attrNameLst>
                                      </p:cBhvr>
                                      <p:to>
                                        <p:strVal val="visible"/>
                                      </p:to>
                                    </p:set>
                                    <p:anim calcmode="lin" valueType="num">
                                      <p:cBhvr additive="base">
                                        <p:cTn id="66" dur="200" fill="hold"/>
                                        <p:tgtEl>
                                          <p:spTgt spid="23"/>
                                        </p:tgtEl>
                                        <p:attrNameLst>
                                          <p:attrName>ppt_x</p:attrName>
                                        </p:attrNameLst>
                                      </p:cBhvr>
                                      <p:tavLst>
                                        <p:tav tm="0">
                                          <p:val>
                                            <p:strVal val="#ppt_x"/>
                                          </p:val>
                                        </p:tav>
                                        <p:tav tm="100000">
                                          <p:val>
                                            <p:strVal val="#ppt_x"/>
                                          </p:val>
                                        </p:tav>
                                      </p:tavLst>
                                    </p:anim>
                                    <p:anim calcmode="lin" valueType="num">
                                      <p:cBhvr additive="base">
                                        <p:cTn id="67" dur="200" fill="hold"/>
                                        <p:tgtEl>
                                          <p:spTgt spid="23"/>
                                        </p:tgtEl>
                                        <p:attrNameLst>
                                          <p:attrName>ppt_y</p:attrName>
                                        </p:attrNameLst>
                                      </p:cBhvr>
                                      <p:tavLst>
                                        <p:tav tm="0">
                                          <p:val>
                                            <p:strVal val="1+#ppt_h/2"/>
                                          </p:val>
                                        </p:tav>
                                        <p:tav tm="100000">
                                          <p:val>
                                            <p:strVal val="#ppt_y"/>
                                          </p:val>
                                        </p:tav>
                                      </p:tavLst>
                                    </p:anim>
                                  </p:childTnLst>
                                </p:cTn>
                              </p:par>
                            </p:childTnLst>
                          </p:cTn>
                        </p:par>
                      </p:childTnLst>
                    </p:cTn>
                  </p:par>
                  <p:par>
                    <p:cTn id="68" fill="hold">
                      <p:stCondLst>
                        <p:cond delay="indefinite"/>
                      </p:stCondLst>
                      <p:childTnLst>
                        <p:par>
                          <p:cTn id="69" fill="hold">
                            <p:stCondLst>
                              <p:cond delay="0"/>
                            </p:stCondLst>
                            <p:childTnLst>
                              <p:par>
                                <p:cTn id="70" presetID="2" presetClass="entr" presetSubtype="4" fill="hold" grpId="0" nodeType="clickEffect">
                                  <p:stCondLst>
                                    <p:cond delay="0"/>
                                  </p:stCondLst>
                                  <p:childTnLst>
                                    <p:set>
                                      <p:cBhvr>
                                        <p:cTn id="71" dur="1" fill="hold">
                                          <p:stCondLst>
                                            <p:cond delay="0"/>
                                          </p:stCondLst>
                                        </p:cTn>
                                        <p:tgtEl>
                                          <p:spTgt spid="24"/>
                                        </p:tgtEl>
                                        <p:attrNameLst>
                                          <p:attrName>style.visibility</p:attrName>
                                        </p:attrNameLst>
                                      </p:cBhvr>
                                      <p:to>
                                        <p:strVal val="visible"/>
                                      </p:to>
                                    </p:set>
                                    <p:anim calcmode="lin" valueType="num">
                                      <p:cBhvr additive="base">
                                        <p:cTn id="72" dur="200" fill="hold"/>
                                        <p:tgtEl>
                                          <p:spTgt spid="24"/>
                                        </p:tgtEl>
                                        <p:attrNameLst>
                                          <p:attrName>ppt_x</p:attrName>
                                        </p:attrNameLst>
                                      </p:cBhvr>
                                      <p:tavLst>
                                        <p:tav tm="0">
                                          <p:val>
                                            <p:strVal val="#ppt_x"/>
                                          </p:val>
                                        </p:tav>
                                        <p:tav tm="100000">
                                          <p:val>
                                            <p:strVal val="#ppt_x"/>
                                          </p:val>
                                        </p:tav>
                                      </p:tavLst>
                                    </p:anim>
                                    <p:anim calcmode="lin" valueType="num">
                                      <p:cBhvr additive="base">
                                        <p:cTn id="73" dur="200" fill="hold"/>
                                        <p:tgtEl>
                                          <p:spTgt spid="2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FA8D66-E932-6D83-9E75-A404B1C26364}"/>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53F243B3-F2FE-98F7-D747-F851BC676E14}"/>
              </a:ext>
            </a:extLst>
          </p:cNvPr>
          <p:cNvSpPr/>
          <p:nvPr/>
        </p:nvSpPr>
        <p:spPr>
          <a:xfrm>
            <a:off x="0" y="4218"/>
            <a:ext cx="12192000" cy="572092"/>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400" b="1">
                <a:solidFill>
                  <a:schemeClr val="bg1"/>
                </a:solidFill>
                <a:latin typeface="Georgia" panose="02040502050405020303" pitchFamily="18" charset="0"/>
              </a:rPr>
              <a:t>Best Industry Practices</a:t>
            </a:r>
          </a:p>
        </p:txBody>
      </p:sp>
      <p:graphicFrame>
        <p:nvGraphicFramePr>
          <p:cNvPr id="3" name="Diagram 2">
            <a:extLst>
              <a:ext uri="{FF2B5EF4-FFF2-40B4-BE49-F238E27FC236}">
                <a16:creationId xmlns:a16="http://schemas.microsoft.com/office/drawing/2014/main" id="{6586C0A4-B591-F4A0-FD78-3153301073A7}"/>
              </a:ext>
            </a:extLst>
          </p:cNvPr>
          <p:cNvGraphicFramePr/>
          <p:nvPr>
            <p:extLst>
              <p:ext uri="{D42A27DB-BD31-4B8C-83A1-F6EECF244321}">
                <p14:modId xmlns:p14="http://schemas.microsoft.com/office/powerpoint/2010/main" val="3991863631"/>
              </p:ext>
            </p:extLst>
          </p:nvPr>
        </p:nvGraphicFramePr>
        <p:xfrm>
          <a:off x="591405" y="1091821"/>
          <a:ext cx="11273050" cy="504651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Slide Number Placeholder 3">
            <a:extLst>
              <a:ext uri="{FF2B5EF4-FFF2-40B4-BE49-F238E27FC236}">
                <a16:creationId xmlns:a16="http://schemas.microsoft.com/office/drawing/2014/main" id="{53A95266-7318-AF27-AC51-187DCF267FFD}"/>
              </a:ext>
            </a:extLst>
          </p:cNvPr>
          <p:cNvSpPr txBox="1">
            <a:spLocks/>
          </p:cNvSpPr>
          <p:nvPr/>
        </p:nvSpPr>
        <p:spPr>
          <a:xfrm>
            <a:off x="11713152" y="6546427"/>
            <a:ext cx="298209" cy="161583"/>
          </a:xfrm>
          <a:prstGeom prst="rect">
            <a:avLst/>
          </a:prstGeom>
        </p:spPr>
        <p:txBody>
          <a:bodyPr vert="horz" wrap="square" lIns="0" tIns="0" rIns="0" bIns="0" rtlCol="0" anchor="b"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spcAft>
                <a:spcPts val="600"/>
              </a:spcAft>
            </a:pPr>
            <a:fld id="{3E6AC032-1535-134B-A583-D5E1DDD0D167}" type="slidenum">
              <a:rPr lang="en-US" sz="900" smtClean="0"/>
              <a:pPr algn="r">
                <a:spcAft>
                  <a:spcPts val="600"/>
                </a:spcAft>
              </a:pPr>
              <a:t>48</a:t>
            </a:fld>
            <a:endParaRPr lang="en-US" sz="900"/>
          </a:p>
        </p:txBody>
      </p:sp>
    </p:spTree>
    <p:custDataLst>
      <p:custData r:id="rId1"/>
    </p:custDataLst>
    <p:extLst>
      <p:ext uri="{BB962C8B-B14F-4D97-AF65-F5344CB8AC3E}">
        <p14:creationId xmlns:p14="http://schemas.microsoft.com/office/powerpoint/2010/main" val="181283986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AC33FE-853B-22C0-D077-A423C146E653}"/>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D3CF3CCF-995C-5F82-3424-307FF32CF151}"/>
              </a:ext>
            </a:extLst>
          </p:cNvPr>
          <p:cNvGrpSpPr/>
          <p:nvPr/>
        </p:nvGrpSpPr>
        <p:grpSpPr>
          <a:xfrm>
            <a:off x="318977" y="914400"/>
            <a:ext cx="11578855" cy="5290384"/>
            <a:chOff x="564422" y="1261700"/>
            <a:chExt cx="10910157" cy="4942477"/>
          </a:xfrm>
        </p:grpSpPr>
        <p:sp>
          <p:nvSpPr>
            <p:cNvPr id="9" name="Rechteck 40">
              <a:extLst>
                <a:ext uri="{FF2B5EF4-FFF2-40B4-BE49-F238E27FC236}">
                  <a16:creationId xmlns:a16="http://schemas.microsoft.com/office/drawing/2014/main" id="{DC538F9E-E3DF-1FBA-98BA-A86927152172}"/>
                </a:ext>
              </a:extLst>
            </p:cNvPr>
            <p:cNvSpPr/>
            <p:nvPr/>
          </p:nvSpPr>
          <p:spPr bwMode="gray">
            <a:xfrm>
              <a:off x="598711" y="1574356"/>
              <a:ext cx="3577066" cy="4629821"/>
            </a:xfrm>
            <a:prstGeom prst="rect">
              <a:avLst/>
            </a:prstGeom>
            <a:solidFill>
              <a:schemeClr val="bg1"/>
            </a:solidFill>
            <a:ln>
              <a:solidFill>
                <a:schemeClr val="tx1"/>
              </a:solidFill>
            </a:ln>
          </p:spPr>
          <p:txBody>
            <a:bodyPr wrap="square" tIns="90000" bIns="36000" anchor="t">
              <a:noAutofit/>
            </a:bodyPr>
            <a:lstStyle/>
            <a:p>
              <a:pPr marL="285750" lvl="0" indent="-285750" algn="just" eaLnBrk="0" fontAlgn="base" hangingPunct="0">
                <a:spcBef>
                  <a:spcPct val="0"/>
                </a:spcBef>
                <a:spcAft>
                  <a:spcPct val="0"/>
                </a:spcAft>
                <a:buFont typeface="Wingdings" panose="05000000000000000000" pitchFamily="2" charset="2"/>
                <a:buChar char="§"/>
              </a:pPr>
              <a:r>
                <a:rPr lang="en-US" altLang="en-US" sz="1400">
                  <a:latin typeface="Arial" panose="020B0604020202020204" pitchFamily="34" charset="0"/>
                  <a:cs typeface="Arial" panose="020B0604020202020204" pitchFamily="34" charset="0"/>
                </a:rPr>
                <a:t>The Company </a:t>
              </a:r>
              <a:r>
                <a:rPr lang="en-US" altLang="en-US" sz="1400" b="1">
                  <a:latin typeface="Arial" panose="020B0604020202020204" pitchFamily="34" charset="0"/>
                  <a:cs typeface="Arial" panose="020B0604020202020204" pitchFamily="34" charset="0"/>
                </a:rPr>
                <a:t>exploited</a:t>
              </a:r>
              <a:r>
                <a:rPr lang="en-US" altLang="en-US" sz="1400">
                  <a:latin typeface="Arial" panose="020B0604020202020204" pitchFamily="34" charset="0"/>
                  <a:cs typeface="Arial" panose="020B0604020202020204" pitchFamily="34" charset="0"/>
                </a:rPr>
                <a:t> </a:t>
              </a:r>
              <a:r>
                <a:rPr lang="en-US" altLang="en-US" sz="1400" b="1">
                  <a:latin typeface="Arial" panose="020B0604020202020204" pitchFamily="34" charset="0"/>
                  <a:cs typeface="Arial" panose="020B0604020202020204" pitchFamily="34" charset="0"/>
                </a:rPr>
                <a:t>mark-to-market accounting</a:t>
              </a:r>
              <a:r>
                <a:rPr lang="en-US" altLang="en-US" sz="1400">
                  <a:latin typeface="Arial" panose="020B0604020202020204" pitchFamily="34" charset="0"/>
                  <a:cs typeface="Arial" panose="020B0604020202020204" pitchFamily="34" charset="0"/>
                </a:rPr>
                <a:t> and </a:t>
              </a:r>
              <a:r>
                <a:rPr lang="en-US" altLang="en-US" sz="1400" b="1">
                  <a:latin typeface="Arial" panose="020B0604020202020204" pitchFamily="34" charset="0"/>
                  <a:cs typeface="Arial" panose="020B0604020202020204" pitchFamily="34" charset="0"/>
                </a:rPr>
                <a:t>special purpose entities (SPEs) </a:t>
              </a:r>
              <a:r>
                <a:rPr lang="en-US" altLang="en-US" sz="1400">
                  <a:latin typeface="Arial" panose="020B0604020202020204" pitchFamily="34" charset="0"/>
                  <a:cs typeface="Arial" panose="020B0604020202020204" pitchFamily="34" charset="0"/>
                </a:rPr>
                <a:t>to conceal billions of dollars in losses and debt from failed ventures.​</a:t>
              </a:r>
            </a:p>
            <a:p>
              <a:pPr lvl="0" algn="just" eaLnBrk="0" fontAlgn="base" hangingPunct="0">
                <a:spcBef>
                  <a:spcPct val="0"/>
                </a:spcBef>
                <a:spcAft>
                  <a:spcPct val="0"/>
                </a:spcAft>
              </a:pPr>
              <a:endParaRPr lang="en-US" altLang="en-US" sz="1400">
                <a:latin typeface="Arial" panose="020B0604020202020204" pitchFamily="34" charset="0"/>
                <a:cs typeface="Arial" panose="020B0604020202020204" pitchFamily="34" charset="0"/>
              </a:endParaRPr>
            </a:p>
            <a:p>
              <a:pPr marL="285750" lvl="0" indent="-285750" algn="just" eaLnBrk="0" fontAlgn="base" hangingPunct="0">
                <a:spcBef>
                  <a:spcPct val="0"/>
                </a:spcBef>
                <a:spcAft>
                  <a:spcPct val="0"/>
                </a:spcAft>
                <a:buFont typeface="Wingdings" panose="05000000000000000000" pitchFamily="2" charset="2"/>
                <a:buChar char="§"/>
              </a:pPr>
              <a:r>
                <a:rPr lang="en-US" altLang="en-US" sz="1400">
                  <a:latin typeface="Arial" panose="020B0604020202020204" pitchFamily="34" charset="0"/>
                  <a:cs typeface="Arial" panose="020B0604020202020204" pitchFamily="34" charset="0"/>
                </a:rPr>
                <a:t>Disclosures of </a:t>
              </a:r>
              <a:r>
                <a:rPr lang="en-US" altLang="en-US" sz="1400" b="1">
                  <a:latin typeface="Arial" panose="020B0604020202020204" pitchFamily="34" charset="0"/>
                  <a:cs typeface="Arial" panose="020B0604020202020204" pitchFamily="34" charset="0"/>
                </a:rPr>
                <a:t>accounting fraud </a:t>
              </a:r>
              <a:r>
                <a:rPr lang="en-US" altLang="en-US" sz="1400">
                  <a:latin typeface="Arial" panose="020B0604020202020204" pitchFamily="34" charset="0"/>
                  <a:cs typeface="Arial" panose="020B0604020202020204" pitchFamily="34" charset="0"/>
                </a:rPr>
                <a:t>started surfacing, rapidly eroding investor trust.​</a:t>
              </a:r>
            </a:p>
            <a:p>
              <a:pPr lvl="0" algn="just" eaLnBrk="0" fontAlgn="base" hangingPunct="0">
                <a:spcBef>
                  <a:spcPct val="0"/>
                </a:spcBef>
                <a:spcAft>
                  <a:spcPct val="0"/>
                </a:spcAft>
              </a:pPr>
              <a:endParaRPr lang="en-US" altLang="en-US" sz="1400">
                <a:latin typeface="Arial" panose="020B0604020202020204" pitchFamily="34" charset="0"/>
                <a:cs typeface="Arial" panose="020B0604020202020204" pitchFamily="34" charset="0"/>
              </a:endParaRPr>
            </a:p>
            <a:p>
              <a:pPr marL="285750" lvl="0" indent="-285750" algn="just" eaLnBrk="0" fontAlgn="base" hangingPunct="0">
                <a:spcBef>
                  <a:spcPct val="0"/>
                </a:spcBef>
                <a:spcAft>
                  <a:spcPct val="0"/>
                </a:spcAft>
                <a:buFont typeface="Wingdings" panose="05000000000000000000" pitchFamily="2" charset="2"/>
                <a:buChar char="§"/>
              </a:pPr>
              <a:r>
                <a:rPr lang="en-US" altLang="en-US" sz="1400">
                  <a:latin typeface="Arial" panose="020B0604020202020204" pitchFamily="34" charset="0"/>
                  <a:cs typeface="Arial" panose="020B0604020202020204" pitchFamily="34" charset="0"/>
                </a:rPr>
                <a:t>The </a:t>
              </a:r>
              <a:r>
                <a:rPr lang="en-US" altLang="en-US" sz="1400" b="1">
                  <a:latin typeface="Arial" panose="020B0604020202020204" pitchFamily="34" charset="0"/>
                  <a:cs typeface="Arial" panose="020B0604020202020204" pitchFamily="34" charset="0"/>
                </a:rPr>
                <a:t>credit rating agencies downgraded Company’s</a:t>
              </a:r>
              <a:r>
                <a:rPr lang="en-US" altLang="en-US" sz="1400">
                  <a:latin typeface="Arial" panose="020B0604020202020204" pitchFamily="34" charset="0"/>
                  <a:cs typeface="Arial" panose="020B0604020202020204" pitchFamily="34" charset="0"/>
                </a:rPr>
                <a:t> </a:t>
              </a:r>
              <a:r>
                <a:rPr lang="en-US" altLang="en-US" sz="1400" b="1">
                  <a:latin typeface="Arial" panose="020B0604020202020204" pitchFamily="34" charset="0"/>
                  <a:cs typeface="Arial" panose="020B0604020202020204" pitchFamily="34" charset="0"/>
                </a:rPr>
                <a:t>rating</a:t>
              </a:r>
              <a:r>
                <a:rPr lang="en-US" altLang="en-US" sz="1400">
                  <a:latin typeface="Arial" panose="020B0604020202020204" pitchFamily="34" charset="0"/>
                  <a:cs typeface="Arial" panose="020B0604020202020204" pitchFamily="34" charset="0"/>
                </a:rPr>
                <a:t> to junk, leaving the company unable to raise capital or meet obligations.​</a:t>
              </a:r>
            </a:p>
            <a:p>
              <a:pPr lvl="0" algn="just" eaLnBrk="0" fontAlgn="base" hangingPunct="0">
                <a:spcBef>
                  <a:spcPct val="0"/>
                </a:spcBef>
                <a:spcAft>
                  <a:spcPct val="0"/>
                </a:spcAft>
              </a:pPr>
              <a:endParaRPr lang="en-US" altLang="en-US" sz="1400">
                <a:latin typeface="Arial" panose="020B0604020202020204" pitchFamily="34" charset="0"/>
                <a:cs typeface="Arial" panose="020B0604020202020204" pitchFamily="34" charset="0"/>
              </a:endParaRPr>
            </a:p>
            <a:p>
              <a:pPr marL="285750" lvl="0" indent="-285750" algn="just" eaLnBrk="0" fontAlgn="base" hangingPunct="0">
                <a:spcBef>
                  <a:spcPct val="0"/>
                </a:spcBef>
                <a:spcAft>
                  <a:spcPct val="0"/>
                </a:spcAft>
                <a:buFont typeface="Wingdings" panose="05000000000000000000" pitchFamily="2" charset="2"/>
                <a:buChar char="§"/>
              </a:pPr>
              <a:r>
                <a:rPr lang="en-US" altLang="en-US" sz="1400">
                  <a:latin typeface="Arial" panose="020B0604020202020204" pitchFamily="34" charset="0"/>
                  <a:cs typeface="Arial" panose="020B0604020202020204" pitchFamily="34" charset="0"/>
                </a:rPr>
                <a:t>Following regulatory investigations, the Company filed for </a:t>
              </a:r>
              <a:r>
                <a:rPr lang="en-US" altLang="en-US" sz="1400" b="1">
                  <a:latin typeface="Arial" panose="020B0604020202020204" pitchFamily="34" charset="0"/>
                  <a:cs typeface="Arial" panose="020B0604020202020204" pitchFamily="34" charset="0"/>
                </a:rPr>
                <a:t>bankruptcy </a:t>
              </a:r>
              <a:r>
                <a:rPr lang="en-US" altLang="en-US" sz="1400">
                  <a:latin typeface="Arial" panose="020B0604020202020204" pitchFamily="34" charset="0"/>
                  <a:cs typeface="Arial" panose="020B0604020202020204" pitchFamily="34" charset="0"/>
                </a:rPr>
                <a:t>with billions of dollars in assets.</a:t>
              </a:r>
            </a:p>
          </p:txBody>
        </p:sp>
        <p:sp>
          <p:nvSpPr>
            <p:cNvPr id="10" name="Pentagon 5">
              <a:extLst>
                <a:ext uri="{FF2B5EF4-FFF2-40B4-BE49-F238E27FC236}">
                  <a16:creationId xmlns:a16="http://schemas.microsoft.com/office/drawing/2014/main" id="{B8376652-01BB-814A-B040-6B4A01A5F407}"/>
                </a:ext>
              </a:extLst>
            </p:cNvPr>
            <p:cNvSpPr/>
            <p:nvPr/>
          </p:nvSpPr>
          <p:spPr bwMode="auto">
            <a:xfrm>
              <a:off x="564422" y="1261701"/>
              <a:ext cx="3611356" cy="268411"/>
            </a:xfrm>
            <a:prstGeom prst="rect">
              <a:avLst/>
            </a:prstGeom>
            <a:solidFill>
              <a:schemeClr val="accent1"/>
            </a:solidFill>
            <a:ln w="19050">
              <a:noFill/>
              <a:prstDash val="solid"/>
              <a:round/>
              <a:headEnd/>
              <a:tailEnd/>
            </a:ln>
          </p:spPr>
          <p:txBody>
            <a:bodyPr vert="horz" wrap="square" lIns="91440" tIns="45720" rIns="91440" bIns="45720" numCol="1" rtlCol="0"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Arial"/>
                  <a:ea typeface="+mn-ea"/>
                  <a:cs typeface="+mn-cs"/>
                </a:rPr>
                <a:t>Background</a:t>
              </a:r>
              <a:endParaRPr kumimoji="0" lang="en-GB" sz="1400" b="1" i="0" u="none" strike="noStrike" kern="1200" cap="none" spc="0" normalizeH="0" baseline="0" noProof="0">
                <a:ln>
                  <a:noFill/>
                </a:ln>
                <a:solidFill>
                  <a:srgbClr val="FFFFFF"/>
                </a:solidFill>
                <a:effectLst/>
                <a:uLnTx/>
                <a:uFillTx/>
                <a:latin typeface="Arial"/>
                <a:ea typeface="+mn-ea"/>
                <a:cs typeface="+mn-cs"/>
              </a:endParaRPr>
            </a:p>
          </p:txBody>
        </p:sp>
        <p:sp>
          <p:nvSpPr>
            <p:cNvPr id="11" name="Rechteck 40">
              <a:extLst>
                <a:ext uri="{FF2B5EF4-FFF2-40B4-BE49-F238E27FC236}">
                  <a16:creationId xmlns:a16="http://schemas.microsoft.com/office/drawing/2014/main" id="{73328FCC-BBD2-2F1B-C33B-EDBB9C0FE362}"/>
                </a:ext>
              </a:extLst>
            </p:cNvPr>
            <p:cNvSpPr/>
            <p:nvPr/>
          </p:nvSpPr>
          <p:spPr bwMode="gray">
            <a:xfrm>
              <a:off x="4210067" y="1586265"/>
              <a:ext cx="3615111" cy="4609284"/>
            </a:xfrm>
            <a:prstGeom prst="rect">
              <a:avLst/>
            </a:prstGeom>
            <a:solidFill>
              <a:schemeClr val="bg1"/>
            </a:solidFill>
            <a:ln>
              <a:solidFill>
                <a:schemeClr val="tx1"/>
              </a:solidFill>
            </a:ln>
          </p:spPr>
          <p:txBody>
            <a:bodyPr wrap="square" lIns="91440" tIns="90000" rIns="91440" bIns="36000" anchor="t">
              <a:noAutofit/>
            </a:bodyPr>
            <a:lstStyle/>
            <a:p>
              <a:pPr marL="285750" indent="-285750" algn="just" fontAlgn="base">
                <a:buFont typeface="Wingdings" panose="05000000000000000000" pitchFamily="2" charset="2"/>
                <a:buChar char="§"/>
              </a:pPr>
              <a:r>
                <a:rPr lang="en-US" sz="1400" b="1"/>
                <a:t>Lack of Transparency: The Company</a:t>
              </a:r>
              <a:r>
                <a:rPr lang="en-US" sz="1400"/>
                <a:t> used complicated financial structures to hide its true financial situation.​</a:t>
              </a:r>
            </a:p>
            <a:p>
              <a:pPr algn="just" fontAlgn="base"/>
              <a:endParaRPr lang="en-US" sz="1400"/>
            </a:p>
            <a:p>
              <a:pPr marL="285750" indent="-285750" algn="just" fontAlgn="base">
                <a:buFont typeface="Wingdings" panose="05000000000000000000" pitchFamily="2" charset="2"/>
                <a:buChar char="§"/>
              </a:pPr>
              <a:r>
                <a:rPr lang="en-US" sz="1400" b="1"/>
                <a:t>Audit Committee Ineffectiveness: </a:t>
              </a:r>
              <a:r>
                <a:rPr lang="en-US" sz="1400"/>
                <a:t>The audit committee lacked the technical skill and skepticism to question complex accounting practices and reliance on SPEs.​</a:t>
              </a:r>
            </a:p>
            <a:p>
              <a:pPr marL="285750" indent="-285750" algn="just" fontAlgn="base">
                <a:buFont typeface="Wingdings" panose="05000000000000000000" pitchFamily="2" charset="2"/>
                <a:buChar char="§"/>
              </a:pPr>
              <a:endParaRPr lang="en-US" sz="1400"/>
            </a:p>
            <a:p>
              <a:pPr marL="285750" indent="-285750" algn="just" fontAlgn="base">
                <a:buFont typeface="Wingdings" panose="05000000000000000000" pitchFamily="2" charset="2"/>
                <a:buChar char="§"/>
              </a:pPr>
              <a:r>
                <a:rPr lang="en-US" sz="1400" b="1"/>
                <a:t>Weak Board Oversight: </a:t>
              </a:r>
              <a:r>
                <a:rPr lang="en-US" sz="1400"/>
                <a:t>The Board of directors approved risky accounting methods and conflict-ridden transactions, showing poor independence.​</a:t>
              </a:r>
            </a:p>
            <a:p>
              <a:pPr marL="285750" indent="-285750" algn="just" fontAlgn="base">
                <a:buFont typeface="Wingdings" panose="05000000000000000000" pitchFamily="2" charset="2"/>
                <a:buChar char="§"/>
              </a:pPr>
              <a:endParaRPr lang="en-US" sz="1400"/>
            </a:p>
          </p:txBody>
        </p:sp>
        <p:sp>
          <p:nvSpPr>
            <p:cNvPr id="13" name="Pentagon 5">
              <a:extLst>
                <a:ext uri="{FF2B5EF4-FFF2-40B4-BE49-F238E27FC236}">
                  <a16:creationId xmlns:a16="http://schemas.microsoft.com/office/drawing/2014/main" id="{DD674D99-0CE2-0717-5427-67B783300523}"/>
                </a:ext>
              </a:extLst>
            </p:cNvPr>
            <p:cNvSpPr/>
            <p:nvPr/>
          </p:nvSpPr>
          <p:spPr bwMode="auto">
            <a:xfrm>
              <a:off x="4213822" y="1261701"/>
              <a:ext cx="3611356" cy="268411"/>
            </a:xfrm>
            <a:prstGeom prst="rect">
              <a:avLst/>
            </a:prstGeom>
            <a:solidFill>
              <a:schemeClr val="accent1"/>
            </a:solidFill>
            <a:ln w="19050">
              <a:noFill/>
              <a:prstDash val="solid"/>
              <a:round/>
              <a:headEnd/>
              <a:tailEnd/>
            </a:ln>
          </p:spPr>
          <p:txBody>
            <a:bodyPr vert="horz" wrap="square" lIns="91440" tIns="45720" rIns="91440" bIns="45720" numCol="1" rtlCol="0"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Arial"/>
                  <a:ea typeface="+mn-ea"/>
                  <a:cs typeface="+mn-cs"/>
                </a:rPr>
                <a:t>What went wrong</a:t>
              </a:r>
              <a:endParaRPr kumimoji="0" lang="en-GB" sz="1400" b="1" i="0" u="none" strike="noStrike" kern="1200" cap="none" spc="0" normalizeH="0" baseline="0" noProof="0">
                <a:ln>
                  <a:noFill/>
                </a:ln>
                <a:solidFill>
                  <a:srgbClr val="FFFFFF"/>
                </a:solidFill>
                <a:effectLst/>
                <a:uLnTx/>
                <a:uFillTx/>
                <a:latin typeface="Arial"/>
                <a:ea typeface="+mn-ea"/>
                <a:cs typeface="+mn-cs"/>
              </a:endParaRPr>
            </a:p>
          </p:txBody>
        </p:sp>
        <p:sp>
          <p:nvSpPr>
            <p:cNvPr id="14" name="Rechteck 40">
              <a:extLst>
                <a:ext uri="{FF2B5EF4-FFF2-40B4-BE49-F238E27FC236}">
                  <a16:creationId xmlns:a16="http://schemas.microsoft.com/office/drawing/2014/main" id="{2A9126CD-05F8-E246-B588-A39989A99594}"/>
                </a:ext>
              </a:extLst>
            </p:cNvPr>
            <p:cNvSpPr/>
            <p:nvPr/>
          </p:nvSpPr>
          <p:spPr bwMode="gray">
            <a:xfrm>
              <a:off x="7859468" y="1586265"/>
              <a:ext cx="3615111" cy="4609284"/>
            </a:xfrm>
            <a:prstGeom prst="rect">
              <a:avLst/>
            </a:prstGeom>
            <a:solidFill>
              <a:schemeClr val="bg1"/>
            </a:solidFill>
            <a:ln>
              <a:solidFill>
                <a:schemeClr val="tx1"/>
              </a:solidFill>
            </a:ln>
          </p:spPr>
          <p:txBody>
            <a:bodyPr wrap="square" tIns="90000" bIns="36000" anchor="t">
              <a:noAutofit/>
            </a:bodyPr>
            <a:lstStyle/>
            <a:p>
              <a:pPr marL="285750" indent="-285750" algn="just" fontAlgn="base">
                <a:buFont typeface="Wingdings" panose="05000000000000000000" pitchFamily="2" charset="2"/>
                <a:buChar char="§"/>
              </a:pPr>
              <a:r>
                <a:rPr lang="en-US" sz="1400" b="1"/>
                <a:t>Convictions: </a:t>
              </a:r>
              <a:r>
                <a:rPr lang="en-US" sz="1400"/>
                <a:t>The five-year investigation led to jury </a:t>
              </a:r>
              <a:r>
                <a:rPr lang="en-US" sz="1400" b="1"/>
                <a:t>convictions </a:t>
              </a:r>
              <a:r>
                <a:rPr lang="en-US" sz="1400"/>
                <a:t>of top officials including former CEOs on charges of conspiracy, securities fraud, wire fraud, and making false statements. </a:t>
              </a:r>
            </a:p>
            <a:p>
              <a:pPr marL="285750" indent="-285750" algn="just" fontAlgn="base">
                <a:buFont typeface="Wingdings" panose="05000000000000000000" pitchFamily="2" charset="2"/>
                <a:buChar char="§"/>
              </a:pPr>
              <a:endParaRPr lang="en-US" sz="1400"/>
            </a:p>
            <a:p>
              <a:pPr marL="285750" indent="-285750" algn="just" fontAlgn="base">
                <a:buFont typeface="Wingdings" panose="05000000000000000000" pitchFamily="2" charset="2"/>
                <a:buChar char="§"/>
              </a:pPr>
              <a:r>
                <a:rPr lang="en-US" sz="1400"/>
                <a:t>The Company’s </a:t>
              </a:r>
              <a:r>
                <a:rPr lang="en-US" sz="1400" b="1"/>
                <a:t>Audit firm’s</a:t>
              </a:r>
              <a:r>
                <a:rPr lang="en-US" sz="1400"/>
                <a:t> reputation collapsed leading to its dissolution. ​</a:t>
              </a:r>
            </a:p>
            <a:p>
              <a:pPr algn="just" fontAlgn="base"/>
              <a:endParaRPr lang="en-US" sz="1400"/>
            </a:p>
            <a:p>
              <a:pPr marL="285750" indent="-285750" algn="just" fontAlgn="base">
                <a:buFont typeface="Wingdings" panose="05000000000000000000" pitchFamily="2" charset="2"/>
                <a:buChar char="§"/>
              </a:pPr>
              <a:r>
                <a:rPr lang="en-US" sz="1400"/>
                <a:t>The collapse of the Company put </a:t>
              </a:r>
              <a:r>
                <a:rPr lang="en-US" sz="1400" b="1"/>
                <a:t>thousands of employees </a:t>
              </a:r>
              <a:r>
                <a:rPr lang="en-US" sz="1400"/>
                <a:t>out of work and </a:t>
              </a:r>
              <a:r>
                <a:rPr lang="en-US" sz="1400" b="1"/>
                <a:t>cost</a:t>
              </a:r>
              <a:r>
                <a:rPr lang="en-US" sz="1400"/>
                <a:t> </a:t>
              </a:r>
              <a:r>
                <a:rPr lang="en-US" sz="1400" b="1"/>
                <a:t>investors</a:t>
              </a:r>
              <a:r>
                <a:rPr lang="en-US" sz="1400"/>
                <a:t> billions in losses.</a:t>
              </a:r>
            </a:p>
            <a:p>
              <a:pPr marL="285750" indent="-285750" algn="just" fontAlgn="base">
                <a:buFont typeface="Wingdings" panose="05000000000000000000" pitchFamily="2" charset="2"/>
                <a:buChar char="§"/>
              </a:pPr>
              <a:endParaRPr lang="en-US" sz="1400" b="1"/>
            </a:p>
            <a:p>
              <a:pPr marL="285750" indent="-285750" algn="just" fontAlgn="base">
                <a:buFont typeface="Wingdings" panose="05000000000000000000" pitchFamily="2" charset="2"/>
                <a:buChar char="§"/>
              </a:pPr>
              <a:r>
                <a:rPr lang="en-US" sz="1400"/>
                <a:t>The case revealed weak internal controls and corporate governance regulations, leading to reforms such as the </a:t>
              </a:r>
              <a:r>
                <a:rPr lang="en-US" sz="1400" b="1"/>
                <a:t>U.S. Sarbanes–Oxley Act (2002)</a:t>
              </a:r>
              <a:r>
                <a:rPr lang="en-US" sz="1400"/>
                <a:t>.</a:t>
              </a:r>
            </a:p>
            <a:p>
              <a:pPr algn="just" fontAlgn="base"/>
              <a:endParaRPr lang="en-US" sz="1400"/>
            </a:p>
          </p:txBody>
        </p:sp>
        <p:sp>
          <p:nvSpPr>
            <p:cNvPr id="15" name="Pentagon 5">
              <a:extLst>
                <a:ext uri="{FF2B5EF4-FFF2-40B4-BE49-F238E27FC236}">
                  <a16:creationId xmlns:a16="http://schemas.microsoft.com/office/drawing/2014/main" id="{8950A0C4-045E-1ADF-968F-CFF74FABE833}"/>
                </a:ext>
              </a:extLst>
            </p:cNvPr>
            <p:cNvSpPr/>
            <p:nvPr/>
          </p:nvSpPr>
          <p:spPr bwMode="auto">
            <a:xfrm>
              <a:off x="7863223" y="1261700"/>
              <a:ext cx="3611356" cy="268411"/>
            </a:xfrm>
            <a:prstGeom prst="rect">
              <a:avLst/>
            </a:prstGeom>
            <a:solidFill>
              <a:schemeClr val="accent1"/>
            </a:solidFill>
            <a:ln w="19050">
              <a:noFill/>
              <a:prstDash val="solid"/>
              <a:round/>
              <a:headEnd/>
              <a:tailEnd/>
            </a:ln>
          </p:spPr>
          <p:txBody>
            <a:bodyPr vert="horz" wrap="square" lIns="91440" tIns="45720" rIns="91440" bIns="45720" numCol="1" rtlCol="0"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Arial"/>
                  <a:ea typeface="+mn-ea"/>
                  <a:cs typeface="+mn-cs"/>
                </a:rPr>
                <a:t>Lesson</a:t>
              </a:r>
              <a:endParaRPr kumimoji="0" lang="en-GB" sz="1400" b="1" i="0" u="none" strike="noStrike" kern="1200" cap="none" spc="0" normalizeH="0" baseline="0" noProof="0">
                <a:ln>
                  <a:noFill/>
                </a:ln>
                <a:solidFill>
                  <a:srgbClr val="FFFFFF"/>
                </a:solidFill>
                <a:effectLst/>
                <a:uLnTx/>
                <a:uFillTx/>
                <a:latin typeface="Arial"/>
                <a:ea typeface="+mn-ea"/>
                <a:cs typeface="+mn-cs"/>
              </a:endParaRPr>
            </a:p>
          </p:txBody>
        </p:sp>
      </p:grpSp>
      <p:sp>
        <p:nvSpPr>
          <p:cNvPr id="5" name="Rectangle 4">
            <a:extLst>
              <a:ext uri="{FF2B5EF4-FFF2-40B4-BE49-F238E27FC236}">
                <a16:creationId xmlns:a16="http://schemas.microsoft.com/office/drawing/2014/main" id="{75ED32B5-18AB-6EF1-6739-DE4DE4BCE0B7}"/>
              </a:ext>
            </a:extLst>
          </p:cNvPr>
          <p:cNvSpPr/>
          <p:nvPr/>
        </p:nvSpPr>
        <p:spPr>
          <a:xfrm>
            <a:off x="0" y="-10380"/>
            <a:ext cx="12192000" cy="572092"/>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r>
              <a:rPr lang="en-US" sz="2400" b="1">
                <a:latin typeface="+mj-lt"/>
                <a:ea typeface="Calibri" panose="020F0502020204030204" pitchFamily="34" charset="0"/>
                <a:cs typeface="Calibri" panose="020F0502020204030204" pitchFamily="34" charset="0"/>
              </a:rPr>
              <a:t>Case Study | Corporate Collapse</a:t>
            </a:r>
            <a:endParaRPr kumimoji="0" lang="en-US" sz="2400" b="1" i="0" u="none" strike="noStrike" kern="1200" cap="none" spc="0" normalizeH="0" baseline="0" noProof="0">
              <a:ln>
                <a:noFill/>
              </a:ln>
              <a:solidFill>
                <a:prstClr val="white"/>
              </a:solidFill>
              <a:effectLst/>
              <a:uLnTx/>
              <a:uFillTx/>
              <a:latin typeface="+mj-lt"/>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E28AB8BA-3E47-6BC5-666E-3924FB82D112}"/>
              </a:ext>
            </a:extLst>
          </p:cNvPr>
          <p:cNvSpPr txBox="1">
            <a:spLocks/>
          </p:cNvSpPr>
          <p:nvPr/>
        </p:nvSpPr>
        <p:spPr>
          <a:xfrm>
            <a:off x="11713152" y="6546427"/>
            <a:ext cx="298209" cy="161583"/>
          </a:xfrm>
          <a:prstGeom prst="rect">
            <a:avLst/>
          </a:prstGeom>
        </p:spPr>
        <p:txBody>
          <a:bodyPr vert="horz" wrap="square" lIns="0" tIns="0" rIns="0" bIns="0" rtlCol="0" anchor="b"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spcAft>
                <a:spcPts val="600"/>
              </a:spcAft>
            </a:pPr>
            <a:fld id="{3E6AC032-1535-134B-A583-D5E1DDD0D167}" type="slidenum">
              <a:rPr lang="en-US" sz="900" smtClean="0"/>
              <a:pPr algn="r">
                <a:spcAft>
                  <a:spcPts val="600"/>
                </a:spcAft>
              </a:pPr>
              <a:t>49</a:t>
            </a:fld>
            <a:endParaRPr lang="en-US" sz="900"/>
          </a:p>
        </p:txBody>
      </p:sp>
    </p:spTree>
    <p:custDataLst>
      <p:custData r:id="rId1"/>
    </p:custDataLst>
    <p:extLst>
      <p:ext uri="{BB962C8B-B14F-4D97-AF65-F5344CB8AC3E}">
        <p14:creationId xmlns:p14="http://schemas.microsoft.com/office/powerpoint/2010/main" val="196415074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826BC7-1745-F113-644E-7FC9DD742800}"/>
            </a:ext>
          </a:extLst>
        </p:cNvPr>
        <p:cNvGrpSpPr/>
        <p:nvPr/>
      </p:nvGrpSpPr>
      <p:grpSpPr>
        <a:xfrm>
          <a:off x="0" y="0"/>
          <a:ext cx="0" cy="0"/>
          <a:chOff x="0" y="0"/>
          <a:chExt cx="0" cy="0"/>
        </a:xfrm>
      </p:grpSpPr>
      <p:grpSp>
        <p:nvGrpSpPr>
          <p:cNvPr id="23" name="Group 22">
            <a:extLst>
              <a:ext uri="{FF2B5EF4-FFF2-40B4-BE49-F238E27FC236}">
                <a16:creationId xmlns:a16="http://schemas.microsoft.com/office/drawing/2014/main" id="{39948DDE-39E8-8741-ED41-13867BBE4449}"/>
              </a:ext>
            </a:extLst>
          </p:cNvPr>
          <p:cNvGrpSpPr/>
          <p:nvPr/>
        </p:nvGrpSpPr>
        <p:grpSpPr>
          <a:xfrm>
            <a:off x="232144" y="1093378"/>
            <a:ext cx="11727711" cy="5509440"/>
            <a:chOff x="232144" y="1093378"/>
            <a:chExt cx="11727711" cy="5509440"/>
          </a:xfrm>
        </p:grpSpPr>
        <p:grpSp>
          <p:nvGrpSpPr>
            <p:cNvPr id="18" name="Group 17">
              <a:extLst>
                <a:ext uri="{FF2B5EF4-FFF2-40B4-BE49-F238E27FC236}">
                  <a16:creationId xmlns:a16="http://schemas.microsoft.com/office/drawing/2014/main" id="{941658ED-0DF1-2FBC-4726-932E1AD58EB8}"/>
                </a:ext>
              </a:extLst>
            </p:cNvPr>
            <p:cNvGrpSpPr/>
            <p:nvPr/>
          </p:nvGrpSpPr>
          <p:grpSpPr>
            <a:xfrm>
              <a:off x="232144" y="1093378"/>
              <a:ext cx="11727711" cy="5509440"/>
              <a:chOff x="542264" y="891360"/>
              <a:chExt cx="10859393" cy="5146153"/>
            </a:xfrm>
          </p:grpSpPr>
          <p:sp>
            <p:nvSpPr>
              <p:cNvPr id="4" name="Rectangle 3">
                <a:extLst>
                  <a:ext uri="{FF2B5EF4-FFF2-40B4-BE49-F238E27FC236}">
                    <a16:creationId xmlns:a16="http://schemas.microsoft.com/office/drawing/2014/main" id="{4B064FD4-95BB-ABB5-FA8C-F33548298EA7}"/>
                  </a:ext>
                </a:extLst>
              </p:cNvPr>
              <p:cNvSpPr/>
              <p:nvPr/>
            </p:nvSpPr>
            <p:spPr>
              <a:xfrm>
                <a:off x="542264" y="909083"/>
                <a:ext cx="5380075" cy="2519917"/>
              </a:xfrm>
              <a:prstGeom prst="rect">
                <a:avLst/>
              </a:prstGeom>
              <a:solidFill>
                <a:schemeClr val="accent1">
                  <a:lumMod val="20000"/>
                  <a:lumOff val="80000"/>
                </a:schemeClr>
              </a:solidFill>
              <a:ln>
                <a:solidFill>
                  <a:schemeClr val="tx1"/>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Rectangle 11">
                <a:extLst>
                  <a:ext uri="{FF2B5EF4-FFF2-40B4-BE49-F238E27FC236}">
                    <a16:creationId xmlns:a16="http://schemas.microsoft.com/office/drawing/2014/main" id="{B11A1300-4ED4-0A66-BCEA-8B8B07684A0E}"/>
                  </a:ext>
                </a:extLst>
              </p:cNvPr>
              <p:cNvSpPr/>
              <p:nvPr/>
            </p:nvSpPr>
            <p:spPr>
              <a:xfrm>
                <a:off x="552897" y="3517596"/>
                <a:ext cx="5380075" cy="2519917"/>
              </a:xfrm>
              <a:prstGeom prst="rect">
                <a:avLst/>
              </a:prstGeom>
              <a:solidFill>
                <a:schemeClr val="accent1">
                  <a:lumMod val="20000"/>
                  <a:lumOff val="80000"/>
                </a:schemeClr>
              </a:solidFill>
              <a:ln>
                <a:solidFill>
                  <a:schemeClr val="tx1"/>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Rectangle 15">
                <a:extLst>
                  <a:ext uri="{FF2B5EF4-FFF2-40B4-BE49-F238E27FC236}">
                    <a16:creationId xmlns:a16="http://schemas.microsoft.com/office/drawing/2014/main" id="{85BCE8D1-0DB3-573D-E4B1-569A39CB49C5}"/>
                  </a:ext>
                </a:extLst>
              </p:cNvPr>
              <p:cNvSpPr/>
              <p:nvPr/>
            </p:nvSpPr>
            <p:spPr>
              <a:xfrm>
                <a:off x="6021576" y="891360"/>
                <a:ext cx="5380075" cy="2519917"/>
              </a:xfrm>
              <a:prstGeom prst="rect">
                <a:avLst/>
              </a:prstGeom>
              <a:solidFill>
                <a:schemeClr val="accent1">
                  <a:lumMod val="20000"/>
                  <a:lumOff val="80000"/>
                </a:schemeClr>
              </a:solidFill>
              <a:ln>
                <a:solidFill>
                  <a:schemeClr val="tx1"/>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Rectangle 16">
                <a:extLst>
                  <a:ext uri="{FF2B5EF4-FFF2-40B4-BE49-F238E27FC236}">
                    <a16:creationId xmlns:a16="http://schemas.microsoft.com/office/drawing/2014/main" id="{BA399517-1CBE-FFC8-DCAE-BE48D025A7AA}"/>
                  </a:ext>
                </a:extLst>
              </p:cNvPr>
              <p:cNvSpPr/>
              <p:nvPr/>
            </p:nvSpPr>
            <p:spPr>
              <a:xfrm>
                <a:off x="6021582" y="3499873"/>
                <a:ext cx="5380075" cy="2519917"/>
              </a:xfrm>
              <a:prstGeom prst="rect">
                <a:avLst/>
              </a:prstGeom>
              <a:solidFill>
                <a:schemeClr val="accent1">
                  <a:lumMod val="20000"/>
                  <a:lumOff val="80000"/>
                </a:schemeClr>
              </a:solidFill>
              <a:ln>
                <a:solidFill>
                  <a:schemeClr val="tx1"/>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19" name="TextBox 18">
              <a:extLst>
                <a:ext uri="{FF2B5EF4-FFF2-40B4-BE49-F238E27FC236}">
                  <a16:creationId xmlns:a16="http://schemas.microsoft.com/office/drawing/2014/main" id="{1317BC42-E806-9527-8982-C4287A972E48}"/>
                </a:ext>
              </a:extLst>
            </p:cNvPr>
            <p:cNvSpPr txBox="1"/>
            <p:nvPr/>
          </p:nvSpPr>
          <p:spPr>
            <a:xfrm>
              <a:off x="563526" y="1488558"/>
              <a:ext cx="5135525" cy="2041452"/>
            </a:xfrm>
            <a:prstGeom prst="rect">
              <a:avLst/>
            </a:prstGeom>
            <a:noFill/>
          </p:spPr>
          <p:txBody>
            <a:bodyPr wrap="square" lIns="0" tIns="0" rIns="0" bIns="0" rtlCol="0">
              <a:noAutofit/>
            </a:bodyPr>
            <a:lstStyle/>
            <a:p>
              <a:r>
                <a:rPr lang="en-US" sz="1400" b="1"/>
                <a:t>1. Who suffered major financial losses due to the Company’s collapse?</a:t>
              </a:r>
              <a:br>
                <a:rPr lang="en-US" sz="1400"/>
              </a:br>
              <a:br>
                <a:rPr lang="en-US" sz="1400"/>
              </a:br>
              <a:r>
                <a:rPr lang="en-US" sz="1400"/>
                <a:t>A. Directors</a:t>
              </a:r>
              <a:br>
                <a:rPr lang="en-US" sz="1400"/>
              </a:br>
              <a:r>
                <a:rPr lang="en-US" sz="1400"/>
                <a:t>B. Regulators</a:t>
              </a:r>
              <a:br>
                <a:rPr lang="en-US" sz="1400"/>
              </a:br>
              <a:r>
                <a:rPr lang="en-US" sz="1400"/>
                <a:t>C. Investors </a:t>
              </a:r>
              <a:br>
                <a:rPr lang="en-US" sz="1400"/>
              </a:br>
              <a:r>
                <a:rPr lang="en-US" sz="1400"/>
                <a:t>D. Competitors</a:t>
              </a:r>
            </a:p>
            <a:p>
              <a:pPr algn="r"/>
              <a:r>
                <a:rPr lang="en-US" sz="1400"/>
                <a:t> </a:t>
              </a:r>
              <a:endParaRPr lang="en-GB" sz="1400">
                <a:latin typeface="+mj-lt"/>
              </a:endParaRPr>
            </a:p>
          </p:txBody>
        </p:sp>
        <p:sp>
          <p:nvSpPr>
            <p:cNvPr id="20" name="TextBox 19">
              <a:extLst>
                <a:ext uri="{FF2B5EF4-FFF2-40B4-BE49-F238E27FC236}">
                  <a16:creationId xmlns:a16="http://schemas.microsoft.com/office/drawing/2014/main" id="{DF289516-E37F-D69C-2E27-007FAE7AA2DA}"/>
                </a:ext>
              </a:extLst>
            </p:cNvPr>
            <p:cNvSpPr txBox="1"/>
            <p:nvPr/>
          </p:nvSpPr>
          <p:spPr>
            <a:xfrm>
              <a:off x="6459704" y="1509824"/>
              <a:ext cx="5168769" cy="2041452"/>
            </a:xfrm>
            <a:prstGeom prst="rect">
              <a:avLst/>
            </a:prstGeom>
            <a:noFill/>
          </p:spPr>
          <p:txBody>
            <a:bodyPr wrap="square" lIns="0" tIns="0" rIns="0" bIns="0" rtlCol="0">
              <a:noAutofit/>
            </a:bodyPr>
            <a:lstStyle/>
            <a:p>
              <a:r>
                <a:rPr lang="en-US" sz="1400" b="1"/>
                <a:t>2. What was one major cause of the Company’s collapse?</a:t>
              </a:r>
              <a:br>
                <a:rPr lang="en-US" sz="1400"/>
              </a:br>
              <a:br>
                <a:rPr lang="en-US" sz="1400"/>
              </a:br>
              <a:r>
                <a:rPr lang="en-US" sz="1400"/>
                <a:t>A. Weak Financial Oversight</a:t>
              </a:r>
              <a:br>
                <a:rPr lang="en-US" sz="1400"/>
              </a:br>
              <a:r>
                <a:rPr lang="en-US" sz="1400"/>
                <a:t>B. Weak Regulatory Oversight</a:t>
              </a:r>
            </a:p>
            <a:p>
              <a:r>
                <a:rPr lang="en-US" sz="1400"/>
                <a:t>C. Weak Internal Controls</a:t>
              </a:r>
              <a:br>
                <a:rPr lang="en-US" sz="1400"/>
              </a:br>
              <a:r>
                <a:rPr lang="en-US" sz="1400"/>
                <a:t>D. All of the above</a:t>
              </a:r>
            </a:p>
            <a:p>
              <a:pPr algn="r"/>
              <a:r>
                <a:rPr lang="en-US" sz="1400"/>
                <a:t> </a:t>
              </a:r>
              <a:endParaRPr lang="en-GB" sz="1400">
                <a:latin typeface="+mj-lt"/>
              </a:endParaRPr>
            </a:p>
          </p:txBody>
        </p:sp>
        <p:sp>
          <p:nvSpPr>
            <p:cNvPr id="21" name="TextBox 20">
              <a:extLst>
                <a:ext uri="{FF2B5EF4-FFF2-40B4-BE49-F238E27FC236}">
                  <a16:creationId xmlns:a16="http://schemas.microsoft.com/office/drawing/2014/main" id="{4A45F06E-7E7A-5FA1-4F9E-FA44EA377D17}"/>
                </a:ext>
              </a:extLst>
            </p:cNvPr>
            <p:cNvSpPr txBox="1"/>
            <p:nvPr/>
          </p:nvSpPr>
          <p:spPr>
            <a:xfrm>
              <a:off x="563526" y="4245525"/>
              <a:ext cx="5254682" cy="2041452"/>
            </a:xfrm>
            <a:prstGeom prst="rect">
              <a:avLst/>
            </a:prstGeom>
            <a:noFill/>
          </p:spPr>
          <p:txBody>
            <a:bodyPr wrap="square" lIns="0" tIns="0" rIns="0" bIns="0" rtlCol="0">
              <a:noAutofit/>
            </a:bodyPr>
            <a:lstStyle/>
            <a:p>
              <a:r>
                <a:rPr lang="en-US" sz="1400" b="1"/>
                <a:t>3. Why did the Audit Committee fail?</a:t>
              </a:r>
            </a:p>
            <a:p>
              <a:br>
                <a:rPr lang="en-US" sz="1400"/>
              </a:br>
              <a:r>
                <a:rPr lang="en-US" sz="1400"/>
                <a:t>A. Lack of attention</a:t>
              </a:r>
              <a:br>
                <a:rPr lang="en-US" sz="1400"/>
              </a:br>
              <a:r>
                <a:rPr lang="en-US" sz="1400"/>
                <a:t>B. Skepticism to question complex accounting practices</a:t>
              </a:r>
              <a:br>
                <a:rPr lang="en-US" sz="1400"/>
              </a:br>
              <a:r>
                <a:rPr lang="en-US" sz="1400"/>
                <a:t>C. Reliance on SPEs</a:t>
              </a:r>
              <a:br>
                <a:rPr lang="en-US" sz="1400"/>
              </a:br>
              <a:r>
                <a:rPr lang="en-US" sz="1400"/>
                <a:t>D. All of the above</a:t>
              </a:r>
            </a:p>
            <a:p>
              <a:pPr algn="r"/>
              <a:r>
                <a:rPr lang="en-US" sz="1400"/>
                <a:t> </a:t>
              </a:r>
              <a:endParaRPr lang="en-GB" sz="1400">
                <a:latin typeface="+mj-lt"/>
              </a:endParaRPr>
            </a:p>
          </p:txBody>
        </p:sp>
        <p:sp>
          <p:nvSpPr>
            <p:cNvPr id="22" name="TextBox 21">
              <a:extLst>
                <a:ext uri="{FF2B5EF4-FFF2-40B4-BE49-F238E27FC236}">
                  <a16:creationId xmlns:a16="http://schemas.microsoft.com/office/drawing/2014/main" id="{9532251B-9A1A-771A-7965-75BB3FF318E1}"/>
                </a:ext>
              </a:extLst>
            </p:cNvPr>
            <p:cNvSpPr txBox="1"/>
            <p:nvPr/>
          </p:nvSpPr>
          <p:spPr>
            <a:xfrm>
              <a:off x="6459705" y="4235481"/>
              <a:ext cx="5254682" cy="2041452"/>
            </a:xfrm>
            <a:prstGeom prst="rect">
              <a:avLst/>
            </a:prstGeom>
            <a:noFill/>
          </p:spPr>
          <p:txBody>
            <a:bodyPr wrap="square" lIns="0" tIns="0" rIns="0" bIns="0" rtlCol="0">
              <a:noAutofit/>
            </a:bodyPr>
            <a:lstStyle/>
            <a:p>
              <a:r>
                <a:rPr lang="en-US" sz="1400" b="1"/>
                <a:t>What was a red flag ignored by the Board?</a:t>
              </a:r>
            </a:p>
            <a:p>
              <a:br>
                <a:rPr lang="en-US" sz="1400"/>
              </a:br>
              <a:r>
                <a:rPr lang="en-US" sz="1400"/>
                <a:t>A. Strong financial reporting</a:t>
              </a:r>
              <a:br>
                <a:rPr lang="en-US" sz="1400"/>
              </a:br>
              <a:r>
                <a:rPr lang="en-US" sz="1400"/>
                <a:t>B. Risky accounting practices</a:t>
              </a:r>
              <a:br>
                <a:rPr lang="en-US" sz="1400"/>
              </a:br>
              <a:r>
                <a:rPr lang="en-US" sz="1400"/>
                <a:t>C. Decreasing sales</a:t>
              </a:r>
              <a:br>
                <a:rPr lang="en-US" sz="1400"/>
              </a:br>
              <a:r>
                <a:rPr lang="en-US" sz="1400"/>
                <a:t>D. Low employee morale</a:t>
              </a:r>
            </a:p>
            <a:p>
              <a:pPr algn="r"/>
              <a:r>
                <a:rPr lang="en-US" sz="1400"/>
                <a:t> </a:t>
              </a:r>
              <a:endParaRPr lang="en-GB" sz="1400">
                <a:latin typeface="+mj-lt"/>
              </a:endParaRPr>
            </a:p>
          </p:txBody>
        </p:sp>
      </p:grpSp>
      <p:sp>
        <p:nvSpPr>
          <p:cNvPr id="24" name="Rectangle 23">
            <a:extLst>
              <a:ext uri="{FF2B5EF4-FFF2-40B4-BE49-F238E27FC236}">
                <a16:creationId xmlns:a16="http://schemas.microsoft.com/office/drawing/2014/main" id="{1305714C-0E18-0B46-FEE9-FA2791A4ED96}"/>
              </a:ext>
            </a:extLst>
          </p:cNvPr>
          <p:cNvSpPr/>
          <p:nvPr/>
        </p:nvSpPr>
        <p:spPr>
          <a:xfrm>
            <a:off x="0" y="-10380"/>
            <a:ext cx="12192000" cy="572092"/>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r>
              <a:rPr lang="en-US" sz="2400" b="1">
                <a:latin typeface="+mj-lt"/>
                <a:ea typeface="Calibri" panose="020F0502020204030204" pitchFamily="34" charset="0"/>
                <a:cs typeface="Calibri" panose="020F0502020204030204" pitchFamily="34" charset="0"/>
              </a:rPr>
              <a:t>Activity | Governance Lessons | Quick Quiz</a:t>
            </a:r>
            <a:endParaRPr kumimoji="0" lang="en-US" sz="2400" b="1" i="0" u="none" strike="noStrike" kern="1200" cap="none" spc="0" normalizeH="0" baseline="0" noProof="0">
              <a:ln>
                <a:noFill/>
              </a:ln>
              <a:solidFill>
                <a:prstClr val="white"/>
              </a:solidFill>
              <a:effectLst/>
              <a:uLnTx/>
              <a:uFillTx/>
              <a:latin typeface="+mj-lt"/>
              <a:ea typeface="Calibri" panose="020F0502020204030204" pitchFamily="34" charset="0"/>
              <a:cs typeface="Calibri" panose="020F0502020204030204" pitchFamily="34" charset="0"/>
            </a:endParaRPr>
          </a:p>
        </p:txBody>
      </p:sp>
      <p:sp>
        <p:nvSpPr>
          <p:cNvPr id="26" name="Rectangle: Rounded Corners 25">
            <a:extLst>
              <a:ext uri="{FF2B5EF4-FFF2-40B4-BE49-F238E27FC236}">
                <a16:creationId xmlns:a16="http://schemas.microsoft.com/office/drawing/2014/main" id="{00416B02-77DA-433F-235C-932DF695C72C}"/>
              </a:ext>
            </a:extLst>
          </p:cNvPr>
          <p:cNvSpPr/>
          <p:nvPr/>
        </p:nvSpPr>
        <p:spPr>
          <a:xfrm>
            <a:off x="243627" y="3291881"/>
            <a:ext cx="5810266" cy="326556"/>
          </a:xfrm>
          <a:prstGeom prst="roundRect">
            <a:avLst/>
          </a:prstGeom>
          <a:solidFill>
            <a:schemeClr val="accent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b="1">
                <a:solidFill>
                  <a:schemeClr val="bg1"/>
                </a:solidFill>
              </a:rPr>
              <a:t>Correct Answer : C. Investors</a:t>
            </a:r>
          </a:p>
        </p:txBody>
      </p:sp>
      <p:sp>
        <p:nvSpPr>
          <p:cNvPr id="27" name="Rectangle: Rounded Corners 26">
            <a:extLst>
              <a:ext uri="{FF2B5EF4-FFF2-40B4-BE49-F238E27FC236}">
                <a16:creationId xmlns:a16="http://schemas.microsoft.com/office/drawing/2014/main" id="{A38395C6-FE70-CAD1-FA6F-1EA888A85617}"/>
              </a:ext>
            </a:extLst>
          </p:cNvPr>
          <p:cNvSpPr/>
          <p:nvPr/>
        </p:nvSpPr>
        <p:spPr>
          <a:xfrm>
            <a:off x="6149582" y="3313819"/>
            <a:ext cx="5810266" cy="326556"/>
          </a:xfrm>
          <a:prstGeom prst="roundRect">
            <a:avLst/>
          </a:prstGeom>
          <a:solidFill>
            <a:schemeClr val="accent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b="1">
                <a:solidFill>
                  <a:schemeClr val="bg1"/>
                </a:solidFill>
              </a:rPr>
              <a:t>Correct Answer : D. </a:t>
            </a:r>
            <a:r>
              <a:rPr lang="en-US" sz="1400" b="1"/>
              <a:t>All of the Above</a:t>
            </a:r>
          </a:p>
        </p:txBody>
      </p:sp>
      <p:sp>
        <p:nvSpPr>
          <p:cNvPr id="28" name="Rectangle: Rounded Corners 27">
            <a:extLst>
              <a:ext uri="{FF2B5EF4-FFF2-40B4-BE49-F238E27FC236}">
                <a16:creationId xmlns:a16="http://schemas.microsoft.com/office/drawing/2014/main" id="{787BF1D5-CA7E-F05E-BB2D-B165D845B3FF}"/>
              </a:ext>
            </a:extLst>
          </p:cNvPr>
          <p:cNvSpPr/>
          <p:nvPr/>
        </p:nvSpPr>
        <p:spPr>
          <a:xfrm>
            <a:off x="236538" y="6091802"/>
            <a:ext cx="5810266" cy="326556"/>
          </a:xfrm>
          <a:prstGeom prst="roundRect">
            <a:avLst/>
          </a:prstGeom>
          <a:solidFill>
            <a:schemeClr val="accent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b="1">
                <a:solidFill>
                  <a:schemeClr val="bg1"/>
                </a:solidFill>
              </a:rPr>
              <a:t>Correct Answer : D. </a:t>
            </a:r>
            <a:r>
              <a:rPr lang="en-US" sz="1400" b="1"/>
              <a:t>All of the Above</a:t>
            </a:r>
            <a:endParaRPr lang="en-GB" sz="1400" b="1">
              <a:solidFill>
                <a:schemeClr val="bg1"/>
              </a:solidFill>
            </a:endParaRPr>
          </a:p>
        </p:txBody>
      </p:sp>
      <p:sp>
        <p:nvSpPr>
          <p:cNvPr id="29" name="Rectangle: Rounded Corners 28">
            <a:extLst>
              <a:ext uri="{FF2B5EF4-FFF2-40B4-BE49-F238E27FC236}">
                <a16:creationId xmlns:a16="http://schemas.microsoft.com/office/drawing/2014/main" id="{7CB86111-6FFB-A454-9B15-37D0F337F2C3}"/>
              </a:ext>
            </a:extLst>
          </p:cNvPr>
          <p:cNvSpPr/>
          <p:nvPr/>
        </p:nvSpPr>
        <p:spPr>
          <a:xfrm>
            <a:off x="6153126" y="6081841"/>
            <a:ext cx="5810266" cy="326556"/>
          </a:xfrm>
          <a:prstGeom prst="roundRect">
            <a:avLst/>
          </a:prstGeom>
          <a:solidFill>
            <a:schemeClr val="accent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b="1">
                <a:solidFill>
                  <a:schemeClr val="bg1"/>
                </a:solidFill>
              </a:rPr>
              <a:t>Correct Answer : B. Risky Accounting Practices</a:t>
            </a:r>
          </a:p>
        </p:txBody>
      </p:sp>
      <p:sp>
        <p:nvSpPr>
          <p:cNvPr id="2" name="Slide Number Placeholder 3">
            <a:extLst>
              <a:ext uri="{FF2B5EF4-FFF2-40B4-BE49-F238E27FC236}">
                <a16:creationId xmlns:a16="http://schemas.microsoft.com/office/drawing/2014/main" id="{2FA0D155-B073-6A5C-6275-7994FBB24C80}"/>
              </a:ext>
            </a:extLst>
          </p:cNvPr>
          <p:cNvSpPr txBox="1">
            <a:spLocks/>
          </p:cNvSpPr>
          <p:nvPr/>
        </p:nvSpPr>
        <p:spPr>
          <a:xfrm>
            <a:off x="11713152" y="6546427"/>
            <a:ext cx="298209" cy="161583"/>
          </a:xfrm>
          <a:prstGeom prst="rect">
            <a:avLst/>
          </a:prstGeom>
        </p:spPr>
        <p:txBody>
          <a:bodyPr vert="horz" wrap="square" lIns="0" tIns="0" rIns="0" bIns="0" rtlCol="0" anchor="b"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spcAft>
                <a:spcPts val="600"/>
              </a:spcAft>
            </a:pPr>
            <a:fld id="{3E6AC032-1535-134B-A583-D5E1DDD0D167}" type="slidenum">
              <a:rPr lang="en-US" sz="900" smtClean="0"/>
              <a:pPr algn="r">
                <a:spcAft>
                  <a:spcPts val="600"/>
                </a:spcAft>
              </a:pPr>
              <a:t>50</a:t>
            </a:fld>
            <a:endParaRPr lang="en-US" sz="900"/>
          </a:p>
        </p:txBody>
      </p:sp>
    </p:spTree>
    <p:custDataLst>
      <p:custData r:id="rId1"/>
    </p:custDataLst>
    <p:extLst>
      <p:ext uri="{BB962C8B-B14F-4D97-AF65-F5344CB8AC3E}">
        <p14:creationId xmlns:p14="http://schemas.microsoft.com/office/powerpoint/2010/main" val="39995360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 calcmode="lin" valueType="num">
                                      <p:cBhvr additive="base">
                                        <p:cTn id="7" dur="250" fill="hold"/>
                                        <p:tgtEl>
                                          <p:spTgt spid="26"/>
                                        </p:tgtEl>
                                        <p:attrNameLst>
                                          <p:attrName>ppt_x</p:attrName>
                                        </p:attrNameLst>
                                      </p:cBhvr>
                                      <p:tavLst>
                                        <p:tav tm="0">
                                          <p:val>
                                            <p:strVal val="#ppt_x"/>
                                          </p:val>
                                        </p:tav>
                                        <p:tav tm="100000">
                                          <p:val>
                                            <p:strVal val="#ppt_x"/>
                                          </p:val>
                                        </p:tav>
                                      </p:tavLst>
                                    </p:anim>
                                    <p:anim calcmode="lin" valueType="num">
                                      <p:cBhvr additive="base">
                                        <p:cTn id="8" dur="250" fill="hold"/>
                                        <p:tgtEl>
                                          <p:spTgt spid="2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7"/>
                                        </p:tgtEl>
                                        <p:attrNameLst>
                                          <p:attrName>style.visibility</p:attrName>
                                        </p:attrNameLst>
                                      </p:cBhvr>
                                      <p:to>
                                        <p:strVal val="visible"/>
                                      </p:to>
                                    </p:set>
                                    <p:anim calcmode="lin" valueType="num">
                                      <p:cBhvr additive="base">
                                        <p:cTn id="13" dur="250" fill="hold"/>
                                        <p:tgtEl>
                                          <p:spTgt spid="27"/>
                                        </p:tgtEl>
                                        <p:attrNameLst>
                                          <p:attrName>ppt_x</p:attrName>
                                        </p:attrNameLst>
                                      </p:cBhvr>
                                      <p:tavLst>
                                        <p:tav tm="0">
                                          <p:val>
                                            <p:strVal val="#ppt_x"/>
                                          </p:val>
                                        </p:tav>
                                        <p:tav tm="100000">
                                          <p:val>
                                            <p:strVal val="#ppt_x"/>
                                          </p:val>
                                        </p:tav>
                                      </p:tavLst>
                                    </p:anim>
                                    <p:anim calcmode="lin" valueType="num">
                                      <p:cBhvr additive="base">
                                        <p:cTn id="14" dur="250" fill="hold"/>
                                        <p:tgtEl>
                                          <p:spTgt spid="27"/>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8"/>
                                        </p:tgtEl>
                                        <p:attrNameLst>
                                          <p:attrName>style.visibility</p:attrName>
                                        </p:attrNameLst>
                                      </p:cBhvr>
                                      <p:to>
                                        <p:strVal val="visible"/>
                                      </p:to>
                                    </p:set>
                                    <p:anim calcmode="lin" valueType="num">
                                      <p:cBhvr additive="base">
                                        <p:cTn id="19" dur="250" fill="hold"/>
                                        <p:tgtEl>
                                          <p:spTgt spid="28"/>
                                        </p:tgtEl>
                                        <p:attrNameLst>
                                          <p:attrName>ppt_x</p:attrName>
                                        </p:attrNameLst>
                                      </p:cBhvr>
                                      <p:tavLst>
                                        <p:tav tm="0">
                                          <p:val>
                                            <p:strVal val="#ppt_x"/>
                                          </p:val>
                                        </p:tav>
                                        <p:tav tm="100000">
                                          <p:val>
                                            <p:strVal val="#ppt_x"/>
                                          </p:val>
                                        </p:tav>
                                      </p:tavLst>
                                    </p:anim>
                                    <p:anim calcmode="lin" valueType="num">
                                      <p:cBhvr additive="base">
                                        <p:cTn id="20" dur="250" fill="hold"/>
                                        <p:tgtEl>
                                          <p:spTgt spid="28"/>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9"/>
                                        </p:tgtEl>
                                        <p:attrNameLst>
                                          <p:attrName>style.visibility</p:attrName>
                                        </p:attrNameLst>
                                      </p:cBhvr>
                                      <p:to>
                                        <p:strVal val="visible"/>
                                      </p:to>
                                    </p:set>
                                    <p:anim calcmode="lin" valueType="num">
                                      <p:cBhvr additive="base">
                                        <p:cTn id="25" dur="250" fill="hold"/>
                                        <p:tgtEl>
                                          <p:spTgt spid="29"/>
                                        </p:tgtEl>
                                        <p:attrNameLst>
                                          <p:attrName>ppt_x</p:attrName>
                                        </p:attrNameLst>
                                      </p:cBhvr>
                                      <p:tavLst>
                                        <p:tav tm="0">
                                          <p:val>
                                            <p:strVal val="#ppt_x"/>
                                          </p:val>
                                        </p:tav>
                                        <p:tav tm="100000">
                                          <p:val>
                                            <p:strVal val="#ppt_x"/>
                                          </p:val>
                                        </p:tav>
                                      </p:tavLst>
                                    </p:anim>
                                    <p:anim calcmode="lin" valueType="num">
                                      <p:cBhvr additive="base">
                                        <p:cTn id="26" dur="250" fill="hold"/>
                                        <p:tgtEl>
                                          <p:spTgt spid="2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7" grpId="0" animBg="1"/>
      <p:bldP spid="28" grpId="0" animBg="1"/>
      <p:bldP spid="29"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0904C5-AFBA-BE4C-134E-7756D4A172CC}"/>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44A8807A-923C-B6E3-6D26-F2C3CDD2DD70}"/>
              </a:ext>
            </a:extLst>
          </p:cNvPr>
          <p:cNvSpPr>
            <a:spLocks noGrp="1"/>
          </p:cNvSpPr>
          <p:nvPr>
            <p:ph type="ctrTitle"/>
          </p:nvPr>
        </p:nvSpPr>
        <p:spPr>
          <a:xfrm>
            <a:off x="353658" y="1946275"/>
            <a:ext cx="6629400" cy="1482725"/>
          </a:xfrm>
        </p:spPr>
        <p:txBody>
          <a:bodyPr/>
          <a:lstStyle/>
          <a:p>
            <a:r>
              <a:rPr lang="en-GB" noProof="0"/>
              <a:t>Thank you</a:t>
            </a:r>
          </a:p>
        </p:txBody>
      </p:sp>
      <p:sp>
        <p:nvSpPr>
          <p:cNvPr id="3" name="Subtitle 2">
            <a:extLst>
              <a:ext uri="{FF2B5EF4-FFF2-40B4-BE49-F238E27FC236}">
                <a16:creationId xmlns:a16="http://schemas.microsoft.com/office/drawing/2014/main" id="{DBDA37F8-FB69-F40D-C722-9FB3FE942EFF}"/>
              </a:ext>
            </a:extLst>
          </p:cNvPr>
          <p:cNvSpPr>
            <a:spLocks noGrp="1"/>
          </p:cNvSpPr>
          <p:nvPr>
            <p:ph type="subTitle" idx="1"/>
          </p:nvPr>
        </p:nvSpPr>
        <p:spPr>
          <a:xfrm>
            <a:off x="2414016" y="5125678"/>
            <a:ext cx="9387459" cy="1655540"/>
          </a:xfrm>
        </p:spPr>
        <p:txBody>
          <a:bodyPr/>
          <a:lstStyle/>
          <a:p>
            <a:r>
              <a:rPr lang="en-US"/>
              <a:t>Data Classification: DC1 (Internal)</a:t>
            </a:r>
          </a:p>
          <a:p>
            <a:r>
              <a:rPr lang="en-US"/>
              <a:t>All images in this presentation are protected by copyright, trademark, patent, trade secret and other intellectual property laws and treaties. Any unauthorised use of these images may violate such laws and shall be punishable under appropriate laws. Our sharing of this presentation along with such protected images with you does not authorise you to copy, republish, frame, link to, download, transmit, modify, adapt, create derivative works based on, rent, lease, loan, sell, assign, distribute, display, perform, license, sub-license or reverse engineer the images. In addition, you should desist from employing any data mining, robots or similar data and/or image gathering and extraction methods in connection with the presentation.</a:t>
            </a:r>
          </a:p>
          <a:p>
            <a:r>
              <a:rPr lang="en-US"/>
              <a:t>In this document, PwC refers to PricewaterhouseCoopers Private Limited (a limited liability company in India having Corporate Identity Number or CIN : U74140WB1983PTC036093), which is a member firm of PricewaterhouseCoopers International Limited (</a:t>
            </a:r>
            <a:r>
              <a:rPr lang="en-US" err="1"/>
              <a:t>PwCIL</a:t>
            </a:r>
            <a:r>
              <a:rPr lang="en-US"/>
              <a:t>), each member firm of which is a separate legal entity.</a:t>
            </a:r>
          </a:p>
          <a:p>
            <a:r>
              <a:rPr lang="en-US"/>
              <a:t>© 2026PricewaterhouseCoopers Private Limited. All rights reserved.</a:t>
            </a:r>
          </a:p>
          <a:p>
            <a:endParaRPr lang="en-GB"/>
          </a:p>
        </p:txBody>
      </p:sp>
    </p:spTree>
    <p:custDataLst>
      <p:custData r:id="rId1"/>
    </p:custDataLst>
    <p:extLst>
      <p:ext uri="{BB962C8B-B14F-4D97-AF65-F5344CB8AC3E}">
        <p14:creationId xmlns:p14="http://schemas.microsoft.com/office/powerpoint/2010/main" val="5557597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PwC Slide Master">
  <a:themeElements>
    <a:clrScheme name="PwC Office Colours">
      <a:dk1>
        <a:srgbClr val="000000"/>
      </a:dk1>
      <a:lt1>
        <a:srgbClr val="FFFFFF"/>
      </a:lt1>
      <a:dk2>
        <a:srgbClr val="000000"/>
      </a:dk2>
      <a:lt2>
        <a:srgbClr val="EBEBEB"/>
      </a:lt2>
      <a:accent1>
        <a:srgbClr val="FD5108"/>
      </a:accent1>
      <a:accent2>
        <a:srgbClr val="FE7C39"/>
      </a:accent2>
      <a:accent3>
        <a:srgbClr val="FFAA72"/>
      </a:accent3>
      <a:accent4>
        <a:srgbClr val="A1A8B3"/>
      </a:accent4>
      <a:accent5>
        <a:srgbClr val="B5BCC4"/>
      </a:accent5>
      <a:accent6>
        <a:srgbClr val="CBD1D6"/>
      </a:accent6>
      <a:hlink>
        <a:srgbClr val="000000"/>
      </a:hlink>
      <a:folHlink>
        <a:srgbClr val="A1A8B3"/>
      </a:folHlink>
    </a:clrScheme>
    <a:fontScheme name="PwC Office Fonts">
      <a:majorFont>
        <a:latin typeface="Georgia"/>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ln w="12700">
          <a:solidFill>
            <a:schemeClr val="tx1"/>
          </a:solidFill>
        </a:ln>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noAutofit/>
      </a:bodyPr>
      <a:lstStyle>
        <a:defPPr algn="l">
          <a:defRPr sz="1600" dirty="0" err="1" smtClean="0">
            <a:latin typeface="+mj-lt"/>
          </a:defRPr>
        </a:defPPr>
      </a:lstStyle>
    </a:txDef>
  </a:objectDefaults>
  <a:extraClrSchemeLst/>
  <a:custClrLst>
    <a:custClr name="Orange">
      <a:srgbClr val="FD5108"/>
    </a:custClr>
    <a:custClr name="Medium Orange">
      <a:srgbClr val="FE7C39"/>
    </a:custClr>
    <a:custClr name="Light Orange">
      <a:srgbClr val="FFAA72"/>
    </a:custClr>
    <a:custClr name="Orange Tint 1">
      <a:srgbClr val="FFCDA8"/>
    </a:custClr>
    <a:custClr name="Orange Tint 2">
      <a:srgbClr val="FFE8D4"/>
    </a:custClr>
    <a:custClr name="Orange Tint 3">
      <a:srgbClr val="FFF5ED"/>
    </a:custClr>
    <a:custClr name="Blank">
      <a:srgbClr val="FFFFFF"/>
    </a:custClr>
    <a:custClr name="Blank">
      <a:srgbClr val="FFFFFF"/>
    </a:custClr>
    <a:custClr name="Blank">
      <a:srgbClr val="FFFFFF"/>
    </a:custClr>
    <a:custClr name="Blank">
      <a:srgbClr val="FFFFFF"/>
    </a:custClr>
    <a:custClr name="Grey">
      <a:srgbClr val="A1A8B3"/>
    </a:custClr>
    <a:custClr name="Medium Grey">
      <a:srgbClr val="B5BCC4"/>
    </a:custClr>
    <a:custClr name="Light Grey">
      <a:srgbClr val="CBD1D6"/>
    </a:custClr>
    <a:custClr name="Grey Tint 1">
      <a:srgbClr val="DFE3E6"/>
    </a:custClr>
    <a:custClr name="Grey Tint 2">
      <a:srgbClr val="EEEFF1"/>
    </a:custClr>
    <a:custClr name="Grey Tint 3">
      <a:srgbClr val="F5F7F8"/>
    </a:custClr>
  </a:custClrLst>
  <a:extLst>
    <a:ext uri="{05A4C25C-085E-4340-85A3-A5531E510DB2}">
      <thm15:themeFamily xmlns:thm15="http://schemas.microsoft.com/office/thememl/2012/main" name="PwC_ppt_template" id="{0B296F49-9839-BE48-A6B0-07FAE54AD4FB}" vid="{251455FA-3AFB-1547-9744-D9A80673297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702454D1-E47C-8143-BD11-D1CE754A9956}">
  <we:reference id="2cb3dfe7-199f-46bf-bb56-17a7fca0f469" version="14.1.0.1" store="EXCatalog" storeType="EXCatalog"/>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_rels/item6.xml.rels><?xml version="1.0" encoding="UTF-8" standalone="yes"?>
<Relationships xmlns="http://schemas.openxmlformats.org/package/2006/relationships"><Relationship Id="rId1" Type="http://schemas.openxmlformats.org/officeDocument/2006/relationships/customXmlProps" Target="itemProps6.xml"/></Relationships>
</file>

<file path=customXml/_rels/item7.xml.rels><?xml version="1.0" encoding="UTF-8" standalone="yes"?>
<Relationships xmlns="http://schemas.openxmlformats.org/package/2006/relationships"><Relationship Id="rId1" Type="http://schemas.openxmlformats.org/officeDocument/2006/relationships/customXmlProps" Target="itemProps7.xml"/></Relationships>
</file>

<file path=customXml/_rels/item8.xml.rels><?xml version="1.0" encoding="UTF-8" standalone="yes"?>
<Relationships xmlns="http://schemas.openxmlformats.org/package/2006/relationships"><Relationship Id="rId1" Type="http://schemas.openxmlformats.org/officeDocument/2006/relationships/customXmlProps" Target="itemProps8.xml"/></Relationships>
</file>

<file path=customXml/_rels/item9.xml.rels><?xml version="1.0" encoding="UTF-8" standalone="yes"?>
<Relationships xmlns="http://schemas.openxmlformats.org/package/2006/relationships"><Relationship Id="rId1" Type="http://schemas.openxmlformats.org/officeDocument/2006/relationships/customXmlProps" Target="itemProps9.xml"/></Relationships>
</file>

<file path=customXml/_rels/item10.xml.rels><?xml version="1.0" encoding="UTF-8" standalone="yes"?>
<Relationships xmlns="http://schemas.openxmlformats.org/package/2006/relationships"><Relationship Id="rId1" Type="http://schemas.openxmlformats.org/officeDocument/2006/relationships/customXmlProps" Target="itemProps10.xml"/></Relationships>
</file>

<file path=customXml/_rels/item11.xml.rels><?xml version="1.0" encoding="UTF-8" standalone="yes"?>
<Relationships xmlns="http://schemas.openxmlformats.org/package/2006/relationships"><Relationship Id="rId1" Type="http://schemas.openxmlformats.org/officeDocument/2006/relationships/customXmlProps" Target="itemProps11.xml"/></Relationships>
</file>

<file path=customXml/_rels/item12.xml.rels><?xml version="1.0" encoding="UTF-8" standalone="yes"?>
<Relationships xmlns="http://schemas.openxmlformats.org/package/2006/relationships"><Relationship Id="rId1" Type="http://schemas.openxmlformats.org/officeDocument/2006/relationships/customXmlProps" Target="itemProps12.xml"/></Relationships>
</file>

<file path=customXml/_rels/item13.xml.rels><?xml version="1.0" encoding="UTF-8" standalone="yes"?>
<Relationships xmlns="http://schemas.openxmlformats.org/package/2006/relationships"><Relationship Id="rId1" Type="http://schemas.openxmlformats.org/officeDocument/2006/relationships/customXmlProps" Target="itemProps13.xml"/></Relationships>
</file>

<file path=customXml/_rels/item14.xml.rels><?xml version="1.0" encoding="UTF-8" standalone="yes"?>
<Relationships xmlns="http://schemas.openxmlformats.org/package/2006/relationships"><Relationship Id="rId1" Type="http://schemas.openxmlformats.org/officeDocument/2006/relationships/customXmlProps" Target="itemProps14.xml"/></Relationships>
</file>

<file path=customXml/_rels/item15.xml.rels><?xml version="1.0" encoding="UTF-8" standalone="yes"?>
<Relationships xmlns="http://schemas.openxmlformats.org/package/2006/relationships"><Relationship Id="rId1" Type="http://schemas.openxmlformats.org/officeDocument/2006/relationships/customXmlProps" Target="itemProps15.xml"/></Relationships>
</file>

<file path=customXml/_rels/item16.xml.rels><?xml version="1.0" encoding="UTF-8" standalone="yes"?>
<Relationships xmlns="http://schemas.openxmlformats.org/package/2006/relationships"><Relationship Id="rId1" Type="http://schemas.openxmlformats.org/officeDocument/2006/relationships/customXmlProps" Target="itemProps16.xml"/></Relationships>
</file>

<file path=customXml/_rels/item17.xml.rels><?xml version="1.0" encoding="UTF-8" standalone="yes"?>
<Relationships xmlns="http://schemas.openxmlformats.org/package/2006/relationships"><Relationship Id="rId1" Type="http://schemas.openxmlformats.org/officeDocument/2006/relationships/customXmlProps" Target="itemProps17.xml"/></Relationships>
</file>

<file path=customXml/_rels/item18.xml.rels><?xml version="1.0" encoding="UTF-8" standalone="yes"?>
<Relationships xmlns="http://schemas.openxmlformats.org/package/2006/relationships"><Relationship Id="rId1" Type="http://schemas.openxmlformats.org/officeDocument/2006/relationships/customXmlProps" Target="itemProps18.xml"/></Relationships>
</file>

<file path=customXml/_rels/item19.xml.rels><?xml version="1.0" encoding="UTF-8" standalone="yes"?>
<Relationships xmlns="http://schemas.openxmlformats.org/package/2006/relationships"><Relationship Id="rId1" Type="http://schemas.openxmlformats.org/officeDocument/2006/relationships/customXmlProps" Target="itemProps19.xml"/></Relationships>
</file>

<file path=customXml/_rels/item20.xml.rels><?xml version="1.0" encoding="UTF-8" standalone="yes"?>
<Relationships xmlns="http://schemas.openxmlformats.org/package/2006/relationships"><Relationship Id="rId1" Type="http://schemas.openxmlformats.org/officeDocument/2006/relationships/customXmlProps" Target="itemProps20.xml"/></Relationships>
</file>

<file path=customXml/_rels/item21.xml.rels><?xml version="1.0" encoding="UTF-8" standalone="yes"?>
<Relationships xmlns="http://schemas.openxmlformats.org/package/2006/relationships"><Relationship Id="rId1" Type="http://schemas.openxmlformats.org/officeDocument/2006/relationships/customXmlProps" Target="itemProps21.xml"/></Relationships>
</file>

<file path=customXml/_rels/item22.xml.rels><?xml version="1.0" encoding="UTF-8" standalone="yes"?>
<Relationships xmlns="http://schemas.openxmlformats.org/package/2006/relationships"><Relationship Id="rId1" Type="http://schemas.openxmlformats.org/officeDocument/2006/relationships/customXmlProps" Target="itemProps22.xml"/></Relationships>
</file>

<file path=customXml/_rels/item23.xml.rels><?xml version="1.0" encoding="UTF-8" standalone="yes"?>
<Relationships xmlns="http://schemas.openxmlformats.org/package/2006/relationships"><Relationship Id="rId1" Type="http://schemas.openxmlformats.org/officeDocument/2006/relationships/customXmlProps" Target="itemProps23.xml"/></Relationships>
</file>

<file path=customXml/_rels/item24.xml.rels><?xml version="1.0" encoding="UTF-8" standalone="yes"?>
<Relationships xmlns="http://schemas.openxmlformats.org/package/2006/relationships"><Relationship Id="rId1" Type="http://schemas.openxmlformats.org/officeDocument/2006/relationships/customXmlProps" Target="itemProps24.xml"/></Relationships>
</file>

<file path=customXml/_rels/item25.xml.rels><?xml version="1.0" encoding="UTF-8" standalone="yes"?>
<Relationships xmlns="http://schemas.openxmlformats.org/package/2006/relationships"><Relationship Id="rId1" Type="http://schemas.openxmlformats.org/officeDocument/2006/relationships/customXmlProps" Target="itemProps25.xml"/></Relationships>
</file>

<file path=customXml/_rels/item26.xml.rels><?xml version="1.0" encoding="UTF-8" standalone="yes"?>
<Relationships xmlns="http://schemas.openxmlformats.org/package/2006/relationships"><Relationship Id="rId1" Type="http://schemas.openxmlformats.org/officeDocument/2006/relationships/customXmlProps" Target="itemProps26.xml"/></Relationships>
</file>

<file path=customXml/_rels/item27.xml.rels><?xml version="1.0" encoding="UTF-8" standalone="yes"?>
<Relationships xmlns="http://schemas.openxmlformats.org/package/2006/relationships"><Relationship Id="rId1" Type="http://schemas.openxmlformats.org/officeDocument/2006/relationships/customXmlProps" Target="itemProps27.xml"/></Relationships>
</file>

<file path=customXml/_rels/item28.xml.rels><?xml version="1.0" encoding="UTF-8" standalone="yes"?>
<Relationships xmlns="http://schemas.openxmlformats.org/package/2006/relationships"><Relationship Id="rId1" Type="http://schemas.openxmlformats.org/officeDocument/2006/relationships/customXmlProps" Target="itemProps28.xml"/></Relationships>
</file>

<file path=customXml/_rels/item29.xml.rels><?xml version="1.0" encoding="UTF-8" standalone="yes"?>
<Relationships xmlns="http://schemas.openxmlformats.org/package/2006/relationships"><Relationship Id="rId1" Type="http://schemas.openxmlformats.org/officeDocument/2006/relationships/customXmlProps" Target="itemProps29.xml"/></Relationships>
</file>

<file path=customXml/_rels/item30.xml.rels><?xml version="1.0" encoding="UTF-8" standalone="yes"?>
<Relationships xmlns="http://schemas.openxmlformats.org/package/2006/relationships"><Relationship Id="rId1" Type="http://schemas.openxmlformats.org/officeDocument/2006/relationships/customXmlProps" Target="itemProps30.xml"/></Relationships>
</file>

<file path=customXml/_rels/item31.xml.rels><?xml version="1.0" encoding="UTF-8" standalone="yes"?>
<Relationships xmlns="http://schemas.openxmlformats.org/package/2006/relationships"><Relationship Id="rId1" Type="http://schemas.openxmlformats.org/officeDocument/2006/relationships/customXmlProps" Target="itemProps31.xml"/></Relationships>
</file>

<file path=customXml/_rels/item32.xml.rels><?xml version="1.0" encoding="UTF-8" standalone="yes"?>
<Relationships xmlns="http://schemas.openxmlformats.org/package/2006/relationships"><Relationship Id="rId1" Type="http://schemas.openxmlformats.org/officeDocument/2006/relationships/customXmlProps" Target="itemProps32.xml"/></Relationships>
</file>

<file path=customXml/_rels/item33.xml.rels><?xml version="1.0" encoding="UTF-8" standalone="yes"?>
<Relationships xmlns="http://schemas.openxmlformats.org/package/2006/relationships"><Relationship Id="rId1" Type="http://schemas.openxmlformats.org/officeDocument/2006/relationships/customXmlProps" Target="itemProps33.xml"/></Relationships>
</file>

<file path=customXml/_rels/item34.xml.rels><?xml version="1.0" encoding="UTF-8" standalone="yes"?>
<Relationships xmlns="http://schemas.openxmlformats.org/package/2006/relationships"><Relationship Id="rId1" Type="http://schemas.openxmlformats.org/officeDocument/2006/relationships/customXmlProps" Target="itemProps34.xml"/></Relationships>
</file>

<file path=customXml/_rels/item35.xml.rels><?xml version="1.0" encoding="UTF-8" standalone="yes"?>
<Relationships xmlns="http://schemas.openxmlformats.org/package/2006/relationships"><Relationship Id="rId1" Type="http://schemas.openxmlformats.org/officeDocument/2006/relationships/customXmlProps" Target="itemProps35.xml"/></Relationships>
</file>

<file path=customXml/_rels/item36.xml.rels><?xml version="1.0" encoding="UTF-8" standalone="yes"?>
<Relationships xmlns="http://schemas.openxmlformats.org/package/2006/relationships"><Relationship Id="rId1" Type="http://schemas.openxmlformats.org/officeDocument/2006/relationships/customXmlProps" Target="itemProps36.xml"/></Relationships>
</file>

<file path=customXml/_rels/item37.xml.rels><?xml version="1.0" encoding="UTF-8" standalone="yes"?>
<Relationships xmlns="http://schemas.openxmlformats.org/package/2006/relationships"><Relationship Id="rId1" Type="http://schemas.openxmlformats.org/officeDocument/2006/relationships/customXmlProps" Target="itemProps37.xml"/></Relationships>
</file>

<file path=customXml/_rels/item38.xml.rels><?xml version="1.0" encoding="UTF-8" standalone="yes"?>
<Relationships xmlns="http://schemas.openxmlformats.org/package/2006/relationships"><Relationship Id="rId1" Type="http://schemas.openxmlformats.org/officeDocument/2006/relationships/customXmlProps" Target="itemProps38.xml"/></Relationships>
</file>

<file path=customXml/_rels/item39.xml.rels><?xml version="1.0" encoding="UTF-8" standalone="yes"?>
<Relationships xmlns="http://schemas.openxmlformats.org/package/2006/relationships"><Relationship Id="rId1" Type="http://schemas.openxmlformats.org/officeDocument/2006/relationships/customXmlProps" Target="itemProps39.xml"/></Relationships>
</file>

<file path=customXml/_rels/item40.xml.rels><?xml version="1.0" encoding="UTF-8" standalone="yes"?>
<Relationships xmlns="http://schemas.openxmlformats.org/package/2006/relationships"><Relationship Id="rId1" Type="http://schemas.openxmlformats.org/officeDocument/2006/relationships/customXmlProps" Target="itemProps40.xml"/></Relationships>
</file>

<file path=customXml/_rels/item41.xml.rels><?xml version="1.0" encoding="UTF-8" standalone="yes"?>
<Relationships xmlns="http://schemas.openxmlformats.org/package/2006/relationships"><Relationship Id="rId1" Type="http://schemas.openxmlformats.org/officeDocument/2006/relationships/customXmlProps" Target="itemProps41.xml"/></Relationships>
</file>

<file path=customXml/_rels/item42.xml.rels><?xml version="1.0" encoding="UTF-8" standalone="yes"?>
<Relationships xmlns="http://schemas.openxmlformats.org/package/2006/relationships"><Relationship Id="rId1" Type="http://schemas.openxmlformats.org/officeDocument/2006/relationships/customXmlProps" Target="itemProps42.xml"/></Relationships>
</file>

<file path=customXml/_rels/item43.xml.rels><?xml version="1.0" encoding="UTF-8" standalone="yes"?>
<Relationships xmlns="http://schemas.openxmlformats.org/package/2006/relationships"><Relationship Id="rId1" Type="http://schemas.openxmlformats.org/officeDocument/2006/relationships/customXmlProps" Target="itemProps43.xml"/></Relationships>
</file>

<file path=customXml/_rels/item44.xml.rels><?xml version="1.0" encoding="UTF-8" standalone="yes"?>
<Relationships xmlns="http://schemas.openxmlformats.org/package/2006/relationships"><Relationship Id="rId1" Type="http://schemas.openxmlformats.org/officeDocument/2006/relationships/customXmlProps" Target="itemProps44.xml"/></Relationships>
</file>

<file path=customXml/_rels/item45.xml.rels><?xml version="1.0" encoding="UTF-8" standalone="yes"?>
<Relationships xmlns="http://schemas.openxmlformats.org/package/2006/relationships"><Relationship Id="rId1" Type="http://schemas.openxmlformats.org/officeDocument/2006/relationships/customXmlProps" Target="itemProps45.xml"/></Relationships>
</file>

<file path=customXml/_rels/item46.xml.rels><?xml version="1.0" encoding="UTF-8" standalone="yes"?>
<Relationships xmlns="http://schemas.openxmlformats.org/package/2006/relationships"><Relationship Id="rId1" Type="http://schemas.openxmlformats.org/officeDocument/2006/relationships/customXmlProps" Target="itemProps46.xml"/></Relationships>
</file>

<file path=customXml/_rels/item47.xml.rels><?xml version="1.0" encoding="UTF-8" standalone="yes"?>
<Relationships xmlns="http://schemas.openxmlformats.org/package/2006/relationships"><Relationship Id="rId1" Type="http://schemas.openxmlformats.org/officeDocument/2006/relationships/customXmlProps" Target="itemProps47.xml"/></Relationships>
</file>

<file path=customXml/_rels/item48.xml.rels><?xml version="1.0" encoding="UTF-8" standalone="yes"?>
<Relationships xmlns="http://schemas.openxmlformats.org/package/2006/relationships"><Relationship Id="rId1" Type="http://schemas.openxmlformats.org/officeDocument/2006/relationships/customXmlProps" Target="itemProps48.xml"/></Relationships>
</file>

<file path=customXml/_rels/item49.xml.rels><?xml version="1.0" encoding="UTF-8" standalone="yes"?>
<Relationships xmlns="http://schemas.openxmlformats.org/package/2006/relationships"><Relationship Id="rId1" Type="http://schemas.openxmlformats.org/officeDocument/2006/relationships/customXmlProps" Target="itemProps49.xml"/></Relationships>
</file>

<file path=customXml/_rels/item50.xml.rels><?xml version="1.0" encoding="UTF-8" standalone="yes"?>
<Relationships xmlns="http://schemas.openxmlformats.org/package/2006/relationships"><Relationship Id="rId1" Type="http://schemas.openxmlformats.org/officeDocument/2006/relationships/customXmlProps" Target="itemProps50.xml"/></Relationships>
</file>

<file path=customXml/_rels/item51.xml.rels><?xml version="1.0" encoding="UTF-8" standalone="yes"?>
<Relationships xmlns="http://schemas.openxmlformats.org/package/2006/relationships"><Relationship Id="rId1" Type="http://schemas.openxmlformats.org/officeDocument/2006/relationships/customXmlProps" Target="itemProps51.xml"/></Relationships>
</file>

<file path=customXml/_rels/item52.xml.rels><?xml version="1.0" encoding="UTF-8" standalone="yes"?>
<Relationships xmlns="http://schemas.openxmlformats.org/package/2006/relationships"><Relationship Id="rId1" Type="http://schemas.openxmlformats.org/officeDocument/2006/relationships/customXmlProps" Target="itemProps52.xml"/></Relationships>
</file>

<file path=customXml/_rels/item53.xml.rels><?xml version="1.0" encoding="UTF-8" standalone="yes"?>
<Relationships xmlns="http://schemas.openxmlformats.org/package/2006/relationships"><Relationship Id="rId1" Type="http://schemas.openxmlformats.org/officeDocument/2006/relationships/customXmlProps" Target="itemProps53.xml"/></Relationships>
</file>

<file path=customXml/_rels/item54.xml.rels><?xml version="1.0" encoding="UTF-8" standalone="yes"?>
<Relationships xmlns="http://schemas.openxmlformats.org/package/2006/relationships"><Relationship Id="rId1" Type="http://schemas.openxmlformats.org/officeDocument/2006/relationships/customXmlProps" Target="itemProps54.xml"/></Relationships>
</file>

<file path=customXml/_rels/item55.xml.rels><?xml version="1.0" encoding="UTF-8" standalone="yes"?>
<Relationships xmlns="http://schemas.openxmlformats.org/package/2006/relationships"><Relationship Id="rId1" Type="http://schemas.openxmlformats.org/officeDocument/2006/relationships/customXmlProps" Target="itemProps55.xml"/></Relationships>
</file>

<file path=customXml/_rels/item56.xml.rels><?xml version="1.0" encoding="UTF-8" standalone="yes"?>
<Relationships xmlns="http://schemas.openxmlformats.org/package/2006/relationships"><Relationship Id="rId1" Type="http://schemas.openxmlformats.org/officeDocument/2006/relationships/customXmlProps" Target="itemProps56.xml"/></Relationships>
</file>

<file path=customXml/_rels/item57.xml.rels><?xml version="1.0" encoding="UTF-8" standalone="yes"?>
<Relationships xmlns="http://schemas.openxmlformats.org/package/2006/relationships"><Relationship Id="rId1" Type="http://schemas.openxmlformats.org/officeDocument/2006/relationships/customXmlProps" Target="itemProps57.xml"/></Relationships>
</file>

<file path=customXml/_rels/item58.xml.rels><?xml version="1.0" encoding="UTF-8" standalone="yes"?>
<Relationships xmlns="http://schemas.openxmlformats.org/package/2006/relationships"><Relationship Id="rId1" Type="http://schemas.openxmlformats.org/officeDocument/2006/relationships/customXmlProps" Target="itemProps58.xml"/></Relationships>
</file>

<file path=customXml/_rels/item59.xml.rels><?xml version="1.0" encoding="UTF-8" standalone="yes"?>
<Relationships xmlns="http://schemas.openxmlformats.org/package/2006/relationships"><Relationship Id="rId1" Type="http://schemas.openxmlformats.org/officeDocument/2006/relationships/customXmlProps" Target="itemProps59.xml"/></Relationships>
</file>

<file path=customXml/_rels/item60.xml.rels><?xml version="1.0" encoding="UTF-8" standalone="yes"?>
<Relationships xmlns="http://schemas.openxmlformats.org/package/2006/relationships"><Relationship Id="rId1" Type="http://schemas.openxmlformats.org/officeDocument/2006/relationships/customXmlProps" Target="itemProps60.xml"/></Relationships>
</file>

<file path=customXml/_rels/item61.xml.rels><?xml version="1.0" encoding="UTF-8" standalone="yes"?>
<Relationships xmlns="http://schemas.openxmlformats.org/package/2006/relationships"><Relationship Id="rId1" Type="http://schemas.openxmlformats.org/officeDocument/2006/relationships/customXmlProps" Target="itemProps61.xml"/></Relationships>
</file>

<file path=customXml/_rels/item62.xml.rels><?xml version="1.0" encoding="UTF-8" standalone="yes"?>
<Relationships xmlns="http://schemas.openxmlformats.org/package/2006/relationships"><Relationship Id="rId1" Type="http://schemas.openxmlformats.org/officeDocument/2006/relationships/customXmlProps" Target="itemProps62.xml"/></Relationships>
</file>

<file path=customXml/_rels/item63.xml.rels><?xml version="1.0" encoding="UTF-8" standalone="yes"?>
<Relationships xmlns="http://schemas.openxmlformats.org/package/2006/relationships"><Relationship Id="rId1" Type="http://schemas.openxmlformats.org/officeDocument/2006/relationships/customXmlProps" Target="itemProps63.xml"/></Relationships>
</file>

<file path=customXml/_rels/item64.xml.rels><?xml version="1.0" encoding="UTF-8" standalone="yes"?>
<Relationships xmlns="http://schemas.openxmlformats.org/package/2006/relationships"><Relationship Id="rId1" Type="http://schemas.openxmlformats.org/officeDocument/2006/relationships/customXmlProps" Target="itemProps64.xml"/></Relationships>
</file>

<file path=customXml/_rels/item65.xml.rels><?xml version="1.0" encoding="UTF-8" standalone="yes"?>
<Relationships xmlns="http://schemas.openxmlformats.org/package/2006/relationships"><Relationship Id="rId1" Type="http://schemas.openxmlformats.org/officeDocument/2006/relationships/customXmlProps" Target="itemProps65.xml"/></Relationships>
</file>

<file path=customXml/_rels/item66.xml.rels><?xml version="1.0" encoding="UTF-8" standalone="yes"?>
<Relationships xmlns="http://schemas.openxmlformats.org/package/2006/relationships"><Relationship Id="rId1" Type="http://schemas.openxmlformats.org/officeDocument/2006/relationships/customXmlProps" Target="itemProps66.xml"/></Relationships>
</file>

<file path=customXml/_rels/item67.xml.rels><?xml version="1.0" encoding="UTF-8" standalone="yes"?>
<Relationships xmlns="http://schemas.openxmlformats.org/package/2006/relationships"><Relationship Id="rId1" Type="http://schemas.openxmlformats.org/officeDocument/2006/relationships/customXmlProps" Target="itemProps67.xml"/></Relationships>
</file>

<file path=customXml/_rels/item68.xml.rels><?xml version="1.0" encoding="UTF-8" standalone="yes"?>
<Relationships xmlns="http://schemas.openxmlformats.org/package/2006/relationships"><Relationship Id="rId1" Type="http://schemas.openxmlformats.org/officeDocument/2006/relationships/customXmlProps" Target="itemProps68.xml"/></Relationships>
</file>

<file path=customXml/_rels/item69.xml.rels><?xml version="1.0" encoding="UTF-8" standalone="yes"?>
<Relationships xmlns="http://schemas.openxmlformats.org/package/2006/relationships"><Relationship Id="rId1" Type="http://schemas.openxmlformats.org/officeDocument/2006/relationships/customXmlProps" Target="itemProps69.xml"/></Relationships>
</file>

<file path=customXml/_rels/item70.xml.rels><?xml version="1.0" encoding="UTF-8" standalone="yes"?>
<Relationships xmlns="http://schemas.openxmlformats.org/package/2006/relationships"><Relationship Id="rId1" Type="http://schemas.openxmlformats.org/officeDocument/2006/relationships/customXmlProps" Target="itemProps70.xml"/></Relationships>
</file>

<file path=customXml/_rels/item71.xml.rels><?xml version="1.0" encoding="UTF-8" standalone="yes"?>
<Relationships xmlns="http://schemas.openxmlformats.org/package/2006/relationships"><Relationship Id="rId1" Type="http://schemas.openxmlformats.org/officeDocument/2006/relationships/customXmlProps" Target="itemProps71.xml"/></Relationships>
</file>

<file path=customXml/_rels/item72.xml.rels><?xml version="1.0" encoding="UTF-8" standalone="yes"?>
<Relationships xmlns="http://schemas.openxmlformats.org/package/2006/relationships"><Relationship Id="rId1" Type="http://schemas.openxmlformats.org/officeDocument/2006/relationships/customXmlProps" Target="itemProps72.xml"/></Relationships>
</file>

<file path=customXml/_rels/item73.xml.rels><?xml version="1.0" encoding="UTF-8" standalone="yes"?>
<Relationships xmlns="http://schemas.openxmlformats.org/package/2006/relationships"><Relationship Id="rId1" Type="http://schemas.openxmlformats.org/officeDocument/2006/relationships/customXmlProps" Target="itemProps73.xml"/></Relationships>
</file>

<file path=customXml/_rels/item74.xml.rels><?xml version="1.0" encoding="UTF-8" standalone="yes"?>
<Relationships xmlns="http://schemas.openxmlformats.org/package/2006/relationships"><Relationship Id="rId1" Type="http://schemas.openxmlformats.org/officeDocument/2006/relationships/customXmlProps" Target="itemProps74.xml"/></Relationships>
</file>

<file path=customXml/_rels/item75.xml.rels><?xml version="1.0" encoding="UTF-8" standalone="yes"?>
<Relationships xmlns="http://schemas.openxmlformats.org/package/2006/relationships"><Relationship Id="rId1" Type="http://schemas.openxmlformats.org/officeDocument/2006/relationships/customXmlProps" Target="itemProps75.xml"/></Relationships>
</file>

<file path=customXml/_rels/item76.xml.rels><?xml version="1.0" encoding="UTF-8" standalone="yes"?>
<Relationships xmlns="http://schemas.openxmlformats.org/package/2006/relationships"><Relationship Id="rId1" Type="http://schemas.openxmlformats.org/officeDocument/2006/relationships/customXmlProps" Target="itemProps76.xml"/></Relationships>
</file>

<file path=customXml/_rels/item77.xml.rels><?xml version="1.0" encoding="UTF-8" standalone="yes"?>
<Relationships xmlns="http://schemas.openxmlformats.org/package/2006/relationships"><Relationship Id="rId1" Type="http://schemas.openxmlformats.org/officeDocument/2006/relationships/customXmlProps" Target="itemProps77.xml"/></Relationships>
</file>

<file path=customXml/_rels/item78.xml.rels><?xml version="1.0" encoding="UTF-8" standalone="yes"?>
<Relationships xmlns="http://schemas.openxmlformats.org/package/2006/relationships"><Relationship Id="rId1" Type="http://schemas.openxmlformats.org/officeDocument/2006/relationships/customXmlProps" Target="itemProps78.xml"/></Relationships>
</file>

<file path=customXml/_rels/item79.xml.rels><?xml version="1.0" encoding="UTF-8" standalone="yes"?>
<Relationships xmlns="http://schemas.openxmlformats.org/package/2006/relationships"><Relationship Id="rId1" Type="http://schemas.openxmlformats.org/officeDocument/2006/relationships/customXmlProps" Target="itemProps79.xml"/></Relationships>
</file>

<file path=customXml/_rels/item80.xml.rels><?xml version="1.0" encoding="UTF-8" standalone="yes"?>
<Relationships xmlns="http://schemas.openxmlformats.org/package/2006/relationships"><Relationship Id="rId1" Type="http://schemas.openxmlformats.org/officeDocument/2006/relationships/customXmlProps" Target="itemProps80.xml"/></Relationships>
</file>

<file path=customXml/_rels/item81.xml.rels><?xml version="1.0" encoding="UTF-8" standalone="yes"?>
<Relationships xmlns="http://schemas.openxmlformats.org/package/2006/relationships"><Relationship Id="rId1" Type="http://schemas.openxmlformats.org/officeDocument/2006/relationships/customXmlProps" Target="itemProps81.xml"/></Relationships>
</file>

<file path=customXml/_rels/item82.xml.rels><?xml version="1.0" encoding="UTF-8" standalone="yes"?>
<Relationships xmlns="http://schemas.openxmlformats.org/package/2006/relationships"><Relationship Id="rId1" Type="http://schemas.openxmlformats.org/officeDocument/2006/relationships/customXmlProps" Target="itemProps82.xml"/></Relationships>
</file>

<file path=customXml/_rels/item83.xml.rels><?xml version="1.0" encoding="UTF-8" standalone="yes"?>
<Relationships xmlns="http://schemas.openxmlformats.org/package/2006/relationships"><Relationship Id="rId1" Type="http://schemas.openxmlformats.org/officeDocument/2006/relationships/customXmlProps" Target="itemProps83.xml"/></Relationships>
</file>

<file path=customXml/_rels/item84.xml.rels><?xml version="1.0" encoding="UTF-8" standalone="yes"?>
<Relationships xmlns="http://schemas.openxmlformats.org/package/2006/relationships"><Relationship Id="rId1" Type="http://schemas.openxmlformats.org/officeDocument/2006/relationships/customXmlProps" Target="itemProps84.xml"/></Relationships>
</file>

<file path=customXml/_rels/item85.xml.rels><?xml version="1.0" encoding="UTF-8" standalone="yes"?>
<Relationships xmlns="http://schemas.openxmlformats.org/package/2006/relationships"><Relationship Id="rId1" Type="http://schemas.openxmlformats.org/officeDocument/2006/relationships/customXmlProps" Target="itemProps85.xml"/></Relationships>
</file>

<file path=customXml/item1.xml><?xml version="1.0" encoding="utf-8"?>
<DcR_SlideID>15f83f09-dd34-42d6-b552-d01a2eb32272</DcR_SlideID>
</file>

<file path=customXml/item2.xml><?xml version="1.0" encoding="utf-8"?>
<DcR_SlideID>6377d116-8e33-40bc-a840-14ddc96bc234</DcR_SlideID>
</file>

<file path=customXml/item3.xml><?xml version="1.0" encoding="utf-8"?>
<DcR_SlideID>76e6e7bc-d4bd-47f5-878b-e4a68cf42658</DcR_SlideID>
</file>

<file path=customXml/item4.xml><?xml version="1.0" encoding="utf-8"?>
<DcR_SlideID>2d64b3c6-fc0b-4fbc-9361-aaefdaeb25a6</DcR_SlideID>
</file>

<file path=customXml/item5.xml><?xml version="1.0" encoding="utf-8"?>
<DcR_SlideID>8d71b8ef-aa58-4adc-8683-a5d3cfa0ae54</DcR_SlideID>
</file>

<file path=customXml/item6.xml><?xml version="1.0" encoding="utf-8"?>
<DcR_SlideID>2efacb76-a8e2-4d2c-aa3a-c74624002387</DcR_SlideID>
</file>

<file path=customXml/item7.xml><?xml version="1.0" encoding="utf-8"?>
<DcR_SlideID>8456929f-d7aa-4cc3-ab06-42fd130e7cc9</DcR_SlideID>
</file>

<file path=customXml/item8.xml><?xml version="1.0" encoding="utf-8"?>
<DcR_SlideID>26991bb2-dc02-4efb-936c-799b82583cb0</DcR_SlideID>
</file>

<file path=customXml/item9.xml><?xml version="1.0" encoding="utf-8"?>
<DcR_SlideID>088dc651-5dcb-496a-a07a-099e924daa80</DcR_SlideID>
</file>

<file path=customXml/item10.xml><?xml version="1.0" encoding="utf-8"?>
<DcR_SlideID>7c4fb5db-f00c-4f30-b29c-8409054ef1cf</DcR_SlideID>
</file>

<file path=customXml/item11.xml><?xml version="1.0" encoding="utf-8"?>
<DcR_SlideID>f38afe3e-04ea-4185-b651-88de8bb323e4</DcR_SlideID>
</file>

<file path=customXml/item12.xml><?xml version="1.0" encoding="utf-8"?>
<DcR_SlideID>a5baa868-3e18-4db4-a977-58431f5b76fd</DcR_SlideID>
</file>

<file path=customXml/item13.xml><?xml version="1.0" encoding="utf-8"?>
<DcR_SlideID>eb0318f9-b9b5-49db-a58b-e2567aa9029d</DcR_SlideID>
</file>

<file path=customXml/item14.xml><?xml version="1.0" encoding="utf-8"?>
<DcR_SlideID>560482a7-701e-4d5d-9f6f-5bd295656eca</DcR_SlideID>
</file>

<file path=customXml/item15.xml><?xml version="1.0" encoding="utf-8"?>
<DcR_SlideID>024ff4c2-ffef-4833-9c95-367ea1ab9e9d</DcR_SlideID>
</file>

<file path=customXml/item16.xml><?xml version="1.0" encoding="utf-8"?>
<DcR_SlideID>560482a7-701e-4d5d-9f6f-5bd295656eca</DcR_SlideID>
</file>

<file path=customXml/item17.xml><?xml version="1.0" encoding="utf-8"?>
<DcR_SlideID>f0f73109-811c-48fc-ae15-42b82fd19ada</DcR_SlideID>
</file>

<file path=customXml/item18.xml><?xml version="1.0" encoding="utf-8"?>
<DcR_SlideID>ef68ab37-e69e-4beb-ba5f-a3e44b927c6a</DcR_SlideID>
</file>

<file path=customXml/item19.xml><?xml version="1.0" encoding="utf-8"?>
<DcR_SlideID>4a0237b8-9af4-454e-b219-57c22fc720c7</DcR_SlideID>
</file>

<file path=customXml/item20.xml><?xml version="1.0" encoding="utf-8"?>
<DcR_SlideID>605e8651-ddcc-463e-a34f-e241ab55a048</DcR_SlideID>
</file>

<file path=customXml/item21.xml><?xml version="1.0" encoding="utf-8"?>
<DcR_SlideID>8d56bfa4-6e22-431e-af43-74899b68fc36</DcR_SlideID>
</file>

<file path=customXml/item22.xml><?xml version="1.0" encoding="utf-8"?>
<?mso-contentType ?>
<FormTemplates xmlns="http://schemas.microsoft.com/sharepoint/v3/contenttype/forms">
  <Display>DocumentLibraryForm</Display>
  <Edit>DocumentLibraryForm</Edit>
  <New>DocumentLibraryForm</New>
</FormTemplates>
</file>

<file path=customXml/item23.xml><?xml version="1.0" encoding="utf-8"?>
<DcR_SlideID>e23fb44d-7e6a-4c63-ab70-a87c485fd97c</DcR_SlideID>
</file>

<file path=customXml/item24.xml><?xml version="1.0" encoding="utf-8"?>
<DcR_SlideID>e4d733d2-340d-48bf-b1b9-1acc4092954c</DcR_SlideID>
</file>

<file path=customXml/item25.xml><?xml version="1.0" encoding="utf-8"?>
<DcR_SlideID>6e473e96-2f30-4368-b830-aa0f99f80420</DcR_SlideID>
</file>

<file path=customXml/item26.xml><?xml version="1.0" encoding="utf-8"?>
<DcR_SlideID>3e565345-07f5-46ef-bfdd-beffc8f5749f</DcR_SlideID>
</file>

<file path=customXml/item27.xml><?xml version="1.0" encoding="utf-8"?>
<DcR_SlideID>9aa557a5-5c22-4ee1-84c2-d77232d26171</DcR_SlideID>
</file>

<file path=customXml/item28.xml><?xml version="1.0" encoding="utf-8"?>
<DcR_SlideID>9155653c-3869-4be9-8126-4de379d6fbba</DcR_SlideID>
</file>

<file path=customXml/item29.xml><?xml version="1.0" encoding="utf-8"?>
<DcR_SlideID>91e37bb2-db43-4b83-8340-9e7c43569f7c</DcR_SlideID>
</file>

<file path=customXml/item30.xml><?xml version="1.0" encoding="utf-8"?>
<DcR_SlideID>455e40e0-73de-47ef-883c-51b4c3476355</DcR_SlideID>
</file>

<file path=customXml/item31.xml><?xml version="1.0" encoding="utf-8"?>
<DcR_SlideID>8669f1b8-a965-4f63-a24f-0ed4474f78e5</DcR_SlideID>
</file>

<file path=customXml/item32.xml><?xml version="1.0" encoding="utf-8"?>
<DcR_SlideID>ca994836-d03f-4f31-b4a4-fa3eb26c4336</DcR_SlideID>
</file>

<file path=customXml/item33.xml><?xml version="1.0" encoding="utf-8"?>
<DcR_SlideID>11d49bb0-c4a1-4b92-ba49-01eb6d1ea7a1</DcR_SlideID>
</file>

<file path=customXml/item34.xml><?xml version="1.0" encoding="utf-8"?>
<DcR_SlideID>c27ef728-214d-4baf-a639-43240708b71c</DcR_SlideID>
</file>

<file path=customXml/item35.xml><?xml version="1.0" encoding="utf-8"?>
<DcR_SlideID>045a706d-63fd-4c7a-9a9b-7c6c4f2662f3</DcR_SlideID>
</file>

<file path=customXml/item36.xml><?xml version="1.0" encoding="utf-8"?>
<DcR_SlideID>baf8290d-8fd5-420f-bbe2-47338d05f2eb</DcR_SlideID>
</file>

<file path=customXml/item37.xml><?xml version="1.0" encoding="utf-8"?>
<DcR_SlideID>0a897a73-dce1-4f30-aec3-6502ef6c66a2</DcR_SlideID>
</file>

<file path=customXml/item38.xml><?xml version="1.0" encoding="utf-8"?>
<DcR_SlideID>7ea39cfd-8b4f-44ad-9986-363e1e2cee8f</DcR_SlideID>
</file>

<file path=customXml/item39.xml><?xml version="1.0" encoding="utf-8"?>
<DcR_SlideID>4a529de1-1f0c-40a7-80ce-0a07e807d10c</DcR_SlideID>
</file>

<file path=customXml/item40.xml><?xml version="1.0" encoding="utf-8"?>
<DcR_SlideID>de91e884-67c3-4ec1-bf7c-7067e280ba86</DcR_SlideID>
</file>

<file path=customXml/item41.xml><?xml version="1.0" encoding="utf-8"?>
<p:properties xmlns:p="http://schemas.microsoft.com/office/2006/metadata/properties" xmlns:xsi="http://www.w3.org/2001/XMLSchema-instance" xmlns:pc="http://schemas.microsoft.com/office/infopath/2007/PartnerControls">
  <documentManagement/>
</p:properties>
</file>

<file path=customXml/item42.xml><?xml version="1.0" encoding="utf-8"?>
<DcR_SlideID>45975abf-03a1-490b-ba96-d1ba2ad5097b</DcR_SlideID>
</file>

<file path=customXml/item43.xml><?xml version="1.0" encoding="utf-8"?>
<DcR_SlideID>5d06722e-a78e-40ce-9d9f-bbd642395387</DcR_SlideID>
</file>

<file path=customXml/item44.xml><?xml version="1.0" encoding="utf-8"?>
<DcR_SlideID>61d867e7-4025-4a66-bcb0-f59abdf8c663</DcR_SlideID>
</file>

<file path=customXml/item45.xml><?xml version="1.0" encoding="utf-8"?>
<DcR_SlideID>066a85e9-6af3-4a41-9319-90bed4de5e2c</DcR_SlideID>
</file>

<file path=customXml/item46.xml><?xml version="1.0" encoding="utf-8"?>
<DcR_SlideID>5f65330d-f258-4545-add1-84bf6c3136e1</DcR_SlideID>
</file>

<file path=customXml/item47.xml><?xml version="1.0" encoding="utf-8"?>
<DcR_SlideID>40982000-935f-4e66-a455-91de7dafc5ea</DcR_SlideID>
</file>

<file path=customXml/item48.xml><?xml version="1.0" encoding="utf-8"?>
<DcR_SlideID>ccadf2ab-495e-4491-a517-59a60d54a7ca</DcR_SlideID>
</file>

<file path=customXml/item49.xml><?xml version="1.0" encoding="utf-8"?>
<DcR_SlideID>e9204be0-5cdf-4c8b-8f9d-f3c9d130858f</DcR_SlideID>
</file>

<file path=customXml/item50.xml><?xml version="1.0" encoding="utf-8"?>
<DcR_SlideID>3f568979-27c2-4be7-97e6-a817d181a6f0</DcR_SlideID>
</file>

<file path=customXml/item51.xml><?xml version="1.0" encoding="utf-8"?>
<DcR_SlideID>277d197f-febc-4fa1-b7d8-e2939b9e7df0</DcR_SlideID>
</file>

<file path=customXml/item52.xml><?xml version="1.0" encoding="utf-8"?>
<DcR_SlideID>974046b3-0933-45c4-a9c8-bca2511acc3c</DcR_SlideID>
</file>

<file path=customXml/item53.xml><?xml version="1.0" encoding="utf-8"?>
<DcR_SlideID>550bb712-8d3c-4d1c-924f-b36d15d72e44</DcR_SlideID>
</file>

<file path=customXml/item54.xml><?xml version="1.0" encoding="utf-8"?>
<DcR_SlideID>68e3034f-55d5-4099-ab3e-06d776d8357c</DcR_SlideID>
</file>

<file path=customXml/item55.xml><?xml version="1.0" encoding="utf-8"?>
<DcR_SlideID>f5f3fe8b-0a65-403e-a27b-d78704463530</DcR_SlideID>
</file>

<file path=customXml/item56.xml><?xml version="1.0" encoding="utf-8"?>
<DcR_SlideID>a5d55402-7f34-4b2b-a042-5ef012205d18</DcR_SlideID>
</file>

<file path=customXml/item57.xml><?xml version="1.0" encoding="utf-8"?>
<DcR_SlideID>beb1d825-b61f-4d9a-ada9-34afa6a10ac9</DcR_SlideID>
</file>

<file path=customXml/item58.xml><?xml version="1.0" encoding="utf-8"?>
<DcR_SlideID>11d49bb0-c4a1-4b92-ba49-01eb6d1ea7a1</DcR_SlideID>
</file>

<file path=customXml/item59.xml><?xml version="1.0" encoding="utf-8"?>
<DcR_SlideID>76706fb5-e91d-4345-a615-6bc54b34fa20</DcR_SlideID>
</file>

<file path=customXml/item60.xml><?xml version="1.0" encoding="utf-8"?>
<DcR_SlideID>91e37bb2-db43-4b83-8340-9e7c43569f7c</DcR_SlideID>
</file>

<file path=customXml/item61.xml><?xml version="1.0" encoding="utf-8"?>
<DcR_SlideID>374c00e8-1bcb-43c2-92f7-16c6f5fa4792</DcR_SlideID>
</file>

<file path=customXml/item62.xml><?xml version="1.0" encoding="utf-8"?>
<DcR_SlideID>75e23370-effd-48d6-bdb6-b8d90b827d62</DcR_SlideID>
</file>

<file path=customXml/item63.xml><?xml version="1.0" encoding="utf-8"?>
<DcR_SlideID>baf8290d-8fd5-420f-bbe2-47338d05f2eb</DcR_SlideID>
</file>

<file path=customXml/item64.xml><?xml version="1.0" encoding="utf-8"?>
<DcR_SlideID>bdc95d5e-893a-45bd-834c-5e7f0dad9845</DcR_SlideID>
</file>

<file path=customXml/item65.xml><?xml version="1.0" encoding="utf-8"?>
<DcR_SlideID>dadbddc5-9860-44e0-8d60-fedd18d9169d</DcR_SlideID>
</file>

<file path=customXml/item66.xml><?xml version="1.0" encoding="utf-8"?>
<DcR_SlideID>a46d45d3-24de-40cc-8547-d7636efabd47</DcR_SlideID>
</file>

<file path=customXml/item67.xml><?xml version="1.0" encoding="utf-8"?>
<DcR_SlideID>e1abaf51-0e8c-4ab8-913c-a8f52ae93d05</DcR_SlideID>
</file>

<file path=customXml/item68.xml><?xml version="1.0" encoding="utf-8"?>
<DcR_SlideID>0d788f03-ea5a-4c3b-851a-6b600d4b8921</DcR_SlideID>
</file>

<file path=customXml/item69.xml><?xml version="1.0" encoding="utf-8"?>
<DcR_SlideID>b5a83b57-ade3-430a-a071-4a2d6f973dc3</DcR_SlideID>
</file>

<file path=customXml/item70.xml><?xml version="1.0" encoding="utf-8"?>
<DcR_SlideID>7e13bfad-76ba-4c4c-975f-c645a868528a</DcR_SlideID>
</file>

<file path=customXml/item71.xml><?xml version="1.0" encoding="utf-8"?>
<DcR_SlideID>58c15fbc-6f24-4421-aa80-8fc498348c98</DcR_SlideID>
</file>

<file path=customXml/item72.xml><?xml version="1.0" encoding="utf-8"?>
<DcR_SlideID>64402d4a-befa-46b2-98b9-382956e8c436</DcR_SlideID>
</file>

<file path=customXml/item73.xml><?xml version="1.0" encoding="utf-8"?>
<DcR_SlideID>879d6bf7-21eb-4b64-b435-1c5599e8b07e</DcR_SlideID>
</file>

<file path=customXml/item74.xml><?xml version="1.0" encoding="utf-8"?>
<ct:contentTypeSchema xmlns:ct="http://schemas.microsoft.com/office/2006/metadata/contentType" xmlns:ma="http://schemas.microsoft.com/office/2006/metadata/properties/metaAttributes" ct:_="" ma:_="" ma:contentTypeName="Document" ma:contentTypeID="0x0101004C8F99CECA7E9F4393977E68B7D43D8B" ma:contentTypeVersion="10" ma:contentTypeDescription="Create a new document." ma:contentTypeScope="" ma:versionID="f1d1b9c63cedce269669e302c2801fe3">
  <xsd:schema xmlns:xsd="http://www.w3.org/2001/XMLSchema" xmlns:xs="http://www.w3.org/2001/XMLSchema" xmlns:p="http://schemas.microsoft.com/office/2006/metadata/properties" xmlns:ns2="ae753edc-97a5-423a-9125-bb6ccbcfe6fe" xmlns:ns3="6d3000be-06b8-41f6-b3f3-049d38370a81" targetNamespace="http://schemas.microsoft.com/office/2006/metadata/properties" ma:root="true" ma:fieldsID="4309bd6e50dd84d51eb42a877d7d1a5f" ns2:_="" ns3:_="">
    <xsd:import namespace="ae753edc-97a5-423a-9125-bb6ccbcfe6fe"/>
    <xsd:import namespace="6d3000be-06b8-41f6-b3f3-049d38370a81"/>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ObjectDetectorVersions" minOccurs="0"/>
                <xsd:element ref="ns2:MediaServiceGenerationTime" minOccurs="0"/>
                <xsd:element ref="ns2:MediaServiceEventHashCode" minOccurs="0"/>
                <xsd:element ref="ns2:MediaLengthInSeconds" minOccurs="0"/>
                <xsd:element ref="ns3:SharedWithUsers" minOccurs="0"/>
                <xsd:element ref="ns3:SharedWithDetail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e753edc-97a5-423a-9125-bb6ccbcfe6f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dexed="true" ma:internalName="MediaServiceDateTaken" ma:readOnly="true">
      <xsd:simpleType>
        <xsd:restriction base="dms:Text"/>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MediaServiceSearchProperties" ma:index="17"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d3000be-06b8-41f6-b3f3-049d38370a81" elementFormDefault="qualified">
    <xsd:import namespace="http://schemas.microsoft.com/office/2006/documentManagement/types"/>
    <xsd:import namespace="http://schemas.microsoft.com/office/infopath/2007/PartnerControls"/>
    <xsd:element name="SharedWithUsers" ma:index="15"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6"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75.xml><?xml version="1.0" encoding="utf-8"?>
<DcR_SlideID>98d13166-4b85-40f6-84f9-4284ce78e6a6</DcR_SlideID>
</file>

<file path=customXml/item76.xml><?xml version="1.0" encoding="utf-8"?>
<DcR_SlideID>91e37bb2-db43-4b83-8340-9e7c43569f7c</DcR_SlideID>
</file>

<file path=customXml/item77.xml><?xml version="1.0" encoding="utf-8"?>
<DcR_SlideID>3387b35d-0004-4028-b684-655fbbdfed69</DcR_SlideID>
</file>

<file path=customXml/item78.xml><?xml version="1.0" encoding="utf-8"?>
<DcR_SlideID>6c52e36e-ea87-4110-b17d-33fe3e736f37</DcR_SlideID>
</file>

<file path=customXml/item79.xml><?xml version="1.0" encoding="utf-8"?>
<DcR_SlideID>36285c1f-b2ff-41a7-b1c9-8f8d3b0fa02c</DcR_SlideID>
</file>

<file path=customXml/item80.xml><?xml version="1.0" encoding="utf-8"?>
<DcR_SlideID>82fa7461-d6dc-4e3b-a23f-d719697ac2d7</DcR_SlideID>
</file>

<file path=customXml/item81.xml><?xml version="1.0" encoding="utf-8"?>
<DcR_SlideID>48d89186-619c-402a-a507-03e34a68cdbb</DcR_SlideID>
</file>

<file path=customXml/item82.xml><?xml version="1.0" encoding="utf-8"?>
<DcR_SlideID>3db758d8-5141-457f-a8b3-a150dd316358</DcR_SlideID>
</file>

<file path=customXml/item83.xml><?xml version="1.0" encoding="utf-8"?>
<DcR_SlideID>c83a4a75-4a30-4fab-9c33-e6c38401ec48</DcR_SlideID>
</file>

<file path=customXml/item84.xml><?xml version="1.0" encoding="utf-8"?>
<DcR_SlideID>eb0318f9-b9b5-49db-a58b-e2567aa9029d</DcR_SlideID>
</file>

<file path=customXml/item85.xml><?xml version="1.0" encoding="utf-8"?>
<DcR_SlideID>859b3180-a69f-4119-90f7-4507fd82a24a</DcR_SlideID>
</file>

<file path=customXml/itemProps1.xml><?xml version="1.0" encoding="utf-8"?>
<ds:datastoreItem xmlns:ds="http://schemas.openxmlformats.org/officeDocument/2006/customXml" ds:itemID="{517B9EA2-62F7-41D2-85AD-D6CB7FC52F0B}">
  <ds:schemaRefs/>
</ds:datastoreItem>
</file>

<file path=customXml/itemProps2.xml><?xml version="1.0" encoding="utf-8"?>
<ds:datastoreItem xmlns:ds="http://schemas.openxmlformats.org/officeDocument/2006/customXml" ds:itemID="{9ADACB66-B8AC-4C72-90C2-A37D15839689}">
  <ds:schemaRefs/>
</ds:datastoreItem>
</file>

<file path=customXml/itemProps3.xml><?xml version="1.0" encoding="utf-8"?>
<ds:datastoreItem xmlns:ds="http://schemas.openxmlformats.org/officeDocument/2006/customXml" ds:itemID="{ED3DF368-7659-49AA-9340-80FFBB5E14A2}">
  <ds:schemaRefs/>
</ds:datastoreItem>
</file>

<file path=customXml/itemProps4.xml><?xml version="1.0" encoding="utf-8"?>
<ds:datastoreItem xmlns:ds="http://schemas.openxmlformats.org/officeDocument/2006/customXml" ds:itemID="{6F55CD16-55C9-4A5F-807F-D923C92BC6B2}">
  <ds:schemaRefs/>
</ds:datastoreItem>
</file>

<file path=customXml/itemProps5.xml><?xml version="1.0" encoding="utf-8"?>
<ds:datastoreItem xmlns:ds="http://schemas.openxmlformats.org/officeDocument/2006/customXml" ds:itemID="{E1A302C1-4F5F-4D44-B605-58BD4E5FA1B4}">
  <ds:schemaRefs/>
</ds:datastoreItem>
</file>

<file path=customXml/itemProps6.xml><?xml version="1.0" encoding="utf-8"?>
<ds:datastoreItem xmlns:ds="http://schemas.openxmlformats.org/officeDocument/2006/customXml" ds:itemID="{ABB12538-EE7B-402D-9FC8-1AFBA2DC77B1}">
  <ds:schemaRefs/>
</ds:datastoreItem>
</file>

<file path=customXml/itemProps7.xml><?xml version="1.0" encoding="utf-8"?>
<ds:datastoreItem xmlns:ds="http://schemas.openxmlformats.org/officeDocument/2006/customXml" ds:itemID="{D4C05687-3154-4863-A2B1-2194D8D82CDD}">
  <ds:schemaRefs/>
</ds:datastoreItem>
</file>

<file path=customXml/itemProps8.xml><?xml version="1.0" encoding="utf-8"?>
<ds:datastoreItem xmlns:ds="http://schemas.openxmlformats.org/officeDocument/2006/customXml" ds:itemID="{65B536B8-37C0-451E-A056-89B14FAA3217}">
  <ds:schemaRefs/>
</ds:datastoreItem>
</file>

<file path=customXml/itemProps9.xml><?xml version="1.0" encoding="utf-8"?>
<ds:datastoreItem xmlns:ds="http://schemas.openxmlformats.org/officeDocument/2006/customXml" ds:itemID="{67971D8E-8C31-4395-867B-EA6CD07AD86E}">
  <ds:schemaRefs/>
</ds:datastoreItem>
</file>

<file path=customXml/itemProps10.xml><?xml version="1.0" encoding="utf-8"?>
<ds:datastoreItem xmlns:ds="http://schemas.openxmlformats.org/officeDocument/2006/customXml" ds:itemID="{B6956DD3-1F1D-4B7E-B3CC-B06C737EA5CC}">
  <ds:schemaRefs/>
</ds:datastoreItem>
</file>

<file path=customXml/itemProps11.xml><?xml version="1.0" encoding="utf-8"?>
<ds:datastoreItem xmlns:ds="http://schemas.openxmlformats.org/officeDocument/2006/customXml" ds:itemID="{85DE36B2-5D00-43C7-85E1-042477EC026C}">
  <ds:schemaRefs/>
</ds:datastoreItem>
</file>

<file path=customXml/itemProps12.xml><?xml version="1.0" encoding="utf-8"?>
<ds:datastoreItem xmlns:ds="http://schemas.openxmlformats.org/officeDocument/2006/customXml" ds:itemID="{B4547808-1980-4B3F-BD81-119D71AAE8FA}">
  <ds:schemaRefs/>
</ds:datastoreItem>
</file>

<file path=customXml/itemProps13.xml><?xml version="1.0" encoding="utf-8"?>
<ds:datastoreItem xmlns:ds="http://schemas.openxmlformats.org/officeDocument/2006/customXml" ds:itemID="{3A568412-7572-4891-9F9E-ADE648B1EA14}">
  <ds:schemaRefs/>
</ds:datastoreItem>
</file>

<file path=customXml/itemProps14.xml><?xml version="1.0" encoding="utf-8"?>
<ds:datastoreItem xmlns:ds="http://schemas.openxmlformats.org/officeDocument/2006/customXml" ds:itemID="{89203B2B-B034-4ECC-9BC8-A87AA202FB92}">
  <ds:schemaRefs/>
</ds:datastoreItem>
</file>

<file path=customXml/itemProps15.xml><?xml version="1.0" encoding="utf-8"?>
<ds:datastoreItem xmlns:ds="http://schemas.openxmlformats.org/officeDocument/2006/customXml" ds:itemID="{C2F5E318-6AAD-41DF-8276-7527C46A4431}">
  <ds:schemaRefs/>
</ds:datastoreItem>
</file>

<file path=customXml/itemProps16.xml><?xml version="1.0" encoding="utf-8"?>
<ds:datastoreItem xmlns:ds="http://schemas.openxmlformats.org/officeDocument/2006/customXml" ds:itemID="{3AE063C3-426A-4DBF-BCD5-CD4FB70BD701}">
  <ds:schemaRefs/>
</ds:datastoreItem>
</file>

<file path=customXml/itemProps17.xml><?xml version="1.0" encoding="utf-8"?>
<ds:datastoreItem xmlns:ds="http://schemas.openxmlformats.org/officeDocument/2006/customXml" ds:itemID="{322D17D7-331A-45FD-B8BA-D96F84581AD6}">
  <ds:schemaRefs/>
</ds:datastoreItem>
</file>

<file path=customXml/itemProps18.xml><?xml version="1.0" encoding="utf-8"?>
<ds:datastoreItem xmlns:ds="http://schemas.openxmlformats.org/officeDocument/2006/customXml" ds:itemID="{B232FB66-1A3A-4CFA-92DC-F85E1CB56C8E}">
  <ds:schemaRefs/>
</ds:datastoreItem>
</file>

<file path=customXml/itemProps19.xml><?xml version="1.0" encoding="utf-8"?>
<ds:datastoreItem xmlns:ds="http://schemas.openxmlformats.org/officeDocument/2006/customXml" ds:itemID="{053C88E8-F55A-4FE0-9B85-3751C334A643}">
  <ds:schemaRefs/>
</ds:datastoreItem>
</file>

<file path=customXml/itemProps20.xml><?xml version="1.0" encoding="utf-8"?>
<ds:datastoreItem xmlns:ds="http://schemas.openxmlformats.org/officeDocument/2006/customXml" ds:itemID="{B3F993F2-F327-4F84-B0DC-0BA8E39804AE}">
  <ds:schemaRefs/>
</ds:datastoreItem>
</file>

<file path=customXml/itemProps21.xml><?xml version="1.0" encoding="utf-8"?>
<ds:datastoreItem xmlns:ds="http://schemas.openxmlformats.org/officeDocument/2006/customXml" ds:itemID="{2092AEE1-3A83-4FDB-81BA-211716297994}">
  <ds:schemaRefs/>
</ds:datastoreItem>
</file>

<file path=customXml/itemProps22.xml><?xml version="1.0" encoding="utf-8"?>
<ds:datastoreItem xmlns:ds="http://schemas.openxmlformats.org/officeDocument/2006/customXml" ds:itemID="{0C265105-FE1D-453C-BB54-B143C57411F1}">
  <ds:schemaRefs>
    <ds:schemaRef ds:uri="http://schemas.microsoft.com/sharepoint/v3/contenttype/forms"/>
  </ds:schemaRefs>
</ds:datastoreItem>
</file>

<file path=customXml/itemProps23.xml><?xml version="1.0" encoding="utf-8"?>
<ds:datastoreItem xmlns:ds="http://schemas.openxmlformats.org/officeDocument/2006/customXml" ds:itemID="{C0D457C1-586F-47A3-9610-D1C54351ED29}">
  <ds:schemaRefs/>
</ds:datastoreItem>
</file>

<file path=customXml/itemProps24.xml><?xml version="1.0" encoding="utf-8"?>
<ds:datastoreItem xmlns:ds="http://schemas.openxmlformats.org/officeDocument/2006/customXml" ds:itemID="{DC466469-5C5A-4B3E-AC35-04212D0B18C3}">
  <ds:schemaRefs/>
</ds:datastoreItem>
</file>

<file path=customXml/itemProps25.xml><?xml version="1.0" encoding="utf-8"?>
<ds:datastoreItem xmlns:ds="http://schemas.openxmlformats.org/officeDocument/2006/customXml" ds:itemID="{DDC551C9-BCD3-454A-AC2E-8D78B35E49D1}">
  <ds:schemaRefs/>
</ds:datastoreItem>
</file>

<file path=customXml/itemProps26.xml><?xml version="1.0" encoding="utf-8"?>
<ds:datastoreItem xmlns:ds="http://schemas.openxmlformats.org/officeDocument/2006/customXml" ds:itemID="{9B35E659-43D7-471F-9DA3-8F80B8BEC5C6}">
  <ds:schemaRefs/>
</ds:datastoreItem>
</file>

<file path=customXml/itemProps27.xml><?xml version="1.0" encoding="utf-8"?>
<ds:datastoreItem xmlns:ds="http://schemas.openxmlformats.org/officeDocument/2006/customXml" ds:itemID="{F456EB97-480F-41AA-8009-79D833245FFF}">
  <ds:schemaRefs/>
</ds:datastoreItem>
</file>

<file path=customXml/itemProps28.xml><?xml version="1.0" encoding="utf-8"?>
<ds:datastoreItem xmlns:ds="http://schemas.openxmlformats.org/officeDocument/2006/customXml" ds:itemID="{5C6CEADB-C672-4D2F-84C5-30ECFADC8DDE}">
  <ds:schemaRefs/>
</ds:datastoreItem>
</file>

<file path=customXml/itemProps29.xml><?xml version="1.0" encoding="utf-8"?>
<ds:datastoreItem xmlns:ds="http://schemas.openxmlformats.org/officeDocument/2006/customXml" ds:itemID="{60240314-E707-41DE-A04A-3BF5233760B7}">
  <ds:schemaRefs/>
</ds:datastoreItem>
</file>

<file path=customXml/itemProps30.xml><?xml version="1.0" encoding="utf-8"?>
<ds:datastoreItem xmlns:ds="http://schemas.openxmlformats.org/officeDocument/2006/customXml" ds:itemID="{BE5F23FB-5EF2-4DE7-B2B2-7E73A34F6B4B}">
  <ds:schemaRefs/>
</ds:datastoreItem>
</file>

<file path=customXml/itemProps31.xml><?xml version="1.0" encoding="utf-8"?>
<ds:datastoreItem xmlns:ds="http://schemas.openxmlformats.org/officeDocument/2006/customXml" ds:itemID="{7B989A6A-1247-4869-89B1-9C1950079C67}">
  <ds:schemaRefs/>
</ds:datastoreItem>
</file>

<file path=customXml/itemProps32.xml><?xml version="1.0" encoding="utf-8"?>
<ds:datastoreItem xmlns:ds="http://schemas.openxmlformats.org/officeDocument/2006/customXml" ds:itemID="{D4152817-A99A-4AEB-A438-7D67FC8245AB}">
  <ds:schemaRefs/>
</ds:datastoreItem>
</file>

<file path=customXml/itemProps33.xml><?xml version="1.0" encoding="utf-8"?>
<ds:datastoreItem xmlns:ds="http://schemas.openxmlformats.org/officeDocument/2006/customXml" ds:itemID="{6D08C2E7-9C77-4698-8559-1CABC280D007}">
  <ds:schemaRefs/>
</ds:datastoreItem>
</file>

<file path=customXml/itemProps34.xml><?xml version="1.0" encoding="utf-8"?>
<ds:datastoreItem xmlns:ds="http://schemas.openxmlformats.org/officeDocument/2006/customXml" ds:itemID="{DF51AED5-CD86-45FF-8EF3-F824FA556027}">
  <ds:schemaRefs/>
</ds:datastoreItem>
</file>

<file path=customXml/itemProps35.xml><?xml version="1.0" encoding="utf-8"?>
<ds:datastoreItem xmlns:ds="http://schemas.openxmlformats.org/officeDocument/2006/customXml" ds:itemID="{49348021-A216-4C20-992D-F711A8AA8E0A}">
  <ds:schemaRefs/>
</ds:datastoreItem>
</file>

<file path=customXml/itemProps36.xml><?xml version="1.0" encoding="utf-8"?>
<ds:datastoreItem xmlns:ds="http://schemas.openxmlformats.org/officeDocument/2006/customXml" ds:itemID="{499EBCB0-A06F-4DEA-B67E-A14E000B4FA8}">
  <ds:schemaRefs/>
</ds:datastoreItem>
</file>

<file path=customXml/itemProps37.xml><?xml version="1.0" encoding="utf-8"?>
<ds:datastoreItem xmlns:ds="http://schemas.openxmlformats.org/officeDocument/2006/customXml" ds:itemID="{E087C407-0EFC-4486-9991-2601F5E58EFF}">
  <ds:schemaRefs/>
</ds:datastoreItem>
</file>

<file path=customXml/itemProps38.xml><?xml version="1.0" encoding="utf-8"?>
<ds:datastoreItem xmlns:ds="http://schemas.openxmlformats.org/officeDocument/2006/customXml" ds:itemID="{1B8F1C73-AAD5-451A-9F6A-69148AC59C12}">
  <ds:schemaRefs/>
</ds:datastoreItem>
</file>

<file path=customXml/itemProps39.xml><?xml version="1.0" encoding="utf-8"?>
<ds:datastoreItem xmlns:ds="http://schemas.openxmlformats.org/officeDocument/2006/customXml" ds:itemID="{0C850E20-D357-4B9A-BC20-BB840C34FFC9}">
  <ds:schemaRefs/>
</ds:datastoreItem>
</file>

<file path=customXml/itemProps40.xml><?xml version="1.0" encoding="utf-8"?>
<ds:datastoreItem xmlns:ds="http://schemas.openxmlformats.org/officeDocument/2006/customXml" ds:itemID="{6B98A663-942E-418A-8E7B-2159A65E6FEC}">
  <ds:schemaRefs/>
</ds:datastoreItem>
</file>

<file path=customXml/itemProps41.xml><?xml version="1.0" encoding="utf-8"?>
<ds:datastoreItem xmlns:ds="http://schemas.openxmlformats.org/officeDocument/2006/customXml" ds:itemID="{FA758F2C-2961-4F3E-AF6C-A7AAF8C806B2}">
  <ds:schemaRefs>
    <ds:schemaRef ds:uri="6d3000be-06b8-41f6-b3f3-049d38370a81"/>
    <ds:schemaRef ds:uri="ae753edc-97a5-423a-9125-bb6ccbcfe6fe"/>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42.xml><?xml version="1.0" encoding="utf-8"?>
<ds:datastoreItem xmlns:ds="http://schemas.openxmlformats.org/officeDocument/2006/customXml" ds:itemID="{903FEC96-7416-4921-8BAE-B94E358AEA81}">
  <ds:schemaRefs/>
</ds:datastoreItem>
</file>

<file path=customXml/itemProps43.xml><?xml version="1.0" encoding="utf-8"?>
<ds:datastoreItem xmlns:ds="http://schemas.openxmlformats.org/officeDocument/2006/customXml" ds:itemID="{03695B69-7935-4728-8589-CDB8F04ED17B}">
  <ds:schemaRefs/>
</ds:datastoreItem>
</file>

<file path=customXml/itemProps44.xml><?xml version="1.0" encoding="utf-8"?>
<ds:datastoreItem xmlns:ds="http://schemas.openxmlformats.org/officeDocument/2006/customXml" ds:itemID="{11F24A3F-06E1-4136-AC7D-B11437C3F65D}">
  <ds:schemaRefs/>
</ds:datastoreItem>
</file>

<file path=customXml/itemProps45.xml><?xml version="1.0" encoding="utf-8"?>
<ds:datastoreItem xmlns:ds="http://schemas.openxmlformats.org/officeDocument/2006/customXml" ds:itemID="{83968722-08D6-4E2D-8AEF-2B09CC6730C5}">
  <ds:schemaRefs/>
</ds:datastoreItem>
</file>

<file path=customXml/itemProps46.xml><?xml version="1.0" encoding="utf-8"?>
<ds:datastoreItem xmlns:ds="http://schemas.openxmlformats.org/officeDocument/2006/customXml" ds:itemID="{F57C11C3-8F44-4795-85F1-7985674C2089}">
  <ds:schemaRefs/>
</ds:datastoreItem>
</file>

<file path=customXml/itemProps47.xml><?xml version="1.0" encoding="utf-8"?>
<ds:datastoreItem xmlns:ds="http://schemas.openxmlformats.org/officeDocument/2006/customXml" ds:itemID="{95E3FC80-DAAA-4F3F-88FC-E2FD06132048}">
  <ds:schemaRefs/>
</ds:datastoreItem>
</file>

<file path=customXml/itemProps48.xml><?xml version="1.0" encoding="utf-8"?>
<ds:datastoreItem xmlns:ds="http://schemas.openxmlformats.org/officeDocument/2006/customXml" ds:itemID="{B4921C5F-7469-4692-B894-4C57AAE05470}">
  <ds:schemaRefs/>
</ds:datastoreItem>
</file>

<file path=customXml/itemProps49.xml><?xml version="1.0" encoding="utf-8"?>
<ds:datastoreItem xmlns:ds="http://schemas.openxmlformats.org/officeDocument/2006/customXml" ds:itemID="{7EE85E1D-BD83-4B48-A9E8-9C187AB7C698}">
  <ds:schemaRefs/>
</ds:datastoreItem>
</file>

<file path=customXml/itemProps50.xml><?xml version="1.0" encoding="utf-8"?>
<ds:datastoreItem xmlns:ds="http://schemas.openxmlformats.org/officeDocument/2006/customXml" ds:itemID="{EB231EFA-5C2C-4667-8823-5FF86E0BDDBF}">
  <ds:schemaRefs/>
</ds:datastoreItem>
</file>

<file path=customXml/itemProps51.xml><?xml version="1.0" encoding="utf-8"?>
<ds:datastoreItem xmlns:ds="http://schemas.openxmlformats.org/officeDocument/2006/customXml" ds:itemID="{B68C8142-C3D6-4A61-88C3-FACAE10D4B29}">
  <ds:schemaRefs/>
</ds:datastoreItem>
</file>

<file path=customXml/itemProps52.xml><?xml version="1.0" encoding="utf-8"?>
<ds:datastoreItem xmlns:ds="http://schemas.openxmlformats.org/officeDocument/2006/customXml" ds:itemID="{7FD25DE2-809C-4CDC-ADC8-2C92AF1C104E}">
  <ds:schemaRefs/>
</ds:datastoreItem>
</file>

<file path=customXml/itemProps53.xml><?xml version="1.0" encoding="utf-8"?>
<ds:datastoreItem xmlns:ds="http://schemas.openxmlformats.org/officeDocument/2006/customXml" ds:itemID="{A74E75F8-1934-4B15-A0D6-8914B0F2E5B9}">
  <ds:schemaRefs/>
</ds:datastoreItem>
</file>

<file path=customXml/itemProps54.xml><?xml version="1.0" encoding="utf-8"?>
<ds:datastoreItem xmlns:ds="http://schemas.openxmlformats.org/officeDocument/2006/customXml" ds:itemID="{618B08D2-9F0B-4C57-A8AA-D8B2589BBD94}">
  <ds:schemaRefs/>
</ds:datastoreItem>
</file>

<file path=customXml/itemProps55.xml><?xml version="1.0" encoding="utf-8"?>
<ds:datastoreItem xmlns:ds="http://schemas.openxmlformats.org/officeDocument/2006/customXml" ds:itemID="{53EA6D08-F8F9-4909-8F0A-05B7DB7C7DAA}">
  <ds:schemaRefs/>
</ds:datastoreItem>
</file>

<file path=customXml/itemProps56.xml><?xml version="1.0" encoding="utf-8"?>
<ds:datastoreItem xmlns:ds="http://schemas.openxmlformats.org/officeDocument/2006/customXml" ds:itemID="{32BBF07E-AA10-4F2A-B7AD-975E50BF9311}">
  <ds:schemaRefs/>
</ds:datastoreItem>
</file>

<file path=customXml/itemProps57.xml><?xml version="1.0" encoding="utf-8"?>
<ds:datastoreItem xmlns:ds="http://schemas.openxmlformats.org/officeDocument/2006/customXml" ds:itemID="{A8A2A36A-3D65-4481-95FC-B4FC5686CAAB}">
  <ds:schemaRefs/>
</ds:datastoreItem>
</file>

<file path=customXml/itemProps58.xml><?xml version="1.0" encoding="utf-8"?>
<ds:datastoreItem xmlns:ds="http://schemas.openxmlformats.org/officeDocument/2006/customXml" ds:itemID="{291F83D5-23EC-4429-834D-9626953ABB54}">
  <ds:schemaRefs/>
</ds:datastoreItem>
</file>

<file path=customXml/itemProps59.xml><?xml version="1.0" encoding="utf-8"?>
<ds:datastoreItem xmlns:ds="http://schemas.openxmlformats.org/officeDocument/2006/customXml" ds:itemID="{0F4B206E-6816-41AD-94C2-94C24FB765A6}">
  <ds:schemaRefs/>
</ds:datastoreItem>
</file>

<file path=customXml/itemProps60.xml><?xml version="1.0" encoding="utf-8"?>
<ds:datastoreItem xmlns:ds="http://schemas.openxmlformats.org/officeDocument/2006/customXml" ds:itemID="{9420820F-F7B0-46B0-84DA-398BC8250BAE}">
  <ds:schemaRefs/>
</ds:datastoreItem>
</file>

<file path=customXml/itemProps61.xml><?xml version="1.0" encoding="utf-8"?>
<ds:datastoreItem xmlns:ds="http://schemas.openxmlformats.org/officeDocument/2006/customXml" ds:itemID="{39171258-20F7-4FA1-840A-B621D6AC2CCF}">
  <ds:schemaRefs/>
</ds:datastoreItem>
</file>

<file path=customXml/itemProps62.xml><?xml version="1.0" encoding="utf-8"?>
<ds:datastoreItem xmlns:ds="http://schemas.openxmlformats.org/officeDocument/2006/customXml" ds:itemID="{B49FFA31-D5AA-467D-AA92-B8E3102B6E4E}">
  <ds:schemaRefs/>
</ds:datastoreItem>
</file>

<file path=customXml/itemProps63.xml><?xml version="1.0" encoding="utf-8"?>
<ds:datastoreItem xmlns:ds="http://schemas.openxmlformats.org/officeDocument/2006/customXml" ds:itemID="{D99A6D98-6CF0-458C-8775-F25E02BCAB80}">
  <ds:schemaRefs/>
</ds:datastoreItem>
</file>

<file path=customXml/itemProps64.xml><?xml version="1.0" encoding="utf-8"?>
<ds:datastoreItem xmlns:ds="http://schemas.openxmlformats.org/officeDocument/2006/customXml" ds:itemID="{C8B4D6A2-AC7E-4745-A8C9-E317C2063178}">
  <ds:schemaRefs/>
</ds:datastoreItem>
</file>

<file path=customXml/itemProps65.xml><?xml version="1.0" encoding="utf-8"?>
<ds:datastoreItem xmlns:ds="http://schemas.openxmlformats.org/officeDocument/2006/customXml" ds:itemID="{EA5EBAEB-33A0-490D-AF6A-7C00EDB3B946}">
  <ds:schemaRefs/>
</ds:datastoreItem>
</file>

<file path=customXml/itemProps66.xml><?xml version="1.0" encoding="utf-8"?>
<ds:datastoreItem xmlns:ds="http://schemas.openxmlformats.org/officeDocument/2006/customXml" ds:itemID="{FD0335CD-E87D-47FE-B61B-1CA2EB2463B2}">
  <ds:schemaRefs/>
</ds:datastoreItem>
</file>

<file path=customXml/itemProps67.xml><?xml version="1.0" encoding="utf-8"?>
<ds:datastoreItem xmlns:ds="http://schemas.openxmlformats.org/officeDocument/2006/customXml" ds:itemID="{6D234291-90D4-4D59-A780-427902FF9922}">
  <ds:schemaRefs/>
</ds:datastoreItem>
</file>

<file path=customXml/itemProps68.xml><?xml version="1.0" encoding="utf-8"?>
<ds:datastoreItem xmlns:ds="http://schemas.openxmlformats.org/officeDocument/2006/customXml" ds:itemID="{D9C57682-72B9-4618-9DB0-2A4298831D6E}">
  <ds:schemaRefs/>
</ds:datastoreItem>
</file>

<file path=customXml/itemProps69.xml><?xml version="1.0" encoding="utf-8"?>
<ds:datastoreItem xmlns:ds="http://schemas.openxmlformats.org/officeDocument/2006/customXml" ds:itemID="{8CCD2BCD-377B-42B8-86D1-068887D5D67F}">
  <ds:schemaRefs/>
</ds:datastoreItem>
</file>

<file path=customXml/itemProps70.xml><?xml version="1.0" encoding="utf-8"?>
<ds:datastoreItem xmlns:ds="http://schemas.openxmlformats.org/officeDocument/2006/customXml" ds:itemID="{C3C6A64D-4E0C-42F4-AB0B-A99E901C5022}">
  <ds:schemaRefs/>
</ds:datastoreItem>
</file>

<file path=customXml/itemProps71.xml><?xml version="1.0" encoding="utf-8"?>
<ds:datastoreItem xmlns:ds="http://schemas.openxmlformats.org/officeDocument/2006/customXml" ds:itemID="{685E8371-2A64-45D5-8F75-217A83C48981}">
  <ds:schemaRefs/>
</ds:datastoreItem>
</file>

<file path=customXml/itemProps72.xml><?xml version="1.0" encoding="utf-8"?>
<ds:datastoreItem xmlns:ds="http://schemas.openxmlformats.org/officeDocument/2006/customXml" ds:itemID="{DB8922E2-423C-41D5-9C7D-54EED81D7DE7}">
  <ds:schemaRefs/>
</ds:datastoreItem>
</file>

<file path=customXml/itemProps73.xml><?xml version="1.0" encoding="utf-8"?>
<ds:datastoreItem xmlns:ds="http://schemas.openxmlformats.org/officeDocument/2006/customXml" ds:itemID="{974BD30B-318E-4B03-A772-CE78A264E06F}">
  <ds:schemaRefs/>
</ds:datastoreItem>
</file>

<file path=customXml/itemProps74.xml><?xml version="1.0" encoding="utf-8"?>
<ds:datastoreItem xmlns:ds="http://schemas.openxmlformats.org/officeDocument/2006/customXml" ds:itemID="{6C793A52-276A-4E42-A974-7F89F132C6FB}">
  <ds:schemaRefs>
    <ds:schemaRef ds:uri="6d3000be-06b8-41f6-b3f3-049d38370a81"/>
    <ds:schemaRef ds:uri="ae753edc-97a5-423a-9125-bb6ccbcfe6fe"/>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75.xml><?xml version="1.0" encoding="utf-8"?>
<ds:datastoreItem xmlns:ds="http://schemas.openxmlformats.org/officeDocument/2006/customXml" ds:itemID="{63C942AB-1556-49DB-93C5-2413F1CCEC9C}">
  <ds:schemaRefs/>
</ds:datastoreItem>
</file>

<file path=customXml/itemProps76.xml><?xml version="1.0" encoding="utf-8"?>
<ds:datastoreItem xmlns:ds="http://schemas.openxmlformats.org/officeDocument/2006/customXml" ds:itemID="{56D5EB55-8591-4569-8F02-C7B690E704E5}">
  <ds:schemaRefs/>
</ds:datastoreItem>
</file>

<file path=customXml/itemProps77.xml><?xml version="1.0" encoding="utf-8"?>
<ds:datastoreItem xmlns:ds="http://schemas.openxmlformats.org/officeDocument/2006/customXml" ds:itemID="{C42F474B-BD85-4BE1-982E-5FB04FFCEA35}">
  <ds:schemaRefs/>
</ds:datastoreItem>
</file>

<file path=customXml/itemProps78.xml><?xml version="1.0" encoding="utf-8"?>
<ds:datastoreItem xmlns:ds="http://schemas.openxmlformats.org/officeDocument/2006/customXml" ds:itemID="{71CC6EE3-1033-4CF8-8F4A-D47048622966}">
  <ds:schemaRefs/>
</ds:datastoreItem>
</file>

<file path=customXml/itemProps79.xml><?xml version="1.0" encoding="utf-8"?>
<ds:datastoreItem xmlns:ds="http://schemas.openxmlformats.org/officeDocument/2006/customXml" ds:itemID="{2AEF05AD-3E34-47DA-BE22-434A7E06AE54}">
  <ds:schemaRefs/>
</ds:datastoreItem>
</file>

<file path=customXml/itemProps80.xml><?xml version="1.0" encoding="utf-8"?>
<ds:datastoreItem xmlns:ds="http://schemas.openxmlformats.org/officeDocument/2006/customXml" ds:itemID="{A4D7D0D6-BF78-46DD-8DB2-F82FCDC3438F}">
  <ds:schemaRefs/>
</ds:datastoreItem>
</file>

<file path=customXml/itemProps81.xml><?xml version="1.0" encoding="utf-8"?>
<ds:datastoreItem xmlns:ds="http://schemas.openxmlformats.org/officeDocument/2006/customXml" ds:itemID="{14A410D7-0C7C-4830-80A8-A1E083DC5CE3}">
  <ds:schemaRefs/>
</ds:datastoreItem>
</file>

<file path=customXml/itemProps82.xml><?xml version="1.0" encoding="utf-8"?>
<ds:datastoreItem xmlns:ds="http://schemas.openxmlformats.org/officeDocument/2006/customXml" ds:itemID="{CD9FC7C6-FD9C-40F1-BD8C-60206044B98C}">
  <ds:schemaRefs/>
</ds:datastoreItem>
</file>

<file path=customXml/itemProps83.xml><?xml version="1.0" encoding="utf-8"?>
<ds:datastoreItem xmlns:ds="http://schemas.openxmlformats.org/officeDocument/2006/customXml" ds:itemID="{AF15E79C-0626-421A-B92D-CEF73E7AFCA0}">
  <ds:schemaRefs/>
</ds:datastoreItem>
</file>

<file path=customXml/itemProps84.xml><?xml version="1.0" encoding="utf-8"?>
<ds:datastoreItem xmlns:ds="http://schemas.openxmlformats.org/officeDocument/2006/customXml" ds:itemID="{0449BC8D-26AB-457E-ABDF-D0EEF13D5537}">
  <ds:schemaRefs/>
</ds:datastoreItem>
</file>

<file path=customXml/itemProps85.xml><?xml version="1.0" encoding="utf-8"?>
<ds:datastoreItem xmlns:ds="http://schemas.openxmlformats.org/officeDocument/2006/customXml" ds:itemID="{4D86B67B-1202-4DD5-B2F3-E05AF4631090}">
  <ds:schemaRefs/>
</ds:datastoreItem>
</file>

<file path=docProps/app.xml><?xml version="1.0" encoding="utf-8"?>
<Properties xmlns="http://schemas.openxmlformats.org/officeDocument/2006/extended-properties" xmlns:vt="http://schemas.openxmlformats.org/officeDocument/2006/docPropsVTypes">
  <Template>Retrospect</Template>
  <Application>Microsoft Office PowerPoint</Application>
  <PresentationFormat>Widescreen</PresentationFormat>
  <Slides>51</Slides>
  <Notes>27</Notes>
  <HiddenSlides>0</HiddenSlides>
  <ScaleCrop>false</ScaleCrop>
  <HeadingPairs>
    <vt:vector size="4" baseType="variant">
      <vt:variant>
        <vt:lpstr>Theme</vt:lpstr>
      </vt:variant>
      <vt:variant>
        <vt:i4>1</vt:i4>
      </vt:variant>
      <vt:variant>
        <vt:lpstr>Slide Titles</vt:lpstr>
      </vt:variant>
      <vt:variant>
        <vt:i4>51</vt:i4>
      </vt:variant>
    </vt:vector>
  </HeadingPairs>
  <TitlesOfParts>
    <vt:vector size="52" baseType="lpstr">
      <vt:lpstr>PwC Slide Master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Company>PricewaterhouseCoopers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Price Waterhouse &amp; Co LLP</dc:creator>
  <cp:revision>10</cp:revision>
  <cp:lastPrinted>2025-11-21T08:34:31Z</cp:lastPrinted>
  <dcterms:created xsi:type="dcterms:W3CDTF">2025-08-01T04:10:20Z</dcterms:created>
  <dcterms:modified xsi:type="dcterms:W3CDTF">2026-03-05T12:19:48Z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0x0101004C8F99CECA7E9F4393977E68B7D43D8B</vt:lpwstr>
  </property>
</Properties>
</file>