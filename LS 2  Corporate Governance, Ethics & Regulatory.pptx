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67"/>
  </p:sldMasterIdLst>
  <p:notesMasterIdLst>
    <p:notesMasterId r:id="rId123"/>
  </p:notesMasterIdLst>
  <p:sldIdLst>
    <p:sldId id="2147471611" r:id="rId68"/>
    <p:sldId id="278" r:id="rId69"/>
    <p:sldId id="2147483645" r:id="rId70"/>
    <p:sldId id="293" r:id="rId71"/>
    <p:sldId id="290" r:id="rId72"/>
    <p:sldId id="263" r:id="rId73"/>
    <p:sldId id="285" r:id="rId74"/>
    <p:sldId id="271" r:id="rId75"/>
    <p:sldId id="287" r:id="rId76"/>
    <p:sldId id="288" r:id="rId77"/>
    <p:sldId id="2147483646" r:id="rId78"/>
    <p:sldId id="2147471612" r:id="rId79"/>
    <p:sldId id="261" r:id="rId80"/>
    <p:sldId id="277" r:id="rId81"/>
    <p:sldId id="273" r:id="rId82"/>
    <p:sldId id="281" r:id="rId83"/>
    <p:sldId id="266" r:id="rId84"/>
    <p:sldId id="272" r:id="rId85"/>
    <p:sldId id="282" r:id="rId86"/>
    <p:sldId id="267" r:id="rId87"/>
    <p:sldId id="274" r:id="rId88"/>
    <p:sldId id="265" r:id="rId89"/>
    <p:sldId id="286" r:id="rId90"/>
    <p:sldId id="283" r:id="rId91"/>
    <p:sldId id="279" r:id="rId92"/>
    <p:sldId id="298" r:id="rId93"/>
    <p:sldId id="294" r:id="rId94"/>
    <p:sldId id="2147471704" r:id="rId95"/>
    <p:sldId id="306" r:id="rId96"/>
    <p:sldId id="305" r:id="rId97"/>
    <p:sldId id="300" r:id="rId98"/>
    <p:sldId id="307" r:id="rId99"/>
    <p:sldId id="258" r:id="rId100"/>
    <p:sldId id="303" r:id="rId101"/>
    <p:sldId id="308" r:id="rId102"/>
    <p:sldId id="2147471647" r:id="rId103"/>
    <p:sldId id="2147471570" r:id="rId104"/>
    <p:sldId id="2147483647" r:id="rId105"/>
    <p:sldId id="276" r:id="rId106"/>
    <p:sldId id="280" r:id="rId107"/>
    <p:sldId id="256" r:id="rId108"/>
    <p:sldId id="275" r:id="rId109"/>
    <p:sldId id="299" r:id="rId110"/>
    <p:sldId id="259" r:id="rId111"/>
    <p:sldId id="268" r:id="rId112"/>
    <p:sldId id="315" r:id="rId113"/>
    <p:sldId id="2147471550" r:id="rId114"/>
    <p:sldId id="301" r:id="rId115"/>
    <p:sldId id="264" r:id="rId116"/>
    <p:sldId id="284" r:id="rId117"/>
    <p:sldId id="316" r:id="rId118"/>
    <p:sldId id="2147471632" r:id="rId119"/>
    <p:sldId id="2147471609" r:id="rId120"/>
    <p:sldId id="312" r:id="rId121"/>
    <p:sldId id="302" r:id="rId122"/>
  </p:sldIdLst>
  <p:sldSz cx="12192000" cy="6858000"/>
  <p:notesSz cx="6858000" cy="9144000"/>
  <p:custDataLst>
    <p:custData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166CF27-23F0-53FD-3E3C-AB020C27C656}" name="SHUBHRA SHAILEE" initials="SS" userId="S::shubhra.shailee@upgrad.com::8fcda783-5efe-4a10-869a-4174ce681021" providerId="AD"/>
  <p188:author id="{70993AB0-34E7-2FF4-2489-F29C3C9BBD15}" name="Price Waterhouse &amp; Co LLP" initials="Pw" userId="Price Waterhouse &amp; Co LLP" providerId="None"/>
  <p188:author id="{16B53BC3-5421-4B11-A1D9-4D8734846A58}" name="Pragya Sood" initials="PS" userId="S::pragya.sood_upgrad.com#ext#@pwc.onmicrosoft.com::04d37a34-07a1-42fc-a6c7-8931e8e2d466" providerId="AD"/>
  <p188:author id="{56B16AE1-A54E-EBFC-252E-01C1A51D74A8}" name="Yoshita Sharma (IN)" initials="" userId="S::yoshita.sharma@pwc.com::6d8006f1-f2cf-469b-ae87-e1d4c7b2742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EDEB"/>
    <a:srgbClr val="FEB9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05943CB-6F42-4776-B506-94E284F2829C}">
  <a:tblStyle styleId="{605943CB-6F42-4776-B506-94E284F2829C}" styleName="Brand Table 1">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noFill/>
        </a:fill>
      </a:tcStyle>
    </a:firstRow>
  </a:tblStyle>
  <a:tblStyle styleId="{8DE8A128-FD69-4F98-BC96-439F510B2832}" styleName="Brand Table 2">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noFill/>
        </a:fill>
      </a:tcStyle>
    </a:firstRow>
  </a:tblStyle>
  <a:tblStyle styleId="{B56CA0EE-1E45-4AA6-A82B-0F5650326712}" styleName="Brand Table 3">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solidFill>
            <a:schemeClr val="bg1">
              <a:lumMod val="95000"/>
            </a:schemeClr>
          </a:solidFill>
        </a:fill>
      </a:tcStyle>
    </a:firstRow>
  </a:tblStyle>
  <a:tblStyle styleId="{B2FE71AF-C406-42DD-AC2B-C6103619A3FC}" styleName="Brand Table 4">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solidFill>
            <a:schemeClr val="bg1">
              <a:lumMod val="95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50.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customXml" Target="../customXml/item47.xml"/><Relationship Id="rId63" Type="http://schemas.openxmlformats.org/officeDocument/2006/relationships/customXml" Target="../customXml/item63.xml"/><Relationship Id="rId68" Type="http://schemas.openxmlformats.org/officeDocument/2006/relationships/slide" Target="slides/slide1.xml"/><Relationship Id="rId84" Type="http://schemas.openxmlformats.org/officeDocument/2006/relationships/slide" Target="slides/slide17.xml"/><Relationship Id="rId89" Type="http://schemas.openxmlformats.org/officeDocument/2006/relationships/slide" Target="slides/slide22.xml"/><Relationship Id="rId112" Type="http://schemas.openxmlformats.org/officeDocument/2006/relationships/slide" Target="slides/slide45.xml"/><Relationship Id="rId16" Type="http://schemas.openxmlformats.org/officeDocument/2006/relationships/customXml" Target="../customXml/item16.xml"/><Relationship Id="rId107" Type="http://schemas.openxmlformats.org/officeDocument/2006/relationships/slide" Target="slides/slide40.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customXml" Target="../customXml/item53.xml"/><Relationship Id="rId58" Type="http://schemas.openxmlformats.org/officeDocument/2006/relationships/customXml" Target="../customXml/item58.xml"/><Relationship Id="rId74" Type="http://schemas.openxmlformats.org/officeDocument/2006/relationships/slide" Target="slides/slide7.xml"/><Relationship Id="rId79" Type="http://schemas.openxmlformats.org/officeDocument/2006/relationships/slide" Target="slides/slide12.xml"/><Relationship Id="rId102" Type="http://schemas.openxmlformats.org/officeDocument/2006/relationships/slide" Target="slides/slide35.xml"/><Relationship Id="rId123" Type="http://schemas.openxmlformats.org/officeDocument/2006/relationships/notesMaster" Target="notesMasters/notesMaster1.xml"/><Relationship Id="rId128" Type="http://schemas.microsoft.com/office/2016/11/relationships/changesInfo" Target="changesInfos/changesInfo1.xml"/><Relationship Id="rId5" Type="http://schemas.openxmlformats.org/officeDocument/2006/relationships/customXml" Target="../customXml/item5.xml"/><Relationship Id="rId90" Type="http://schemas.openxmlformats.org/officeDocument/2006/relationships/slide" Target="slides/slide23.xml"/><Relationship Id="rId95" Type="http://schemas.openxmlformats.org/officeDocument/2006/relationships/slide" Target="slides/slide28.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customXml" Target="../customXml/item43.xml"/><Relationship Id="rId48" Type="http://schemas.openxmlformats.org/officeDocument/2006/relationships/customXml" Target="../customXml/item48.xml"/><Relationship Id="rId64" Type="http://schemas.openxmlformats.org/officeDocument/2006/relationships/customXml" Target="../customXml/item64.xml"/><Relationship Id="rId69" Type="http://schemas.openxmlformats.org/officeDocument/2006/relationships/slide" Target="slides/slide2.xml"/><Relationship Id="rId113" Type="http://schemas.openxmlformats.org/officeDocument/2006/relationships/slide" Target="slides/slide46.xml"/><Relationship Id="rId118" Type="http://schemas.openxmlformats.org/officeDocument/2006/relationships/slide" Target="slides/slide51.xml"/><Relationship Id="rId80" Type="http://schemas.openxmlformats.org/officeDocument/2006/relationships/slide" Target="slides/slide13.xml"/><Relationship Id="rId85" Type="http://schemas.openxmlformats.org/officeDocument/2006/relationships/slide" Target="slides/slide18.xml"/><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customXml" Target="../customXml/item33.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slide" Target="slides/slide36.xml"/><Relationship Id="rId108" Type="http://schemas.openxmlformats.org/officeDocument/2006/relationships/slide" Target="slides/slide41.xml"/><Relationship Id="rId124" Type="http://schemas.openxmlformats.org/officeDocument/2006/relationships/presProps" Target="presProps.xml"/><Relationship Id="rId129" Type="http://schemas.microsoft.com/office/2018/10/relationships/authors" Target="authors.xml"/><Relationship Id="rId54" Type="http://schemas.openxmlformats.org/officeDocument/2006/relationships/customXml" Target="../customXml/item54.xml"/><Relationship Id="rId70" Type="http://schemas.openxmlformats.org/officeDocument/2006/relationships/slide" Target="slides/slide3.xml"/><Relationship Id="rId75" Type="http://schemas.openxmlformats.org/officeDocument/2006/relationships/slide" Target="slides/slide8.xml"/><Relationship Id="rId91" Type="http://schemas.openxmlformats.org/officeDocument/2006/relationships/slide" Target="slides/slide24.xml"/><Relationship Id="rId96" Type="http://schemas.openxmlformats.org/officeDocument/2006/relationships/slide" Target="slides/slide29.xml"/><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customXml" Target="../customXml/item23.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slide" Target="slides/slide47.xml"/><Relationship Id="rId119" Type="http://schemas.openxmlformats.org/officeDocument/2006/relationships/slide" Target="slides/slide52.xml"/><Relationship Id="rId44" Type="http://schemas.openxmlformats.org/officeDocument/2006/relationships/customXml" Target="../customXml/item44.xml"/><Relationship Id="rId60" Type="http://schemas.openxmlformats.org/officeDocument/2006/relationships/customXml" Target="../customXml/item60.xml"/><Relationship Id="rId65" Type="http://schemas.openxmlformats.org/officeDocument/2006/relationships/customXml" Target="../customXml/item65.xml"/><Relationship Id="rId81" Type="http://schemas.openxmlformats.org/officeDocument/2006/relationships/slide" Target="slides/slide14.xml"/><Relationship Id="rId86" Type="http://schemas.openxmlformats.org/officeDocument/2006/relationships/slide" Target="slides/slide1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109" Type="http://schemas.openxmlformats.org/officeDocument/2006/relationships/slide" Target="slides/slide42.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slide" Target="slides/slide9.xml"/><Relationship Id="rId97" Type="http://schemas.openxmlformats.org/officeDocument/2006/relationships/slide" Target="slides/slide30.xml"/><Relationship Id="rId104" Type="http://schemas.openxmlformats.org/officeDocument/2006/relationships/slide" Target="slides/slide37.xml"/><Relationship Id="rId120" Type="http://schemas.openxmlformats.org/officeDocument/2006/relationships/slide" Target="slides/slide53.xml"/><Relationship Id="rId125" Type="http://schemas.openxmlformats.org/officeDocument/2006/relationships/viewProps" Target="viewProps.xml"/><Relationship Id="rId7" Type="http://schemas.openxmlformats.org/officeDocument/2006/relationships/customXml" Target="../customXml/item7.xml"/><Relationship Id="rId71" Type="http://schemas.openxmlformats.org/officeDocument/2006/relationships/slide" Target="slides/slide4.xml"/><Relationship Id="rId92" Type="http://schemas.openxmlformats.org/officeDocument/2006/relationships/slide" Target="slides/slide25.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slide" Target="slides/slide20.xml"/><Relationship Id="rId110" Type="http://schemas.openxmlformats.org/officeDocument/2006/relationships/slide" Target="slides/slide43.xml"/><Relationship Id="rId115" Type="http://schemas.openxmlformats.org/officeDocument/2006/relationships/slide" Target="slides/slide48.xml"/><Relationship Id="rId61" Type="http://schemas.openxmlformats.org/officeDocument/2006/relationships/customXml" Target="../customXml/item61.xml"/><Relationship Id="rId82" Type="http://schemas.openxmlformats.org/officeDocument/2006/relationships/slide" Target="slides/slide15.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slide" Target="slides/slide10.xml"/><Relationship Id="rId100" Type="http://schemas.openxmlformats.org/officeDocument/2006/relationships/slide" Target="slides/slide33.xml"/><Relationship Id="rId105" Type="http://schemas.openxmlformats.org/officeDocument/2006/relationships/slide" Target="slides/slide38.xml"/><Relationship Id="rId126" Type="http://schemas.openxmlformats.org/officeDocument/2006/relationships/theme" Target="theme/theme1.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slide" Target="slides/slide5.xml"/><Relationship Id="rId93" Type="http://schemas.openxmlformats.org/officeDocument/2006/relationships/slide" Target="slides/slide26.xml"/><Relationship Id="rId98" Type="http://schemas.openxmlformats.org/officeDocument/2006/relationships/slide" Target="slides/slide31.xml"/><Relationship Id="rId121" Type="http://schemas.openxmlformats.org/officeDocument/2006/relationships/slide" Target="slides/slide54.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slideMaster" Target="slideMasters/slideMaster1.xml"/><Relationship Id="rId116" Type="http://schemas.openxmlformats.org/officeDocument/2006/relationships/slide" Target="slides/slide49.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slide" Target="slides/slide16.xml"/><Relationship Id="rId88" Type="http://schemas.openxmlformats.org/officeDocument/2006/relationships/slide" Target="slides/slide21.xml"/><Relationship Id="rId111" Type="http://schemas.openxmlformats.org/officeDocument/2006/relationships/slide" Target="slides/slide44.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6" Type="http://schemas.openxmlformats.org/officeDocument/2006/relationships/slide" Target="slides/slide39.xml"/><Relationship Id="rId127" Type="http://schemas.openxmlformats.org/officeDocument/2006/relationships/tableStyles" Target="tableStyles.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slide" Target="slides/slide6.xml"/><Relationship Id="rId78" Type="http://schemas.openxmlformats.org/officeDocument/2006/relationships/slide" Target="slides/slide11.xml"/><Relationship Id="rId94" Type="http://schemas.openxmlformats.org/officeDocument/2006/relationships/slide" Target="slides/slide27.xml"/><Relationship Id="rId99" Type="http://schemas.openxmlformats.org/officeDocument/2006/relationships/slide" Target="slides/slide32.xml"/><Relationship Id="rId101" Type="http://schemas.openxmlformats.org/officeDocument/2006/relationships/slide" Target="slides/slide34.xml"/><Relationship Id="rId122" Type="http://schemas.openxmlformats.org/officeDocument/2006/relationships/slide" Target="slides/slide55.xml"/><Relationship Id="rId4" Type="http://schemas.openxmlformats.org/officeDocument/2006/relationships/customXml" Target="../customXml/item4.xml"/><Relationship Id="rId9" Type="http://schemas.openxmlformats.org/officeDocument/2006/relationships/customXml" Target="../customXml/item9.xml"/><Relationship Id="rId26" Type="http://schemas.openxmlformats.org/officeDocument/2006/relationships/customXml" Target="../customXml/item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ya Sehra (IN)" userId="60074ef5-9f07-4a5e-a46f-cf502c92cb9a" providerId="ADAL" clId="{CA33F698-A537-441F-A0E1-BF62BDE590F8}"/>
    <pc:docChg chg="custSel addSld delSld modSld sldOrd">
      <pc:chgData name="Bhavya Sehra (IN)" userId="60074ef5-9f07-4a5e-a46f-cf502c92cb9a" providerId="ADAL" clId="{CA33F698-A537-441F-A0E1-BF62BDE590F8}" dt="2026-02-13T06:41:10.936" v="648" actId="20577"/>
      <pc:docMkLst>
        <pc:docMk/>
      </pc:docMkLst>
      <pc:sldChg chg="delSp modSp mod delAnim modAnim">
        <pc:chgData name="Bhavya Sehra (IN)" userId="60074ef5-9f07-4a5e-a46f-cf502c92cb9a" providerId="ADAL" clId="{CA33F698-A537-441F-A0E1-BF62BDE590F8}" dt="2026-02-13T06:41:10.936" v="648" actId="20577"/>
        <pc:sldMkLst>
          <pc:docMk/>
          <pc:sldMk cId="1814980055" sldId="271"/>
        </pc:sldMkLst>
        <pc:spChg chg="mod">
          <ac:chgData name="Bhavya Sehra (IN)" userId="60074ef5-9f07-4a5e-a46f-cf502c92cb9a" providerId="ADAL" clId="{CA33F698-A537-441F-A0E1-BF62BDE590F8}" dt="2026-02-13T06:41:10.936" v="648" actId="20577"/>
          <ac:spMkLst>
            <pc:docMk/>
            <pc:sldMk cId="1814980055" sldId="271"/>
            <ac:spMk id="17" creationId="{658FB190-D275-BC50-38C3-865DFD242E07}"/>
          </ac:spMkLst>
        </pc:spChg>
        <pc:spChg chg="mod">
          <ac:chgData name="Bhavya Sehra (IN)" userId="60074ef5-9f07-4a5e-a46f-cf502c92cb9a" providerId="ADAL" clId="{CA33F698-A537-441F-A0E1-BF62BDE590F8}" dt="2026-02-13T06:40:55.516" v="627" actId="255"/>
          <ac:spMkLst>
            <pc:docMk/>
            <pc:sldMk cId="1814980055" sldId="271"/>
            <ac:spMk id="36" creationId="{DC692C09-03DF-67BB-E7C9-86AE950FC4F7}"/>
          </ac:spMkLst>
        </pc:spChg>
        <pc:spChg chg="mod">
          <ac:chgData name="Bhavya Sehra (IN)" userId="60074ef5-9f07-4a5e-a46f-cf502c92cb9a" providerId="ADAL" clId="{CA33F698-A537-441F-A0E1-BF62BDE590F8}" dt="2026-02-13T06:40:55.516" v="627" actId="255"/>
          <ac:spMkLst>
            <pc:docMk/>
            <pc:sldMk cId="1814980055" sldId="271"/>
            <ac:spMk id="37" creationId="{1983EC13-09E8-BC80-ABD7-62A0259EEF71}"/>
          </ac:spMkLst>
        </pc:spChg>
        <pc:spChg chg="mod">
          <ac:chgData name="Bhavya Sehra (IN)" userId="60074ef5-9f07-4a5e-a46f-cf502c92cb9a" providerId="ADAL" clId="{CA33F698-A537-441F-A0E1-BF62BDE590F8}" dt="2026-02-13T06:40:55.516" v="627" actId="255"/>
          <ac:spMkLst>
            <pc:docMk/>
            <pc:sldMk cId="1814980055" sldId="271"/>
            <ac:spMk id="38" creationId="{413E3359-A657-B046-9A09-854DC0316BCE}"/>
          </ac:spMkLst>
        </pc:spChg>
        <pc:spChg chg="mod">
          <ac:chgData name="Bhavya Sehra (IN)" userId="60074ef5-9f07-4a5e-a46f-cf502c92cb9a" providerId="ADAL" clId="{CA33F698-A537-441F-A0E1-BF62BDE590F8}" dt="2026-02-13T06:40:55.516" v="627" actId="255"/>
          <ac:spMkLst>
            <pc:docMk/>
            <pc:sldMk cId="1814980055" sldId="271"/>
            <ac:spMk id="39" creationId="{94361355-F43B-05A9-5440-034CE9148C4F}"/>
          </ac:spMkLst>
        </pc:spChg>
        <pc:spChg chg="mod topLvl">
          <ac:chgData name="Bhavya Sehra (IN)" userId="60074ef5-9f07-4a5e-a46f-cf502c92cb9a" providerId="ADAL" clId="{CA33F698-A537-441F-A0E1-BF62BDE590F8}" dt="2026-02-12T07:32:21.548" v="143" actId="20577"/>
          <ac:spMkLst>
            <pc:docMk/>
            <pc:sldMk cId="1814980055" sldId="271"/>
            <ac:spMk id="43" creationId="{9769EC17-7F07-355C-BC68-6924792FCE1C}"/>
          </ac:spMkLst>
        </pc:spChg>
      </pc:sldChg>
      <pc:sldChg chg="modSp mod">
        <pc:chgData name="Bhavya Sehra (IN)" userId="60074ef5-9f07-4a5e-a46f-cf502c92cb9a" providerId="ADAL" clId="{CA33F698-A537-441F-A0E1-BF62BDE590F8}" dt="2026-02-12T15:38:47.097" v="593" actId="20577"/>
        <pc:sldMkLst>
          <pc:docMk/>
          <pc:sldMk cId="2811855495" sldId="316"/>
        </pc:sldMkLst>
        <pc:spChg chg="mod">
          <ac:chgData name="Bhavya Sehra (IN)" userId="60074ef5-9f07-4a5e-a46f-cf502c92cb9a" providerId="ADAL" clId="{CA33F698-A537-441F-A0E1-BF62BDE590F8}" dt="2026-02-12T15:28:57.514" v="272" actId="20577"/>
          <ac:spMkLst>
            <pc:docMk/>
            <pc:sldMk cId="2811855495" sldId="316"/>
            <ac:spMk id="5" creationId="{7D3DEAE8-DEE4-0ED4-141B-0EB5F3FB2F9C}"/>
          </ac:spMkLst>
        </pc:spChg>
        <pc:spChg chg="mod">
          <ac:chgData name="Bhavya Sehra (IN)" userId="60074ef5-9f07-4a5e-a46f-cf502c92cb9a" providerId="ADAL" clId="{CA33F698-A537-441F-A0E1-BF62BDE590F8}" dt="2026-02-12T15:33:37.387" v="395" actId="14100"/>
          <ac:spMkLst>
            <pc:docMk/>
            <pc:sldMk cId="2811855495" sldId="316"/>
            <ac:spMk id="9" creationId="{28DA3E25-BECC-8909-61CB-B0DAA5D867C0}"/>
          </ac:spMkLst>
        </pc:spChg>
        <pc:spChg chg="mod">
          <ac:chgData name="Bhavya Sehra (IN)" userId="60074ef5-9f07-4a5e-a46f-cf502c92cb9a" providerId="ADAL" clId="{CA33F698-A537-441F-A0E1-BF62BDE590F8}" dt="2026-02-12T15:33:40.603" v="396" actId="14100"/>
          <ac:spMkLst>
            <pc:docMk/>
            <pc:sldMk cId="2811855495" sldId="316"/>
            <ac:spMk id="11" creationId="{081DAE54-12A7-3C03-137E-A8F64A746F96}"/>
          </ac:spMkLst>
        </pc:spChg>
        <pc:spChg chg="mod">
          <ac:chgData name="Bhavya Sehra (IN)" userId="60074ef5-9f07-4a5e-a46f-cf502c92cb9a" providerId="ADAL" clId="{CA33F698-A537-441F-A0E1-BF62BDE590F8}" dt="2026-02-12T15:38:47.097" v="593" actId="20577"/>
          <ac:spMkLst>
            <pc:docMk/>
            <pc:sldMk cId="2811855495" sldId="316"/>
            <ac:spMk id="14" creationId="{6EEFE15E-CA34-2C1D-FF41-5C2BFC64372A}"/>
          </ac:spMkLst>
        </pc:spChg>
      </pc:sldChg>
      <pc:sldChg chg="ord">
        <pc:chgData name="Bhavya Sehra (IN)" userId="60074ef5-9f07-4a5e-a46f-cf502c92cb9a" providerId="ADAL" clId="{CA33F698-A537-441F-A0E1-BF62BDE590F8}" dt="2026-02-02T08:11:07.920" v="1"/>
        <pc:sldMkLst>
          <pc:docMk/>
          <pc:sldMk cId="55575978" sldId="2147471609"/>
        </pc:sldMkLst>
      </pc:sldChg>
      <pc:sldChg chg="modSp mod">
        <pc:chgData name="Bhavya Sehra (IN)" userId="60074ef5-9f07-4a5e-a46f-cf502c92cb9a" providerId="ADAL" clId="{CA33F698-A537-441F-A0E1-BF62BDE590F8}" dt="2026-02-12T07:53:49.691" v="200" actId="20577"/>
        <pc:sldMkLst>
          <pc:docMk/>
          <pc:sldMk cId="1426889874" sldId="2147471612"/>
        </pc:sldMkLst>
        <pc:spChg chg="mod">
          <ac:chgData name="Bhavya Sehra (IN)" userId="60074ef5-9f07-4a5e-a46f-cf502c92cb9a" providerId="ADAL" clId="{CA33F698-A537-441F-A0E1-BF62BDE590F8}" dt="2026-02-12T07:53:49.691" v="200" actId="20577"/>
          <ac:spMkLst>
            <pc:docMk/>
            <pc:sldMk cId="1426889874" sldId="2147471612"/>
            <ac:spMk id="40" creationId="{31FFA3CB-1F56-45FC-A630-07BF7B43C814}"/>
          </ac:spMkLst>
        </pc:spChg>
      </pc:sldChg>
      <pc:sldChg chg="modSp mod">
        <pc:chgData name="Bhavya Sehra (IN)" userId="60074ef5-9f07-4a5e-a46f-cf502c92cb9a" providerId="ADAL" clId="{CA33F698-A537-441F-A0E1-BF62BDE590F8}" dt="2026-02-12T15:39:29.793" v="623" actId="20577"/>
        <pc:sldMkLst>
          <pc:docMk/>
          <pc:sldMk cId="4250702178" sldId="2147471632"/>
        </pc:sldMkLst>
        <pc:spChg chg="mod">
          <ac:chgData name="Bhavya Sehra (IN)" userId="60074ef5-9f07-4a5e-a46f-cf502c92cb9a" providerId="ADAL" clId="{CA33F698-A537-441F-A0E1-BF62BDE590F8}" dt="2026-02-12T15:38:58.286" v="602" actId="20577"/>
          <ac:spMkLst>
            <pc:docMk/>
            <pc:sldMk cId="4250702178" sldId="2147471632"/>
            <ac:spMk id="28" creationId="{3BABB9A5-D4EB-E591-A095-9F0896EA5555}"/>
          </ac:spMkLst>
        </pc:spChg>
        <pc:spChg chg="mod">
          <ac:chgData name="Bhavya Sehra (IN)" userId="60074ef5-9f07-4a5e-a46f-cf502c92cb9a" providerId="ADAL" clId="{CA33F698-A537-441F-A0E1-BF62BDE590F8}" dt="2026-02-12T15:39:29.793" v="623" actId="20577"/>
          <ac:spMkLst>
            <pc:docMk/>
            <pc:sldMk cId="4250702178" sldId="2147471632"/>
            <ac:spMk id="34" creationId="{6D63FF8B-301A-9C91-22DB-9627843C58EC}"/>
          </ac:spMkLst>
        </pc:spChg>
      </pc:sldChg>
    </pc:docChg>
  </pc:docChgLst>
  <pc:docChgLst>
    <pc:chgData name="Yoshita Sharma (IN)" userId="6d8006f1-f2cf-469b-ae87-e1d4c7b2742b" providerId="ADAL" clId="{A7F0E7C0-C0BE-4C67-80F4-73ABE05F3BDC}"/>
    <pc:docChg chg="undo redo custSel addSld delSld modSld sldOrd">
      <pc:chgData name="Yoshita Sharma (IN)" userId="6d8006f1-f2cf-469b-ae87-e1d4c7b2742b" providerId="ADAL" clId="{A7F0E7C0-C0BE-4C67-80F4-73ABE05F3BDC}" dt="2026-02-13T13:12:42.281" v="2787" actId="108"/>
      <pc:docMkLst>
        <pc:docMk/>
      </pc:docMkLst>
      <pc:sldChg chg="addSp delSp modSp add mod ord">
        <pc:chgData name="Yoshita Sharma (IN)" userId="6d8006f1-f2cf-469b-ae87-e1d4c7b2742b" providerId="ADAL" clId="{A7F0E7C0-C0BE-4C67-80F4-73ABE05F3BDC}" dt="2026-02-12T05:57:37.455" v="2646" actId="20577"/>
        <pc:sldMkLst>
          <pc:docMk/>
          <pc:sldMk cId="3343990679" sldId="264"/>
        </pc:sldMkLst>
        <pc:spChg chg="add mod">
          <ac:chgData name="Yoshita Sharma (IN)" userId="6d8006f1-f2cf-469b-ae87-e1d4c7b2742b" providerId="ADAL" clId="{A7F0E7C0-C0BE-4C67-80F4-73ABE05F3BDC}" dt="2026-02-12T05:53:54.702" v="2571" actId="13822"/>
          <ac:spMkLst>
            <pc:docMk/>
            <pc:sldMk cId="3343990679" sldId="264"/>
            <ac:spMk id="2" creationId="{C4F8056A-6F14-1D0E-ADA5-F61E5158A0E0}"/>
          </ac:spMkLst>
        </pc:spChg>
        <pc:spChg chg="add mod">
          <ac:chgData name="Yoshita Sharma (IN)" userId="6d8006f1-f2cf-469b-ae87-e1d4c7b2742b" providerId="ADAL" clId="{A7F0E7C0-C0BE-4C67-80F4-73ABE05F3BDC}" dt="2026-02-12T05:37:34.853" v="2490" actId="14100"/>
          <ac:spMkLst>
            <pc:docMk/>
            <pc:sldMk cId="3343990679" sldId="264"/>
            <ac:spMk id="5" creationId="{30DBEB71-9D54-9937-1C17-F7ABFBD268F5}"/>
          </ac:spMkLst>
        </pc:spChg>
        <pc:spChg chg="add mod">
          <ac:chgData name="Yoshita Sharma (IN)" userId="6d8006f1-f2cf-469b-ae87-e1d4c7b2742b" providerId="ADAL" clId="{A7F0E7C0-C0BE-4C67-80F4-73ABE05F3BDC}" dt="2026-02-12T05:52:50.310" v="2564" actId="1035"/>
          <ac:spMkLst>
            <pc:docMk/>
            <pc:sldMk cId="3343990679" sldId="264"/>
            <ac:spMk id="6" creationId="{62C264A5-A21F-0B4A-1FB5-735FC634C936}"/>
          </ac:spMkLst>
        </pc:spChg>
        <pc:spChg chg="add mod">
          <ac:chgData name="Yoshita Sharma (IN)" userId="6d8006f1-f2cf-469b-ae87-e1d4c7b2742b" providerId="ADAL" clId="{A7F0E7C0-C0BE-4C67-80F4-73ABE05F3BDC}" dt="2026-02-12T05:52:54.344" v="2565" actId="1035"/>
          <ac:spMkLst>
            <pc:docMk/>
            <pc:sldMk cId="3343990679" sldId="264"/>
            <ac:spMk id="7" creationId="{7D458131-9FC2-9DBA-D569-E8CDFFE51D99}"/>
          </ac:spMkLst>
        </pc:spChg>
        <pc:spChg chg="add mod">
          <ac:chgData name="Yoshita Sharma (IN)" userId="6d8006f1-f2cf-469b-ae87-e1d4c7b2742b" providerId="ADAL" clId="{A7F0E7C0-C0BE-4C67-80F4-73ABE05F3BDC}" dt="2026-02-12T05:53:13.892" v="2569" actId="13822"/>
          <ac:spMkLst>
            <pc:docMk/>
            <pc:sldMk cId="3343990679" sldId="264"/>
            <ac:spMk id="8" creationId="{EE7ED88C-066B-0441-1914-E0BABD951C41}"/>
          </ac:spMkLst>
        </pc:spChg>
        <pc:spChg chg="add mod">
          <ac:chgData name="Yoshita Sharma (IN)" userId="6d8006f1-f2cf-469b-ae87-e1d4c7b2742b" providerId="ADAL" clId="{A7F0E7C0-C0BE-4C67-80F4-73ABE05F3BDC}" dt="2026-02-12T05:53:13.892" v="2569" actId="13822"/>
          <ac:spMkLst>
            <pc:docMk/>
            <pc:sldMk cId="3343990679" sldId="264"/>
            <ac:spMk id="9" creationId="{9D46DF85-D401-F7BA-548C-3E0D64AACEDD}"/>
          </ac:spMkLst>
        </pc:spChg>
        <pc:spChg chg="add mod">
          <ac:chgData name="Yoshita Sharma (IN)" userId="6d8006f1-f2cf-469b-ae87-e1d4c7b2742b" providerId="ADAL" clId="{A7F0E7C0-C0BE-4C67-80F4-73ABE05F3BDC}" dt="2026-02-12T05:53:13.892" v="2569" actId="13822"/>
          <ac:spMkLst>
            <pc:docMk/>
            <pc:sldMk cId="3343990679" sldId="264"/>
            <ac:spMk id="10" creationId="{F0A860CD-89E8-6F17-0102-2E8373261447}"/>
          </ac:spMkLst>
        </pc:spChg>
        <pc:spChg chg="mod">
          <ac:chgData name="Yoshita Sharma (IN)" userId="6d8006f1-f2cf-469b-ae87-e1d4c7b2742b" providerId="ADAL" clId="{A7F0E7C0-C0BE-4C67-80F4-73ABE05F3BDC}" dt="2026-02-12T05:57:37.455" v="2646" actId="20577"/>
          <ac:spMkLst>
            <pc:docMk/>
            <pc:sldMk cId="3343990679" sldId="264"/>
            <ac:spMk id="27" creationId="{63AAB84C-AABE-832F-9CA2-4D9F97B8CB8A}"/>
          </ac:spMkLst>
        </pc:spChg>
        <pc:cxnChg chg="add mod">
          <ac:chgData name="Yoshita Sharma (IN)" userId="6d8006f1-f2cf-469b-ae87-e1d4c7b2742b" providerId="ADAL" clId="{A7F0E7C0-C0BE-4C67-80F4-73ABE05F3BDC}" dt="2026-02-12T05:37:19.630" v="2489" actId="1036"/>
          <ac:cxnSpMkLst>
            <pc:docMk/>
            <pc:sldMk cId="3343990679" sldId="264"/>
            <ac:cxnSpMk id="12" creationId="{4B662F2D-CCFA-D944-B2E0-D9558CACB19B}"/>
          </ac:cxnSpMkLst>
        </pc:cxnChg>
        <pc:cxnChg chg="add mod">
          <ac:chgData name="Yoshita Sharma (IN)" userId="6d8006f1-f2cf-469b-ae87-e1d4c7b2742b" providerId="ADAL" clId="{A7F0E7C0-C0BE-4C67-80F4-73ABE05F3BDC}" dt="2026-02-12T05:37:19.630" v="2489" actId="1036"/>
          <ac:cxnSpMkLst>
            <pc:docMk/>
            <pc:sldMk cId="3343990679" sldId="264"/>
            <ac:cxnSpMk id="13" creationId="{F7F47E70-A128-0C66-06B4-3491FB4F2096}"/>
          </ac:cxnSpMkLst>
        </pc:cxnChg>
      </pc:sldChg>
      <pc:sldChg chg="modSp">
        <pc:chgData name="Yoshita Sharma (IN)" userId="6d8006f1-f2cf-469b-ae87-e1d4c7b2742b" providerId="ADAL" clId="{A7F0E7C0-C0BE-4C67-80F4-73ABE05F3BDC}" dt="2026-02-13T12:48:10.766" v="2780" actId="20577"/>
        <pc:sldMkLst>
          <pc:docMk/>
          <pc:sldMk cId="1814980055" sldId="271"/>
        </pc:sldMkLst>
        <pc:spChg chg="mod">
          <ac:chgData name="Yoshita Sharma (IN)" userId="6d8006f1-f2cf-469b-ae87-e1d4c7b2742b" providerId="ADAL" clId="{A7F0E7C0-C0BE-4C67-80F4-73ABE05F3BDC}" dt="2026-02-13T12:48:10.766" v="2780" actId="20577"/>
          <ac:spMkLst>
            <pc:docMk/>
            <pc:sldMk cId="1814980055" sldId="271"/>
            <ac:spMk id="43" creationId="{9769EC17-7F07-355C-BC68-6924792FCE1C}"/>
          </ac:spMkLst>
        </pc:spChg>
      </pc:sldChg>
      <pc:sldChg chg="delSp modSp mod">
        <pc:chgData name="Yoshita Sharma (IN)" userId="6d8006f1-f2cf-469b-ae87-e1d4c7b2742b" providerId="ADAL" clId="{A7F0E7C0-C0BE-4C67-80F4-73ABE05F3BDC}" dt="2026-02-12T05:39:52.089" v="2507" actId="207"/>
        <pc:sldMkLst>
          <pc:docMk/>
          <pc:sldMk cId="3973224415" sldId="276"/>
        </pc:sldMkLst>
        <pc:spChg chg="mod">
          <ac:chgData name="Yoshita Sharma (IN)" userId="6d8006f1-f2cf-469b-ae87-e1d4c7b2742b" providerId="ADAL" clId="{A7F0E7C0-C0BE-4C67-80F4-73ABE05F3BDC}" dt="2026-02-12T05:39:52.089" v="2507" actId="207"/>
          <ac:spMkLst>
            <pc:docMk/>
            <pc:sldMk cId="3973224415" sldId="276"/>
            <ac:spMk id="12" creationId="{C84361BF-88BE-4CF4-8881-96AB0E02DACF}"/>
          </ac:spMkLst>
        </pc:spChg>
        <pc:spChg chg="mod">
          <ac:chgData name="Yoshita Sharma (IN)" userId="6d8006f1-f2cf-469b-ae87-e1d4c7b2742b" providerId="ADAL" clId="{A7F0E7C0-C0BE-4C67-80F4-73ABE05F3BDC}" dt="2026-02-12T05:39:52.089" v="2507" actId="207"/>
          <ac:spMkLst>
            <pc:docMk/>
            <pc:sldMk cId="3973224415" sldId="276"/>
            <ac:spMk id="20" creationId="{01151EDA-491A-720D-0A5A-D0B4A9005205}"/>
          </ac:spMkLst>
        </pc:spChg>
        <pc:spChg chg="mod">
          <ac:chgData name="Yoshita Sharma (IN)" userId="6d8006f1-f2cf-469b-ae87-e1d4c7b2742b" providerId="ADAL" clId="{A7F0E7C0-C0BE-4C67-80F4-73ABE05F3BDC}" dt="2026-02-10T06:24:18.045" v="313" actId="20577"/>
          <ac:spMkLst>
            <pc:docMk/>
            <pc:sldMk cId="3973224415" sldId="276"/>
            <ac:spMk id="22" creationId="{223F7C55-1947-35D0-4037-72A29AE00010}"/>
          </ac:spMkLst>
        </pc:spChg>
        <pc:spChg chg="mod">
          <ac:chgData name="Yoshita Sharma (IN)" userId="6d8006f1-f2cf-469b-ae87-e1d4c7b2742b" providerId="ADAL" clId="{A7F0E7C0-C0BE-4C67-80F4-73ABE05F3BDC}" dt="2026-02-12T05:39:52.089" v="2507" actId="207"/>
          <ac:spMkLst>
            <pc:docMk/>
            <pc:sldMk cId="3973224415" sldId="276"/>
            <ac:spMk id="24" creationId="{8CF55D04-D4BA-0524-EE1B-EFAAC48BCBA1}"/>
          </ac:spMkLst>
        </pc:spChg>
      </pc:sldChg>
      <pc:sldChg chg="delSp modSp mod">
        <pc:chgData name="Yoshita Sharma (IN)" userId="6d8006f1-f2cf-469b-ae87-e1d4c7b2742b" providerId="ADAL" clId="{A7F0E7C0-C0BE-4C67-80F4-73ABE05F3BDC}" dt="2026-02-13T13:12:42.281" v="2787" actId="108"/>
        <pc:sldMkLst>
          <pc:docMk/>
          <pc:sldMk cId="1820653961" sldId="280"/>
        </pc:sldMkLst>
        <pc:spChg chg="mod">
          <ac:chgData name="Yoshita Sharma (IN)" userId="6d8006f1-f2cf-469b-ae87-e1d4c7b2742b" providerId="ADAL" clId="{A7F0E7C0-C0BE-4C67-80F4-73ABE05F3BDC}" dt="2026-02-10T06:15:33.168" v="178" actId="20577"/>
          <ac:spMkLst>
            <pc:docMk/>
            <pc:sldMk cId="1820653961" sldId="280"/>
            <ac:spMk id="5" creationId="{519A0D66-CD9D-C5A2-9E4F-599C089D9D65}"/>
          </ac:spMkLst>
        </pc:spChg>
        <pc:spChg chg="mod">
          <ac:chgData name="Yoshita Sharma (IN)" userId="6d8006f1-f2cf-469b-ae87-e1d4c7b2742b" providerId="ADAL" clId="{A7F0E7C0-C0BE-4C67-80F4-73ABE05F3BDC}" dt="2026-02-10T06:29:41.497" v="428" actId="20577"/>
          <ac:spMkLst>
            <pc:docMk/>
            <pc:sldMk cId="1820653961" sldId="280"/>
            <ac:spMk id="6" creationId="{4A7566BC-4694-5CDE-DECA-0D92200815FE}"/>
          </ac:spMkLst>
        </pc:spChg>
        <pc:spChg chg="mod">
          <ac:chgData name="Yoshita Sharma (IN)" userId="6d8006f1-f2cf-469b-ae87-e1d4c7b2742b" providerId="ADAL" clId="{A7F0E7C0-C0BE-4C67-80F4-73ABE05F3BDC}" dt="2026-02-10T06:13:36.012" v="78" actId="1035"/>
          <ac:spMkLst>
            <pc:docMk/>
            <pc:sldMk cId="1820653961" sldId="280"/>
            <ac:spMk id="13" creationId="{2B196586-6AA5-A173-BAA6-35DAF2782945}"/>
          </ac:spMkLst>
        </pc:spChg>
        <pc:spChg chg="mod">
          <ac:chgData name="Yoshita Sharma (IN)" userId="6d8006f1-f2cf-469b-ae87-e1d4c7b2742b" providerId="ADAL" clId="{A7F0E7C0-C0BE-4C67-80F4-73ABE05F3BDC}" dt="2026-02-10T06:30:18.824" v="463" actId="1036"/>
          <ac:spMkLst>
            <pc:docMk/>
            <pc:sldMk cId="1820653961" sldId="280"/>
            <ac:spMk id="23" creationId="{83559EA9-8CFA-CD0E-AC6F-98DBF907AA78}"/>
          </ac:spMkLst>
        </pc:spChg>
        <pc:spChg chg="mod">
          <ac:chgData name="Yoshita Sharma (IN)" userId="6d8006f1-f2cf-469b-ae87-e1d4c7b2742b" providerId="ADAL" clId="{A7F0E7C0-C0BE-4C67-80F4-73ABE05F3BDC}" dt="2026-02-13T13:12:42.281" v="2787" actId="108"/>
          <ac:spMkLst>
            <pc:docMk/>
            <pc:sldMk cId="1820653961" sldId="280"/>
            <ac:spMk id="25" creationId="{41B7F21E-85BF-044A-82D9-87EB3BF99942}"/>
          </ac:spMkLst>
        </pc:spChg>
        <pc:spChg chg="mod">
          <ac:chgData name="Yoshita Sharma (IN)" userId="6d8006f1-f2cf-469b-ae87-e1d4c7b2742b" providerId="ADAL" clId="{A7F0E7C0-C0BE-4C67-80F4-73ABE05F3BDC}" dt="2026-02-10T06:30:07.489" v="442" actId="1035"/>
          <ac:spMkLst>
            <pc:docMk/>
            <pc:sldMk cId="1820653961" sldId="280"/>
            <ac:spMk id="30" creationId="{04E10D71-38B4-7E3C-74A4-2E302346F7C0}"/>
          </ac:spMkLst>
        </pc:spChg>
      </pc:sldChg>
      <pc:sldChg chg="modSp mod">
        <pc:chgData name="Yoshita Sharma (IN)" userId="6d8006f1-f2cf-469b-ae87-e1d4c7b2742b" providerId="ADAL" clId="{A7F0E7C0-C0BE-4C67-80F4-73ABE05F3BDC}" dt="2026-02-13T12:46:17.424" v="2773" actId="108"/>
        <pc:sldMkLst>
          <pc:docMk/>
          <pc:sldMk cId="2811855495" sldId="316"/>
        </pc:sldMkLst>
        <pc:spChg chg="mod">
          <ac:chgData name="Yoshita Sharma (IN)" userId="6d8006f1-f2cf-469b-ae87-e1d4c7b2742b" providerId="ADAL" clId="{A7F0E7C0-C0BE-4C67-80F4-73ABE05F3BDC}" dt="2026-02-13T12:46:05.372" v="2772" actId="20577"/>
          <ac:spMkLst>
            <pc:docMk/>
            <pc:sldMk cId="2811855495" sldId="316"/>
            <ac:spMk id="5" creationId="{7D3DEAE8-DEE4-0ED4-141B-0EB5F3FB2F9C}"/>
          </ac:spMkLst>
        </pc:spChg>
        <pc:spChg chg="mod">
          <ac:chgData name="Yoshita Sharma (IN)" userId="6d8006f1-f2cf-469b-ae87-e1d4c7b2742b" providerId="ADAL" clId="{A7F0E7C0-C0BE-4C67-80F4-73ABE05F3BDC}" dt="2026-02-13T12:46:17.424" v="2773" actId="108"/>
          <ac:spMkLst>
            <pc:docMk/>
            <pc:sldMk cId="2811855495" sldId="316"/>
            <ac:spMk id="9" creationId="{28DA3E25-BECC-8909-61CB-B0DAA5D867C0}"/>
          </ac:spMkLst>
        </pc:spChg>
      </pc:sldChg>
      <pc:sldChg chg="addSp delSp modSp mod">
        <pc:chgData name="Yoshita Sharma (IN)" userId="6d8006f1-f2cf-469b-ae87-e1d4c7b2742b" providerId="ADAL" clId="{A7F0E7C0-C0BE-4C67-80F4-73ABE05F3BDC}" dt="2026-02-13T05:16:57.780" v="2770" actId="14100"/>
        <pc:sldMkLst>
          <pc:docMk/>
          <pc:sldMk cId="173419896" sldId="2147471570"/>
        </pc:sldMkLst>
        <pc:spChg chg="mod">
          <ac:chgData name="Yoshita Sharma (IN)" userId="6d8006f1-f2cf-469b-ae87-e1d4c7b2742b" providerId="ADAL" clId="{A7F0E7C0-C0BE-4C67-80F4-73ABE05F3BDC}" dt="2026-02-13T05:16:57.780" v="2770" actId="14100"/>
          <ac:spMkLst>
            <pc:docMk/>
            <pc:sldMk cId="173419896" sldId="2147471570"/>
            <ac:spMk id="6" creationId="{8696EEA6-21CD-8FB7-14DD-844B15BB9AE0}"/>
          </ac:spMkLst>
        </pc:spChg>
        <pc:spChg chg="mod">
          <ac:chgData name="Yoshita Sharma (IN)" userId="6d8006f1-f2cf-469b-ae87-e1d4c7b2742b" providerId="ADAL" clId="{A7F0E7C0-C0BE-4C67-80F4-73ABE05F3BDC}" dt="2026-02-12T05:44:01.033" v="2513" actId="20577"/>
          <ac:spMkLst>
            <pc:docMk/>
            <pc:sldMk cId="173419896" sldId="2147471570"/>
            <ac:spMk id="14" creationId="{3396F3BE-3D60-D26B-5555-B08603D110EC}"/>
          </ac:spMkLst>
        </pc:spChg>
        <pc:spChg chg="mod">
          <ac:chgData name="Yoshita Sharma (IN)" userId="6d8006f1-f2cf-469b-ae87-e1d4c7b2742b" providerId="ADAL" clId="{A7F0E7C0-C0BE-4C67-80F4-73ABE05F3BDC}" dt="2026-02-10T07:41:25.323" v="488" actId="20577"/>
          <ac:spMkLst>
            <pc:docMk/>
            <pc:sldMk cId="173419896" sldId="2147471570"/>
            <ac:spMk id="19" creationId="{8D6C2C4A-56A8-A621-3AF3-7E1ABC42ECF9}"/>
          </ac:spMkLst>
        </pc:spChg>
      </pc:sldChg>
      <pc:sldChg chg="modSp">
        <pc:chgData name="Yoshita Sharma (IN)" userId="6d8006f1-f2cf-469b-ae87-e1d4c7b2742b" providerId="ADAL" clId="{A7F0E7C0-C0BE-4C67-80F4-73ABE05F3BDC}" dt="2026-02-13T05:41:51.553" v="2771"/>
        <pc:sldMkLst>
          <pc:docMk/>
          <pc:sldMk cId="52055592" sldId="2147471647"/>
        </pc:sldMkLst>
        <pc:graphicFrameChg chg="mod">
          <ac:chgData name="Yoshita Sharma (IN)" userId="6d8006f1-f2cf-469b-ae87-e1d4c7b2742b" providerId="ADAL" clId="{A7F0E7C0-C0BE-4C67-80F4-73ABE05F3BDC}" dt="2026-02-13T05:41:51.553" v="2771"/>
          <ac:graphicFrameMkLst>
            <pc:docMk/>
            <pc:sldMk cId="52055592" sldId="2147471647"/>
            <ac:graphicFrameMk id="22" creationId="{DA935329-F1F0-5EE4-BA94-C26D30BFCAC3}"/>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249723131314787"/>
          <c:y val="0.10913965865927229"/>
          <c:w val="0.77500500874614298"/>
          <c:h val="0.83992850063306734"/>
        </c:manualLayout>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diagrams/_rels/data4.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diagrams/_rels/drawing4.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A1AD08-797E-4DEF-AC30-A82EE422504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GB"/>
        </a:p>
      </dgm:t>
    </dgm:pt>
    <dgm:pt modelId="{C966995D-D961-445F-ACCE-E78E6E482D01}">
      <dgm:prSet phldrT="[Text]" custT="1"/>
      <dgm:spPr>
        <a:solidFill>
          <a:schemeClr val="accent1">
            <a:lumMod val="20000"/>
            <a:lumOff val="80000"/>
          </a:schemeClr>
        </a:solidFill>
      </dgm:spPr>
      <dgm:t>
        <a:bodyPr/>
        <a:lstStyle/>
        <a:p>
          <a:r>
            <a:rPr lang="en-GB" sz="1400" b="1">
              <a:solidFill>
                <a:schemeClr val="tx1"/>
              </a:solidFill>
            </a:rPr>
            <a:t>Board Composition and Structure</a:t>
          </a:r>
        </a:p>
      </dgm:t>
    </dgm:pt>
    <dgm:pt modelId="{E5CE6102-57C4-4053-B552-AF1124DE73ED}" type="parTrans" cxnId="{4B82DB6C-77A5-49A7-BC08-E0B7A8BB1CB4}">
      <dgm:prSet/>
      <dgm:spPr/>
      <dgm:t>
        <a:bodyPr/>
        <a:lstStyle/>
        <a:p>
          <a:endParaRPr lang="en-GB"/>
        </a:p>
      </dgm:t>
    </dgm:pt>
    <dgm:pt modelId="{00D875DA-BB75-4BD9-A2E4-54EE059C80C4}" type="sibTrans" cxnId="{4B82DB6C-77A5-49A7-BC08-E0B7A8BB1CB4}">
      <dgm:prSet/>
      <dgm:spPr/>
      <dgm:t>
        <a:bodyPr/>
        <a:lstStyle/>
        <a:p>
          <a:endParaRPr lang="en-GB"/>
        </a:p>
      </dgm:t>
    </dgm:pt>
    <dgm:pt modelId="{FAF3F912-36E6-4FCE-BE52-C90BA34FAFC4}">
      <dgm:prSet phldrT="[Text]" custT="1"/>
      <dgm:spPr>
        <a:solidFill>
          <a:schemeClr val="bg1"/>
        </a:solidFill>
      </dgm:spPr>
      <dgm:t>
        <a:bodyPr/>
        <a:lstStyle/>
        <a:p>
          <a:r>
            <a:rPr lang="en-GB" sz="1200"/>
            <a:t>Skills &amp; Experience, Board Size</a:t>
          </a:r>
        </a:p>
      </dgm:t>
    </dgm:pt>
    <dgm:pt modelId="{11CCB851-1AA3-44A5-A563-BAA1E00575D8}" type="parTrans" cxnId="{C2BFFDF8-9E6B-42FA-9F84-035BD0873419}">
      <dgm:prSet/>
      <dgm:spPr/>
      <dgm:t>
        <a:bodyPr/>
        <a:lstStyle/>
        <a:p>
          <a:endParaRPr lang="en-GB"/>
        </a:p>
      </dgm:t>
    </dgm:pt>
    <dgm:pt modelId="{77A33C52-1913-4B38-81ED-13606B05A290}" type="sibTrans" cxnId="{C2BFFDF8-9E6B-42FA-9F84-035BD0873419}">
      <dgm:prSet/>
      <dgm:spPr/>
      <dgm:t>
        <a:bodyPr/>
        <a:lstStyle/>
        <a:p>
          <a:endParaRPr lang="en-GB"/>
        </a:p>
      </dgm:t>
    </dgm:pt>
    <dgm:pt modelId="{C7AA726A-9778-4E87-8F24-47723E03C67F}">
      <dgm:prSet phldrT="[Text]" custT="1"/>
      <dgm:spPr>
        <a:solidFill>
          <a:schemeClr val="accent1">
            <a:lumMod val="20000"/>
            <a:lumOff val="80000"/>
          </a:schemeClr>
        </a:solidFill>
      </dgm:spPr>
      <dgm:t>
        <a:bodyPr/>
        <a:lstStyle/>
        <a:p>
          <a:endParaRPr lang="en-GB" sz="1400" b="1">
            <a:solidFill>
              <a:schemeClr val="tx1"/>
            </a:solidFill>
          </a:endParaRPr>
        </a:p>
        <a:p>
          <a:r>
            <a:rPr lang="en-GB" sz="1400" b="1">
              <a:solidFill>
                <a:schemeClr val="tx1"/>
              </a:solidFill>
            </a:rPr>
            <a:t>Board Processes and Effectiveness</a:t>
          </a:r>
        </a:p>
        <a:p>
          <a:endParaRPr lang="en-GB" sz="1400">
            <a:solidFill>
              <a:schemeClr val="tx1"/>
            </a:solidFill>
          </a:endParaRPr>
        </a:p>
      </dgm:t>
    </dgm:pt>
    <dgm:pt modelId="{9F345920-77E6-44EE-B9C3-1FB6720393A3}" type="parTrans" cxnId="{534E1295-23E4-438B-B5B1-6A3C0101350F}">
      <dgm:prSet/>
      <dgm:spPr/>
      <dgm:t>
        <a:bodyPr/>
        <a:lstStyle/>
        <a:p>
          <a:endParaRPr lang="en-GB"/>
        </a:p>
      </dgm:t>
    </dgm:pt>
    <dgm:pt modelId="{D8F73D29-25DE-4007-90C9-2CB921429D61}" type="sibTrans" cxnId="{534E1295-23E4-438B-B5B1-6A3C0101350F}">
      <dgm:prSet/>
      <dgm:spPr/>
      <dgm:t>
        <a:bodyPr/>
        <a:lstStyle/>
        <a:p>
          <a:endParaRPr lang="en-GB"/>
        </a:p>
      </dgm:t>
    </dgm:pt>
    <dgm:pt modelId="{0C1CE3FA-C155-4B1A-9EFE-3AAC785470AF}">
      <dgm:prSet phldrT="[Text]" custT="1"/>
      <dgm:spPr>
        <a:solidFill>
          <a:schemeClr val="bg1"/>
        </a:solidFill>
      </dgm:spPr>
      <dgm:t>
        <a:bodyPr/>
        <a:lstStyle/>
        <a:p>
          <a:r>
            <a:rPr lang="en-GB" sz="1200"/>
            <a:t>Meeting Effectiveness</a:t>
          </a:r>
        </a:p>
      </dgm:t>
    </dgm:pt>
    <dgm:pt modelId="{EF86E533-A285-49E0-9086-95FF58C68442}" type="parTrans" cxnId="{3B2A7602-BEE8-4095-9C92-1B7614B1340F}">
      <dgm:prSet/>
      <dgm:spPr/>
      <dgm:t>
        <a:bodyPr/>
        <a:lstStyle/>
        <a:p>
          <a:endParaRPr lang="en-GB"/>
        </a:p>
      </dgm:t>
    </dgm:pt>
    <dgm:pt modelId="{50562E23-CEF4-43E6-A8CB-5D3D49BA6428}" type="sibTrans" cxnId="{3B2A7602-BEE8-4095-9C92-1B7614B1340F}">
      <dgm:prSet/>
      <dgm:spPr/>
      <dgm:t>
        <a:bodyPr/>
        <a:lstStyle/>
        <a:p>
          <a:endParaRPr lang="en-GB"/>
        </a:p>
      </dgm:t>
    </dgm:pt>
    <dgm:pt modelId="{E74733A5-C8D0-4F22-9880-4E1B408A64B0}">
      <dgm:prSet phldrT="[Text]" custT="1"/>
      <dgm:spPr>
        <a:solidFill>
          <a:schemeClr val="bg1"/>
        </a:solidFill>
      </dgm:spPr>
      <dgm:t>
        <a:bodyPr/>
        <a:lstStyle/>
        <a:p>
          <a:r>
            <a:rPr lang="en-GB" sz="1200"/>
            <a:t>Diversity &amp; Independence</a:t>
          </a:r>
        </a:p>
      </dgm:t>
    </dgm:pt>
    <dgm:pt modelId="{7A7CB064-D4E8-45F5-B685-E3A31A858E87}" type="parTrans" cxnId="{45BEAC77-4250-42C1-AC08-4C8EF4BF73D3}">
      <dgm:prSet/>
      <dgm:spPr/>
      <dgm:t>
        <a:bodyPr/>
        <a:lstStyle/>
        <a:p>
          <a:endParaRPr lang="en-GB"/>
        </a:p>
      </dgm:t>
    </dgm:pt>
    <dgm:pt modelId="{D7AEC5ED-C921-41E4-A47B-EB838C6EB07D}" type="sibTrans" cxnId="{45BEAC77-4250-42C1-AC08-4C8EF4BF73D3}">
      <dgm:prSet/>
      <dgm:spPr/>
      <dgm:t>
        <a:bodyPr/>
        <a:lstStyle/>
        <a:p>
          <a:endParaRPr lang="en-GB"/>
        </a:p>
      </dgm:t>
    </dgm:pt>
    <dgm:pt modelId="{A0400B7B-0EFB-43F0-ADB6-7AE011A314F3}">
      <dgm:prSet phldrT="[Text]" custT="1"/>
      <dgm:spPr>
        <a:solidFill>
          <a:schemeClr val="bg1"/>
        </a:solidFill>
      </dgm:spPr>
      <dgm:t>
        <a:bodyPr/>
        <a:lstStyle/>
        <a:p>
          <a:r>
            <a:rPr lang="en-GB" sz="1200"/>
            <a:t>Committee Structure</a:t>
          </a:r>
        </a:p>
      </dgm:t>
    </dgm:pt>
    <dgm:pt modelId="{E29308AB-1D1D-4165-A9E1-705AD9E54F28}" type="parTrans" cxnId="{0D53A1E4-D44A-4F9F-A8A0-6A6EB0A42AF8}">
      <dgm:prSet/>
      <dgm:spPr/>
      <dgm:t>
        <a:bodyPr/>
        <a:lstStyle/>
        <a:p>
          <a:endParaRPr lang="en-GB"/>
        </a:p>
      </dgm:t>
    </dgm:pt>
    <dgm:pt modelId="{BF8492A9-382E-4B20-AD0F-2578F6035F97}" type="sibTrans" cxnId="{0D53A1E4-D44A-4F9F-A8A0-6A6EB0A42AF8}">
      <dgm:prSet/>
      <dgm:spPr/>
      <dgm:t>
        <a:bodyPr/>
        <a:lstStyle/>
        <a:p>
          <a:endParaRPr lang="en-GB"/>
        </a:p>
      </dgm:t>
    </dgm:pt>
    <dgm:pt modelId="{0A539B4A-9401-4B10-9F6E-CB1D33DE3DCD}">
      <dgm:prSet phldrT="[Text]" custT="1"/>
      <dgm:spPr>
        <a:solidFill>
          <a:schemeClr val="bg1"/>
        </a:solidFill>
      </dgm:spPr>
      <dgm:t>
        <a:bodyPr/>
        <a:lstStyle/>
        <a:p>
          <a:r>
            <a:rPr lang="en-GB" sz="1200"/>
            <a:t>Information Flow</a:t>
          </a:r>
        </a:p>
      </dgm:t>
    </dgm:pt>
    <dgm:pt modelId="{F95F2ADF-CD3E-4E42-8CC9-A39B2BDAEF11}" type="parTrans" cxnId="{2378E053-660E-4C9B-B0B2-4D1B439AA2A5}">
      <dgm:prSet/>
      <dgm:spPr/>
      <dgm:t>
        <a:bodyPr/>
        <a:lstStyle/>
        <a:p>
          <a:endParaRPr lang="en-GB"/>
        </a:p>
      </dgm:t>
    </dgm:pt>
    <dgm:pt modelId="{FDF77D8F-25A7-447D-8DE4-D4D06D228EA6}" type="sibTrans" cxnId="{2378E053-660E-4C9B-B0B2-4D1B439AA2A5}">
      <dgm:prSet/>
      <dgm:spPr/>
      <dgm:t>
        <a:bodyPr/>
        <a:lstStyle/>
        <a:p>
          <a:endParaRPr lang="en-GB"/>
        </a:p>
      </dgm:t>
    </dgm:pt>
    <dgm:pt modelId="{B3C54A7C-7553-4182-A0B1-A5BCF8AFCD4C}">
      <dgm:prSet phldrT="[Text]" custT="1"/>
      <dgm:spPr>
        <a:solidFill>
          <a:schemeClr val="bg1"/>
        </a:solidFill>
      </dgm:spPr>
      <dgm:t>
        <a:bodyPr/>
        <a:lstStyle/>
        <a:p>
          <a:r>
            <a:rPr lang="en-GB" sz="1200"/>
            <a:t>Strategic Oversight</a:t>
          </a:r>
        </a:p>
      </dgm:t>
    </dgm:pt>
    <dgm:pt modelId="{F3D3C240-30EA-4BB6-966E-F326E2445E41}" type="parTrans" cxnId="{FB439681-4BEC-401F-9AF5-31C242B0A5F0}">
      <dgm:prSet/>
      <dgm:spPr/>
      <dgm:t>
        <a:bodyPr/>
        <a:lstStyle/>
        <a:p>
          <a:endParaRPr lang="en-GB"/>
        </a:p>
      </dgm:t>
    </dgm:pt>
    <dgm:pt modelId="{9CBBF502-1965-4BA5-A5F6-16360FCCD048}" type="sibTrans" cxnId="{FB439681-4BEC-401F-9AF5-31C242B0A5F0}">
      <dgm:prSet/>
      <dgm:spPr/>
      <dgm:t>
        <a:bodyPr/>
        <a:lstStyle/>
        <a:p>
          <a:endParaRPr lang="en-GB"/>
        </a:p>
      </dgm:t>
    </dgm:pt>
    <dgm:pt modelId="{4279775D-0AEF-4701-A822-1EB479A9E643}">
      <dgm:prSet phldrT="[Text]" custT="1"/>
      <dgm:spPr>
        <a:solidFill>
          <a:schemeClr val="bg1"/>
        </a:solidFill>
      </dgm:spPr>
      <dgm:t>
        <a:bodyPr/>
        <a:lstStyle/>
        <a:p>
          <a:r>
            <a:rPr lang="en-GB" sz="1200"/>
            <a:t>Communication &amp; Culture</a:t>
          </a:r>
        </a:p>
      </dgm:t>
    </dgm:pt>
    <dgm:pt modelId="{CC8DD482-DFFA-4C5D-9972-BC70A1ECB4CE}" type="parTrans" cxnId="{41751CD7-D915-4BC9-98B6-1FB6A4E6BEE1}">
      <dgm:prSet/>
      <dgm:spPr/>
      <dgm:t>
        <a:bodyPr/>
        <a:lstStyle/>
        <a:p>
          <a:endParaRPr lang="en-GB"/>
        </a:p>
      </dgm:t>
    </dgm:pt>
    <dgm:pt modelId="{61041BA4-C9F8-4062-B3DF-532FA25B2060}" type="sibTrans" cxnId="{41751CD7-D915-4BC9-98B6-1FB6A4E6BEE1}">
      <dgm:prSet/>
      <dgm:spPr/>
      <dgm:t>
        <a:bodyPr/>
        <a:lstStyle/>
        <a:p>
          <a:endParaRPr lang="en-GB"/>
        </a:p>
      </dgm:t>
    </dgm:pt>
    <dgm:pt modelId="{2AC34524-C5AF-4BCE-87BB-797C7DE05E11}">
      <dgm:prSet phldrT="[Text]" custT="1"/>
      <dgm:spPr>
        <a:solidFill>
          <a:schemeClr val="bg1"/>
        </a:solidFill>
      </dgm:spPr>
      <dgm:t>
        <a:bodyPr/>
        <a:lstStyle/>
        <a:p>
          <a:r>
            <a:rPr lang="en-GB" sz="1200"/>
            <a:t>Compliance</a:t>
          </a:r>
        </a:p>
      </dgm:t>
    </dgm:pt>
    <dgm:pt modelId="{2D83EB5A-AB50-4488-9EE7-1195019ADA61}" type="parTrans" cxnId="{27C1F4AB-AD7A-4E5E-A346-F8AAB6A079F0}">
      <dgm:prSet/>
      <dgm:spPr/>
      <dgm:t>
        <a:bodyPr/>
        <a:lstStyle/>
        <a:p>
          <a:endParaRPr lang="en-GB"/>
        </a:p>
      </dgm:t>
    </dgm:pt>
    <dgm:pt modelId="{8A8F1261-11DA-47A9-8EB8-F0A207492CE9}" type="sibTrans" cxnId="{27C1F4AB-AD7A-4E5E-A346-F8AAB6A079F0}">
      <dgm:prSet/>
      <dgm:spPr/>
      <dgm:t>
        <a:bodyPr/>
        <a:lstStyle/>
        <a:p>
          <a:endParaRPr lang="en-GB"/>
        </a:p>
      </dgm:t>
    </dgm:pt>
    <dgm:pt modelId="{CD88257F-2E52-4D96-9B20-53E51A52817E}">
      <dgm:prSet custT="1"/>
      <dgm:spPr>
        <a:solidFill>
          <a:schemeClr val="accent1">
            <a:lumMod val="20000"/>
            <a:lumOff val="80000"/>
          </a:schemeClr>
        </a:solidFill>
      </dgm:spPr>
      <dgm:t>
        <a:bodyPr/>
        <a:lstStyle/>
        <a:p>
          <a:endParaRPr lang="en-GB" sz="1400" b="1">
            <a:solidFill>
              <a:schemeClr val="tx1"/>
            </a:solidFill>
          </a:endParaRPr>
        </a:p>
        <a:p>
          <a:r>
            <a:rPr lang="en-GB" sz="1400" b="1">
              <a:solidFill>
                <a:schemeClr val="tx1"/>
              </a:solidFill>
            </a:rPr>
            <a:t>Individual Director Performance</a:t>
          </a:r>
        </a:p>
        <a:p>
          <a:endParaRPr lang="en-GB" sz="1400">
            <a:solidFill>
              <a:schemeClr val="tx1"/>
            </a:solidFill>
          </a:endParaRPr>
        </a:p>
      </dgm:t>
    </dgm:pt>
    <dgm:pt modelId="{CA075500-F453-423A-87CB-65FD22B940DC}" type="parTrans" cxnId="{C4C8C8EC-ADCB-41A4-BE39-1D022EDBED24}">
      <dgm:prSet/>
      <dgm:spPr/>
      <dgm:t>
        <a:bodyPr/>
        <a:lstStyle/>
        <a:p>
          <a:endParaRPr lang="en-GB"/>
        </a:p>
      </dgm:t>
    </dgm:pt>
    <dgm:pt modelId="{D5E95D88-EED8-45FA-A5A8-74E3F044C9AC}" type="sibTrans" cxnId="{C4C8C8EC-ADCB-41A4-BE39-1D022EDBED24}">
      <dgm:prSet/>
      <dgm:spPr/>
      <dgm:t>
        <a:bodyPr/>
        <a:lstStyle/>
        <a:p>
          <a:endParaRPr lang="en-GB"/>
        </a:p>
      </dgm:t>
    </dgm:pt>
    <dgm:pt modelId="{F28A2A71-AC3E-40E9-8943-3FDA48AD8E2E}">
      <dgm:prSet custT="1"/>
      <dgm:spPr>
        <a:solidFill>
          <a:schemeClr val="accent1">
            <a:lumMod val="20000"/>
            <a:lumOff val="80000"/>
          </a:schemeClr>
        </a:solidFill>
      </dgm:spPr>
      <dgm:t>
        <a:bodyPr/>
        <a:lstStyle/>
        <a:p>
          <a:endParaRPr lang="en-GB" sz="1400" b="1">
            <a:solidFill>
              <a:schemeClr val="tx1"/>
            </a:solidFill>
          </a:endParaRPr>
        </a:p>
        <a:p>
          <a:r>
            <a:rPr lang="en-GB" sz="1400" b="1">
              <a:solidFill>
                <a:schemeClr val="tx1"/>
              </a:solidFill>
            </a:rPr>
            <a:t>Other Areas</a:t>
          </a:r>
        </a:p>
        <a:p>
          <a:endParaRPr lang="en-GB" sz="1400">
            <a:solidFill>
              <a:schemeClr val="tx1"/>
            </a:solidFill>
          </a:endParaRPr>
        </a:p>
      </dgm:t>
    </dgm:pt>
    <dgm:pt modelId="{AB3B8039-F704-4405-B2A9-54589C032C05}" type="parTrans" cxnId="{E71910D5-1563-40B5-AF48-E9ACBB9BBC9B}">
      <dgm:prSet/>
      <dgm:spPr/>
      <dgm:t>
        <a:bodyPr/>
        <a:lstStyle/>
        <a:p>
          <a:endParaRPr lang="en-GB"/>
        </a:p>
      </dgm:t>
    </dgm:pt>
    <dgm:pt modelId="{5C4A99CF-2F9D-4220-A95C-07287DF9E7BE}" type="sibTrans" cxnId="{E71910D5-1563-40B5-AF48-E9ACBB9BBC9B}">
      <dgm:prSet/>
      <dgm:spPr/>
      <dgm:t>
        <a:bodyPr/>
        <a:lstStyle/>
        <a:p>
          <a:endParaRPr lang="en-GB"/>
        </a:p>
      </dgm:t>
    </dgm:pt>
    <dgm:pt modelId="{A28D1105-DB3A-4A34-BF0E-E2B3464F7EA2}">
      <dgm:prSet custT="1"/>
      <dgm:spPr>
        <a:solidFill>
          <a:schemeClr val="bg1"/>
        </a:solidFill>
      </dgm:spPr>
      <dgm:t>
        <a:bodyPr/>
        <a:lstStyle/>
        <a:p>
          <a:r>
            <a:rPr lang="en-GB" sz="1200"/>
            <a:t>Contribution</a:t>
          </a:r>
        </a:p>
      </dgm:t>
    </dgm:pt>
    <dgm:pt modelId="{BFD280B7-2611-4808-BA53-E1C0F0E8848E}" type="parTrans" cxnId="{3DBDBCB8-C350-4E9E-926F-09AD4671D94F}">
      <dgm:prSet/>
      <dgm:spPr/>
      <dgm:t>
        <a:bodyPr/>
        <a:lstStyle/>
        <a:p>
          <a:endParaRPr lang="en-GB"/>
        </a:p>
      </dgm:t>
    </dgm:pt>
    <dgm:pt modelId="{5CEF1522-70BB-4364-8343-DEFF8D519B57}" type="sibTrans" cxnId="{3DBDBCB8-C350-4E9E-926F-09AD4671D94F}">
      <dgm:prSet/>
      <dgm:spPr/>
      <dgm:t>
        <a:bodyPr/>
        <a:lstStyle/>
        <a:p>
          <a:endParaRPr lang="en-GB"/>
        </a:p>
      </dgm:t>
    </dgm:pt>
    <dgm:pt modelId="{5B29B8D9-57EF-437F-A316-09BE12D7BFC4}">
      <dgm:prSet custT="1"/>
      <dgm:spPr>
        <a:solidFill>
          <a:schemeClr val="bg1"/>
        </a:solidFill>
      </dgm:spPr>
      <dgm:t>
        <a:bodyPr/>
        <a:lstStyle/>
        <a:p>
          <a:r>
            <a:rPr lang="en-GB" sz="1200"/>
            <a:t>Attendance</a:t>
          </a:r>
        </a:p>
      </dgm:t>
    </dgm:pt>
    <dgm:pt modelId="{797469A0-89B4-48AF-8A9A-442E0B233738}" type="parTrans" cxnId="{5C0D689E-FF28-4878-916D-94FD7B7E6361}">
      <dgm:prSet/>
      <dgm:spPr/>
      <dgm:t>
        <a:bodyPr/>
        <a:lstStyle/>
        <a:p>
          <a:endParaRPr lang="en-GB"/>
        </a:p>
      </dgm:t>
    </dgm:pt>
    <dgm:pt modelId="{1D2CF04B-CD62-409D-82E4-1EBB5AE2AD94}" type="sibTrans" cxnId="{5C0D689E-FF28-4878-916D-94FD7B7E6361}">
      <dgm:prSet/>
      <dgm:spPr/>
      <dgm:t>
        <a:bodyPr/>
        <a:lstStyle/>
        <a:p>
          <a:endParaRPr lang="en-GB"/>
        </a:p>
      </dgm:t>
    </dgm:pt>
    <dgm:pt modelId="{95B4148F-1700-43B9-AE5B-0CB7C2E89F9F}">
      <dgm:prSet custT="1"/>
      <dgm:spPr>
        <a:solidFill>
          <a:schemeClr val="bg1"/>
        </a:solidFill>
      </dgm:spPr>
      <dgm:t>
        <a:bodyPr/>
        <a:lstStyle/>
        <a:p>
          <a:r>
            <a:rPr lang="en-GB" sz="1200"/>
            <a:t>Understanding Business</a:t>
          </a:r>
        </a:p>
      </dgm:t>
    </dgm:pt>
    <dgm:pt modelId="{01B40A28-DDFC-4704-8873-D5C456D8A235}" type="parTrans" cxnId="{90482AF8-7074-4FFB-BE94-208341135DF8}">
      <dgm:prSet/>
      <dgm:spPr/>
      <dgm:t>
        <a:bodyPr/>
        <a:lstStyle/>
        <a:p>
          <a:endParaRPr lang="en-GB"/>
        </a:p>
      </dgm:t>
    </dgm:pt>
    <dgm:pt modelId="{59C65123-13DF-44F9-8CB2-F09AE7FEE9BB}" type="sibTrans" cxnId="{90482AF8-7074-4FFB-BE94-208341135DF8}">
      <dgm:prSet/>
      <dgm:spPr/>
      <dgm:t>
        <a:bodyPr/>
        <a:lstStyle/>
        <a:p>
          <a:endParaRPr lang="en-GB"/>
        </a:p>
      </dgm:t>
    </dgm:pt>
    <dgm:pt modelId="{3CC4FDA7-975E-4CE1-8D1C-3EB51C0617CB}">
      <dgm:prSet custT="1"/>
      <dgm:spPr>
        <a:solidFill>
          <a:schemeClr val="bg1"/>
        </a:solidFill>
      </dgm:spPr>
      <dgm:t>
        <a:bodyPr/>
        <a:lstStyle/>
        <a:p>
          <a:r>
            <a:rPr lang="en-GB" sz="1200"/>
            <a:t>Fiduciary Duties</a:t>
          </a:r>
        </a:p>
      </dgm:t>
    </dgm:pt>
    <dgm:pt modelId="{143AD70B-2B5E-469F-850D-71230BCED8B5}" type="parTrans" cxnId="{843AEB41-C83F-4B14-A0FE-2D81D5736E15}">
      <dgm:prSet/>
      <dgm:spPr/>
      <dgm:t>
        <a:bodyPr/>
        <a:lstStyle/>
        <a:p>
          <a:endParaRPr lang="en-GB"/>
        </a:p>
      </dgm:t>
    </dgm:pt>
    <dgm:pt modelId="{1B4F3931-100A-4BB5-9108-8BB3660650E3}" type="sibTrans" cxnId="{843AEB41-C83F-4B14-A0FE-2D81D5736E15}">
      <dgm:prSet/>
      <dgm:spPr/>
      <dgm:t>
        <a:bodyPr/>
        <a:lstStyle/>
        <a:p>
          <a:endParaRPr lang="en-GB"/>
        </a:p>
      </dgm:t>
    </dgm:pt>
    <dgm:pt modelId="{EFD37DCF-0EB3-4E6C-8D0E-DAD46AC0F660}">
      <dgm:prSet custT="1"/>
      <dgm:spPr>
        <a:solidFill>
          <a:schemeClr val="bg1"/>
        </a:solidFill>
      </dgm:spPr>
      <dgm:t>
        <a:bodyPr/>
        <a:lstStyle/>
        <a:p>
          <a:r>
            <a:rPr lang="en-GB" sz="1200"/>
            <a:t>Operational Excellence</a:t>
          </a:r>
        </a:p>
      </dgm:t>
    </dgm:pt>
    <dgm:pt modelId="{EE96526E-49ED-4261-BFC8-5E91BE2B7B31}" type="parTrans" cxnId="{9993D3CD-F03A-47AF-B196-C589AC8D05AF}">
      <dgm:prSet/>
      <dgm:spPr/>
      <dgm:t>
        <a:bodyPr/>
        <a:lstStyle/>
        <a:p>
          <a:endParaRPr lang="en-GB"/>
        </a:p>
      </dgm:t>
    </dgm:pt>
    <dgm:pt modelId="{072798FC-594B-446B-B81A-C3FB352FD053}" type="sibTrans" cxnId="{9993D3CD-F03A-47AF-B196-C589AC8D05AF}">
      <dgm:prSet/>
      <dgm:spPr/>
      <dgm:t>
        <a:bodyPr/>
        <a:lstStyle/>
        <a:p>
          <a:endParaRPr lang="en-GB"/>
        </a:p>
      </dgm:t>
    </dgm:pt>
    <dgm:pt modelId="{E7575652-3552-4CE7-B1C9-EAE4268BFB93}">
      <dgm:prSet custT="1"/>
      <dgm:spPr>
        <a:solidFill>
          <a:schemeClr val="bg1"/>
        </a:solidFill>
      </dgm:spPr>
      <dgm:t>
        <a:bodyPr/>
        <a:lstStyle/>
        <a:p>
          <a:r>
            <a:rPr lang="en-GB" sz="1200"/>
            <a:t>Internal Control &amp; Audits</a:t>
          </a:r>
        </a:p>
      </dgm:t>
    </dgm:pt>
    <dgm:pt modelId="{C2F0F4C9-2332-4E8F-982D-2196A1AE29D6}" type="parTrans" cxnId="{10E0FCCB-BAB9-44C8-900D-14B4B657CB69}">
      <dgm:prSet/>
      <dgm:spPr/>
      <dgm:t>
        <a:bodyPr/>
        <a:lstStyle/>
        <a:p>
          <a:endParaRPr lang="en-GB"/>
        </a:p>
      </dgm:t>
    </dgm:pt>
    <dgm:pt modelId="{1A43F597-8B72-4239-8F10-54B73CAF7286}" type="sibTrans" cxnId="{10E0FCCB-BAB9-44C8-900D-14B4B657CB69}">
      <dgm:prSet/>
      <dgm:spPr/>
      <dgm:t>
        <a:bodyPr/>
        <a:lstStyle/>
        <a:p>
          <a:endParaRPr lang="en-GB"/>
        </a:p>
      </dgm:t>
    </dgm:pt>
    <dgm:pt modelId="{35CCD5F9-9735-489D-96F7-951DF32C0668}">
      <dgm:prSet custT="1"/>
      <dgm:spPr>
        <a:solidFill>
          <a:schemeClr val="bg1"/>
        </a:solidFill>
      </dgm:spPr>
      <dgm:t>
        <a:bodyPr/>
        <a:lstStyle/>
        <a:p>
          <a:r>
            <a:rPr lang="en-GB" sz="1200"/>
            <a:t>Technology Investment </a:t>
          </a:r>
        </a:p>
      </dgm:t>
    </dgm:pt>
    <dgm:pt modelId="{83895365-033C-49F9-B27E-72CF4A90CE2C}" type="parTrans" cxnId="{B7BA3D4D-4D70-401F-A48F-F9298555F983}">
      <dgm:prSet/>
      <dgm:spPr/>
      <dgm:t>
        <a:bodyPr/>
        <a:lstStyle/>
        <a:p>
          <a:endParaRPr lang="en-GB"/>
        </a:p>
      </dgm:t>
    </dgm:pt>
    <dgm:pt modelId="{EC3E6057-1326-455D-BB2A-66B317C0EE77}" type="sibTrans" cxnId="{B7BA3D4D-4D70-401F-A48F-F9298555F983}">
      <dgm:prSet/>
      <dgm:spPr/>
      <dgm:t>
        <a:bodyPr/>
        <a:lstStyle/>
        <a:p>
          <a:endParaRPr lang="en-GB"/>
        </a:p>
      </dgm:t>
    </dgm:pt>
    <dgm:pt modelId="{749107D0-CE9D-4259-B701-0624CE200BC1}" type="pres">
      <dgm:prSet presAssocID="{D3A1AD08-797E-4DEF-AC30-A82EE422504D}" presName="linear" presStyleCnt="0">
        <dgm:presLayoutVars>
          <dgm:dir/>
          <dgm:animLvl val="lvl"/>
          <dgm:resizeHandles val="exact"/>
        </dgm:presLayoutVars>
      </dgm:prSet>
      <dgm:spPr/>
    </dgm:pt>
    <dgm:pt modelId="{9D3BA4E2-51D0-411E-A89E-772F44591834}" type="pres">
      <dgm:prSet presAssocID="{C966995D-D961-445F-ACCE-E78E6E482D01}" presName="parentLin" presStyleCnt="0"/>
      <dgm:spPr/>
    </dgm:pt>
    <dgm:pt modelId="{EA7CE89C-C37D-4CC8-9709-909271D825D1}" type="pres">
      <dgm:prSet presAssocID="{C966995D-D961-445F-ACCE-E78E6E482D01}" presName="parentLeftMargin" presStyleLbl="node1" presStyleIdx="0" presStyleCnt="4"/>
      <dgm:spPr/>
    </dgm:pt>
    <dgm:pt modelId="{2E424DFE-DE35-49E2-B2B1-0ECAEEE2AF2B}" type="pres">
      <dgm:prSet presAssocID="{C966995D-D961-445F-ACCE-E78E6E482D01}" presName="parentText" presStyleLbl="node1" presStyleIdx="0" presStyleCnt="4">
        <dgm:presLayoutVars>
          <dgm:chMax val="0"/>
          <dgm:bulletEnabled val="1"/>
        </dgm:presLayoutVars>
      </dgm:prSet>
      <dgm:spPr/>
    </dgm:pt>
    <dgm:pt modelId="{7F289E61-3C68-4E55-B603-D858EF4D5163}" type="pres">
      <dgm:prSet presAssocID="{C966995D-D961-445F-ACCE-E78E6E482D01}" presName="negativeSpace" presStyleCnt="0"/>
      <dgm:spPr/>
    </dgm:pt>
    <dgm:pt modelId="{2A0C214A-CDF3-4629-90BC-7322A108C16D}" type="pres">
      <dgm:prSet presAssocID="{C966995D-D961-445F-ACCE-E78E6E482D01}" presName="childText" presStyleLbl="conFgAcc1" presStyleIdx="0" presStyleCnt="4">
        <dgm:presLayoutVars>
          <dgm:bulletEnabled val="1"/>
        </dgm:presLayoutVars>
      </dgm:prSet>
      <dgm:spPr/>
    </dgm:pt>
    <dgm:pt modelId="{A7BFFAA3-9E20-4BA0-A776-19473A4A4E61}" type="pres">
      <dgm:prSet presAssocID="{00D875DA-BB75-4BD9-A2E4-54EE059C80C4}" presName="spaceBetweenRectangles" presStyleCnt="0"/>
      <dgm:spPr/>
    </dgm:pt>
    <dgm:pt modelId="{E7D2A738-D6A2-4F50-AA51-B6166A8FE357}" type="pres">
      <dgm:prSet presAssocID="{C7AA726A-9778-4E87-8F24-47723E03C67F}" presName="parentLin" presStyleCnt="0"/>
      <dgm:spPr/>
    </dgm:pt>
    <dgm:pt modelId="{D04371F9-A897-4C2B-A436-7D23EAD2E6B9}" type="pres">
      <dgm:prSet presAssocID="{C7AA726A-9778-4E87-8F24-47723E03C67F}" presName="parentLeftMargin" presStyleLbl="node1" presStyleIdx="0" presStyleCnt="4"/>
      <dgm:spPr/>
    </dgm:pt>
    <dgm:pt modelId="{161ED156-B4CB-4DA7-B0FA-1E8FCE9B93B2}" type="pres">
      <dgm:prSet presAssocID="{C7AA726A-9778-4E87-8F24-47723E03C67F}" presName="parentText" presStyleLbl="node1" presStyleIdx="1" presStyleCnt="4">
        <dgm:presLayoutVars>
          <dgm:chMax val="0"/>
          <dgm:bulletEnabled val="1"/>
        </dgm:presLayoutVars>
      </dgm:prSet>
      <dgm:spPr/>
    </dgm:pt>
    <dgm:pt modelId="{21BD8DA7-9A8A-4281-993C-7D81B9CBFF2C}" type="pres">
      <dgm:prSet presAssocID="{C7AA726A-9778-4E87-8F24-47723E03C67F}" presName="negativeSpace" presStyleCnt="0"/>
      <dgm:spPr/>
    </dgm:pt>
    <dgm:pt modelId="{E186DC02-3A44-4C2F-AEFF-572C71DDF68F}" type="pres">
      <dgm:prSet presAssocID="{C7AA726A-9778-4E87-8F24-47723E03C67F}" presName="childText" presStyleLbl="conFgAcc1" presStyleIdx="1" presStyleCnt="4">
        <dgm:presLayoutVars>
          <dgm:bulletEnabled val="1"/>
        </dgm:presLayoutVars>
      </dgm:prSet>
      <dgm:spPr/>
    </dgm:pt>
    <dgm:pt modelId="{6E27F9A3-5991-4AC3-AB22-C84904C1EA14}" type="pres">
      <dgm:prSet presAssocID="{D8F73D29-25DE-4007-90C9-2CB921429D61}" presName="spaceBetweenRectangles" presStyleCnt="0"/>
      <dgm:spPr/>
    </dgm:pt>
    <dgm:pt modelId="{F78E2290-E1F4-427C-9E05-3C4C6356ED18}" type="pres">
      <dgm:prSet presAssocID="{CD88257F-2E52-4D96-9B20-53E51A52817E}" presName="parentLin" presStyleCnt="0"/>
      <dgm:spPr/>
    </dgm:pt>
    <dgm:pt modelId="{FD47E038-C362-4E8F-9B04-EF908AEBD6E3}" type="pres">
      <dgm:prSet presAssocID="{CD88257F-2E52-4D96-9B20-53E51A52817E}" presName="parentLeftMargin" presStyleLbl="node1" presStyleIdx="1" presStyleCnt="4"/>
      <dgm:spPr/>
    </dgm:pt>
    <dgm:pt modelId="{1D3D5F94-9EF9-418C-BC6A-DF1F2E410A30}" type="pres">
      <dgm:prSet presAssocID="{CD88257F-2E52-4D96-9B20-53E51A52817E}" presName="parentText" presStyleLbl="node1" presStyleIdx="2" presStyleCnt="4">
        <dgm:presLayoutVars>
          <dgm:chMax val="0"/>
          <dgm:bulletEnabled val="1"/>
        </dgm:presLayoutVars>
      </dgm:prSet>
      <dgm:spPr/>
    </dgm:pt>
    <dgm:pt modelId="{FABD67CA-F738-4198-965B-E24115CD79C3}" type="pres">
      <dgm:prSet presAssocID="{CD88257F-2E52-4D96-9B20-53E51A52817E}" presName="negativeSpace" presStyleCnt="0"/>
      <dgm:spPr/>
    </dgm:pt>
    <dgm:pt modelId="{A6976882-FC84-4AAB-A852-81C4D735337D}" type="pres">
      <dgm:prSet presAssocID="{CD88257F-2E52-4D96-9B20-53E51A52817E}" presName="childText" presStyleLbl="conFgAcc1" presStyleIdx="2" presStyleCnt="4">
        <dgm:presLayoutVars>
          <dgm:bulletEnabled val="1"/>
        </dgm:presLayoutVars>
      </dgm:prSet>
      <dgm:spPr/>
    </dgm:pt>
    <dgm:pt modelId="{CF928BF3-B6C5-4417-99E5-DD1ADD9C362D}" type="pres">
      <dgm:prSet presAssocID="{D5E95D88-EED8-45FA-A5A8-74E3F044C9AC}" presName="spaceBetweenRectangles" presStyleCnt="0"/>
      <dgm:spPr/>
    </dgm:pt>
    <dgm:pt modelId="{704142A3-CF54-4AA8-98E1-C3B03AA66A52}" type="pres">
      <dgm:prSet presAssocID="{F28A2A71-AC3E-40E9-8943-3FDA48AD8E2E}" presName="parentLin" presStyleCnt="0"/>
      <dgm:spPr/>
    </dgm:pt>
    <dgm:pt modelId="{6FA30B3F-0B07-4ADC-8AF1-33013FA0DF5B}" type="pres">
      <dgm:prSet presAssocID="{F28A2A71-AC3E-40E9-8943-3FDA48AD8E2E}" presName="parentLeftMargin" presStyleLbl="node1" presStyleIdx="2" presStyleCnt="4"/>
      <dgm:spPr/>
    </dgm:pt>
    <dgm:pt modelId="{F46754C6-5AEC-4589-A515-AAD460FEFF7D}" type="pres">
      <dgm:prSet presAssocID="{F28A2A71-AC3E-40E9-8943-3FDA48AD8E2E}" presName="parentText" presStyleLbl="node1" presStyleIdx="3" presStyleCnt="4">
        <dgm:presLayoutVars>
          <dgm:chMax val="0"/>
          <dgm:bulletEnabled val="1"/>
        </dgm:presLayoutVars>
      </dgm:prSet>
      <dgm:spPr/>
    </dgm:pt>
    <dgm:pt modelId="{AB63B00C-7ECE-474D-B169-80079F9B1260}" type="pres">
      <dgm:prSet presAssocID="{F28A2A71-AC3E-40E9-8943-3FDA48AD8E2E}" presName="negativeSpace" presStyleCnt="0"/>
      <dgm:spPr/>
    </dgm:pt>
    <dgm:pt modelId="{7A001EC9-EC5E-4D18-9EB3-E184EBBD5793}" type="pres">
      <dgm:prSet presAssocID="{F28A2A71-AC3E-40E9-8943-3FDA48AD8E2E}" presName="childText" presStyleLbl="conFgAcc1" presStyleIdx="3" presStyleCnt="4">
        <dgm:presLayoutVars>
          <dgm:bulletEnabled val="1"/>
        </dgm:presLayoutVars>
      </dgm:prSet>
      <dgm:spPr/>
    </dgm:pt>
  </dgm:ptLst>
  <dgm:cxnLst>
    <dgm:cxn modelId="{3A65FB00-956A-4510-A609-31C6842D2136}" type="presOf" srcId="{C7AA726A-9778-4E87-8F24-47723E03C67F}" destId="{D04371F9-A897-4C2B-A436-7D23EAD2E6B9}" srcOrd="0" destOrd="0" presId="urn:microsoft.com/office/officeart/2005/8/layout/list1"/>
    <dgm:cxn modelId="{89CCDF01-11C2-4555-B2D5-A09F63FB5B44}" type="presOf" srcId="{E7575652-3552-4CE7-B1C9-EAE4268BFB93}" destId="{7A001EC9-EC5E-4D18-9EB3-E184EBBD5793}" srcOrd="0" destOrd="1" presId="urn:microsoft.com/office/officeart/2005/8/layout/list1"/>
    <dgm:cxn modelId="{3B2A7602-BEE8-4095-9C92-1B7614B1340F}" srcId="{C7AA726A-9778-4E87-8F24-47723E03C67F}" destId="{0C1CE3FA-C155-4B1A-9EFE-3AAC785470AF}" srcOrd="0" destOrd="0" parTransId="{EF86E533-A285-49E0-9086-95FF58C68442}" sibTransId="{50562E23-CEF4-43E6-A8CB-5D3D49BA6428}"/>
    <dgm:cxn modelId="{27176F1E-B0C7-4222-A347-436B17552383}" type="presOf" srcId="{0C1CE3FA-C155-4B1A-9EFE-3AAC785470AF}" destId="{E186DC02-3A44-4C2F-AEFF-572C71DDF68F}" srcOrd="0" destOrd="0" presId="urn:microsoft.com/office/officeart/2005/8/layout/list1"/>
    <dgm:cxn modelId="{44160D1F-39F8-423B-91F5-479B197B0AAD}" type="presOf" srcId="{C966995D-D961-445F-ACCE-E78E6E482D01}" destId="{EA7CE89C-C37D-4CC8-9709-909271D825D1}" srcOrd="0" destOrd="0" presId="urn:microsoft.com/office/officeart/2005/8/layout/list1"/>
    <dgm:cxn modelId="{3B46CA31-17C4-4AC4-B072-10F87077BC38}" type="presOf" srcId="{0A539B4A-9401-4B10-9F6E-CB1D33DE3DCD}" destId="{E186DC02-3A44-4C2F-AEFF-572C71DDF68F}" srcOrd="0" destOrd="1" presId="urn:microsoft.com/office/officeart/2005/8/layout/list1"/>
    <dgm:cxn modelId="{B2C3A534-55CF-4BCA-8C82-C1B6FB6487AB}" type="presOf" srcId="{E74733A5-C8D0-4F22-9880-4E1B408A64B0}" destId="{2A0C214A-CDF3-4629-90BC-7322A108C16D}" srcOrd="0" destOrd="1" presId="urn:microsoft.com/office/officeart/2005/8/layout/list1"/>
    <dgm:cxn modelId="{AD9E9136-5BA3-4AB4-A944-D507376F2572}" type="presOf" srcId="{5B29B8D9-57EF-437F-A316-09BE12D7BFC4}" destId="{A6976882-FC84-4AAB-A852-81C4D735337D}" srcOrd="0" destOrd="1" presId="urn:microsoft.com/office/officeart/2005/8/layout/list1"/>
    <dgm:cxn modelId="{1C3EDA41-C4FE-484D-AACD-1078CB89CDB3}" type="presOf" srcId="{D3A1AD08-797E-4DEF-AC30-A82EE422504D}" destId="{749107D0-CE9D-4259-B701-0624CE200BC1}" srcOrd="0" destOrd="0" presId="urn:microsoft.com/office/officeart/2005/8/layout/list1"/>
    <dgm:cxn modelId="{843AEB41-C83F-4B14-A0FE-2D81D5736E15}" srcId="{CD88257F-2E52-4D96-9B20-53E51A52817E}" destId="{3CC4FDA7-975E-4CE1-8D1C-3EB51C0617CB}" srcOrd="3" destOrd="0" parTransId="{143AD70B-2B5E-469F-850D-71230BCED8B5}" sibTransId="{1B4F3931-100A-4BB5-9108-8BB3660650E3}"/>
    <dgm:cxn modelId="{4B82DB6C-77A5-49A7-BC08-E0B7A8BB1CB4}" srcId="{D3A1AD08-797E-4DEF-AC30-A82EE422504D}" destId="{C966995D-D961-445F-ACCE-E78E6E482D01}" srcOrd="0" destOrd="0" parTransId="{E5CE6102-57C4-4053-B552-AF1124DE73ED}" sibTransId="{00D875DA-BB75-4BD9-A2E4-54EE059C80C4}"/>
    <dgm:cxn modelId="{8BBB296D-7581-46BD-A75C-3DEBA032590A}" type="presOf" srcId="{CD88257F-2E52-4D96-9B20-53E51A52817E}" destId="{1D3D5F94-9EF9-418C-BC6A-DF1F2E410A30}" srcOrd="1" destOrd="0" presId="urn:microsoft.com/office/officeart/2005/8/layout/list1"/>
    <dgm:cxn modelId="{B7BA3D4D-4D70-401F-A48F-F9298555F983}" srcId="{F28A2A71-AC3E-40E9-8943-3FDA48AD8E2E}" destId="{35CCD5F9-9735-489D-96F7-951DF32C0668}" srcOrd="2" destOrd="0" parTransId="{83895365-033C-49F9-B27E-72CF4A90CE2C}" sibTransId="{EC3E6057-1326-455D-BB2A-66B317C0EE77}"/>
    <dgm:cxn modelId="{4409BA72-E8C6-46AB-B288-12133313FC70}" type="presOf" srcId="{C966995D-D961-445F-ACCE-E78E6E482D01}" destId="{2E424DFE-DE35-49E2-B2B1-0ECAEEE2AF2B}" srcOrd="1" destOrd="0" presId="urn:microsoft.com/office/officeart/2005/8/layout/list1"/>
    <dgm:cxn modelId="{2378E053-660E-4C9B-B0B2-4D1B439AA2A5}" srcId="{C7AA726A-9778-4E87-8F24-47723E03C67F}" destId="{0A539B4A-9401-4B10-9F6E-CB1D33DE3DCD}" srcOrd="1" destOrd="0" parTransId="{F95F2ADF-CD3E-4E42-8CC9-A39B2BDAEF11}" sibTransId="{FDF77D8F-25A7-447D-8DE4-D4D06D228EA6}"/>
    <dgm:cxn modelId="{C43C8775-2D21-4189-A12C-85FB64A2EE72}" type="presOf" srcId="{2AC34524-C5AF-4BCE-87BB-797C7DE05E11}" destId="{E186DC02-3A44-4C2F-AEFF-572C71DDF68F}" srcOrd="0" destOrd="4" presId="urn:microsoft.com/office/officeart/2005/8/layout/list1"/>
    <dgm:cxn modelId="{45BEAC77-4250-42C1-AC08-4C8EF4BF73D3}" srcId="{C966995D-D961-445F-ACCE-E78E6E482D01}" destId="{E74733A5-C8D0-4F22-9880-4E1B408A64B0}" srcOrd="1" destOrd="0" parTransId="{7A7CB064-D4E8-45F5-B685-E3A31A858E87}" sibTransId="{D7AEC5ED-C921-41E4-A47B-EB838C6EB07D}"/>
    <dgm:cxn modelId="{1DD70B7C-CB5B-465B-A416-76D572BEFACF}" type="presOf" srcId="{35CCD5F9-9735-489D-96F7-951DF32C0668}" destId="{7A001EC9-EC5E-4D18-9EB3-E184EBBD5793}" srcOrd="0" destOrd="2" presId="urn:microsoft.com/office/officeart/2005/8/layout/list1"/>
    <dgm:cxn modelId="{FB952780-0665-442F-BB8D-B7677E7787AE}" type="presOf" srcId="{EFD37DCF-0EB3-4E6C-8D0E-DAD46AC0F660}" destId="{7A001EC9-EC5E-4D18-9EB3-E184EBBD5793}" srcOrd="0" destOrd="0" presId="urn:microsoft.com/office/officeart/2005/8/layout/list1"/>
    <dgm:cxn modelId="{FB439681-4BEC-401F-9AF5-31C242B0A5F0}" srcId="{C7AA726A-9778-4E87-8F24-47723E03C67F}" destId="{B3C54A7C-7553-4182-A0B1-A5BCF8AFCD4C}" srcOrd="2" destOrd="0" parTransId="{F3D3C240-30EA-4BB6-966E-F326E2445E41}" sibTransId="{9CBBF502-1965-4BA5-A5F6-16360FCCD048}"/>
    <dgm:cxn modelId="{534E1295-23E4-438B-B5B1-6A3C0101350F}" srcId="{D3A1AD08-797E-4DEF-AC30-A82EE422504D}" destId="{C7AA726A-9778-4E87-8F24-47723E03C67F}" srcOrd="1" destOrd="0" parTransId="{9F345920-77E6-44EE-B9C3-1FB6720393A3}" sibTransId="{D8F73D29-25DE-4007-90C9-2CB921429D61}"/>
    <dgm:cxn modelId="{FDCC659D-2AC6-4DA9-93B7-96CA32572ACA}" type="presOf" srcId="{FAF3F912-36E6-4FCE-BE52-C90BA34FAFC4}" destId="{2A0C214A-CDF3-4629-90BC-7322A108C16D}" srcOrd="0" destOrd="0" presId="urn:microsoft.com/office/officeart/2005/8/layout/list1"/>
    <dgm:cxn modelId="{4D3C229E-5BB7-4683-828B-23EBD36DBB54}" type="presOf" srcId="{B3C54A7C-7553-4182-A0B1-A5BCF8AFCD4C}" destId="{E186DC02-3A44-4C2F-AEFF-572C71DDF68F}" srcOrd="0" destOrd="2" presId="urn:microsoft.com/office/officeart/2005/8/layout/list1"/>
    <dgm:cxn modelId="{5C0D689E-FF28-4878-916D-94FD7B7E6361}" srcId="{CD88257F-2E52-4D96-9B20-53E51A52817E}" destId="{5B29B8D9-57EF-437F-A316-09BE12D7BFC4}" srcOrd="1" destOrd="0" parTransId="{797469A0-89B4-48AF-8A9A-442E0B233738}" sibTransId="{1D2CF04B-CD62-409D-82E4-1EBB5AE2AD94}"/>
    <dgm:cxn modelId="{27C1F4AB-AD7A-4E5E-A346-F8AAB6A079F0}" srcId="{C7AA726A-9778-4E87-8F24-47723E03C67F}" destId="{2AC34524-C5AF-4BCE-87BB-797C7DE05E11}" srcOrd="4" destOrd="0" parTransId="{2D83EB5A-AB50-4488-9EE7-1195019ADA61}" sibTransId="{8A8F1261-11DA-47A9-8EB8-F0A207492CE9}"/>
    <dgm:cxn modelId="{A23089B3-C0AB-4B42-8F96-5EB0F09ED1C5}" type="presOf" srcId="{CD88257F-2E52-4D96-9B20-53E51A52817E}" destId="{FD47E038-C362-4E8F-9B04-EF908AEBD6E3}" srcOrd="0" destOrd="0" presId="urn:microsoft.com/office/officeart/2005/8/layout/list1"/>
    <dgm:cxn modelId="{AE0577B8-6E42-49BC-A374-AC2CB6FD48E4}" type="presOf" srcId="{4279775D-0AEF-4701-A822-1EB479A9E643}" destId="{E186DC02-3A44-4C2F-AEFF-572C71DDF68F}" srcOrd="0" destOrd="3" presId="urn:microsoft.com/office/officeart/2005/8/layout/list1"/>
    <dgm:cxn modelId="{3DBDBCB8-C350-4E9E-926F-09AD4671D94F}" srcId="{CD88257F-2E52-4D96-9B20-53E51A52817E}" destId="{A28D1105-DB3A-4A34-BF0E-E2B3464F7EA2}" srcOrd="0" destOrd="0" parTransId="{BFD280B7-2611-4808-BA53-E1C0F0E8848E}" sibTransId="{5CEF1522-70BB-4364-8343-DEFF8D519B57}"/>
    <dgm:cxn modelId="{6AFFF9B9-02FB-4C60-9D75-4CA39111C609}" type="presOf" srcId="{A28D1105-DB3A-4A34-BF0E-E2B3464F7EA2}" destId="{A6976882-FC84-4AAB-A852-81C4D735337D}" srcOrd="0" destOrd="0" presId="urn:microsoft.com/office/officeart/2005/8/layout/list1"/>
    <dgm:cxn modelId="{86D537C9-FE97-4872-9C5F-DE26D0B0658E}" type="presOf" srcId="{F28A2A71-AC3E-40E9-8943-3FDA48AD8E2E}" destId="{F46754C6-5AEC-4589-A515-AAD460FEFF7D}" srcOrd="1" destOrd="0" presId="urn:microsoft.com/office/officeart/2005/8/layout/list1"/>
    <dgm:cxn modelId="{10E0FCCB-BAB9-44C8-900D-14B4B657CB69}" srcId="{F28A2A71-AC3E-40E9-8943-3FDA48AD8E2E}" destId="{E7575652-3552-4CE7-B1C9-EAE4268BFB93}" srcOrd="1" destOrd="0" parTransId="{C2F0F4C9-2332-4E8F-982D-2196A1AE29D6}" sibTransId="{1A43F597-8B72-4239-8F10-54B73CAF7286}"/>
    <dgm:cxn modelId="{9993D3CD-F03A-47AF-B196-C589AC8D05AF}" srcId="{F28A2A71-AC3E-40E9-8943-3FDA48AD8E2E}" destId="{EFD37DCF-0EB3-4E6C-8D0E-DAD46AC0F660}" srcOrd="0" destOrd="0" parTransId="{EE96526E-49ED-4261-BFC8-5E91BE2B7B31}" sibTransId="{072798FC-594B-446B-B81A-C3FB352FD053}"/>
    <dgm:cxn modelId="{E71910D5-1563-40B5-AF48-E9ACBB9BBC9B}" srcId="{D3A1AD08-797E-4DEF-AC30-A82EE422504D}" destId="{F28A2A71-AC3E-40E9-8943-3FDA48AD8E2E}" srcOrd="3" destOrd="0" parTransId="{AB3B8039-F704-4405-B2A9-54589C032C05}" sibTransId="{5C4A99CF-2F9D-4220-A95C-07287DF9E7BE}"/>
    <dgm:cxn modelId="{41751CD7-D915-4BC9-98B6-1FB6A4E6BEE1}" srcId="{C7AA726A-9778-4E87-8F24-47723E03C67F}" destId="{4279775D-0AEF-4701-A822-1EB479A9E643}" srcOrd="3" destOrd="0" parTransId="{CC8DD482-DFFA-4C5D-9972-BC70A1ECB4CE}" sibTransId="{61041BA4-C9F8-4062-B3DF-532FA25B2060}"/>
    <dgm:cxn modelId="{B8A806DA-B793-4183-9A01-D70969B41537}" type="presOf" srcId="{C7AA726A-9778-4E87-8F24-47723E03C67F}" destId="{161ED156-B4CB-4DA7-B0FA-1E8FCE9B93B2}" srcOrd="1" destOrd="0" presId="urn:microsoft.com/office/officeart/2005/8/layout/list1"/>
    <dgm:cxn modelId="{0D53A1E4-D44A-4F9F-A8A0-6A6EB0A42AF8}" srcId="{C966995D-D961-445F-ACCE-E78E6E482D01}" destId="{A0400B7B-0EFB-43F0-ADB6-7AE011A314F3}" srcOrd="2" destOrd="0" parTransId="{E29308AB-1D1D-4165-A9E1-705AD9E54F28}" sibTransId="{BF8492A9-382E-4B20-AD0F-2578F6035F97}"/>
    <dgm:cxn modelId="{449092E5-4D88-48E6-8448-7D063FE13E16}" type="presOf" srcId="{F28A2A71-AC3E-40E9-8943-3FDA48AD8E2E}" destId="{6FA30B3F-0B07-4ADC-8AF1-33013FA0DF5B}" srcOrd="0" destOrd="0" presId="urn:microsoft.com/office/officeart/2005/8/layout/list1"/>
    <dgm:cxn modelId="{D42747E9-E371-4323-A132-2CB687FE41E0}" type="presOf" srcId="{A0400B7B-0EFB-43F0-ADB6-7AE011A314F3}" destId="{2A0C214A-CDF3-4629-90BC-7322A108C16D}" srcOrd="0" destOrd="2" presId="urn:microsoft.com/office/officeart/2005/8/layout/list1"/>
    <dgm:cxn modelId="{C4C8C8EC-ADCB-41A4-BE39-1D022EDBED24}" srcId="{D3A1AD08-797E-4DEF-AC30-A82EE422504D}" destId="{CD88257F-2E52-4D96-9B20-53E51A52817E}" srcOrd="2" destOrd="0" parTransId="{CA075500-F453-423A-87CB-65FD22B940DC}" sibTransId="{D5E95D88-EED8-45FA-A5A8-74E3F044C9AC}"/>
    <dgm:cxn modelId="{F624B6F4-6382-4FE4-B927-9520B77B1713}" type="presOf" srcId="{3CC4FDA7-975E-4CE1-8D1C-3EB51C0617CB}" destId="{A6976882-FC84-4AAB-A852-81C4D735337D}" srcOrd="0" destOrd="3" presId="urn:microsoft.com/office/officeart/2005/8/layout/list1"/>
    <dgm:cxn modelId="{90482AF8-7074-4FFB-BE94-208341135DF8}" srcId="{CD88257F-2E52-4D96-9B20-53E51A52817E}" destId="{95B4148F-1700-43B9-AE5B-0CB7C2E89F9F}" srcOrd="2" destOrd="0" parTransId="{01B40A28-DDFC-4704-8873-D5C456D8A235}" sibTransId="{59C65123-13DF-44F9-8CB2-F09AE7FEE9BB}"/>
    <dgm:cxn modelId="{C2BFFDF8-9E6B-42FA-9F84-035BD0873419}" srcId="{C966995D-D961-445F-ACCE-E78E6E482D01}" destId="{FAF3F912-36E6-4FCE-BE52-C90BA34FAFC4}" srcOrd="0" destOrd="0" parTransId="{11CCB851-1AA3-44A5-A563-BAA1E00575D8}" sibTransId="{77A33C52-1913-4B38-81ED-13606B05A290}"/>
    <dgm:cxn modelId="{708975FE-4A02-44E1-9F5B-88A47DB941DE}" type="presOf" srcId="{95B4148F-1700-43B9-AE5B-0CB7C2E89F9F}" destId="{A6976882-FC84-4AAB-A852-81C4D735337D}" srcOrd="0" destOrd="2" presId="urn:microsoft.com/office/officeart/2005/8/layout/list1"/>
    <dgm:cxn modelId="{7D27F5BE-ADDE-41FF-9E94-DFF02336F7C4}" type="presParOf" srcId="{749107D0-CE9D-4259-B701-0624CE200BC1}" destId="{9D3BA4E2-51D0-411E-A89E-772F44591834}" srcOrd="0" destOrd="0" presId="urn:microsoft.com/office/officeart/2005/8/layout/list1"/>
    <dgm:cxn modelId="{CEBCA94A-06F5-45FE-B90D-58C764641415}" type="presParOf" srcId="{9D3BA4E2-51D0-411E-A89E-772F44591834}" destId="{EA7CE89C-C37D-4CC8-9709-909271D825D1}" srcOrd="0" destOrd="0" presId="urn:microsoft.com/office/officeart/2005/8/layout/list1"/>
    <dgm:cxn modelId="{E32EA811-B940-4194-9982-6DE8928A788C}" type="presParOf" srcId="{9D3BA4E2-51D0-411E-A89E-772F44591834}" destId="{2E424DFE-DE35-49E2-B2B1-0ECAEEE2AF2B}" srcOrd="1" destOrd="0" presId="urn:microsoft.com/office/officeart/2005/8/layout/list1"/>
    <dgm:cxn modelId="{BC458149-F659-496A-9519-2EC7842D0EF7}" type="presParOf" srcId="{749107D0-CE9D-4259-B701-0624CE200BC1}" destId="{7F289E61-3C68-4E55-B603-D858EF4D5163}" srcOrd="1" destOrd="0" presId="urn:microsoft.com/office/officeart/2005/8/layout/list1"/>
    <dgm:cxn modelId="{EF41CC55-EE0D-429F-B93A-B827BD285122}" type="presParOf" srcId="{749107D0-CE9D-4259-B701-0624CE200BC1}" destId="{2A0C214A-CDF3-4629-90BC-7322A108C16D}" srcOrd="2" destOrd="0" presId="urn:microsoft.com/office/officeart/2005/8/layout/list1"/>
    <dgm:cxn modelId="{DD6C08AC-886B-4075-A386-2E6026F815CC}" type="presParOf" srcId="{749107D0-CE9D-4259-B701-0624CE200BC1}" destId="{A7BFFAA3-9E20-4BA0-A776-19473A4A4E61}" srcOrd="3" destOrd="0" presId="urn:microsoft.com/office/officeart/2005/8/layout/list1"/>
    <dgm:cxn modelId="{27F36AF3-7301-4A0F-A96A-2640752AE226}" type="presParOf" srcId="{749107D0-CE9D-4259-B701-0624CE200BC1}" destId="{E7D2A738-D6A2-4F50-AA51-B6166A8FE357}" srcOrd="4" destOrd="0" presId="urn:microsoft.com/office/officeart/2005/8/layout/list1"/>
    <dgm:cxn modelId="{1FADD208-BAC8-4D7C-8003-E74B4B556279}" type="presParOf" srcId="{E7D2A738-D6A2-4F50-AA51-B6166A8FE357}" destId="{D04371F9-A897-4C2B-A436-7D23EAD2E6B9}" srcOrd="0" destOrd="0" presId="urn:microsoft.com/office/officeart/2005/8/layout/list1"/>
    <dgm:cxn modelId="{9ACAC4E9-EB94-4314-838C-E01BEC97C2B7}" type="presParOf" srcId="{E7D2A738-D6A2-4F50-AA51-B6166A8FE357}" destId="{161ED156-B4CB-4DA7-B0FA-1E8FCE9B93B2}" srcOrd="1" destOrd="0" presId="urn:microsoft.com/office/officeart/2005/8/layout/list1"/>
    <dgm:cxn modelId="{CB735789-E7DD-42A2-BF1B-C6417887A7B1}" type="presParOf" srcId="{749107D0-CE9D-4259-B701-0624CE200BC1}" destId="{21BD8DA7-9A8A-4281-993C-7D81B9CBFF2C}" srcOrd="5" destOrd="0" presId="urn:microsoft.com/office/officeart/2005/8/layout/list1"/>
    <dgm:cxn modelId="{0482EA97-DEC0-4E4F-A2EF-9A4E57B240BF}" type="presParOf" srcId="{749107D0-CE9D-4259-B701-0624CE200BC1}" destId="{E186DC02-3A44-4C2F-AEFF-572C71DDF68F}" srcOrd="6" destOrd="0" presId="urn:microsoft.com/office/officeart/2005/8/layout/list1"/>
    <dgm:cxn modelId="{E08DA9F6-F874-4887-9172-29EB94FADCF2}" type="presParOf" srcId="{749107D0-CE9D-4259-B701-0624CE200BC1}" destId="{6E27F9A3-5991-4AC3-AB22-C84904C1EA14}" srcOrd="7" destOrd="0" presId="urn:microsoft.com/office/officeart/2005/8/layout/list1"/>
    <dgm:cxn modelId="{CF764F6B-70FF-4777-8159-B0FB6D45E0C3}" type="presParOf" srcId="{749107D0-CE9D-4259-B701-0624CE200BC1}" destId="{F78E2290-E1F4-427C-9E05-3C4C6356ED18}" srcOrd="8" destOrd="0" presId="urn:microsoft.com/office/officeart/2005/8/layout/list1"/>
    <dgm:cxn modelId="{DD40962E-0218-434B-893B-5AFE3CF0368C}" type="presParOf" srcId="{F78E2290-E1F4-427C-9E05-3C4C6356ED18}" destId="{FD47E038-C362-4E8F-9B04-EF908AEBD6E3}" srcOrd="0" destOrd="0" presId="urn:microsoft.com/office/officeart/2005/8/layout/list1"/>
    <dgm:cxn modelId="{93D51BA4-1AF4-4263-807C-778D33D7DD61}" type="presParOf" srcId="{F78E2290-E1F4-427C-9E05-3C4C6356ED18}" destId="{1D3D5F94-9EF9-418C-BC6A-DF1F2E410A30}" srcOrd="1" destOrd="0" presId="urn:microsoft.com/office/officeart/2005/8/layout/list1"/>
    <dgm:cxn modelId="{4FA902AD-0862-48B4-9824-B61BF4BA5613}" type="presParOf" srcId="{749107D0-CE9D-4259-B701-0624CE200BC1}" destId="{FABD67CA-F738-4198-965B-E24115CD79C3}" srcOrd="9" destOrd="0" presId="urn:microsoft.com/office/officeart/2005/8/layout/list1"/>
    <dgm:cxn modelId="{9769F0D4-9DFD-46A2-A3EE-5344A7317625}" type="presParOf" srcId="{749107D0-CE9D-4259-B701-0624CE200BC1}" destId="{A6976882-FC84-4AAB-A852-81C4D735337D}" srcOrd="10" destOrd="0" presId="urn:microsoft.com/office/officeart/2005/8/layout/list1"/>
    <dgm:cxn modelId="{C551B225-3399-40F7-92CD-5619361C6F8A}" type="presParOf" srcId="{749107D0-CE9D-4259-B701-0624CE200BC1}" destId="{CF928BF3-B6C5-4417-99E5-DD1ADD9C362D}" srcOrd="11" destOrd="0" presId="urn:microsoft.com/office/officeart/2005/8/layout/list1"/>
    <dgm:cxn modelId="{4147A0F6-BE6E-4A78-8E1F-3046F4FB4B3C}" type="presParOf" srcId="{749107D0-CE9D-4259-B701-0624CE200BC1}" destId="{704142A3-CF54-4AA8-98E1-C3B03AA66A52}" srcOrd="12" destOrd="0" presId="urn:microsoft.com/office/officeart/2005/8/layout/list1"/>
    <dgm:cxn modelId="{460B6DF8-A21C-4C39-97A5-5EAD4665CAB5}" type="presParOf" srcId="{704142A3-CF54-4AA8-98E1-C3B03AA66A52}" destId="{6FA30B3F-0B07-4ADC-8AF1-33013FA0DF5B}" srcOrd="0" destOrd="0" presId="urn:microsoft.com/office/officeart/2005/8/layout/list1"/>
    <dgm:cxn modelId="{8DE55292-9925-4198-85D5-C6423EDA1CC0}" type="presParOf" srcId="{704142A3-CF54-4AA8-98E1-C3B03AA66A52}" destId="{F46754C6-5AEC-4589-A515-AAD460FEFF7D}" srcOrd="1" destOrd="0" presId="urn:microsoft.com/office/officeart/2005/8/layout/list1"/>
    <dgm:cxn modelId="{828CB5D1-3A05-41F4-A21F-34E808B6A968}" type="presParOf" srcId="{749107D0-CE9D-4259-B701-0624CE200BC1}" destId="{AB63B00C-7ECE-474D-B169-80079F9B1260}" srcOrd="13" destOrd="0" presId="urn:microsoft.com/office/officeart/2005/8/layout/list1"/>
    <dgm:cxn modelId="{8D19A762-86C3-46F7-B035-049BFA869FD4}" type="presParOf" srcId="{749107D0-CE9D-4259-B701-0624CE200BC1}" destId="{7A001EC9-EC5E-4D18-9EB3-E184EBBD5793}" srcOrd="14"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7C1E116-AB19-4366-9FDC-054DA76B93A7}"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137B8E00-CE17-429D-A04E-5CB4A83BCD33}">
      <dgm:prSet custT="1"/>
      <dgm:spPr/>
      <dgm:t>
        <a:bodyPr/>
        <a:lstStyle/>
        <a:p>
          <a:r>
            <a:rPr lang="en-US" sz="1600"/>
            <a:t>Related Party Tool</a:t>
          </a:r>
        </a:p>
      </dgm:t>
    </dgm:pt>
    <dgm:pt modelId="{45261A65-D46F-476C-ADA9-DEBF642A2A1C}" type="parTrans" cxnId="{46F4A618-74B8-4593-BF24-7472955866D5}">
      <dgm:prSet/>
      <dgm:spPr/>
      <dgm:t>
        <a:bodyPr/>
        <a:lstStyle/>
        <a:p>
          <a:endParaRPr lang="en-US" sz="2800"/>
        </a:p>
      </dgm:t>
    </dgm:pt>
    <dgm:pt modelId="{D69020E1-1773-42B5-87F7-46B2CF92B5C7}" type="sibTrans" cxnId="{46F4A618-74B8-4593-BF24-7472955866D5}">
      <dgm:prSet/>
      <dgm:spPr/>
      <dgm:t>
        <a:bodyPr/>
        <a:lstStyle/>
        <a:p>
          <a:endParaRPr lang="en-US" sz="2800"/>
        </a:p>
      </dgm:t>
    </dgm:pt>
    <dgm:pt modelId="{DB8ABC6F-1B5D-4F8D-A0EA-010561FD0A8C}">
      <dgm:prSet custT="1"/>
      <dgm:spPr/>
      <dgm:t>
        <a:bodyPr/>
        <a:lstStyle/>
        <a:p>
          <a:r>
            <a:rPr lang="en-US" sz="1600"/>
            <a:t>Insider</a:t>
          </a:r>
          <a:r>
            <a:rPr lang="en-US" sz="1600" baseline="0"/>
            <a:t> Trading Tool</a:t>
          </a:r>
          <a:endParaRPr lang="en-US" sz="1600"/>
        </a:p>
      </dgm:t>
    </dgm:pt>
    <dgm:pt modelId="{DCF1D295-FD28-402D-ABE8-3663207449AA}" type="parTrans" cxnId="{B58CE046-4414-42A6-A961-A61D455B8BA8}">
      <dgm:prSet/>
      <dgm:spPr/>
      <dgm:t>
        <a:bodyPr/>
        <a:lstStyle/>
        <a:p>
          <a:endParaRPr lang="en-US" sz="2800"/>
        </a:p>
      </dgm:t>
    </dgm:pt>
    <dgm:pt modelId="{744A1979-162C-48E0-88E4-F6EA3C7C28A8}" type="sibTrans" cxnId="{B58CE046-4414-42A6-A961-A61D455B8BA8}">
      <dgm:prSet/>
      <dgm:spPr/>
      <dgm:t>
        <a:bodyPr/>
        <a:lstStyle/>
        <a:p>
          <a:endParaRPr lang="en-US" sz="2800"/>
        </a:p>
      </dgm:t>
    </dgm:pt>
    <dgm:pt modelId="{97F9B75A-35B1-4938-B8F8-E110ACD158F2}">
      <dgm:prSet custT="1"/>
      <dgm:spPr/>
      <dgm:t>
        <a:bodyPr/>
        <a:lstStyle/>
        <a:p>
          <a:r>
            <a:rPr lang="en-US" sz="1600"/>
            <a:t>Board Maturity Assessment Tool</a:t>
          </a:r>
        </a:p>
      </dgm:t>
    </dgm:pt>
    <dgm:pt modelId="{88515FDC-CD0F-4FE3-AA03-D43194B3FB58}" type="parTrans" cxnId="{9D17A5B5-28F6-4653-8077-46E35A968E7B}">
      <dgm:prSet/>
      <dgm:spPr/>
      <dgm:t>
        <a:bodyPr/>
        <a:lstStyle/>
        <a:p>
          <a:endParaRPr lang="en-US" sz="2800"/>
        </a:p>
      </dgm:t>
    </dgm:pt>
    <dgm:pt modelId="{A798E6F4-4C12-4516-8EDE-5E530C2281CE}" type="sibTrans" cxnId="{9D17A5B5-28F6-4653-8077-46E35A968E7B}">
      <dgm:prSet/>
      <dgm:spPr/>
      <dgm:t>
        <a:bodyPr/>
        <a:lstStyle/>
        <a:p>
          <a:endParaRPr lang="en-US" sz="2800"/>
        </a:p>
      </dgm:t>
    </dgm:pt>
    <dgm:pt modelId="{557B2C1A-EA0D-4AF7-AA58-5185A5548718}">
      <dgm:prSet custT="1"/>
      <dgm:spPr/>
      <dgm:t>
        <a:bodyPr/>
        <a:lstStyle/>
        <a:p>
          <a:r>
            <a:rPr lang="en-US" sz="1600"/>
            <a:t>Board Evaluation Tool</a:t>
          </a:r>
        </a:p>
      </dgm:t>
    </dgm:pt>
    <dgm:pt modelId="{206DDB58-72BA-497D-B81B-0C890DED31F7}" type="sibTrans" cxnId="{8C10A472-A181-4062-BF93-87C9A12D2BAE}">
      <dgm:prSet/>
      <dgm:spPr/>
      <dgm:t>
        <a:bodyPr/>
        <a:lstStyle/>
        <a:p>
          <a:endParaRPr lang="en-US" sz="2800"/>
        </a:p>
      </dgm:t>
    </dgm:pt>
    <dgm:pt modelId="{9A3DC029-4554-4A89-AD5A-76C45C60976A}" type="parTrans" cxnId="{8C10A472-A181-4062-BF93-87C9A12D2BAE}">
      <dgm:prSet/>
      <dgm:spPr/>
      <dgm:t>
        <a:bodyPr/>
        <a:lstStyle/>
        <a:p>
          <a:endParaRPr lang="en-US" sz="2800"/>
        </a:p>
      </dgm:t>
    </dgm:pt>
    <dgm:pt modelId="{16AC4FDC-2EF1-4AFF-941C-56AFB3EB9080}" type="pres">
      <dgm:prSet presAssocID="{A7C1E116-AB19-4366-9FDC-054DA76B93A7}" presName="linear" presStyleCnt="0">
        <dgm:presLayoutVars>
          <dgm:animLvl val="lvl"/>
          <dgm:resizeHandles val="exact"/>
        </dgm:presLayoutVars>
      </dgm:prSet>
      <dgm:spPr/>
    </dgm:pt>
    <dgm:pt modelId="{61535086-D16D-4F93-B5BE-DF1433189642}" type="pres">
      <dgm:prSet presAssocID="{137B8E00-CE17-429D-A04E-5CB4A83BCD33}" presName="parentText" presStyleLbl="node1" presStyleIdx="0" presStyleCnt="4">
        <dgm:presLayoutVars>
          <dgm:chMax val="0"/>
          <dgm:bulletEnabled val="1"/>
        </dgm:presLayoutVars>
      </dgm:prSet>
      <dgm:spPr>
        <a:prstGeom prst="rect">
          <a:avLst/>
        </a:prstGeom>
      </dgm:spPr>
    </dgm:pt>
    <dgm:pt modelId="{1D56477A-4BEB-466A-B773-A3776B42773C}" type="pres">
      <dgm:prSet presAssocID="{D69020E1-1773-42B5-87F7-46B2CF92B5C7}" presName="spacer" presStyleCnt="0"/>
      <dgm:spPr/>
    </dgm:pt>
    <dgm:pt modelId="{602A531F-83C6-4B12-BA4B-E3D5CFB6B2F8}" type="pres">
      <dgm:prSet presAssocID="{DB8ABC6F-1B5D-4F8D-A0EA-010561FD0A8C}" presName="parentText" presStyleLbl="node1" presStyleIdx="1" presStyleCnt="4">
        <dgm:presLayoutVars>
          <dgm:chMax val="0"/>
          <dgm:bulletEnabled val="1"/>
        </dgm:presLayoutVars>
      </dgm:prSet>
      <dgm:spPr>
        <a:prstGeom prst="rect">
          <a:avLst/>
        </a:prstGeom>
      </dgm:spPr>
    </dgm:pt>
    <dgm:pt modelId="{451E4974-B27C-4D45-AD6C-32CE51E5E7CA}" type="pres">
      <dgm:prSet presAssocID="{744A1979-162C-48E0-88E4-F6EA3C7C28A8}" presName="spacer" presStyleCnt="0"/>
      <dgm:spPr/>
    </dgm:pt>
    <dgm:pt modelId="{5FD58AC9-4EF5-47A4-A430-E511204EA078}" type="pres">
      <dgm:prSet presAssocID="{557B2C1A-EA0D-4AF7-AA58-5185A5548718}" presName="parentText" presStyleLbl="node1" presStyleIdx="2" presStyleCnt="4">
        <dgm:presLayoutVars>
          <dgm:chMax val="0"/>
          <dgm:bulletEnabled val="1"/>
        </dgm:presLayoutVars>
      </dgm:prSet>
      <dgm:spPr>
        <a:prstGeom prst="rect">
          <a:avLst/>
        </a:prstGeom>
      </dgm:spPr>
    </dgm:pt>
    <dgm:pt modelId="{3631B54D-5CA1-4F95-9FA8-194250C5E647}" type="pres">
      <dgm:prSet presAssocID="{206DDB58-72BA-497D-B81B-0C890DED31F7}" presName="spacer" presStyleCnt="0"/>
      <dgm:spPr/>
    </dgm:pt>
    <dgm:pt modelId="{A73ABD72-E740-4044-91BD-07178DD7CBB1}" type="pres">
      <dgm:prSet presAssocID="{97F9B75A-35B1-4938-B8F8-E110ACD158F2}" presName="parentText" presStyleLbl="node1" presStyleIdx="3" presStyleCnt="4">
        <dgm:presLayoutVars>
          <dgm:chMax val="0"/>
          <dgm:bulletEnabled val="1"/>
        </dgm:presLayoutVars>
      </dgm:prSet>
      <dgm:spPr>
        <a:prstGeom prst="rect">
          <a:avLst/>
        </a:prstGeom>
      </dgm:spPr>
    </dgm:pt>
  </dgm:ptLst>
  <dgm:cxnLst>
    <dgm:cxn modelId="{3D647309-2FB2-4DAA-937F-25FDF99DFF39}" type="presOf" srcId="{DB8ABC6F-1B5D-4F8D-A0EA-010561FD0A8C}" destId="{602A531F-83C6-4B12-BA4B-E3D5CFB6B2F8}" srcOrd="0" destOrd="0" presId="urn:microsoft.com/office/officeart/2005/8/layout/vList2"/>
    <dgm:cxn modelId="{32F0C90C-5484-4EF9-A582-68B868E55AE8}" type="presOf" srcId="{137B8E00-CE17-429D-A04E-5CB4A83BCD33}" destId="{61535086-D16D-4F93-B5BE-DF1433189642}" srcOrd="0" destOrd="0" presId="urn:microsoft.com/office/officeart/2005/8/layout/vList2"/>
    <dgm:cxn modelId="{46F4A618-74B8-4593-BF24-7472955866D5}" srcId="{A7C1E116-AB19-4366-9FDC-054DA76B93A7}" destId="{137B8E00-CE17-429D-A04E-5CB4A83BCD33}" srcOrd="0" destOrd="0" parTransId="{45261A65-D46F-476C-ADA9-DEBF642A2A1C}" sibTransId="{D69020E1-1773-42B5-87F7-46B2CF92B5C7}"/>
    <dgm:cxn modelId="{A3F6333D-DC87-4011-98E7-13D8523713D6}" type="presOf" srcId="{557B2C1A-EA0D-4AF7-AA58-5185A5548718}" destId="{5FD58AC9-4EF5-47A4-A430-E511204EA078}" srcOrd="0" destOrd="0" presId="urn:microsoft.com/office/officeart/2005/8/layout/vList2"/>
    <dgm:cxn modelId="{B58CE046-4414-42A6-A961-A61D455B8BA8}" srcId="{A7C1E116-AB19-4366-9FDC-054DA76B93A7}" destId="{DB8ABC6F-1B5D-4F8D-A0EA-010561FD0A8C}" srcOrd="1" destOrd="0" parTransId="{DCF1D295-FD28-402D-ABE8-3663207449AA}" sibTransId="{744A1979-162C-48E0-88E4-F6EA3C7C28A8}"/>
    <dgm:cxn modelId="{8C10A472-A181-4062-BF93-87C9A12D2BAE}" srcId="{A7C1E116-AB19-4366-9FDC-054DA76B93A7}" destId="{557B2C1A-EA0D-4AF7-AA58-5185A5548718}" srcOrd="2" destOrd="0" parTransId="{9A3DC029-4554-4A89-AD5A-76C45C60976A}" sibTransId="{206DDB58-72BA-497D-B81B-0C890DED31F7}"/>
    <dgm:cxn modelId="{36756B83-884E-4D2C-8E99-2FD651B65234}" type="presOf" srcId="{A7C1E116-AB19-4366-9FDC-054DA76B93A7}" destId="{16AC4FDC-2EF1-4AFF-941C-56AFB3EB9080}" srcOrd="0" destOrd="0" presId="urn:microsoft.com/office/officeart/2005/8/layout/vList2"/>
    <dgm:cxn modelId="{05285697-C15C-42F3-8B01-82EAFB52BBBF}" type="presOf" srcId="{97F9B75A-35B1-4938-B8F8-E110ACD158F2}" destId="{A73ABD72-E740-4044-91BD-07178DD7CBB1}" srcOrd="0" destOrd="0" presId="urn:microsoft.com/office/officeart/2005/8/layout/vList2"/>
    <dgm:cxn modelId="{9D17A5B5-28F6-4653-8077-46E35A968E7B}" srcId="{A7C1E116-AB19-4366-9FDC-054DA76B93A7}" destId="{97F9B75A-35B1-4938-B8F8-E110ACD158F2}" srcOrd="3" destOrd="0" parTransId="{88515FDC-CD0F-4FE3-AA03-D43194B3FB58}" sibTransId="{A798E6F4-4C12-4516-8EDE-5E530C2281CE}"/>
    <dgm:cxn modelId="{23DDA358-2359-405E-BB50-A560AE05FDF1}" type="presParOf" srcId="{16AC4FDC-2EF1-4AFF-941C-56AFB3EB9080}" destId="{61535086-D16D-4F93-B5BE-DF1433189642}" srcOrd="0" destOrd="0" presId="urn:microsoft.com/office/officeart/2005/8/layout/vList2"/>
    <dgm:cxn modelId="{42C150DD-D63C-4506-A061-7B428BE29CA9}" type="presParOf" srcId="{16AC4FDC-2EF1-4AFF-941C-56AFB3EB9080}" destId="{1D56477A-4BEB-466A-B773-A3776B42773C}" srcOrd="1" destOrd="0" presId="urn:microsoft.com/office/officeart/2005/8/layout/vList2"/>
    <dgm:cxn modelId="{1EB848E1-7D05-4B9F-B502-FDE842870D8E}" type="presParOf" srcId="{16AC4FDC-2EF1-4AFF-941C-56AFB3EB9080}" destId="{602A531F-83C6-4B12-BA4B-E3D5CFB6B2F8}" srcOrd="2" destOrd="0" presId="urn:microsoft.com/office/officeart/2005/8/layout/vList2"/>
    <dgm:cxn modelId="{D9343637-7833-4CCD-8FA4-A2C670B5F00D}" type="presParOf" srcId="{16AC4FDC-2EF1-4AFF-941C-56AFB3EB9080}" destId="{451E4974-B27C-4D45-AD6C-32CE51E5E7CA}" srcOrd="3" destOrd="0" presId="urn:microsoft.com/office/officeart/2005/8/layout/vList2"/>
    <dgm:cxn modelId="{B3953A2A-7916-40C8-BEF4-BCB8AAE9090D}" type="presParOf" srcId="{16AC4FDC-2EF1-4AFF-941C-56AFB3EB9080}" destId="{5FD58AC9-4EF5-47A4-A430-E511204EA078}" srcOrd="4" destOrd="0" presId="urn:microsoft.com/office/officeart/2005/8/layout/vList2"/>
    <dgm:cxn modelId="{2B8F0604-2C6C-48A1-A09E-436A9ACD7C75}" type="presParOf" srcId="{16AC4FDC-2EF1-4AFF-941C-56AFB3EB9080}" destId="{3631B54D-5CA1-4F95-9FA8-194250C5E647}" srcOrd="5" destOrd="0" presId="urn:microsoft.com/office/officeart/2005/8/layout/vList2"/>
    <dgm:cxn modelId="{D5FB434D-B109-4922-9875-DCF5ACC9FC66}" type="presParOf" srcId="{16AC4FDC-2EF1-4AFF-941C-56AFB3EB9080}" destId="{A73ABD72-E740-4044-91BD-07178DD7CBB1}"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A7C1E116-AB19-4366-9FDC-054DA76B93A7}"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4F807A96-3D38-4DC1-9AA5-DDE02635038F}">
      <dgm:prSet custT="1"/>
      <dgm:spPr/>
      <dgm:t>
        <a:bodyPr/>
        <a:lstStyle/>
        <a:p>
          <a:pPr algn="r"/>
          <a:r>
            <a:rPr lang="en-US" sz="1600"/>
            <a:t>Risk &amp; Compliance Tracker Tool</a:t>
          </a:r>
        </a:p>
      </dgm:t>
    </dgm:pt>
    <dgm:pt modelId="{244A6B17-F6AF-49CA-881F-4E6192BB5A79}" type="parTrans" cxnId="{AA9E4A9F-0916-4F03-8366-CF7C7975DBE7}">
      <dgm:prSet/>
      <dgm:spPr/>
      <dgm:t>
        <a:bodyPr/>
        <a:lstStyle/>
        <a:p>
          <a:pPr algn="r"/>
          <a:endParaRPr lang="en-US" sz="1600"/>
        </a:p>
      </dgm:t>
    </dgm:pt>
    <dgm:pt modelId="{ADFD865F-7718-4B7F-8A9A-15A8A19A1A13}" type="sibTrans" cxnId="{AA9E4A9F-0916-4F03-8366-CF7C7975DBE7}">
      <dgm:prSet/>
      <dgm:spPr/>
      <dgm:t>
        <a:bodyPr/>
        <a:lstStyle/>
        <a:p>
          <a:pPr algn="r"/>
          <a:endParaRPr lang="en-US" sz="1600"/>
        </a:p>
      </dgm:t>
    </dgm:pt>
    <dgm:pt modelId="{A2332085-E58F-463E-82E3-E11DADA7D13E}">
      <dgm:prSet custT="1"/>
      <dgm:spPr/>
      <dgm:t>
        <a:bodyPr/>
        <a:lstStyle/>
        <a:p>
          <a:pPr algn="r"/>
          <a:r>
            <a:rPr lang="en-US" sz="1600"/>
            <a:t>ESG Disclosures Tool</a:t>
          </a:r>
        </a:p>
      </dgm:t>
    </dgm:pt>
    <dgm:pt modelId="{53D43B5C-FC16-42C7-BF14-0C5C043D4913}" type="parTrans" cxnId="{190A0416-AB52-48C1-8CB2-EA8608239D0C}">
      <dgm:prSet/>
      <dgm:spPr/>
      <dgm:t>
        <a:bodyPr/>
        <a:lstStyle/>
        <a:p>
          <a:pPr algn="r"/>
          <a:endParaRPr lang="en-US" sz="1600"/>
        </a:p>
      </dgm:t>
    </dgm:pt>
    <dgm:pt modelId="{F1D8BB59-209C-4F2F-8831-F1E0141874C8}" type="sibTrans" cxnId="{190A0416-AB52-48C1-8CB2-EA8608239D0C}">
      <dgm:prSet/>
      <dgm:spPr/>
      <dgm:t>
        <a:bodyPr/>
        <a:lstStyle/>
        <a:p>
          <a:pPr algn="r"/>
          <a:endParaRPr lang="en-US" sz="1600"/>
        </a:p>
      </dgm:t>
    </dgm:pt>
    <dgm:pt modelId="{B7258235-0F51-49A2-9382-865B5E5B2CB1}">
      <dgm:prSet custT="1"/>
      <dgm:spPr/>
      <dgm:t>
        <a:bodyPr/>
        <a:lstStyle/>
        <a:p>
          <a:pPr algn="r"/>
          <a:r>
            <a:rPr lang="en-US" sz="1600"/>
            <a:t>Board Meeting Management Tool </a:t>
          </a:r>
        </a:p>
      </dgm:t>
    </dgm:pt>
    <dgm:pt modelId="{1480023C-775E-42CA-BE9C-76AD941F2BF6}" type="parTrans" cxnId="{1AE43AE4-C717-4020-A32D-3578AA3EE4E8}">
      <dgm:prSet/>
      <dgm:spPr/>
      <dgm:t>
        <a:bodyPr/>
        <a:lstStyle/>
        <a:p>
          <a:pPr algn="r"/>
          <a:endParaRPr lang="en-US" sz="1600"/>
        </a:p>
      </dgm:t>
    </dgm:pt>
    <dgm:pt modelId="{D6157690-BD56-4861-A598-18C1A82A1EF1}" type="sibTrans" cxnId="{1AE43AE4-C717-4020-A32D-3578AA3EE4E8}">
      <dgm:prSet/>
      <dgm:spPr/>
      <dgm:t>
        <a:bodyPr/>
        <a:lstStyle/>
        <a:p>
          <a:pPr algn="r"/>
          <a:endParaRPr lang="en-US" sz="1600"/>
        </a:p>
      </dgm:t>
    </dgm:pt>
    <dgm:pt modelId="{9E9150CD-D7F8-4143-8006-CDFC171D1FAB}">
      <dgm:prSet custT="1"/>
      <dgm:spPr/>
      <dgm:t>
        <a:bodyPr/>
        <a:lstStyle/>
        <a:p>
          <a:pPr algn="r"/>
          <a:r>
            <a:rPr lang="en-US" sz="1600"/>
            <a:t>Secretarial Automation Tool</a:t>
          </a:r>
        </a:p>
      </dgm:t>
    </dgm:pt>
    <dgm:pt modelId="{B691DD7E-AD88-42E4-9416-E10673E66849}" type="parTrans" cxnId="{167AE2EA-DF12-4DFE-9BAF-DDB7D74382C4}">
      <dgm:prSet/>
      <dgm:spPr/>
      <dgm:t>
        <a:bodyPr/>
        <a:lstStyle/>
        <a:p>
          <a:pPr algn="r"/>
          <a:endParaRPr lang="en-US" sz="1600"/>
        </a:p>
      </dgm:t>
    </dgm:pt>
    <dgm:pt modelId="{415F6956-04CC-417C-86B4-6E17D9026688}" type="sibTrans" cxnId="{167AE2EA-DF12-4DFE-9BAF-DDB7D74382C4}">
      <dgm:prSet/>
      <dgm:spPr/>
      <dgm:t>
        <a:bodyPr/>
        <a:lstStyle/>
        <a:p>
          <a:pPr algn="r"/>
          <a:endParaRPr lang="en-US" sz="1600"/>
        </a:p>
      </dgm:t>
    </dgm:pt>
    <dgm:pt modelId="{16AC4FDC-2EF1-4AFF-941C-56AFB3EB9080}" type="pres">
      <dgm:prSet presAssocID="{A7C1E116-AB19-4366-9FDC-054DA76B93A7}" presName="linear" presStyleCnt="0">
        <dgm:presLayoutVars>
          <dgm:animLvl val="lvl"/>
          <dgm:resizeHandles val="exact"/>
        </dgm:presLayoutVars>
      </dgm:prSet>
      <dgm:spPr/>
    </dgm:pt>
    <dgm:pt modelId="{110908FF-0F9B-4E08-9629-30051F27AAA8}" type="pres">
      <dgm:prSet presAssocID="{4F807A96-3D38-4DC1-9AA5-DDE02635038F}" presName="parentText" presStyleLbl="node1" presStyleIdx="0" presStyleCnt="4">
        <dgm:presLayoutVars>
          <dgm:chMax val="0"/>
          <dgm:bulletEnabled val="1"/>
        </dgm:presLayoutVars>
      </dgm:prSet>
      <dgm:spPr>
        <a:prstGeom prst="rect">
          <a:avLst/>
        </a:prstGeom>
      </dgm:spPr>
    </dgm:pt>
    <dgm:pt modelId="{7B9D17BA-555C-4B17-A6EB-84F7C8D5789A}" type="pres">
      <dgm:prSet presAssocID="{ADFD865F-7718-4B7F-8A9A-15A8A19A1A13}" presName="spacer" presStyleCnt="0"/>
      <dgm:spPr/>
    </dgm:pt>
    <dgm:pt modelId="{F9856E86-6DF0-4D6D-AA85-B3DA9DECB65F}" type="pres">
      <dgm:prSet presAssocID="{A2332085-E58F-463E-82E3-E11DADA7D13E}" presName="parentText" presStyleLbl="node1" presStyleIdx="1" presStyleCnt="4">
        <dgm:presLayoutVars>
          <dgm:chMax val="0"/>
          <dgm:bulletEnabled val="1"/>
        </dgm:presLayoutVars>
      </dgm:prSet>
      <dgm:spPr>
        <a:prstGeom prst="rect">
          <a:avLst/>
        </a:prstGeom>
      </dgm:spPr>
    </dgm:pt>
    <dgm:pt modelId="{3115B776-71C7-4F61-9FBF-7B3FF9E28C46}" type="pres">
      <dgm:prSet presAssocID="{F1D8BB59-209C-4F2F-8831-F1E0141874C8}" presName="spacer" presStyleCnt="0"/>
      <dgm:spPr/>
    </dgm:pt>
    <dgm:pt modelId="{723A73C5-D300-4B89-AC6D-DD6E1B704AE2}" type="pres">
      <dgm:prSet presAssocID="{B7258235-0F51-49A2-9382-865B5E5B2CB1}" presName="parentText" presStyleLbl="node1" presStyleIdx="2" presStyleCnt="4">
        <dgm:presLayoutVars>
          <dgm:chMax val="0"/>
          <dgm:bulletEnabled val="1"/>
        </dgm:presLayoutVars>
      </dgm:prSet>
      <dgm:spPr>
        <a:prstGeom prst="rect">
          <a:avLst/>
        </a:prstGeom>
      </dgm:spPr>
    </dgm:pt>
    <dgm:pt modelId="{68F060C9-D807-4AF8-85A9-05F8CE4B9697}" type="pres">
      <dgm:prSet presAssocID="{D6157690-BD56-4861-A598-18C1A82A1EF1}" presName="spacer" presStyleCnt="0"/>
      <dgm:spPr/>
    </dgm:pt>
    <dgm:pt modelId="{5E4C6931-25DE-450F-99CB-371C916AD61B}" type="pres">
      <dgm:prSet presAssocID="{9E9150CD-D7F8-4143-8006-CDFC171D1FAB}" presName="parentText" presStyleLbl="node1" presStyleIdx="3" presStyleCnt="4">
        <dgm:presLayoutVars>
          <dgm:chMax val="0"/>
          <dgm:bulletEnabled val="1"/>
        </dgm:presLayoutVars>
      </dgm:prSet>
      <dgm:spPr>
        <a:prstGeom prst="rect">
          <a:avLst/>
        </a:prstGeom>
      </dgm:spPr>
    </dgm:pt>
  </dgm:ptLst>
  <dgm:cxnLst>
    <dgm:cxn modelId="{190A0416-AB52-48C1-8CB2-EA8608239D0C}" srcId="{A7C1E116-AB19-4366-9FDC-054DA76B93A7}" destId="{A2332085-E58F-463E-82E3-E11DADA7D13E}" srcOrd="1" destOrd="0" parTransId="{53D43B5C-FC16-42C7-BF14-0C5C043D4913}" sibTransId="{F1D8BB59-209C-4F2F-8831-F1E0141874C8}"/>
    <dgm:cxn modelId="{7A863D16-85D2-4744-8E5B-A1587F859D4A}" type="presOf" srcId="{B7258235-0F51-49A2-9382-865B5E5B2CB1}" destId="{723A73C5-D300-4B89-AC6D-DD6E1B704AE2}" srcOrd="0" destOrd="0" presId="urn:microsoft.com/office/officeart/2005/8/layout/vList2"/>
    <dgm:cxn modelId="{A843AC6F-F3C2-44E9-9B46-3BEA1201E4F3}" type="presOf" srcId="{9E9150CD-D7F8-4143-8006-CDFC171D1FAB}" destId="{5E4C6931-25DE-450F-99CB-371C916AD61B}" srcOrd="0" destOrd="0" presId="urn:microsoft.com/office/officeart/2005/8/layout/vList2"/>
    <dgm:cxn modelId="{B28FE779-61D2-4292-844F-E0FAE8889578}" type="presOf" srcId="{A2332085-E58F-463E-82E3-E11DADA7D13E}" destId="{F9856E86-6DF0-4D6D-AA85-B3DA9DECB65F}" srcOrd="0" destOrd="0" presId="urn:microsoft.com/office/officeart/2005/8/layout/vList2"/>
    <dgm:cxn modelId="{36756B83-884E-4D2C-8E99-2FD651B65234}" type="presOf" srcId="{A7C1E116-AB19-4366-9FDC-054DA76B93A7}" destId="{16AC4FDC-2EF1-4AFF-941C-56AFB3EB9080}" srcOrd="0" destOrd="0" presId="urn:microsoft.com/office/officeart/2005/8/layout/vList2"/>
    <dgm:cxn modelId="{AA9E4A9F-0916-4F03-8366-CF7C7975DBE7}" srcId="{A7C1E116-AB19-4366-9FDC-054DA76B93A7}" destId="{4F807A96-3D38-4DC1-9AA5-DDE02635038F}" srcOrd="0" destOrd="0" parTransId="{244A6B17-F6AF-49CA-881F-4E6192BB5A79}" sibTransId="{ADFD865F-7718-4B7F-8A9A-15A8A19A1A13}"/>
    <dgm:cxn modelId="{1AE43AE4-C717-4020-A32D-3578AA3EE4E8}" srcId="{A7C1E116-AB19-4366-9FDC-054DA76B93A7}" destId="{B7258235-0F51-49A2-9382-865B5E5B2CB1}" srcOrd="2" destOrd="0" parTransId="{1480023C-775E-42CA-BE9C-76AD941F2BF6}" sibTransId="{D6157690-BD56-4861-A598-18C1A82A1EF1}"/>
    <dgm:cxn modelId="{8143A3E9-695D-48D1-9CBF-9A2778CA1D54}" type="presOf" srcId="{4F807A96-3D38-4DC1-9AA5-DDE02635038F}" destId="{110908FF-0F9B-4E08-9629-30051F27AAA8}" srcOrd="0" destOrd="0" presId="urn:microsoft.com/office/officeart/2005/8/layout/vList2"/>
    <dgm:cxn modelId="{167AE2EA-DF12-4DFE-9BAF-DDB7D74382C4}" srcId="{A7C1E116-AB19-4366-9FDC-054DA76B93A7}" destId="{9E9150CD-D7F8-4143-8006-CDFC171D1FAB}" srcOrd="3" destOrd="0" parTransId="{B691DD7E-AD88-42E4-9416-E10673E66849}" sibTransId="{415F6956-04CC-417C-86B4-6E17D9026688}"/>
    <dgm:cxn modelId="{EE4E6571-3187-4DFC-89BD-2D83A1D7C8A7}" type="presParOf" srcId="{16AC4FDC-2EF1-4AFF-941C-56AFB3EB9080}" destId="{110908FF-0F9B-4E08-9629-30051F27AAA8}" srcOrd="0" destOrd="0" presId="urn:microsoft.com/office/officeart/2005/8/layout/vList2"/>
    <dgm:cxn modelId="{04768F57-903B-4F47-BAAC-90AB8946B65E}" type="presParOf" srcId="{16AC4FDC-2EF1-4AFF-941C-56AFB3EB9080}" destId="{7B9D17BA-555C-4B17-A6EB-84F7C8D5789A}" srcOrd="1" destOrd="0" presId="urn:microsoft.com/office/officeart/2005/8/layout/vList2"/>
    <dgm:cxn modelId="{7700B829-C370-439A-81EE-1DBECA4A5E93}" type="presParOf" srcId="{16AC4FDC-2EF1-4AFF-941C-56AFB3EB9080}" destId="{F9856E86-6DF0-4D6D-AA85-B3DA9DECB65F}" srcOrd="2" destOrd="0" presId="urn:microsoft.com/office/officeart/2005/8/layout/vList2"/>
    <dgm:cxn modelId="{D33CBCC5-F2E2-4ACB-9E52-C82E61C0EE32}" type="presParOf" srcId="{16AC4FDC-2EF1-4AFF-941C-56AFB3EB9080}" destId="{3115B776-71C7-4F61-9FBF-7B3FF9E28C46}" srcOrd="3" destOrd="0" presId="urn:microsoft.com/office/officeart/2005/8/layout/vList2"/>
    <dgm:cxn modelId="{5AE794C9-43D4-4E0C-B0D1-9C6228C15E60}" type="presParOf" srcId="{16AC4FDC-2EF1-4AFF-941C-56AFB3EB9080}" destId="{723A73C5-D300-4B89-AC6D-DD6E1B704AE2}" srcOrd="4" destOrd="0" presId="urn:microsoft.com/office/officeart/2005/8/layout/vList2"/>
    <dgm:cxn modelId="{F93F385D-2D7C-423E-9A1A-4DC129C62410}" type="presParOf" srcId="{16AC4FDC-2EF1-4AFF-941C-56AFB3EB9080}" destId="{68F060C9-D807-4AF8-85A9-05F8CE4B9697}" srcOrd="5" destOrd="0" presId="urn:microsoft.com/office/officeart/2005/8/layout/vList2"/>
    <dgm:cxn modelId="{6802702F-983E-4934-BD9B-BC87633F7971}" type="presParOf" srcId="{16AC4FDC-2EF1-4AFF-941C-56AFB3EB9080}" destId="{5E4C6931-25DE-450F-99CB-371C916AD61B}" srcOrd="6"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80AFAE5-D3CF-4C99-BD62-F941FEBE9825}" type="doc">
      <dgm:prSet loTypeId="urn:microsoft.com/office/officeart/2005/8/layout/hList7" loCatId="picture" qsTypeId="urn:microsoft.com/office/officeart/2005/8/quickstyle/simple3" qsCatId="simple" csTypeId="urn:microsoft.com/office/officeart/2005/8/colors/accent1_1" csCatId="accent1" phldr="1"/>
      <dgm:spPr/>
      <dgm:t>
        <a:bodyPr/>
        <a:lstStyle/>
        <a:p>
          <a:endParaRPr lang="en-US"/>
        </a:p>
      </dgm:t>
    </dgm:pt>
    <dgm:pt modelId="{47EDFFDB-A59C-4914-833A-1D50474C05BA}">
      <dgm:prSet phldrT="[Text]" custT="1"/>
      <dgm:spPr>
        <a:ln w="12700">
          <a:solidFill>
            <a:schemeClr val="tx2"/>
          </a:solidFill>
          <a:prstDash val="sysDot"/>
        </a:ln>
      </dgm:spPr>
      <dgm:t>
        <a:bodyPr/>
        <a:lstStyle/>
        <a:p>
          <a:r>
            <a:rPr lang="en-US" sz="1400" b="1"/>
            <a:t>Real Time Monitoring</a:t>
          </a:r>
        </a:p>
        <a:p>
          <a:r>
            <a:rPr lang="en-US" sz="1200" b="0"/>
            <a:t>Automated dashboards &amp; digital tools enable live compliance tracking</a:t>
          </a:r>
        </a:p>
      </dgm:t>
    </dgm:pt>
    <dgm:pt modelId="{A4D2C6BD-14DB-46AF-A75E-CB16D9791438}" type="parTrans" cxnId="{AD8908D1-E4B7-4BC5-A955-462D9CAF5A81}">
      <dgm:prSet/>
      <dgm:spPr/>
      <dgm:t>
        <a:bodyPr/>
        <a:lstStyle/>
        <a:p>
          <a:endParaRPr lang="en-US" sz="2000"/>
        </a:p>
      </dgm:t>
    </dgm:pt>
    <dgm:pt modelId="{B85B79B3-4FD4-46ED-B8BB-D89F7B876239}" type="sibTrans" cxnId="{AD8908D1-E4B7-4BC5-A955-462D9CAF5A81}">
      <dgm:prSet/>
      <dgm:spPr/>
      <dgm:t>
        <a:bodyPr/>
        <a:lstStyle/>
        <a:p>
          <a:endParaRPr lang="en-US" sz="2000"/>
        </a:p>
      </dgm:t>
    </dgm:pt>
    <dgm:pt modelId="{D32735C9-D7D2-4FD9-8102-08FBFCFDBF6B}">
      <dgm:prSet phldrT="[Text]" custT="1"/>
      <dgm:spPr>
        <a:ln w="12700">
          <a:solidFill>
            <a:schemeClr val="tx1"/>
          </a:solidFill>
          <a:prstDash val="sysDot"/>
        </a:ln>
      </dgm:spPr>
      <dgm:t>
        <a:bodyPr/>
        <a:lstStyle/>
        <a:p>
          <a:r>
            <a:rPr lang="en-US" sz="1400" b="1"/>
            <a:t>Secure Data Management </a:t>
          </a:r>
        </a:p>
        <a:p>
          <a:r>
            <a:rPr lang="en-US" sz="1200"/>
            <a:t>Ensures confidentiality, integrity of Company Information</a:t>
          </a:r>
        </a:p>
      </dgm:t>
    </dgm:pt>
    <dgm:pt modelId="{5DF247DC-E76D-4E79-B336-7B0CB6474EB2}" type="parTrans" cxnId="{EB34CCDF-A142-40D0-9572-F60B63C72E7D}">
      <dgm:prSet/>
      <dgm:spPr/>
      <dgm:t>
        <a:bodyPr/>
        <a:lstStyle/>
        <a:p>
          <a:endParaRPr lang="en-US" sz="2000"/>
        </a:p>
      </dgm:t>
    </dgm:pt>
    <dgm:pt modelId="{D34525FD-339C-41D6-BF9B-F5B6A85B6705}" type="sibTrans" cxnId="{EB34CCDF-A142-40D0-9572-F60B63C72E7D}">
      <dgm:prSet/>
      <dgm:spPr/>
      <dgm:t>
        <a:bodyPr/>
        <a:lstStyle/>
        <a:p>
          <a:endParaRPr lang="en-US" sz="2000"/>
        </a:p>
      </dgm:t>
    </dgm:pt>
    <dgm:pt modelId="{62076713-731D-42A4-80C3-B1CE3895AB7D}">
      <dgm:prSet phldrT="[Text]" custT="1"/>
      <dgm:spPr>
        <a:ln w="12700">
          <a:solidFill>
            <a:schemeClr val="tx1"/>
          </a:solidFill>
          <a:prstDash val="sysDot"/>
        </a:ln>
      </dgm:spPr>
      <dgm:t>
        <a:bodyPr/>
        <a:lstStyle/>
        <a:p>
          <a:endParaRPr lang="en-US" sz="1400" b="1">
            <a:ea typeface="Calibri" panose="020F0502020204030204" pitchFamily="34" charset="0"/>
          </a:endParaRPr>
        </a:p>
        <a:p>
          <a:r>
            <a:rPr lang="en-US" sz="1400" b="1">
              <a:ea typeface="Calibri" panose="020F0502020204030204" pitchFamily="34" charset="0"/>
            </a:rPr>
            <a:t>Easy Stakeholder Access</a:t>
          </a:r>
        </a:p>
        <a:p>
          <a:r>
            <a:rPr lang="en-US" sz="1200" b="0">
              <a:ea typeface="Calibri" panose="020F0502020204030204" pitchFamily="34" charset="0"/>
            </a:rPr>
            <a:t>Digital Board Portals etc. allow seamless access to Governance data for directors &amp; auditors</a:t>
          </a:r>
          <a:endParaRPr lang="en-US" sz="1200" b="0"/>
        </a:p>
      </dgm:t>
    </dgm:pt>
    <dgm:pt modelId="{726C9A6D-03B0-43D9-BFDD-73D11E769B3D}" type="parTrans" cxnId="{B5F5E69B-B0D3-41CF-AA24-84F12A638DC0}">
      <dgm:prSet/>
      <dgm:spPr/>
      <dgm:t>
        <a:bodyPr/>
        <a:lstStyle/>
        <a:p>
          <a:endParaRPr lang="en-US" sz="2000"/>
        </a:p>
      </dgm:t>
    </dgm:pt>
    <dgm:pt modelId="{A062530A-A7BB-43FA-BB4D-4ABEB6CC5E00}" type="sibTrans" cxnId="{B5F5E69B-B0D3-41CF-AA24-84F12A638DC0}">
      <dgm:prSet/>
      <dgm:spPr/>
      <dgm:t>
        <a:bodyPr/>
        <a:lstStyle/>
        <a:p>
          <a:endParaRPr lang="en-US" sz="2000"/>
        </a:p>
      </dgm:t>
    </dgm:pt>
    <dgm:pt modelId="{AED37331-9EC3-4BED-B563-D0E2AD9813FD}">
      <dgm:prSet custT="1"/>
      <dgm:spPr>
        <a:ln w="12700">
          <a:solidFill>
            <a:schemeClr val="tx1"/>
          </a:solidFill>
          <a:prstDash val="sysDot"/>
        </a:ln>
      </dgm:spPr>
      <dgm:t>
        <a:bodyPr/>
        <a:lstStyle/>
        <a:p>
          <a:endParaRPr lang="en-US" sz="1400" b="1"/>
        </a:p>
        <a:p>
          <a:r>
            <a:rPr lang="en-US" sz="1400" b="1"/>
            <a:t>Improved Decision Making  </a:t>
          </a:r>
        </a:p>
        <a:p>
          <a:r>
            <a:rPr lang="en-US" sz="1200" b="0"/>
            <a:t>AI-enabled analytics offer insightful trends, risk flags and planning for effective Board Discussions</a:t>
          </a:r>
          <a:endParaRPr lang="en-US" sz="1200" b="1"/>
        </a:p>
      </dgm:t>
    </dgm:pt>
    <dgm:pt modelId="{8921FCDB-85B8-415D-BC50-A762DB391499}" type="parTrans" cxnId="{EF376E8A-E9A8-419F-B0A2-0631819F4BD0}">
      <dgm:prSet/>
      <dgm:spPr/>
      <dgm:t>
        <a:bodyPr/>
        <a:lstStyle/>
        <a:p>
          <a:endParaRPr lang="en-US" sz="2000"/>
        </a:p>
      </dgm:t>
    </dgm:pt>
    <dgm:pt modelId="{B7BD6DC8-4A9B-41E2-9E8B-991F3720DEF1}" type="sibTrans" cxnId="{EF376E8A-E9A8-419F-B0A2-0631819F4BD0}">
      <dgm:prSet/>
      <dgm:spPr/>
      <dgm:t>
        <a:bodyPr/>
        <a:lstStyle/>
        <a:p>
          <a:endParaRPr lang="en-US" sz="2000"/>
        </a:p>
      </dgm:t>
    </dgm:pt>
    <dgm:pt modelId="{D00B8B03-4BC1-4632-B25C-759DF152216E}">
      <dgm:prSet custT="1"/>
      <dgm:spPr>
        <a:ln w="12700">
          <a:solidFill>
            <a:schemeClr val="tx1"/>
          </a:solidFill>
          <a:prstDash val="sysDot"/>
        </a:ln>
      </dgm:spPr>
      <dgm:t>
        <a:bodyPr/>
        <a:lstStyle/>
        <a:p>
          <a:endParaRPr lang="en-US" sz="1400" b="1">
            <a:ea typeface="Calibri" panose="020F0502020204030204" pitchFamily="34" charset="0"/>
          </a:endParaRPr>
        </a:p>
        <a:p>
          <a:r>
            <a:rPr lang="en-US" sz="1400" b="1">
              <a:ea typeface="Calibri" panose="020F0502020204030204" pitchFamily="34" charset="0"/>
            </a:rPr>
            <a:t>Streamlined Processes </a:t>
          </a:r>
        </a:p>
        <a:p>
          <a:r>
            <a:rPr lang="en-US" sz="1200">
              <a:ea typeface="Calibri" panose="020F0502020204030204" pitchFamily="34" charset="0"/>
            </a:rPr>
            <a:t>Automates policy approvals, meeting scheduling, disclosures and RPT Approvals- reducing human errors</a:t>
          </a:r>
          <a:endParaRPr lang="en-US" sz="1200"/>
        </a:p>
      </dgm:t>
    </dgm:pt>
    <dgm:pt modelId="{64FF4425-4455-4039-9147-7B699ADBBD75}" type="parTrans" cxnId="{EE1E388F-BFD4-4399-ABF9-D8933482E917}">
      <dgm:prSet/>
      <dgm:spPr/>
      <dgm:t>
        <a:bodyPr/>
        <a:lstStyle/>
        <a:p>
          <a:endParaRPr lang="en-US" sz="2000"/>
        </a:p>
      </dgm:t>
    </dgm:pt>
    <dgm:pt modelId="{507D6611-72BF-4276-BAC9-BB7A585281EC}" type="sibTrans" cxnId="{EE1E388F-BFD4-4399-ABF9-D8933482E917}">
      <dgm:prSet/>
      <dgm:spPr/>
      <dgm:t>
        <a:bodyPr/>
        <a:lstStyle/>
        <a:p>
          <a:endParaRPr lang="en-US" sz="2000"/>
        </a:p>
      </dgm:t>
    </dgm:pt>
    <dgm:pt modelId="{E22E5A26-79DD-4AAE-91DF-450BD6C63EBD}" type="pres">
      <dgm:prSet presAssocID="{A80AFAE5-D3CF-4C99-BD62-F941FEBE9825}" presName="Name0" presStyleCnt="0">
        <dgm:presLayoutVars>
          <dgm:dir/>
          <dgm:resizeHandles val="exact"/>
        </dgm:presLayoutVars>
      </dgm:prSet>
      <dgm:spPr/>
    </dgm:pt>
    <dgm:pt modelId="{80372772-1096-4F3E-981D-B2836405F1FD}" type="pres">
      <dgm:prSet presAssocID="{A80AFAE5-D3CF-4C99-BD62-F941FEBE9825}" presName="fgShape" presStyleLbl="fgShp" presStyleIdx="0" presStyleCnt="1" custLinFactNeighborY="16140"/>
      <dgm:spPr>
        <a:solidFill>
          <a:schemeClr val="accent1"/>
        </a:solidFill>
      </dgm:spPr>
    </dgm:pt>
    <dgm:pt modelId="{9934F3BB-6525-462C-98BF-976295702BDB}" type="pres">
      <dgm:prSet presAssocID="{A80AFAE5-D3CF-4C99-BD62-F941FEBE9825}" presName="linComp" presStyleCnt="0"/>
      <dgm:spPr/>
    </dgm:pt>
    <dgm:pt modelId="{BB20B65F-C4EC-4EDF-A99A-15BAE0E67198}" type="pres">
      <dgm:prSet presAssocID="{47EDFFDB-A59C-4914-833A-1D50474C05BA}" presName="compNode" presStyleCnt="0"/>
      <dgm:spPr/>
    </dgm:pt>
    <dgm:pt modelId="{F83F02A5-6D35-4388-9429-AD0B1B473451}" type="pres">
      <dgm:prSet presAssocID="{47EDFFDB-A59C-4914-833A-1D50474C05BA}" presName="bkgdShape" presStyleLbl="node1" presStyleIdx="0" presStyleCnt="5"/>
      <dgm:spPr/>
    </dgm:pt>
    <dgm:pt modelId="{EAC314D0-94EE-4C60-85FD-306C50FB2E11}" type="pres">
      <dgm:prSet presAssocID="{47EDFFDB-A59C-4914-833A-1D50474C05BA}" presName="nodeTx" presStyleLbl="node1" presStyleIdx="0" presStyleCnt="5">
        <dgm:presLayoutVars>
          <dgm:bulletEnabled val="1"/>
        </dgm:presLayoutVars>
      </dgm:prSet>
      <dgm:spPr/>
    </dgm:pt>
    <dgm:pt modelId="{E7959806-55D9-4073-B399-A5EC931194A8}" type="pres">
      <dgm:prSet presAssocID="{47EDFFDB-A59C-4914-833A-1D50474C05BA}" presName="invisiNode" presStyleLbl="node1" presStyleIdx="0" presStyleCnt="5"/>
      <dgm:spPr/>
    </dgm:pt>
    <dgm:pt modelId="{B56C4D89-82CD-40D0-A9BC-96E24943ACB2}" type="pres">
      <dgm:prSet presAssocID="{47EDFFDB-A59C-4914-833A-1D50474C05BA}" presName="imagNode" presStyleLbl="fgImgPlace1" presStyleIdx="0" presStyleCnt="5" custScaleX="75132" custScaleY="7513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Hourglass 30% with solid fill"/>
        </a:ext>
      </dgm:extLst>
    </dgm:pt>
    <dgm:pt modelId="{1045E795-D4D5-48B8-802C-A617C8D61980}" type="pres">
      <dgm:prSet presAssocID="{B85B79B3-4FD4-46ED-B8BB-D89F7B876239}" presName="sibTrans" presStyleLbl="sibTrans2D1" presStyleIdx="0" presStyleCnt="0"/>
      <dgm:spPr/>
    </dgm:pt>
    <dgm:pt modelId="{05C923FA-CED4-494F-AB04-E5BB84F5DCD2}" type="pres">
      <dgm:prSet presAssocID="{D32735C9-D7D2-4FD9-8102-08FBFCFDBF6B}" presName="compNode" presStyleCnt="0"/>
      <dgm:spPr/>
    </dgm:pt>
    <dgm:pt modelId="{C1692E08-CCC6-4BB2-813D-C995426AEEFC}" type="pres">
      <dgm:prSet presAssocID="{D32735C9-D7D2-4FD9-8102-08FBFCFDBF6B}" presName="bkgdShape" presStyleLbl="node1" presStyleIdx="1" presStyleCnt="5"/>
      <dgm:spPr/>
    </dgm:pt>
    <dgm:pt modelId="{88B45849-E103-47C5-BA59-418B229A23F1}" type="pres">
      <dgm:prSet presAssocID="{D32735C9-D7D2-4FD9-8102-08FBFCFDBF6B}" presName="nodeTx" presStyleLbl="node1" presStyleIdx="1" presStyleCnt="5">
        <dgm:presLayoutVars>
          <dgm:bulletEnabled val="1"/>
        </dgm:presLayoutVars>
      </dgm:prSet>
      <dgm:spPr/>
    </dgm:pt>
    <dgm:pt modelId="{1EB61AC0-4617-4224-ACA7-B43ED8E47DA5}" type="pres">
      <dgm:prSet presAssocID="{D32735C9-D7D2-4FD9-8102-08FBFCFDBF6B}" presName="invisiNode" presStyleLbl="node1" presStyleIdx="1" presStyleCnt="5"/>
      <dgm:spPr/>
    </dgm:pt>
    <dgm:pt modelId="{167165E2-3071-4A4A-8F72-6352529638D7}" type="pres">
      <dgm:prSet presAssocID="{D32735C9-D7D2-4FD9-8102-08FBFCFDBF6B}" presName="imagNode" presStyleLbl="fgImgPlace1" presStyleIdx="1" presStyleCnt="5" custScaleX="75132" custScaleY="7513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Lock with solid fill"/>
        </a:ext>
      </dgm:extLst>
    </dgm:pt>
    <dgm:pt modelId="{49AE6A6A-70B0-4BBB-B29F-E689467C808A}" type="pres">
      <dgm:prSet presAssocID="{D34525FD-339C-41D6-BF9B-F5B6A85B6705}" presName="sibTrans" presStyleLbl="sibTrans2D1" presStyleIdx="0" presStyleCnt="0"/>
      <dgm:spPr/>
    </dgm:pt>
    <dgm:pt modelId="{FFC7E022-E795-4031-BE86-A80F2D77703A}" type="pres">
      <dgm:prSet presAssocID="{62076713-731D-42A4-80C3-B1CE3895AB7D}" presName="compNode" presStyleCnt="0"/>
      <dgm:spPr/>
    </dgm:pt>
    <dgm:pt modelId="{39A424C1-4F89-481C-BDB8-4DC50E2E5FFA}" type="pres">
      <dgm:prSet presAssocID="{62076713-731D-42A4-80C3-B1CE3895AB7D}" presName="bkgdShape" presStyleLbl="node1" presStyleIdx="2" presStyleCnt="5"/>
      <dgm:spPr/>
    </dgm:pt>
    <dgm:pt modelId="{36296008-DC81-4D9A-A7F5-ADCBB2C994FC}" type="pres">
      <dgm:prSet presAssocID="{62076713-731D-42A4-80C3-B1CE3895AB7D}" presName="nodeTx" presStyleLbl="node1" presStyleIdx="2" presStyleCnt="5">
        <dgm:presLayoutVars>
          <dgm:bulletEnabled val="1"/>
        </dgm:presLayoutVars>
      </dgm:prSet>
      <dgm:spPr/>
    </dgm:pt>
    <dgm:pt modelId="{5D1BE78A-5E5B-4B36-B00D-4929EC53006A}" type="pres">
      <dgm:prSet presAssocID="{62076713-731D-42A4-80C3-B1CE3895AB7D}" presName="invisiNode" presStyleLbl="node1" presStyleIdx="2" presStyleCnt="5"/>
      <dgm:spPr/>
    </dgm:pt>
    <dgm:pt modelId="{E8AC7DD5-A9DF-4312-9A27-66A256385730}" type="pres">
      <dgm:prSet presAssocID="{62076713-731D-42A4-80C3-B1CE3895AB7D}" presName="imagNode" presStyleLbl="fgImgPlace1" presStyleIdx="2" presStyleCnt="5" custScaleX="75132" custScaleY="75132"/>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Bar chart with solid fill"/>
        </a:ext>
      </dgm:extLst>
    </dgm:pt>
    <dgm:pt modelId="{B02C0ADC-E625-4D97-8D29-BDC04EDA9F6D}" type="pres">
      <dgm:prSet presAssocID="{A062530A-A7BB-43FA-BB4D-4ABEB6CC5E00}" presName="sibTrans" presStyleLbl="sibTrans2D1" presStyleIdx="0" presStyleCnt="0"/>
      <dgm:spPr/>
    </dgm:pt>
    <dgm:pt modelId="{E362AF95-2830-4143-AF54-BEC7AF01DB7F}" type="pres">
      <dgm:prSet presAssocID="{AED37331-9EC3-4BED-B563-D0E2AD9813FD}" presName="compNode" presStyleCnt="0"/>
      <dgm:spPr/>
    </dgm:pt>
    <dgm:pt modelId="{4B29E75F-BE0C-4520-A2BF-829FBB58562D}" type="pres">
      <dgm:prSet presAssocID="{AED37331-9EC3-4BED-B563-D0E2AD9813FD}" presName="bkgdShape" presStyleLbl="node1" presStyleIdx="3" presStyleCnt="5"/>
      <dgm:spPr/>
    </dgm:pt>
    <dgm:pt modelId="{20A9EC4A-1AA8-458E-AC02-7FB1D63FEB52}" type="pres">
      <dgm:prSet presAssocID="{AED37331-9EC3-4BED-B563-D0E2AD9813FD}" presName="nodeTx" presStyleLbl="node1" presStyleIdx="3" presStyleCnt="5">
        <dgm:presLayoutVars>
          <dgm:bulletEnabled val="1"/>
        </dgm:presLayoutVars>
      </dgm:prSet>
      <dgm:spPr/>
    </dgm:pt>
    <dgm:pt modelId="{574CA5C1-A616-4B86-9D4B-D40695049007}" type="pres">
      <dgm:prSet presAssocID="{AED37331-9EC3-4BED-B563-D0E2AD9813FD}" presName="invisiNode" presStyleLbl="node1" presStyleIdx="3" presStyleCnt="5"/>
      <dgm:spPr/>
    </dgm:pt>
    <dgm:pt modelId="{6D382EBE-190B-4986-8F0F-8E803EF1A7BE}" type="pres">
      <dgm:prSet presAssocID="{AED37331-9EC3-4BED-B563-D0E2AD9813FD}" presName="imagNode" presStyleLbl="fgImgPlace1" presStyleIdx="3" presStyleCnt="5" custScaleX="75132" custScaleY="75132"/>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Board Of Directors with solid fill"/>
        </a:ext>
      </dgm:extLst>
    </dgm:pt>
    <dgm:pt modelId="{E48BE6FE-104F-4546-BE51-5AB13AEEFB2D}" type="pres">
      <dgm:prSet presAssocID="{B7BD6DC8-4A9B-41E2-9E8B-991F3720DEF1}" presName="sibTrans" presStyleLbl="sibTrans2D1" presStyleIdx="0" presStyleCnt="0"/>
      <dgm:spPr/>
    </dgm:pt>
    <dgm:pt modelId="{E9529758-1A8F-47AA-8CE7-C4E0691BCC8C}" type="pres">
      <dgm:prSet presAssocID="{D00B8B03-4BC1-4632-B25C-759DF152216E}" presName="compNode" presStyleCnt="0"/>
      <dgm:spPr/>
    </dgm:pt>
    <dgm:pt modelId="{C3DAA71C-EB30-4271-8D70-10E1AD78C07E}" type="pres">
      <dgm:prSet presAssocID="{D00B8B03-4BC1-4632-B25C-759DF152216E}" presName="bkgdShape" presStyleLbl="node1" presStyleIdx="4" presStyleCnt="5"/>
      <dgm:spPr/>
    </dgm:pt>
    <dgm:pt modelId="{DBFE5430-51F2-4986-849C-DC139856D920}" type="pres">
      <dgm:prSet presAssocID="{D00B8B03-4BC1-4632-B25C-759DF152216E}" presName="nodeTx" presStyleLbl="node1" presStyleIdx="4" presStyleCnt="5">
        <dgm:presLayoutVars>
          <dgm:bulletEnabled val="1"/>
        </dgm:presLayoutVars>
      </dgm:prSet>
      <dgm:spPr/>
    </dgm:pt>
    <dgm:pt modelId="{899B3B31-6870-4A79-AB2B-03682C69DA79}" type="pres">
      <dgm:prSet presAssocID="{D00B8B03-4BC1-4632-B25C-759DF152216E}" presName="invisiNode" presStyleLbl="node1" presStyleIdx="4" presStyleCnt="5"/>
      <dgm:spPr/>
    </dgm:pt>
    <dgm:pt modelId="{80349460-CA20-46A0-8D1E-281E0A1E1D22}" type="pres">
      <dgm:prSet presAssocID="{D00B8B03-4BC1-4632-B25C-759DF152216E}" presName="imagNode" presStyleLbl="fgImgPlace1" presStyleIdx="4" presStyleCnt="5" custScaleX="75132" custScaleY="75132"/>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Continuous Improvement with solid fill"/>
        </a:ext>
      </dgm:extLst>
    </dgm:pt>
  </dgm:ptLst>
  <dgm:cxnLst>
    <dgm:cxn modelId="{B93C0602-8C50-4E2D-B23B-BBD7C66783DD}" type="presOf" srcId="{62076713-731D-42A4-80C3-B1CE3895AB7D}" destId="{36296008-DC81-4D9A-A7F5-ADCBB2C994FC}" srcOrd="1" destOrd="0" presId="urn:microsoft.com/office/officeart/2005/8/layout/hList7"/>
    <dgm:cxn modelId="{6E530B09-446D-419B-BA1C-F9D6DBDE1BCB}" type="presOf" srcId="{D00B8B03-4BC1-4632-B25C-759DF152216E}" destId="{C3DAA71C-EB30-4271-8D70-10E1AD78C07E}" srcOrd="0" destOrd="0" presId="urn:microsoft.com/office/officeart/2005/8/layout/hList7"/>
    <dgm:cxn modelId="{1D51590F-1128-4C07-A374-FF598BC5DBB9}" type="presOf" srcId="{A80AFAE5-D3CF-4C99-BD62-F941FEBE9825}" destId="{E22E5A26-79DD-4AAE-91DF-450BD6C63EBD}" srcOrd="0" destOrd="0" presId="urn:microsoft.com/office/officeart/2005/8/layout/hList7"/>
    <dgm:cxn modelId="{44F18336-8AA9-46A2-9379-811711BE0E0D}" type="presOf" srcId="{AED37331-9EC3-4BED-B563-D0E2AD9813FD}" destId="{4B29E75F-BE0C-4520-A2BF-829FBB58562D}" srcOrd="0" destOrd="0" presId="urn:microsoft.com/office/officeart/2005/8/layout/hList7"/>
    <dgm:cxn modelId="{51DFA93A-B2D9-4346-AE96-0057C4A4C9E8}" type="presOf" srcId="{B85B79B3-4FD4-46ED-B8BB-D89F7B876239}" destId="{1045E795-D4D5-48B8-802C-A617C8D61980}" srcOrd="0" destOrd="0" presId="urn:microsoft.com/office/officeart/2005/8/layout/hList7"/>
    <dgm:cxn modelId="{3B2BDD49-6CAD-4168-9613-80CAEC2FAD2D}" type="presOf" srcId="{AED37331-9EC3-4BED-B563-D0E2AD9813FD}" destId="{20A9EC4A-1AA8-458E-AC02-7FB1D63FEB52}" srcOrd="1" destOrd="0" presId="urn:microsoft.com/office/officeart/2005/8/layout/hList7"/>
    <dgm:cxn modelId="{38500F4B-6DDF-4929-88FF-3E96B02D472B}" type="presOf" srcId="{D32735C9-D7D2-4FD9-8102-08FBFCFDBF6B}" destId="{88B45849-E103-47C5-BA59-418B229A23F1}" srcOrd="1" destOrd="0" presId="urn:microsoft.com/office/officeart/2005/8/layout/hList7"/>
    <dgm:cxn modelId="{C4618D74-C0DC-40BD-94D1-A11F97571056}" type="presOf" srcId="{D34525FD-339C-41D6-BF9B-F5B6A85B6705}" destId="{49AE6A6A-70B0-4BBB-B29F-E689467C808A}" srcOrd="0" destOrd="0" presId="urn:microsoft.com/office/officeart/2005/8/layout/hList7"/>
    <dgm:cxn modelId="{3DC41B7F-DD0E-480C-B7E2-CB61FAE5EFE1}" type="presOf" srcId="{D32735C9-D7D2-4FD9-8102-08FBFCFDBF6B}" destId="{C1692E08-CCC6-4BB2-813D-C995426AEEFC}" srcOrd="0" destOrd="0" presId="urn:microsoft.com/office/officeart/2005/8/layout/hList7"/>
    <dgm:cxn modelId="{EF376E8A-E9A8-419F-B0A2-0631819F4BD0}" srcId="{A80AFAE5-D3CF-4C99-BD62-F941FEBE9825}" destId="{AED37331-9EC3-4BED-B563-D0E2AD9813FD}" srcOrd="3" destOrd="0" parTransId="{8921FCDB-85B8-415D-BC50-A762DB391499}" sibTransId="{B7BD6DC8-4A9B-41E2-9E8B-991F3720DEF1}"/>
    <dgm:cxn modelId="{EE1E388F-BFD4-4399-ABF9-D8933482E917}" srcId="{A80AFAE5-D3CF-4C99-BD62-F941FEBE9825}" destId="{D00B8B03-4BC1-4632-B25C-759DF152216E}" srcOrd="4" destOrd="0" parTransId="{64FF4425-4455-4039-9147-7B699ADBBD75}" sibTransId="{507D6611-72BF-4276-BAC9-BB7A585281EC}"/>
    <dgm:cxn modelId="{38973997-E9E5-4DE7-8739-EE458753C43A}" type="presOf" srcId="{A062530A-A7BB-43FA-BB4D-4ABEB6CC5E00}" destId="{B02C0ADC-E625-4D97-8D29-BDC04EDA9F6D}" srcOrd="0" destOrd="0" presId="urn:microsoft.com/office/officeart/2005/8/layout/hList7"/>
    <dgm:cxn modelId="{B5F5E69B-B0D3-41CF-AA24-84F12A638DC0}" srcId="{A80AFAE5-D3CF-4C99-BD62-F941FEBE9825}" destId="{62076713-731D-42A4-80C3-B1CE3895AB7D}" srcOrd="2" destOrd="0" parTransId="{726C9A6D-03B0-43D9-BFDD-73D11E769B3D}" sibTransId="{A062530A-A7BB-43FA-BB4D-4ABEB6CC5E00}"/>
    <dgm:cxn modelId="{24077CAD-149C-4281-A256-02336CC0528D}" type="presOf" srcId="{B7BD6DC8-4A9B-41E2-9E8B-991F3720DEF1}" destId="{E48BE6FE-104F-4546-BE51-5AB13AEEFB2D}" srcOrd="0" destOrd="0" presId="urn:microsoft.com/office/officeart/2005/8/layout/hList7"/>
    <dgm:cxn modelId="{7CD0F4BB-D00E-4211-96CD-B0A3625FB484}" type="presOf" srcId="{47EDFFDB-A59C-4914-833A-1D50474C05BA}" destId="{EAC314D0-94EE-4C60-85FD-306C50FB2E11}" srcOrd="1" destOrd="0" presId="urn:microsoft.com/office/officeart/2005/8/layout/hList7"/>
    <dgm:cxn modelId="{724259C0-E968-44ED-97DC-2C0DBAB7D81E}" type="presOf" srcId="{62076713-731D-42A4-80C3-B1CE3895AB7D}" destId="{39A424C1-4F89-481C-BDB8-4DC50E2E5FFA}" srcOrd="0" destOrd="0" presId="urn:microsoft.com/office/officeart/2005/8/layout/hList7"/>
    <dgm:cxn modelId="{AD8908D1-E4B7-4BC5-A955-462D9CAF5A81}" srcId="{A80AFAE5-D3CF-4C99-BD62-F941FEBE9825}" destId="{47EDFFDB-A59C-4914-833A-1D50474C05BA}" srcOrd="0" destOrd="0" parTransId="{A4D2C6BD-14DB-46AF-A75E-CB16D9791438}" sibTransId="{B85B79B3-4FD4-46ED-B8BB-D89F7B876239}"/>
    <dgm:cxn modelId="{7DB0C0D2-D923-4F81-8E95-4FA71875BBE9}" type="presOf" srcId="{D00B8B03-4BC1-4632-B25C-759DF152216E}" destId="{DBFE5430-51F2-4986-849C-DC139856D920}" srcOrd="1" destOrd="0" presId="urn:microsoft.com/office/officeart/2005/8/layout/hList7"/>
    <dgm:cxn modelId="{EB34CCDF-A142-40D0-9572-F60B63C72E7D}" srcId="{A80AFAE5-D3CF-4C99-BD62-F941FEBE9825}" destId="{D32735C9-D7D2-4FD9-8102-08FBFCFDBF6B}" srcOrd="1" destOrd="0" parTransId="{5DF247DC-E76D-4E79-B336-7B0CB6474EB2}" sibTransId="{D34525FD-339C-41D6-BF9B-F5B6A85B6705}"/>
    <dgm:cxn modelId="{1F652AE8-3E93-4A09-9E2D-AD4C41AF8FEE}" type="presOf" srcId="{47EDFFDB-A59C-4914-833A-1D50474C05BA}" destId="{F83F02A5-6D35-4388-9429-AD0B1B473451}" srcOrd="0" destOrd="0" presId="urn:microsoft.com/office/officeart/2005/8/layout/hList7"/>
    <dgm:cxn modelId="{47C3BC72-11E2-48D5-9E2F-EF15D6B854ED}" type="presParOf" srcId="{E22E5A26-79DD-4AAE-91DF-450BD6C63EBD}" destId="{80372772-1096-4F3E-981D-B2836405F1FD}" srcOrd="0" destOrd="0" presId="urn:microsoft.com/office/officeart/2005/8/layout/hList7"/>
    <dgm:cxn modelId="{1D9BFA5D-0CC4-46F9-A673-D4BB20FB2D89}" type="presParOf" srcId="{E22E5A26-79DD-4AAE-91DF-450BD6C63EBD}" destId="{9934F3BB-6525-462C-98BF-976295702BDB}" srcOrd="1" destOrd="0" presId="urn:microsoft.com/office/officeart/2005/8/layout/hList7"/>
    <dgm:cxn modelId="{A33033BE-8F43-480C-BDBE-4734DF6C8478}" type="presParOf" srcId="{9934F3BB-6525-462C-98BF-976295702BDB}" destId="{BB20B65F-C4EC-4EDF-A99A-15BAE0E67198}" srcOrd="0" destOrd="0" presId="urn:microsoft.com/office/officeart/2005/8/layout/hList7"/>
    <dgm:cxn modelId="{C50078EE-AC8E-482F-A3B3-86823D848ED3}" type="presParOf" srcId="{BB20B65F-C4EC-4EDF-A99A-15BAE0E67198}" destId="{F83F02A5-6D35-4388-9429-AD0B1B473451}" srcOrd="0" destOrd="0" presId="urn:microsoft.com/office/officeart/2005/8/layout/hList7"/>
    <dgm:cxn modelId="{5348BD39-9B62-48EF-9764-2765865260DC}" type="presParOf" srcId="{BB20B65F-C4EC-4EDF-A99A-15BAE0E67198}" destId="{EAC314D0-94EE-4C60-85FD-306C50FB2E11}" srcOrd="1" destOrd="0" presId="urn:microsoft.com/office/officeart/2005/8/layout/hList7"/>
    <dgm:cxn modelId="{3A7C05B9-7A7F-44B7-916A-65A9FC33C751}" type="presParOf" srcId="{BB20B65F-C4EC-4EDF-A99A-15BAE0E67198}" destId="{E7959806-55D9-4073-B399-A5EC931194A8}" srcOrd="2" destOrd="0" presId="urn:microsoft.com/office/officeart/2005/8/layout/hList7"/>
    <dgm:cxn modelId="{78CA40C0-4EBD-4E6A-82ED-7EA4C40E5718}" type="presParOf" srcId="{BB20B65F-C4EC-4EDF-A99A-15BAE0E67198}" destId="{B56C4D89-82CD-40D0-A9BC-96E24943ACB2}" srcOrd="3" destOrd="0" presId="urn:microsoft.com/office/officeart/2005/8/layout/hList7"/>
    <dgm:cxn modelId="{82BEE6DC-037C-4194-AE8B-53A1BBD61C6C}" type="presParOf" srcId="{9934F3BB-6525-462C-98BF-976295702BDB}" destId="{1045E795-D4D5-48B8-802C-A617C8D61980}" srcOrd="1" destOrd="0" presId="urn:microsoft.com/office/officeart/2005/8/layout/hList7"/>
    <dgm:cxn modelId="{A43626F4-1F8A-41DE-8F29-2CE96D9298DE}" type="presParOf" srcId="{9934F3BB-6525-462C-98BF-976295702BDB}" destId="{05C923FA-CED4-494F-AB04-E5BB84F5DCD2}" srcOrd="2" destOrd="0" presId="urn:microsoft.com/office/officeart/2005/8/layout/hList7"/>
    <dgm:cxn modelId="{DE7601EE-826F-4032-B8B3-22025EC0D701}" type="presParOf" srcId="{05C923FA-CED4-494F-AB04-E5BB84F5DCD2}" destId="{C1692E08-CCC6-4BB2-813D-C995426AEEFC}" srcOrd="0" destOrd="0" presId="urn:microsoft.com/office/officeart/2005/8/layout/hList7"/>
    <dgm:cxn modelId="{9BA3D258-C8A9-4CB9-8B38-F1A01340D94B}" type="presParOf" srcId="{05C923FA-CED4-494F-AB04-E5BB84F5DCD2}" destId="{88B45849-E103-47C5-BA59-418B229A23F1}" srcOrd="1" destOrd="0" presId="urn:microsoft.com/office/officeart/2005/8/layout/hList7"/>
    <dgm:cxn modelId="{3364C017-56DD-41FC-91F6-22A039876A92}" type="presParOf" srcId="{05C923FA-CED4-494F-AB04-E5BB84F5DCD2}" destId="{1EB61AC0-4617-4224-ACA7-B43ED8E47DA5}" srcOrd="2" destOrd="0" presId="urn:microsoft.com/office/officeart/2005/8/layout/hList7"/>
    <dgm:cxn modelId="{E221F1EF-EF45-4ABA-A56D-961C742F7B75}" type="presParOf" srcId="{05C923FA-CED4-494F-AB04-E5BB84F5DCD2}" destId="{167165E2-3071-4A4A-8F72-6352529638D7}" srcOrd="3" destOrd="0" presId="urn:microsoft.com/office/officeart/2005/8/layout/hList7"/>
    <dgm:cxn modelId="{F3216CC6-05A0-4D04-992C-D212F593EA8A}" type="presParOf" srcId="{9934F3BB-6525-462C-98BF-976295702BDB}" destId="{49AE6A6A-70B0-4BBB-B29F-E689467C808A}" srcOrd="3" destOrd="0" presId="urn:microsoft.com/office/officeart/2005/8/layout/hList7"/>
    <dgm:cxn modelId="{2C9C96F1-6A29-4FB6-8393-03C5E629EDBF}" type="presParOf" srcId="{9934F3BB-6525-462C-98BF-976295702BDB}" destId="{FFC7E022-E795-4031-BE86-A80F2D77703A}" srcOrd="4" destOrd="0" presId="urn:microsoft.com/office/officeart/2005/8/layout/hList7"/>
    <dgm:cxn modelId="{A60BD7DE-DA47-4311-B765-E54A90735BEE}" type="presParOf" srcId="{FFC7E022-E795-4031-BE86-A80F2D77703A}" destId="{39A424C1-4F89-481C-BDB8-4DC50E2E5FFA}" srcOrd="0" destOrd="0" presId="urn:microsoft.com/office/officeart/2005/8/layout/hList7"/>
    <dgm:cxn modelId="{3D0AB2AD-1CB1-43D3-8847-1F15C8A03C44}" type="presParOf" srcId="{FFC7E022-E795-4031-BE86-A80F2D77703A}" destId="{36296008-DC81-4D9A-A7F5-ADCBB2C994FC}" srcOrd="1" destOrd="0" presId="urn:microsoft.com/office/officeart/2005/8/layout/hList7"/>
    <dgm:cxn modelId="{0F27DFAB-B5CD-428B-9481-54B23E721447}" type="presParOf" srcId="{FFC7E022-E795-4031-BE86-A80F2D77703A}" destId="{5D1BE78A-5E5B-4B36-B00D-4929EC53006A}" srcOrd="2" destOrd="0" presId="urn:microsoft.com/office/officeart/2005/8/layout/hList7"/>
    <dgm:cxn modelId="{5A53065B-A3DD-40AB-A428-9308D3E9ABAA}" type="presParOf" srcId="{FFC7E022-E795-4031-BE86-A80F2D77703A}" destId="{E8AC7DD5-A9DF-4312-9A27-66A256385730}" srcOrd="3" destOrd="0" presId="urn:microsoft.com/office/officeart/2005/8/layout/hList7"/>
    <dgm:cxn modelId="{A9A12B0D-186A-4F2E-B56D-9242C940DDCB}" type="presParOf" srcId="{9934F3BB-6525-462C-98BF-976295702BDB}" destId="{B02C0ADC-E625-4D97-8D29-BDC04EDA9F6D}" srcOrd="5" destOrd="0" presId="urn:microsoft.com/office/officeart/2005/8/layout/hList7"/>
    <dgm:cxn modelId="{23C4B320-F249-46C6-94A4-BA43080E8B74}" type="presParOf" srcId="{9934F3BB-6525-462C-98BF-976295702BDB}" destId="{E362AF95-2830-4143-AF54-BEC7AF01DB7F}" srcOrd="6" destOrd="0" presId="urn:microsoft.com/office/officeart/2005/8/layout/hList7"/>
    <dgm:cxn modelId="{38B05FDB-9DEE-42F7-91EC-91FFF9D1D3C9}" type="presParOf" srcId="{E362AF95-2830-4143-AF54-BEC7AF01DB7F}" destId="{4B29E75F-BE0C-4520-A2BF-829FBB58562D}" srcOrd="0" destOrd="0" presId="urn:microsoft.com/office/officeart/2005/8/layout/hList7"/>
    <dgm:cxn modelId="{9DF077B9-AD57-42F2-A822-546561EDAAAE}" type="presParOf" srcId="{E362AF95-2830-4143-AF54-BEC7AF01DB7F}" destId="{20A9EC4A-1AA8-458E-AC02-7FB1D63FEB52}" srcOrd="1" destOrd="0" presId="urn:microsoft.com/office/officeart/2005/8/layout/hList7"/>
    <dgm:cxn modelId="{BD5B7845-1C21-4006-9D2B-21E1A2CA9097}" type="presParOf" srcId="{E362AF95-2830-4143-AF54-BEC7AF01DB7F}" destId="{574CA5C1-A616-4B86-9D4B-D40695049007}" srcOrd="2" destOrd="0" presId="urn:microsoft.com/office/officeart/2005/8/layout/hList7"/>
    <dgm:cxn modelId="{22019430-F194-4BE0-AE34-01B2B1935A9A}" type="presParOf" srcId="{E362AF95-2830-4143-AF54-BEC7AF01DB7F}" destId="{6D382EBE-190B-4986-8F0F-8E803EF1A7BE}" srcOrd="3" destOrd="0" presId="urn:microsoft.com/office/officeart/2005/8/layout/hList7"/>
    <dgm:cxn modelId="{7F47386B-C0BA-41CA-91A1-D3EA5F350816}" type="presParOf" srcId="{9934F3BB-6525-462C-98BF-976295702BDB}" destId="{E48BE6FE-104F-4546-BE51-5AB13AEEFB2D}" srcOrd="7" destOrd="0" presId="urn:microsoft.com/office/officeart/2005/8/layout/hList7"/>
    <dgm:cxn modelId="{81DB99F2-978A-45F4-9777-221C5AEA3A5D}" type="presParOf" srcId="{9934F3BB-6525-462C-98BF-976295702BDB}" destId="{E9529758-1A8F-47AA-8CE7-C4E0691BCC8C}" srcOrd="8" destOrd="0" presId="urn:microsoft.com/office/officeart/2005/8/layout/hList7"/>
    <dgm:cxn modelId="{AF504D78-0E9B-497A-A481-19CF98006FAC}" type="presParOf" srcId="{E9529758-1A8F-47AA-8CE7-C4E0691BCC8C}" destId="{C3DAA71C-EB30-4271-8D70-10E1AD78C07E}" srcOrd="0" destOrd="0" presId="urn:microsoft.com/office/officeart/2005/8/layout/hList7"/>
    <dgm:cxn modelId="{3DE5879E-D1D4-4235-BB5B-6B8012C1BE38}" type="presParOf" srcId="{E9529758-1A8F-47AA-8CE7-C4E0691BCC8C}" destId="{DBFE5430-51F2-4986-849C-DC139856D920}" srcOrd="1" destOrd="0" presId="urn:microsoft.com/office/officeart/2005/8/layout/hList7"/>
    <dgm:cxn modelId="{546CC97B-99EE-4D5A-9754-A90CFC1A285A}" type="presParOf" srcId="{E9529758-1A8F-47AA-8CE7-C4E0691BCC8C}" destId="{899B3B31-6870-4A79-AB2B-03682C69DA79}" srcOrd="2" destOrd="0" presId="urn:microsoft.com/office/officeart/2005/8/layout/hList7"/>
    <dgm:cxn modelId="{6D068F3A-5CA2-4C55-84AD-349B3651E366}" type="presParOf" srcId="{E9529758-1A8F-47AA-8CE7-C4E0691BCC8C}" destId="{80349460-CA20-46A0-8D1E-281E0A1E1D22}" srcOrd="3" destOrd="0" presId="urn:microsoft.com/office/officeart/2005/8/layout/hList7"/>
  </dgm:cxnLst>
  <dgm:bg>
    <a:noFill/>
  </dgm:bg>
  <dgm:whole/>
  <dgm:extLst>
    <a:ext uri="http://schemas.microsoft.com/office/drawing/2008/diagram">
      <dsp:dataModelExt xmlns:dsp="http://schemas.microsoft.com/office/drawing/2008/diagram" relId="rId1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6A916D5-BD9B-4903-8FBF-22C520D9C9BF}" type="doc">
      <dgm:prSet loTypeId="urn:microsoft.com/office/officeart/2005/8/layout/default" loCatId="list" qsTypeId="urn:microsoft.com/office/officeart/2005/8/quickstyle/simple1" qsCatId="simple" csTypeId="urn:microsoft.com/office/officeart/2005/8/colors/accent0_1" csCatId="mainScheme" phldr="1"/>
      <dgm:spPr/>
      <dgm:t>
        <a:bodyPr/>
        <a:lstStyle/>
        <a:p>
          <a:endParaRPr lang="en-GB"/>
        </a:p>
      </dgm:t>
    </dgm:pt>
    <dgm:pt modelId="{0197E05E-D964-43C5-A17B-843DD4923EF4}">
      <dgm:prSet phldrT="[Text]" custT="1"/>
      <dgm:spPr>
        <a:solidFill>
          <a:schemeClr val="accent1">
            <a:lumMod val="20000"/>
            <a:lumOff val="80000"/>
          </a:schemeClr>
        </a:solidFill>
        <a:ln w="19050">
          <a:solidFill>
            <a:schemeClr val="accent1"/>
          </a:solidFill>
          <a:prstDash val="sysDash"/>
        </a:ln>
      </dgm:spPr>
      <dgm:t>
        <a:bodyPr/>
        <a:lstStyle/>
        <a:p>
          <a:r>
            <a:rPr lang="en-US" sz="1600" b="1">
              <a:solidFill>
                <a:schemeClr val="tx1"/>
              </a:solidFill>
            </a:rPr>
            <a:t>Courage to speak up</a:t>
          </a:r>
        </a:p>
      </dgm:t>
    </dgm:pt>
    <dgm:pt modelId="{BF7D07EB-F901-4B24-8BDF-AF1E505CA655}" type="parTrans" cxnId="{4B1682C2-6E3D-45AC-BB88-5F0C0A3E8961}">
      <dgm:prSet/>
      <dgm:spPr/>
      <dgm:t>
        <a:bodyPr/>
        <a:lstStyle/>
        <a:p>
          <a:endParaRPr lang="en-US"/>
        </a:p>
      </dgm:t>
    </dgm:pt>
    <dgm:pt modelId="{1A678E45-B99D-4BEB-94C0-A8275AF2F824}" type="sibTrans" cxnId="{4B1682C2-6E3D-45AC-BB88-5F0C0A3E8961}">
      <dgm:prSet/>
      <dgm:spPr/>
      <dgm:t>
        <a:bodyPr/>
        <a:lstStyle/>
        <a:p>
          <a:endParaRPr lang="en-US"/>
        </a:p>
      </dgm:t>
    </dgm:pt>
    <dgm:pt modelId="{E67711F8-E7C4-417C-BDB4-342FD8D7DE62}">
      <dgm:prSet custT="1"/>
      <dgm:spPr>
        <a:solidFill>
          <a:schemeClr val="accent1">
            <a:lumMod val="20000"/>
            <a:lumOff val="80000"/>
          </a:schemeClr>
        </a:solidFill>
        <a:ln w="19050">
          <a:solidFill>
            <a:schemeClr val="accent1"/>
          </a:solidFill>
          <a:prstDash val="sysDash"/>
        </a:ln>
      </dgm:spPr>
      <dgm:t>
        <a:bodyPr/>
        <a:lstStyle/>
        <a:p>
          <a:r>
            <a:rPr lang="en-US" sz="1600" b="1">
              <a:solidFill>
                <a:schemeClr val="tx1"/>
              </a:solidFill>
            </a:rPr>
            <a:t>Strategic vision</a:t>
          </a:r>
        </a:p>
      </dgm:t>
    </dgm:pt>
    <dgm:pt modelId="{649EC2F1-8380-40BC-973A-AB2BBF4D94A9}" type="sibTrans" cxnId="{CE7A5442-1E0B-41C3-89FB-26D3263C0D3C}">
      <dgm:prSet/>
      <dgm:spPr/>
      <dgm:t>
        <a:bodyPr/>
        <a:lstStyle/>
        <a:p>
          <a:endParaRPr lang="en-US"/>
        </a:p>
      </dgm:t>
    </dgm:pt>
    <dgm:pt modelId="{01B9D808-8A58-4EDC-A299-25080B2BC786}" type="parTrans" cxnId="{CE7A5442-1E0B-41C3-89FB-26D3263C0D3C}">
      <dgm:prSet/>
      <dgm:spPr/>
      <dgm:t>
        <a:bodyPr/>
        <a:lstStyle/>
        <a:p>
          <a:endParaRPr lang="en-US"/>
        </a:p>
      </dgm:t>
    </dgm:pt>
    <dgm:pt modelId="{B36EAF57-37A0-4FDE-9CF0-294756F60827}">
      <dgm:prSet phldrT="[Text]" custT="1"/>
      <dgm:spPr>
        <a:solidFill>
          <a:schemeClr val="accent1">
            <a:lumMod val="20000"/>
            <a:lumOff val="80000"/>
          </a:schemeClr>
        </a:solidFill>
        <a:ln w="19050">
          <a:solidFill>
            <a:schemeClr val="accent1"/>
          </a:solidFill>
          <a:prstDash val="sysDash"/>
        </a:ln>
      </dgm:spPr>
      <dgm:t>
        <a:bodyPr/>
        <a:lstStyle/>
        <a:p>
          <a:r>
            <a:rPr lang="en-US" sz="1600" b="1">
              <a:solidFill>
                <a:schemeClr val="tx1"/>
              </a:solidFill>
            </a:rPr>
            <a:t>Collaboration</a:t>
          </a:r>
        </a:p>
      </dgm:t>
    </dgm:pt>
    <dgm:pt modelId="{1F461AC9-49AD-41FC-81B2-23AE4BB298D0}" type="sibTrans" cxnId="{E77C12D9-CB3D-40AB-87A2-A01413B52AAA}">
      <dgm:prSet/>
      <dgm:spPr/>
      <dgm:t>
        <a:bodyPr/>
        <a:lstStyle/>
        <a:p>
          <a:endParaRPr lang="en-US"/>
        </a:p>
      </dgm:t>
    </dgm:pt>
    <dgm:pt modelId="{440054BD-6AB3-48EF-82E1-198945BFA1B1}" type="parTrans" cxnId="{E77C12D9-CB3D-40AB-87A2-A01413B52AAA}">
      <dgm:prSet/>
      <dgm:spPr/>
      <dgm:t>
        <a:bodyPr/>
        <a:lstStyle/>
        <a:p>
          <a:endParaRPr lang="en-US"/>
        </a:p>
      </dgm:t>
    </dgm:pt>
    <dgm:pt modelId="{DFBE4253-BD51-4AFF-87F4-D5EEF222DC12}">
      <dgm:prSet phldrT="[Text]" custT="1"/>
      <dgm:spPr>
        <a:solidFill>
          <a:schemeClr val="accent1">
            <a:lumMod val="20000"/>
            <a:lumOff val="80000"/>
          </a:schemeClr>
        </a:solidFill>
        <a:ln w="19050">
          <a:solidFill>
            <a:schemeClr val="accent1"/>
          </a:solidFill>
          <a:prstDash val="sysDash"/>
        </a:ln>
      </dgm:spPr>
      <dgm:t>
        <a:bodyPr/>
        <a:lstStyle/>
        <a:p>
          <a:r>
            <a:rPr lang="en-US" sz="1600" b="1">
              <a:solidFill>
                <a:schemeClr val="tx1"/>
              </a:solidFill>
            </a:rPr>
            <a:t>Integrity</a:t>
          </a:r>
        </a:p>
      </dgm:t>
    </dgm:pt>
    <dgm:pt modelId="{10030F95-581D-4DD6-9B64-2E8D7798BCCB}" type="sibTrans" cxnId="{FD1F1B45-DBB3-43A1-8AA2-440D40E6B60D}">
      <dgm:prSet/>
      <dgm:spPr/>
      <dgm:t>
        <a:bodyPr/>
        <a:lstStyle/>
        <a:p>
          <a:endParaRPr lang="en-US"/>
        </a:p>
      </dgm:t>
    </dgm:pt>
    <dgm:pt modelId="{8809373D-AAAA-41CC-B769-D2807A911B97}" type="parTrans" cxnId="{FD1F1B45-DBB3-43A1-8AA2-440D40E6B60D}">
      <dgm:prSet/>
      <dgm:spPr/>
      <dgm:t>
        <a:bodyPr/>
        <a:lstStyle/>
        <a:p>
          <a:endParaRPr lang="en-US"/>
        </a:p>
      </dgm:t>
    </dgm:pt>
    <dgm:pt modelId="{26B0E949-CE14-46A7-B89D-608FF4B8F1CC}">
      <dgm:prSet phldrT="[Text]" custT="1"/>
      <dgm:spPr>
        <a:solidFill>
          <a:schemeClr val="accent1">
            <a:lumMod val="20000"/>
            <a:lumOff val="80000"/>
          </a:schemeClr>
        </a:solidFill>
        <a:ln w="19050">
          <a:solidFill>
            <a:schemeClr val="accent1"/>
          </a:solidFill>
          <a:prstDash val="sysDash"/>
        </a:ln>
      </dgm:spPr>
      <dgm:t>
        <a:bodyPr/>
        <a:lstStyle/>
        <a:p>
          <a:pPr marL="0" lvl="0" indent="0" algn="ctr" defTabSz="711200">
            <a:lnSpc>
              <a:spcPct val="90000"/>
            </a:lnSpc>
            <a:spcBef>
              <a:spcPct val="0"/>
            </a:spcBef>
            <a:spcAft>
              <a:spcPct val="35000"/>
            </a:spcAft>
            <a:buNone/>
          </a:pPr>
          <a:r>
            <a:rPr lang="en-US" sz="1600" b="1" kern="1200">
              <a:solidFill>
                <a:srgbClr val="000000"/>
              </a:solidFill>
              <a:latin typeface="Arial"/>
              <a:ea typeface="+mn-ea"/>
              <a:cs typeface="+mn-cs"/>
            </a:rPr>
            <a:t>Governance Mindset</a:t>
          </a:r>
        </a:p>
      </dgm:t>
    </dgm:pt>
    <dgm:pt modelId="{6EB40411-946A-47E4-83AE-E113FAA338F8}" type="parTrans" cxnId="{BBC23599-BBC6-4961-A801-7DFFA08238AD}">
      <dgm:prSet/>
      <dgm:spPr/>
      <dgm:t>
        <a:bodyPr/>
        <a:lstStyle/>
        <a:p>
          <a:endParaRPr lang="en-GB"/>
        </a:p>
      </dgm:t>
    </dgm:pt>
    <dgm:pt modelId="{1DEFCD41-9326-4B55-8811-F755DA3B98E3}" type="sibTrans" cxnId="{BBC23599-BBC6-4961-A801-7DFFA08238AD}">
      <dgm:prSet/>
      <dgm:spPr/>
      <dgm:t>
        <a:bodyPr/>
        <a:lstStyle/>
        <a:p>
          <a:endParaRPr lang="en-GB"/>
        </a:p>
      </dgm:t>
    </dgm:pt>
    <dgm:pt modelId="{23D23D11-282F-42F3-8E04-D4F1B63BE5EB}">
      <dgm:prSet phldrT="[Text]" custT="1"/>
      <dgm:spPr>
        <a:solidFill>
          <a:schemeClr val="accent1">
            <a:lumMod val="20000"/>
            <a:lumOff val="80000"/>
          </a:schemeClr>
        </a:solidFill>
        <a:ln w="19050">
          <a:solidFill>
            <a:schemeClr val="accent1"/>
          </a:solidFill>
          <a:prstDash val="sysDash"/>
        </a:ln>
      </dgm:spPr>
      <dgm:t>
        <a:bodyPr/>
        <a:lstStyle/>
        <a:p>
          <a:r>
            <a:rPr lang="en-US" sz="1600" b="1" kern="1200">
              <a:solidFill>
                <a:srgbClr val="000000"/>
              </a:solidFill>
              <a:latin typeface="Arial"/>
              <a:ea typeface="+mn-ea"/>
              <a:cs typeface="+mn-cs"/>
            </a:rPr>
            <a:t>Mentorship</a:t>
          </a:r>
        </a:p>
      </dgm:t>
    </dgm:pt>
    <dgm:pt modelId="{48FEADB5-9FF6-45B6-9373-14AB892EC5A0}" type="parTrans" cxnId="{52F7FAF8-08A7-4615-B433-6D3716C85D93}">
      <dgm:prSet/>
      <dgm:spPr/>
      <dgm:t>
        <a:bodyPr/>
        <a:lstStyle/>
        <a:p>
          <a:endParaRPr lang="en-GB"/>
        </a:p>
      </dgm:t>
    </dgm:pt>
    <dgm:pt modelId="{ED013C93-8FB9-426F-B36E-BD07B00CBEDE}" type="sibTrans" cxnId="{52F7FAF8-08A7-4615-B433-6D3716C85D93}">
      <dgm:prSet/>
      <dgm:spPr/>
      <dgm:t>
        <a:bodyPr/>
        <a:lstStyle/>
        <a:p>
          <a:endParaRPr lang="en-GB"/>
        </a:p>
      </dgm:t>
    </dgm:pt>
    <dgm:pt modelId="{E319648D-B876-4C6A-BFCC-B1589AD23F53}" type="pres">
      <dgm:prSet presAssocID="{36A916D5-BD9B-4903-8FBF-22C520D9C9BF}" presName="diagram" presStyleCnt="0">
        <dgm:presLayoutVars>
          <dgm:dir/>
          <dgm:resizeHandles val="exact"/>
        </dgm:presLayoutVars>
      </dgm:prSet>
      <dgm:spPr/>
    </dgm:pt>
    <dgm:pt modelId="{0C06C05C-7B08-40A1-9A03-B965CF32D3CB}" type="pres">
      <dgm:prSet presAssocID="{DFBE4253-BD51-4AFF-87F4-D5EEF222DC12}" presName="node" presStyleLbl="node1" presStyleIdx="0" presStyleCnt="6">
        <dgm:presLayoutVars>
          <dgm:bulletEnabled val="1"/>
        </dgm:presLayoutVars>
      </dgm:prSet>
      <dgm:spPr>
        <a:prstGeom prst="hexagon">
          <a:avLst/>
        </a:prstGeom>
      </dgm:spPr>
    </dgm:pt>
    <dgm:pt modelId="{842EE834-7337-4955-8987-E4FF7C99FA26}" type="pres">
      <dgm:prSet presAssocID="{10030F95-581D-4DD6-9B64-2E8D7798BCCB}" presName="sibTrans" presStyleCnt="0"/>
      <dgm:spPr/>
    </dgm:pt>
    <dgm:pt modelId="{DF1E5E4A-F993-4C02-B4F6-AA2A8AB7C4F2}" type="pres">
      <dgm:prSet presAssocID="{B36EAF57-37A0-4FDE-9CF0-294756F60827}" presName="node" presStyleLbl="node1" presStyleIdx="1" presStyleCnt="6">
        <dgm:presLayoutVars>
          <dgm:bulletEnabled val="1"/>
        </dgm:presLayoutVars>
      </dgm:prSet>
      <dgm:spPr>
        <a:prstGeom prst="hexagon">
          <a:avLst/>
        </a:prstGeom>
      </dgm:spPr>
    </dgm:pt>
    <dgm:pt modelId="{A00131CB-214D-47FF-BF51-80D1E46A1B60}" type="pres">
      <dgm:prSet presAssocID="{1F461AC9-49AD-41FC-81B2-23AE4BB298D0}" presName="sibTrans" presStyleCnt="0"/>
      <dgm:spPr/>
    </dgm:pt>
    <dgm:pt modelId="{08A3C369-6088-4CE9-B3F0-C3E322A47D4D}" type="pres">
      <dgm:prSet presAssocID="{0197E05E-D964-43C5-A17B-843DD4923EF4}" presName="node" presStyleLbl="node1" presStyleIdx="2" presStyleCnt="6">
        <dgm:presLayoutVars>
          <dgm:bulletEnabled val="1"/>
        </dgm:presLayoutVars>
      </dgm:prSet>
      <dgm:spPr>
        <a:prstGeom prst="hexagon">
          <a:avLst/>
        </a:prstGeom>
      </dgm:spPr>
    </dgm:pt>
    <dgm:pt modelId="{B4CA2809-4B9F-43FC-9220-3734C8E6EF27}" type="pres">
      <dgm:prSet presAssocID="{1A678E45-B99D-4BEB-94C0-A8275AF2F824}" presName="sibTrans" presStyleCnt="0"/>
      <dgm:spPr/>
    </dgm:pt>
    <dgm:pt modelId="{D1D14624-1AFC-497B-BBC5-6114AAE7860C}" type="pres">
      <dgm:prSet presAssocID="{E67711F8-E7C4-417C-BDB4-342FD8D7DE62}" presName="node" presStyleLbl="node1" presStyleIdx="3" presStyleCnt="6">
        <dgm:presLayoutVars>
          <dgm:bulletEnabled val="1"/>
        </dgm:presLayoutVars>
      </dgm:prSet>
      <dgm:spPr>
        <a:prstGeom prst="hexagon">
          <a:avLst/>
        </a:prstGeom>
      </dgm:spPr>
    </dgm:pt>
    <dgm:pt modelId="{05626548-4B77-4D2D-BD0A-E9266F26432D}" type="pres">
      <dgm:prSet presAssocID="{649EC2F1-8380-40BC-973A-AB2BBF4D94A9}" presName="sibTrans" presStyleCnt="0"/>
      <dgm:spPr/>
    </dgm:pt>
    <dgm:pt modelId="{B70EDD93-8B90-48FA-B38A-CA56C12AB61C}" type="pres">
      <dgm:prSet presAssocID="{26B0E949-CE14-46A7-B89D-608FF4B8F1CC}" presName="node" presStyleLbl="node1" presStyleIdx="4" presStyleCnt="6">
        <dgm:presLayoutVars>
          <dgm:bulletEnabled val="1"/>
        </dgm:presLayoutVars>
      </dgm:prSet>
      <dgm:spPr>
        <a:prstGeom prst="hexagon">
          <a:avLst/>
        </a:prstGeom>
      </dgm:spPr>
    </dgm:pt>
    <dgm:pt modelId="{C9650848-6914-4E6B-818A-9B76B2ADCE26}" type="pres">
      <dgm:prSet presAssocID="{1DEFCD41-9326-4B55-8811-F755DA3B98E3}" presName="sibTrans" presStyleCnt="0"/>
      <dgm:spPr/>
    </dgm:pt>
    <dgm:pt modelId="{9BCC69D2-5A29-450B-96F0-4EA8753127B4}" type="pres">
      <dgm:prSet presAssocID="{23D23D11-282F-42F3-8E04-D4F1B63BE5EB}" presName="node" presStyleLbl="node1" presStyleIdx="5" presStyleCnt="6">
        <dgm:presLayoutVars>
          <dgm:bulletEnabled val="1"/>
        </dgm:presLayoutVars>
      </dgm:prSet>
      <dgm:spPr>
        <a:prstGeom prst="hexagon">
          <a:avLst/>
        </a:prstGeom>
      </dgm:spPr>
    </dgm:pt>
  </dgm:ptLst>
  <dgm:cxnLst>
    <dgm:cxn modelId="{7DA3A020-30FC-4865-BAD4-87577F95E27B}" type="presOf" srcId="{DFBE4253-BD51-4AFF-87F4-D5EEF222DC12}" destId="{0C06C05C-7B08-40A1-9A03-B965CF32D3CB}" srcOrd="0" destOrd="0" presId="urn:microsoft.com/office/officeart/2005/8/layout/default"/>
    <dgm:cxn modelId="{CE7A5442-1E0B-41C3-89FB-26D3263C0D3C}" srcId="{36A916D5-BD9B-4903-8FBF-22C520D9C9BF}" destId="{E67711F8-E7C4-417C-BDB4-342FD8D7DE62}" srcOrd="3" destOrd="0" parTransId="{01B9D808-8A58-4EDC-A299-25080B2BC786}" sibTransId="{649EC2F1-8380-40BC-973A-AB2BBF4D94A9}"/>
    <dgm:cxn modelId="{FD1F1B45-DBB3-43A1-8AA2-440D40E6B60D}" srcId="{36A916D5-BD9B-4903-8FBF-22C520D9C9BF}" destId="{DFBE4253-BD51-4AFF-87F4-D5EEF222DC12}" srcOrd="0" destOrd="0" parTransId="{8809373D-AAAA-41CC-B769-D2807A911B97}" sibTransId="{10030F95-581D-4DD6-9B64-2E8D7798BCCB}"/>
    <dgm:cxn modelId="{2F19C667-79FC-495F-8E1B-A5CFF6B7D7F4}" type="presOf" srcId="{26B0E949-CE14-46A7-B89D-608FF4B8F1CC}" destId="{B70EDD93-8B90-48FA-B38A-CA56C12AB61C}" srcOrd="0" destOrd="0" presId="urn:microsoft.com/office/officeart/2005/8/layout/default"/>
    <dgm:cxn modelId="{460AF068-C121-444D-840F-ECFE2644883D}" type="presOf" srcId="{36A916D5-BD9B-4903-8FBF-22C520D9C9BF}" destId="{E319648D-B876-4C6A-BFCC-B1589AD23F53}" srcOrd="0" destOrd="0" presId="urn:microsoft.com/office/officeart/2005/8/layout/default"/>
    <dgm:cxn modelId="{44CD1A6A-F626-4D66-B87D-C7B939A48484}" type="presOf" srcId="{23D23D11-282F-42F3-8E04-D4F1B63BE5EB}" destId="{9BCC69D2-5A29-450B-96F0-4EA8753127B4}" srcOrd="0" destOrd="0" presId="urn:microsoft.com/office/officeart/2005/8/layout/default"/>
    <dgm:cxn modelId="{455D2D83-8CF0-49C1-8EA0-0DD965D5D86A}" type="presOf" srcId="{0197E05E-D964-43C5-A17B-843DD4923EF4}" destId="{08A3C369-6088-4CE9-B3F0-C3E322A47D4D}" srcOrd="0" destOrd="0" presId="urn:microsoft.com/office/officeart/2005/8/layout/default"/>
    <dgm:cxn modelId="{BBC23599-BBC6-4961-A801-7DFFA08238AD}" srcId="{36A916D5-BD9B-4903-8FBF-22C520D9C9BF}" destId="{26B0E949-CE14-46A7-B89D-608FF4B8F1CC}" srcOrd="4" destOrd="0" parTransId="{6EB40411-946A-47E4-83AE-E113FAA338F8}" sibTransId="{1DEFCD41-9326-4B55-8811-F755DA3B98E3}"/>
    <dgm:cxn modelId="{4B1682C2-6E3D-45AC-BB88-5F0C0A3E8961}" srcId="{36A916D5-BD9B-4903-8FBF-22C520D9C9BF}" destId="{0197E05E-D964-43C5-A17B-843DD4923EF4}" srcOrd="2" destOrd="0" parTransId="{BF7D07EB-F901-4B24-8BDF-AF1E505CA655}" sibTransId="{1A678E45-B99D-4BEB-94C0-A8275AF2F824}"/>
    <dgm:cxn modelId="{E77C12D9-CB3D-40AB-87A2-A01413B52AAA}" srcId="{36A916D5-BD9B-4903-8FBF-22C520D9C9BF}" destId="{B36EAF57-37A0-4FDE-9CF0-294756F60827}" srcOrd="1" destOrd="0" parTransId="{440054BD-6AB3-48EF-82E1-198945BFA1B1}" sibTransId="{1F461AC9-49AD-41FC-81B2-23AE4BB298D0}"/>
    <dgm:cxn modelId="{BEB8A4DD-C3A6-4438-A8E0-2749FEF5F13B}" type="presOf" srcId="{B36EAF57-37A0-4FDE-9CF0-294756F60827}" destId="{DF1E5E4A-F993-4C02-B4F6-AA2A8AB7C4F2}" srcOrd="0" destOrd="0" presId="urn:microsoft.com/office/officeart/2005/8/layout/default"/>
    <dgm:cxn modelId="{79DA77F5-219D-44D1-A840-A326519E2686}" type="presOf" srcId="{E67711F8-E7C4-417C-BDB4-342FD8D7DE62}" destId="{D1D14624-1AFC-497B-BBC5-6114AAE7860C}" srcOrd="0" destOrd="0" presId="urn:microsoft.com/office/officeart/2005/8/layout/default"/>
    <dgm:cxn modelId="{52F7FAF8-08A7-4615-B433-6D3716C85D93}" srcId="{36A916D5-BD9B-4903-8FBF-22C520D9C9BF}" destId="{23D23D11-282F-42F3-8E04-D4F1B63BE5EB}" srcOrd="5" destOrd="0" parTransId="{48FEADB5-9FF6-45B6-9373-14AB892EC5A0}" sibTransId="{ED013C93-8FB9-426F-B36E-BD07B00CBEDE}"/>
    <dgm:cxn modelId="{6ED46613-FDDA-4012-B318-C487A8DB1E18}" type="presParOf" srcId="{E319648D-B876-4C6A-BFCC-B1589AD23F53}" destId="{0C06C05C-7B08-40A1-9A03-B965CF32D3CB}" srcOrd="0" destOrd="0" presId="urn:microsoft.com/office/officeart/2005/8/layout/default"/>
    <dgm:cxn modelId="{B9484AB7-1FC4-4429-8A68-709252FD1E8D}" type="presParOf" srcId="{E319648D-B876-4C6A-BFCC-B1589AD23F53}" destId="{842EE834-7337-4955-8987-E4FF7C99FA26}" srcOrd="1" destOrd="0" presId="urn:microsoft.com/office/officeart/2005/8/layout/default"/>
    <dgm:cxn modelId="{ED861AA2-524E-421C-B529-D3DDA2405B83}" type="presParOf" srcId="{E319648D-B876-4C6A-BFCC-B1589AD23F53}" destId="{DF1E5E4A-F993-4C02-B4F6-AA2A8AB7C4F2}" srcOrd="2" destOrd="0" presId="urn:microsoft.com/office/officeart/2005/8/layout/default"/>
    <dgm:cxn modelId="{823F9D83-E597-4E85-B8E6-FDE97B6BE6A1}" type="presParOf" srcId="{E319648D-B876-4C6A-BFCC-B1589AD23F53}" destId="{A00131CB-214D-47FF-BF51-80D1E46A1B60}" srcOrd="3" destOrd="0" presId="urn:microsoft.com/office/officeart/2005/8/layout/default"/>
    <dgm:cxn modelId="{05C9A088-514C-4DB9-B020-7AD06A68D6E0}" type="presParOf" srcId="{E319648D-B876-4C6A-BFCC-B1589AD23F53}" destId="{08A3C369-6088-4CE9-B3F0-C3E322A47D4D}" srcOrd="4" destOrd="0" presId="urn:microsoft.com/office/officeart/2005/8/layout/default"/>
    <dgm:cxn modelId="{4DE3DC9C-2CE2-44AF-B80E-3C3A5446E0D5}" type="presParOf" srcId="{E319648D-B876-4C6A-BFCC-B1589AD23F53}" destId="{B4CA2809-4B9F-43FC-9220-3734C8E6EF27}" srcOrd="5" destOrd="0" presId="urn:microsoft.com/office/officeart/2005/8/layout/default"/>
    <dgm:cxn modelId="{38EA75DA-079D-4479-B2E7-B64FB6331493}" type="presParOf" srcId="{E319648D-B876-4C6A-BFCC-B1589AD23F53}" destId="{D1D14624-1AFC-497B-BBC5-6114AAE7860C}" srcOrd="6" destOrd="0" presId="urn:microsoft.com/office/officeart/2005/8/layout/default"/>
    <dgm:cxn modelId="{6FB94871-ADD1-48AC-8234-A553C0AE8C91}" type="presParOf" srcId="{E319648D-B876-4C6A-BFCC-B1589AD23F53}" destId="{05626548-4B77-4D2D-BD0A-E9266F26432D}" srcOrd="7" destOrd="0" presId="urn:microsoft.com/office/officeart/2005/8/layout/default"/>
    <dgm:cxn modelId="{26FE0823-F07D-4DAB-91C3-E7A798EF1804}" type="presParOf" srcId="{E319648D-B876-4C6A-BFCC-B1589AD23F53}" destId="{B70EDD93-8B90-48FA-B38A-CA56C12AB61C}" srcOrd="8" destOrd="0" presId="urn:microsoft.com/office/officeart/2005/8/layout/default"/>
    <dgm:cxn modelId="{B446EC58-9F98-45AD-9CB6-6FDE66E3FD1A}" type="presParOf" srcId="{E319648D-B876-4C6A-BFCC-B1589AD23F53}" destId="{C9650848-6914-4E6B-818A-9B76B2ADCE26}" srcOrd="9" destOrd="0" presId="urn:microsoft.com/office/officeart/2005/8/layout/default"/>
    <dgm:cxn modelId="{A969A15D-16B2-4553-87C2-EBF3D7FDD643}" type="presParOf" srcId="{E319648D-B876-4C6A-BFCC-B1589AD23F53}" destId="{9BCC69D2-5A29-450B-96F0-4EA8753127B4}"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DA096C7-93F1-4F34-A86F-41419CDF804B}" type="doc">
      <dgm:prSet loTypeId="urn:microsoft.com/office/officeart/2005/8/layout/cycle1" loCatId="cycle" qsTypeId="urn:microsoft.com/office/officeart/2005/8/quickstyle/simple1" qsCatId="simple" csTypeId="urn:microsoft.com/office/officeart/2005/8/colors/accent2_2" csCatId="accent2" phldr="1"/>
      <dgm:spPr/>
      <dgm:t>
        <a:bodyPr/>
        <a:lstStyle/>
        <a:p>
          <a:endParaRPr lang="en-US"/>
        </a:p>
      </dgm:t>
    </dgm:pt>
    <dgm:pt modelId="{E68FED84-7E0F-411D-B891-1E472EA3D60B}">
      <dgm:prSet phldrT="[Text]" custT="1"/>
      <dgm:spPr/>
      <dgm:t>
        <a:bodyPr/>
        <a:lstStyle/>
        <a:p>
          <a:pPr>
            <a:buNone/>
          </a:pPr>
          <a:r>
            <a:rPr lang="en-US" sz="1200" b="1"/>
            <a:t>Stewardship</a:t>
          </a:r>
          <a:endParaRPr lang="en-US" sz="1200"/>
        </a:p>
      </dgm:t>
    </dgm:pt>
    <dgm:pt modelId="{9D6B9353-1C03-40DC-B6E3-DF8C2B024BB0}" type="parTrans" cxnId="{25760FCB-C803-434E-B866-727C389C38EA}">
      <dgm:prSet/>
      <dgm:spPr/>
      <dgm:t>
        <a:bodyPr/>
        <a:lstStyle/>
        <a:p>
          <a:endParaRPr lang="en-US"/>
        </a:p>
      </dgm:t>
    </dgm:pt>
    <dgm:pt modelId="{32BC1035-9B23-41B5-9F53-13D80F6C24E5}" type="sibTrans" cxnId="{25760FCB-C803-434E-B866-727C389C38EA}">
      <dgm:prSet/>
      <dgm:spPr>
        <a:solidFill>
          <a:schemeClr val="accent1"/>
        </a:solidFill>
      </dgm:spPr>
      <dgm:t>
        <a:bodyPr/>
        <a:lstStyle/>
        <a:p>
          <a:endParaRPr lang="en-US"/>
        </a:p>
      </dgm:t>
    </dgm:pt>
    <dgm:pt modelId="{76FED680-40E0-404B-BD2A-AA310D44411C}">
      <dgm:prSet phldrT="[Text]" custT="1"/>
      <dgm:spPr/>
      <dgm:t>
        <a:bodyPr/>
        <a:lstStyle/>
        <a:p>
          <a:pPr>
            <a:buNone/>
          </a:pPr>
          <a:r>
            <a:rPr lang="en-US" sz="1200" b="1"/>
            <a:t>Independence of Judgment</a:t>
          </a:r>
          <a:endParaRPr lang="en-US" sz="1200"/>
        </a:p>
      </dgm:t>
    </dgm:pt>
    <dgm:pt modelId="{4C4CA478-4AB6-4905-998F-03064915013E}" type="parTrans" cxnId="{95756640-214A-42CB-88B0-28161FC1B621}">
      <dgm:prSet/>
      <dgm:spPr/>
      <dgm:t>
        <a:bodyPr/>
        <a:lstStyle/>
        <a:p>
          <a:endParaRPr lang="en-US"/>
        </a:p>
      </dgm:t>
    </dgm:pt>
    <dgm:pt modelId="{4558069B-6607-43A7-9304-A3D35C855FAB}" type="sibTrans" cxnId="{95756640-214A-42CB-88B0-28161FC1B621}">
      <dgm:prSet/>
      <dgm:spPr>
        <a:solidFill>
          <a:schemeClr val="accent1"/>
        </a:solidFill>
      </dgm:spPr>
      <dgm:t>
        <a:bodyPr/>
        <a:lstStyle/>
        <a:p>
          <a:endParaRPr lang="en-US"/>
        </a:p>
      </dgm:t>
    </dgm:pt>
    <dgm:pt modelId="{D3E33A97-C3BE-47C0-8D1E-C8C6F606C1C4}">
      <dgm:prSet phldrT="[Text]" custT="1"/>
      <dgm:spPr/>
      <dgm:t>
        <a:bodyPr/>
        <a:lstStyle/>
        <a:p>
          <a:pPr>
            <a:buNone/>
          </a:pPr>
          <a:r>
            <a:rPr lang="en-US" sz="1200" b="1"/>
            <a:t>Courage</a:t>
          </a:r>
          <a:endParaRPr lang="en-US" sz="1200"/>
        </a:p>
      </dgm:t>
    </dgm:pt>
    <dgm:pt modelId="{885BB3A3-F3DD-472E-926A-FC458B3B7EF2}" type="parTrans" cxnId="{C33FAB25-E5DC-4A76-8786-9B3B5C981941}">
      <dgm:prSet/>
      <dgm:spPr/>
      <dgm:t>
        <a:bodyPr/>
        <a:lstStyle/>
        <a:p>
          <a:endParaRPr lang="en-US"/>
        </a:p>
      </dgm:t>
    </dgm:pt>
    <dgm:pt modelId="{C6E5B7BA-266B-4BA3-AC18-695ACE036A42}" type="sibTrans" cxnId="{C33FAB25-E5DC-4A76-8786-9B3B5C981941}">
      <dgm:prSet/>
      <dgm:spPr>
        <a:solidFill>
          <a:schemeClr val="accent1"/>
        </a:solidFill>
      </dgm:spPr>
      <dgm:t>
        <a:bodyPr/>
        <a:lstStyle/>
        <a:p>
          <a:endParaRPr lang="en-US"/>
        </a:p>
      </dgm:t>
    </dgm:pt>
    <dgm:pt modelId="{E8280610-4FF9-41AB-B9F2-A168E41AF303}">
      <dgm:prSet phldrT="[Text]" custT="1"/>
      <dgm:spPr/>
      <dgm:t>
        <a:bodyPr/>
        <a:lstStyle/>
        <a:p>
          <a:pPr>
            <a:buNone/>
          </a:pPr>
          <a:r>
            <a:rPr lang="en-US" sz="1200" b="1"/>
            <a:t>Humility &amp; Continuous Learning</a:t>
          </a:r>
          <a:endParaRPr lang="en-US" sz="1200"/>
        </a:p>
      </dgm:t>
    </dgm:pt>
    <dgm:pt modelId="{C1D72441-9506-46B7-A967-02D8401E6B65}" type="parTrans" cxnId="{61CD8261-0A0B-4314-B895-C8B1F8430FB1}">
      <dgm:prSet/>
      <dgm:spPr/>
      <dgm:t>
        <a:bodyPr/>
        <a:lstStyle/>
        <a:p>
          <a:endParaRPr lang="en-US"/>
        </a:p>
      </dgm:t>
    </dgm:pt>
    <dgm:pt modelId="{5CF7743C-05B5-4DD6-BD24-0074BBB477C7}" type="sibTrans" cxnId="{61CD8261-0A0B-4314-B895-C8B1F8430FB1}">
      <dgm:prSet/>
      <dgm:spPr>
        <a:solidFill>
          <a:schemeClr val="accent1"/>
        </a:solidFill>
      </dgm:spPr>
      <dgm:t>
        <a:bodyPr/>
        <a:lstStyle/>
        <a:p>
          <a:endParaRPr lang="en-US"/>
        </a:p>
      </dgm:t>
    </dgm:pt>
    <dgm:pt modelId="{867768E1-20AB-48AE-907E-244093ED8CE5}">
      <dgm:prSet custT="1"/>
      <dgm:spPr/>
      <dgm:t>
        <a:bodyPr/>
        <a:lstStyle/>
        <a:p>
          <a:pPr>
            <a:buNone/>
          </a:pPr>
          <a:r>
            <a:rPr lang="en-US" sz="1200" b="1"/>
            <a:t>Respect for Stakeholders</a:t>
          </a:r>
          <a:endParaRPr lang="en-US" sz="1200"/>
        </a:p>
      </dgm:t>
    </dgm:pt>
    <dgm:pt modelId="{2A1BF06E-E3EE-4EFD-81E9-63D1322526BF}" type="parTrans" cxnId="{EAB0A319-277A-4253-9207-C59AAC930EDB}">
      <dgm:prSet/>
      <dgm:spPr/>
      <dgm:t>
        <a:bodyPr/>
        <a:lstStyle/>
        <a:p>
          <a:endParaRPr lang="en-US"/>
        </a:p>
      </dgm:t>
    </dgm:pt>
    <dgm:pt modelId="{B639BCFD-38D2-457F-9D05-551F7F08BC7A}" type="sibTrans" cxnId="{EAB0A319-277A-4253-9207-C59AAC930EDB}">
      <dgm:prSet/>
      <dgm:spPr>
        <a:solidFill>
          <a:schemeClr val="accent1"/>
        </a:solidFill>
      </dgm:spPr>
      <dgm:t>
        <a:bodyPr/>
        <a:lstStyle/>
        <a:p>
          <a:endParaRPr lang="en-US"/>
        </a:p>
      </dgm:t>
    </dgm:pt>
    <dgm:pt modelId="{0732A3BA-EC94-4205-BAFB-7C723C6328D9}">
      <dgm:prSet custT="1"/>
      <dgm:spPr/>
      <dgm:t>
        <a:bodyPr/>
        <a:lstStyle/>
        <a:p>
          <a:pPr>
            <a:buNone/>
          </a:pPr>
          <a:r>
            <a:rPr lang="en-US" sz="1200" b="1"/>
            <a:t>Ethical Leadership</a:t>
          </a:r>
          <a:endParaRPr lang="en-US" sz="1200"/>
        </a:p>
      </dgm:t>
    </dgm:pt>
    <dgm:pt modelId="{1F984687-8D78-43A2-8E95-15DCE8F2A8EB}" type="parTrans" cxnId="{C07979DC-9C74-470A-9429-518968ABC484}">
      <dgm:prSet/>
      <dgm:spPr/>
      <dgm:t>
        <a:bodyPr/>
        <a:lstStyle/>
        <a:p>
          <a:endParaRPr lang="en-US"/>
        </a:p>
      </dgm:t>
    </dgm:pt>
    <dgm:pt modelId="{F83D9DEE-F63E-4386-9A18-5FB9C3388161}" type="sibTrans" cxnId="{C07979DC-9C74-470A-9429-518968ABC484}">
      <dgm:prSet/>
      <dgm:spPr>
        <a:solidFill>
          <a:schemeClr val="accent1"/>
        </a:solidFill>
      </dgm:spPr>
      <dgm:t>
        <a:bodyPr/>
        <a:lstStyle/>
        <a:p>
          <a:endParaRPr lang="en-US"/>
        </a:p>
      </dgm:t>
    </dgm:pt>
    <dgm:pt modelId="{D7A7C844-7F4E-48BD-9FC4-8EB11D7526B4}">
      <dgm:prSet custT="1"/>
      <dgm:spPr/>
      <dgm:t>
        <a:bodyPr/>
        <a:lstStyle/>
        <a:p>
          <a:pPr>
            <a:buNone/>
          </a:pPr>
          <a:r>
            <a:rPr lang="en-US" sz="1200" b="1"/>
            <a:t>Accountability to Society &amp; Environment</a:t>
          </a:r>
          <a:endParaRPr lang="en-US" sz="1200"/>
        </a:p>
      </dgm:t>
    </dgm:pt>
    <dgm:pt modelId="{83AACA1F-071C-473E-BB11-C34182E36548}" type="parTrans" cxnId="{06F28997-CF50-4D2B-BE1D-07DAFAAB33CA}">
      <dgm:prSet/>
      <dgm:spPr/>
      <dgm:t>
        <a:bodyPr/>
        <a:lstStyle/>
        <a:p>
          <a:endParaRPr lang="en-US"/>
        </a:p>
      </dgm:t>
    </dgm:pt>
    <dgm:pt modelId="{010D7813-9D9B-4818-BCD0-2226725AA265}" type="sibTrans" cxnId="{06F28997-CF50-4D2B-BE1D-07DAFAAB33CA}">
      <dgm:prSet/>
      <dgm:spPr>
        <a:solidFill>
          <a:schemeClr val="accent1"/>
        </a:solidFill>
      </dgm:spPr>
      <dgm:t>
        <a:bodyPr/>
        <a:lstStyle/>
        <a:p>
          <a:endParaRPr lang="en-US"/>
        </a:p>
      </dgm:t>
    </dgm:pt>
    <dgm:pt modelId="{C936FA0A-D51D-4EC5-BFD2-DDF743567F8D}">
      <dgm:prSet custT="1"/>
      <dgm:spPr/>
      <dgm:t>
        <a:bodyPr/>
        <a:lstStyle/>
        <a:p>
          <a:pPr>
            <a:buNone/>
          </a:pPr>
          <a:r>
            <a:rPr lang="en-US" sz="1200" b="1"/>
            <a:t>Transparency in Decision-Making</a:t>
          </a:r>
          <a:endParaRPr lang="en-US" sz="1200"/>
        </a:p>
      </dgm:t>
    </dgm:pt>
    <dgm:pt modelId="{69943A21-A5C6-49D8-91DA-22B913232295}" type="parTrans" cxnId="{7D40104B-5810-425F-B4BE-6ECC3F772FFF}">
      <dgm:prSet/>
      <dgm:spPr/>
      <dgm:t>
        <a:bodyPr/>
        <a:lstStyle/>
        <a:p>
          <a:endParaRPr lang="en-US"/>
        </a:p>
      </dgm:t>
    </dgm:pt>
    <dgm:pt modelId="{E6FD3E13-CCD6-431C-9384-976E2194EE01}" type="sibTrans" cxnId="{7D40104B-5810-425F-B4BE-6ECC3F772FFF}">
      <dgm:prSet/>
      <dgm:spPr>
        <a:solidFill>
          <a:schemeClr val="accent1"/>
        </a:solidFill>
      </dgm:spPr>
      <dgm:t>
        <a:bodyPr/>
        <a:lstStyle/>
        <a:p>
          <a:endParaRPr lang="en-US"/>
        </a:p>
      </dgm:t>
    </dgm:pt>
    <dgm:pt modelId="{011DDC1C-DFD7-466F-8D9F-03F0C28B3CA8}" type="pres">
      <dgm:prSet presAssocID="{BDA096C7-93F1-4F34-A86F-41419CDF804B}" presName="cycle" presStyleCnt="0">
        <dgm:presLayoutVars>
          <dgm:dir/>
          <dgm:resizeHandles val="exact"/>
        </dgm:presLayoutVars>
      </dgm:prSet>
      <dgm:spPr/>
    </dgm:pt>
    <dgm:pt modelId="{6AD2D798-8AA7-4DA7-8E11-EEF561B7F483}" type="pres">
      <dgm:prSet presAssocID="{E68FED84-7E0F-411D-B891-1E472EA3D60B}" presName="dummy" presStyleCnt="0"/>
      <dgm:spPr/>
    </dgm:pt>
    <dgm:pt modelId="{B198518C-5791-4550-B986-1CB574236C7A}" type="pres">
      <dgm:prSet presAssocID="{E68FED84-7E0F-411D-B891-1E472EA3D60B}" presName="node" presStyleLbl="revTx" presStyleIdx="0" presStyleCnt="8" custScaleX="139631">
        <dgm:presLayoutVars>
          <dgm:bulletEnabled val="1"/>
        </dgm:presLayoutVars>
      </dgm:prSet>
      <dgm:spPr/>
    </dgm:pt>
    <dgm:pt modelId="{FC126B19-7260-4FE9-8BF9-8CD290FEFAA4}" type="pres">
      <dgm:prSet presAssocID="{32BC1035-9B23-41B5-9F53-13D80F6C24E5}" presName="sibTrans" presStyleLbl="node1" presStyleIdx="0" presStyleCnt="8"/>
      <dgm:spPr/>
    </dgm:pt>
    <dgm:pt modelId="{E487EC03-8DD8-468E-AAB1-BA596A12B6C0}" type="pres">
      <dgm:prSet presAssocID="{76FED680-40E0-404B-BD2A-AA310D44411C}" presName="dummy" presStyleCnt="0"/>
      <dgm:spPr/>
    </dgm:pt>
    <dgm:pt modelId="{F9997C55-6676-489E-8FBB-81F8587E10FF}" type="pres">
      <dgm:prSet presAssocID="{76FED680-40E0-404B-BD2A-AA310D44411C}" presName="node" presStyleLbl="revTx" presStyleIdx="1" presStyleCnt="8" custScaleX="139631">
        <dgm:presLayoutVars>
          <dgm:bulletEnabled val="1"/>
        </dgm:presLayoutVars>
      </dgm:prSet>
      <dgm:spPr/>
    </dgm:pt>
    <dgm:pt modelId="{A0368CC7-3A2F-4F44-BB97-57CF825B5B6F}" type="pres">
      <dgm:prSet presAssocID="{4558069B-6607-43A7-9304-A3D35C855FAB}" presName="sibTrans" presStyleLbl="node1" presStyleIdx="1" presStyleCnt="8"/>
      <dgm:spPr/>
    </dgm:pt>
    <dgm:pt modelId="{E4361586-674D-4357-B949-E8CA3AB5F490}" type="pres">
      <dgm:prSet presAssocID="{D3E33A97-C3BE-47C0-8D1E-C8C6F606C1C4}" presName="dummy" presStyleCnt="0"/>
      <dgm:spPr/>
    </dgm:pt>
    <dgm:pt modelId="{88B3B48C-D137-4582-B07A-5ABCE876A0C3}" type="pres">
      <dgm:prSet presAssocID="{D3E33A97-C3BE-47C0-8D1E-C8C6F606C1C4}" presName="node" presStyleLbl="revTx" presStyleIdx="2" presStyleCnt="8" custScaleX="139631">
        <dgm:presLayoutVars>
          <dgm:bulletEnabled val="1"/>
        </dgm:presLayoutVars>
      </dgm:prSet>
      <dgm:spPr/>
    </dgm:pt>
    <dgm:pt modelId="{470315CD-C2AE-4D06-97AD-21FD9E993280}" type="pres">
      <dgm:prSet presAssocID="{C6E5B7BA-266B-4BA3-AC18-695ACE036A42}" presName="sibTrans" presStyleLbl="node1" presStyleIdx="2" presStyleCnt="8"/>
      <dgm:spPr/>
    </dgm:pt>
    <dgm:pt modelId="{3D394305-D003-4773-99F9-29F7CE359B82}" type="pres">
      <dgm:prSet presAssocID="{E8280610-4FF9-41AB-B9F2-A168E41AF303}" presName="dummy" presStyleCnt="0"/>
      <dgm:spPr/>
    </dgm:pt>
    <dgm:pt modelId="{F1832967-EDDD-4C15-A75E-F0239C1B2D6B}" type="pres">
      <dgm:prSet presAssocID="{E8280610-4FF9-41AB-B9F2-A168E41AF303}" presName="node" presStyleLbl="revTx" presStyleIdx="3" presStyleCnt="8" custScaleX="139631">
        <dgm:presLayoutVars>
          <dgm:bulletEnabled val="1"/>
        </dgm:presLayoutVars>
      </dgm:prSet>
      <dgm:spPr/>
    </dgm:pt>
    <dgm:pt modelId="{2DBE756B-C4C7-42AE-A9D1-AFCC4BF9ED83}" type="pres">
      <dgm:prSet presAssocID="{5CF7743C-05B5-4DD6-BD24-0074BBB477C7}" presName="sibTrans" presStyleLbl="node1" presStyleIdx="3" presStyleCnt="8"/>
      <dgm:spPr/>
    </dgm:pt>
    <dgm:pt modelId="{42423926-980E-4D0A-88A9-07C7EB4A438A}" type="pres">
      <dgm:prSet presAssocID="{0732A3BA-EC94-4205-BAFB-7C723C6328D9}" presName="dummy" presStyleCnt="0"/>
      <dgm:spPr/>
    </dgm:pt>
    <dgm:pt modelId="{3BB9F811-2821-4838-B193-430C01D2A8CF}" type="pres">
      <dgm:prSet presAssocID="{0732A3BA-EC94-4205-BAFB-7C723C6328D9}" presName="node" presStyleLbl="revTx" presStyleIdx="4" presStyleCnt="8" custScaleX="139631" custRadScaleRad="100389" custRadScaleInc="11407">
        <dgm:presLayoutVars>
          <dgm:bulletEnabled val="1"/>
        </dgm:presLayoutVars>
      </dgm:prSet>
      <dgm:spPr/>
    </dgm:pt>
    <dgm:pt modelId="{1F598988-145D-4524-A987-1D2A6882E595}" type="pres">
      <dgm:prSet presAssocID="{F83D9DEE-F63E-4386-9A18-5FB9C3388161}" presName="sibTrans" presStyleLbl="node1" presStyleIdx="4" presStyleCnt="8"/>
      <dgm:spPr/>
    </dgm:pt>
    <dgm:pt modelId="{79C039E9-3BC1-40FE-B71A-496F680291C6}" type="pres">
      <dgm:prSet presAssocID="{D7A7C844-7F4E-48BD-9FC4-8EB11D7526B4}" presName="dummy" presStyleCnt="0"/>
      <dgm:spPr/>
    </dgm:pt>
    <dgm:pt modelId="{121808BB-191A-47A4-9800-D3904AD6137B}" type="pres">
      <dgm:prSet presAssocID="{D7A7C844-7F4E-48BD-9FC4-8EB11D7526B4}" presName="node" presStyleLbl="revTx" presStyleIdx="5" presStyleCnt="8" custScaleX="139631">
        <dgm:presLayoutVars>
          <dgm:bulletEnabled val="1"/>
        </dgm:presLayoutVars>
      </dgm:prSet>
      <dgm:spPr/>
    </dgm:pt>
    <dgm:pt modelId="{5EE07D09-44A2-498A-BC70-089A7C19A472}" type="pres">
      <dgm:prSet presAssocID="{010D7813-9D9B-4818-BCD0-2226725AA265}" presName="sibTrans" presStyleLbl="node1" presStyleIdx="5" presStyleCnt="8"/>
      <dgm:spPr/>
    </dgm:pt>
    <dgm:pt modelId="{D263C6F8-84EA-4EE4-9993-F70BF4558809}" type="pres">
      <dgm:prSet presAssocID="{C936FA0A-D51D-4EC5-BFD2-DDF743567F8D}" presName="dummy" presStyleCnt="0"/>
      <dgm:spPr/>
    </dgm:pt>
    <dgm:pt modelId="{990F0A1D-16A3-41B6-966F-B74FED0415B6}" type="pres">
      <dgm:prSet presAssocID="{C936FA0A-D51D-4EC5-BFD2-DDF743567F8D}" presName="node" presStyleLbl="revTx" presStyleIdx="6" presStyleCnt="8" custScaleX="139631">
        <dgm:presLayoutVars>
          <dgm:bulletEnabled val="1"/>
        </dgm:presLayoutVars>
      </dgm:prSet>
      <dgm:spPr/>
    </dgm:pt>
    <dgm:pt modelId="{F4C2F0CE-45D8-4D4D-8376-F696B0E613FA}" type="pres">
      <dgm:prSet presAssocID="{E6FD3E13-CCD6-431C-9384-976E2194EE01}" presName="sibTrans" presStyleLbl="node1" presStyleIdx="6" presStyleCnt="8"/>
      <dgm:spPr/>
    </dgm:pt>
    <dgm:pt modelId="{233F9712-5E85-47B1-831B-1C1C3BCEA7EF}" type="pres">
      <dgm:prSet presAssocID="{867768E1-20AB-48AE-907E-244093ED8CE5}" presName="dummy" presStyleCnt="0"/>
      <dgm:spPr/>
    </dgm:pt>
    <dgm:pt modelId="{73EDA2DB-F6DF-466C-860D-F916BBF17A42}" type="pres">
      <dgm:prSet presAssocID="{867768E1-20AB-48AE-907E-244093ED8CE5}" presName="node" presStyleLbl="revTx" presStyleIdx="7" presStyleCnt="8" custScaleX="139631">
        <dgm:presLayoutVars>
          <dgm:bulletEnabled val="1"/>
        </dgm:presLayoutVars>
      </dgm:prSet>
      <dgm:spPr/>
    </dgm:pt>
    <dgm:pt modelId="{B1F421A5-D0D7-4481-A870-17CC58748585}" type="pres">
      <dgm:prSet presAssocID="{B639BCFD-38D2-457F-9D05-551F7F08BC7A}" presName="sibTrans" presStyleLbl="node1" presStyleIdx="7" presStyleCnt="8"/>
      <dgm:spPr/>
    </dgm:pt>
  </dgm:ptLst>
  <dgm:cxnLst>
    <dgm:cxn modelId="{ECC4CD02-438C-4C9C-9523-624F595E4BD7}" type="presOf" srcId="{867768E1-20AB-48AE-907E-244093ED8CE5}" destId="{73EDA2DB-F6DF-466C-860D-F916BBF17A42}" srcOrd="0" destOrd="0" presId="urn:microsoft.com/office/officeart/2005/8/layout/cycle1"/>
    <dgm:cxn modelId="{2EF00D0E-AC6C-470B-A11D-1CE16B52402F}" type="presOf" srcId="{C936FA0A-D51D-4EC5-BFD2-DDF743567F8D}" destId="{990F0A1D-16A3-41B6-966F-B74FED0415B6}" srcOrd="0" destOrd="0" presId="urn:microsoft.com/office/officeart/2005/8/layout/cycle1"/>
    <dgm:cxn modelId="{90425E17-0A11-4A37-B411-6C7A9759316D}" type="presOf" srcId="{E68FED84-7E0F-411D-B891-1E472EA3D60B}" destId="{B198518C-5791-4550-B986-1CB574236C7A}" srcOrd="0" destOrd="0" presId="urn:microsoft.com/office/officeart/2005/8/layout/cycle1"/>
    <dgm:cxn modelId="{EAB0A319-277A-4253-9207-C59AAC930EDB}" srcId="{BDA096C7-93F1-4F34-A86F-41419CDF804B}" destId="{867768E1-20AB-48AE-907E-244093ED8CE5}" srcOrd="7" destOrd="0" parTransId="{2A1BF06E-E3EE-4EFD-81E9-63D1322526BF}" sibTransId="{B639BCFD-38D2-457F-9D05-551F7F08BC7A}"/>
    <dgm:cxn modelId="{C33FAB25-E5DC-4A76-8786-9B3B5C981941}" srcId="{BDA096C7-93F1-4F34-A86F-41419CDF804B}" destId="{D3E33A97-C3BE-47C0-8D1E-C8C6F606C1C4}" srcOrd="2" destOrd="0" parTransId="{885BB3A3-F3DD-472E-926A-FC458B3B7EF2}" sibTransId="{C6E5B7BA-266B-4BA3-AC18-695ACE036A42}"/>
    <dgm:cxn modelId="{6AA2582C-6806-42D8-96E2-F25773663658}" type="presOf" srcId="{D3E33A97-C3BE-47C0-8D1E-C8C6F606C1C4}" destId="{88B3B48C-D137-4582-B07A-5ABCE876A0C3}" srcOrd="0" destOrd="0" presId="urn:microsoft.com/office/officeart/2005/8/layout/cycle1"/>
    <dgm:cxn modelId="{9738E62E-68FB-443F-8D8E-5BC006B7D1DD}" type="presOf" srcId="{D7A7C844-7F4E-48BD-9FC4-8EB11D7526B4}" destId="{121808BB-191A-47A4-9800-D3904AD6137B}" srcOrd="0" destOrd="0" presId="urn:microsoft.com/office/officeart/2005/8/layout/cycle1"/>
    <dgm:cxn modelId="{012E523A-3CD4-4B9C-AC31-51C6A2B99ECB}" type="presOf" srcId="{76FED680-40E0-404B-BD2A-AA310D44411C}" destId="{F9997C55-6676-489E-8FBB-81F8587E10FF}" srcOrd="0" destOrd="0" presId="urn:microsoft.com/office/officeart/2005/8/layout/cycle1"/>
    <dgm:cxn modelId="{95756640-214A-42CB-88B0-28161FC1B621}" srcId="{BDA096C7-93F1-4F34-A86F-41419CDF804B}" destId="{76FED680-40E0-404B-BD2A-AA310D44411C}" srcOrd="1" destOrd="0" parTransId="{4C4CA478-4AB6-4905-998F-03064915013E}" sibTransId="{4558069B-6607-43A7-9304-A3D35C855FAB}"/>
    <dgm:cxn modelId="{61CD8261-0A0B-4314-B895-C8B1F8430FB1}" srcId="{BDA096C7-93F1-4F34-A86F-41419CDF804B}" destId="{E8280610-4FF9-41AB-B9F2-A168E41AF303}" srcOrd="3" destOrd="0" parTransId="{C1D72441-9506-46B7-A967-02D8401E6B65}" sibTransId="{5CF7743C-05B5-4DD6-BD24-0074BBB477C7}"/>
    <dgm:cxn modelId="{EFE82C62-5752-4964-BA94-1D101DD7BDF7}" type="presOf" srcId="{B639BCFD-38D2-457F-9D05-551F7F08BC7A}" destId="{B1F421A5-D0D7-4481-A870-17CC58748585}" srcOrd="0" destOrd="0" presId="urn:microsoft.com/office/officeart/2005/8/layout/cycle1"/>
    <dgm:cxn modelId="{0BCFD047-D174-4A62-84D2-4B8EFEABE1FA}" type="presOf" srcId="{E8280610-4FF9-41AB-B9F2-A168E41AF303}" destId="{F1832967-EDDD-4C15-A75E-F0239C1B2D6B}" srcOrd="0" destOrd="0" presId="urn:microsoft.com/office/officeart/2005/8/layout/cycle1"/>
    <dgm:cxn modelId="{3CF1A348-1E0F-4359-ADB2-D9D9D700ADA4}" type="presOf" srcId="{32BC1035-9B23-41B5-9F53-13D80F6C24E5}" destId="{FC126B19-7260-4FE9-8BF9-8CD290FEFAA4}" srcOrd="0" destOrd="0" presId="urn:microsoft.com/office/officeart/2005/8/layout/cycle1"/>
    <dgm:cxn modelId="{7D40104B-5810-425F-B4BE-6ECC3F772FFF}" srcId="{BDA096C7-93F1-4F34-A86F-41419CDF804B}" destId="{C936FA0A-D51D-4EC5-BFD2-DDF743567F8D}" srcOrd="6" destOrd="0" parTransId="{69943A21-A5C6-49D8-91DA-22B913232295}" sibTransId="{E6FD3E13-CCD6-431C-9384-976E2194EE01}"/>
    <dgm:cxn modelId="{9200F550-D79D-45D4-87DC-B6ED00CFC81E}" type="presOf" srcId="{4558069B-6607-43A7-9304-A3D35C855FAB}" destId="{A0368CC7-3A2F-4F44-BB97-57CF825B5B6F}" srcOrd="0" destOrd="0" presId="urn:microsoft.com/office/officeart/2005/8/layout/cycle1"/>
    <dgm:cxn modelId="{A5ACC573-9B12-406D-B197-8A691DD8BF03}" type="presOf" srcId="{BDA096C7-93F1-4F34-A86F-41419CDF804B}" destId="{011DDC1C-DFD7-466F-8D9F-03F0C28B3CA8}" srcOrd="0" destOrd="0" presId="urn:microsoft.com/office/officeart/2005/8/layout/cycle1"/>
    <dgm:cxn modelId="{80CE9356-F20B-4FCB-A5EE-A621ADA973AE}" type="presOf" srcId="{C6E5B7BA-266B-4BA3-AC18-695ACE036A42}" destId="{470315CD-C2AE-4D06-97AD-21FD9E993280}" srcOrd="0" destOrd="0" presId="urn:microsoft.com/office/officeart/2005/8/layout/cycle1"/>
    <dgm:cxn modelId="{06F28997-CF50-4D2B-BE1D-07DAFAAB33CA}" srcId="{BDA096C7-93F1-4F34-A86F-41419CDF804B}" destId="{D7A7C844-7F4E-48BD-9FC4-8EB11D7526B4}" srcOrd="5" destOrd="0" parTransId="{83AACA1F-071C-473E-BB11-C34182E36548}" sibTransId="{010D7813-9D9B-4818-BCD0-2226725AA265}"/>
    <dgm:cxn modelId="{9E9A409F-7B64-4AAB-8740-BBB5E7C76F85}" type="presOf" srcId="{E6FD3E13-CCD6-431C-9384-976E2194EE01}" destId="{F4C2F0CE-45D8-4D4D-8376-F696B0E613FA}" srcOrd="0" destOrd="0" presId="urn:microsoft.com/office/officeart/2005/8/layout/cycle1"/>
    <dgm:cxn modelId="{AD9F01BA-685F-4DA2-ABE1-97F09AB9387C}" type="presOf" srcId="{0732A3BA-EC94-4205-BAFB-7C723C6328D9}" destId="{3BB9F811-2821-4838-B193-430C01D2A8CF}" srcOrd="0" destOrd="0" presId="urn:microsoft.com/office/officeart/2005/8/layout/cycle1"/>
    <dgm:cxn modelId="{B12A8FBF-7C40-4AB3-B1C0-2E7B4F61AD2E}" type="presOf" srcId="{010D7813-9D9B-4818-BCD0-2226725AA265}" destId="{5EE07D09-44A2-498A-BC70-089A7C19A472}" srcOrd="0" destOrd="0" presId="urn:microsoft.com/office/officeart/2005/8/layout/cycle1"/>
    <dgm:cxn modelId="{25760FCB-C803-434E-B866-727C389C38EA}" srcId="{BDA096C7-93F1-4F34-A86F-41419CDF804B}" destId="{E68FED84-7E0F-411D-B891-1E472EA3D60B}" srcOrd="0" destOrd="0" parTransId="{9D6B9353-1C03-40DC-B6E3-DF8C2B024BB0}" sibTransId="{32BC1035-9B23-41B5-9F53-13D80F6C24E5}"/>
    <dgm:cxn modelId="{D8E5CFDB-373D-42C9-AE9E-2B17ACE20D2B}" type="presOf" srcId="{5CF7743C-05B5-4DD6-BD24-0074BBB477C7}" destId="{2DBE756B-C4C7-42AE-A9D1-AFCC4BF9ED83}" srcOrd="0" destOrd="0" presId="urn:microsoft.com/office/officeart/2005/8/layout/cycle1"/>
    <dgm:cxn modelId="{C07979DC-9C74-470A-9429-518968ABC484}" srcId="{BDA096C7-93F1-4F34-A86F-41419CDF804B}" destId="{0732A3BA-EC94-4205-BAFB-7C723C6328D9}" srcOrd="4" destOrd="0" parTransId="{1F984687-8D78-43A2-8E95-15DCE8F2A8EB}" sibTransId="{F83D9DEE-F63E-4386-9A18-5FB9C3388161}"/>
    <dgm:cxn modelId="{B53EBDF3-C794-48DD-8747-8DE5FED9CA89}" type="presOf" srcId="{F83D9DEE-F63E-4386-9A18-5FB9C3388161}" destId="{1F598988-145D-4524-A987-1D2A6882E595}" srcOrd="0" destOrd="0" presId="urn:microsoft.com/office/officeart/2005/8/layout/cycle1"/>
    <dgm:cxn modelId="{C4C31825-2EED-4CCA-949C-BA3E85851EFB}" type="presParOf" srcId="{011DDC1C-DFD7-466F-8D9F-03F0C28B3CA8}" destId="{6AD2D798-8AA7-4DA7-8E11-EEF561B7F483}" srcOrd="0" destOrd="0" presId="urn:microsoft.com/office/officeart/2005/8/layout/cycle1"/>
    <dgm:cxn modelId="{EF0A26CF-D578-4B8E-8ED9-036DBE0C6DB8}" type="presParOf" srcId="{011DDC1C-DFD7-466F-8D9F-03F0C28B3CA8}" destId="{B198518C-5791-4550-B986-1CB574236C7A}" srcOrd="1" destOrd="0" presId="urn:microsoft.com/office/officeart/2005/8/layout/cycle1"/>
    <dgm:cxn modelId="{611B601F-B51F-4D2C-BBDE-0243C27D0B28}" type="presParOf" srcId="{011DDC1C-DFD7-466F-8D9F-03F0C28B3CA8}" destId="{FC126B19-7260-4FE9-8BF9-8CD290FEFAA4}" srcOrd="2" destOrd="0" presId="urn:microsoft.com/office/officeart/2005/8/layout/cycle1"/>
    <dgm:cxn modelId="{3B1FB267-9DE5-48A0-AC57-69F766670E90}" type="presParOf" srcId="{011DDC1C-DFD7-466F-8D9F-03F0C28B3CA8}" destId="{E487EC03-8DD8-468E-AAB1-BA596A12B6C0}" srcOrd="3" destOrd="0" presId="urn:microsoft.com/office/officeart/2005/8/layout/cycle1"/>
    <dgm:cxn modelId="{8B31F9F0-285A-435E-8D34-AD03F92FC9FB}" type="presParOf" srcId="{011DDC1C-DFD7-466F-8D9F-03F0C28B3CA8}" destId="{F9997C55-6676-489E-8FBB-81F8587E10FF}" srcOrd="4" destOrd="0" presId="urn:microsoft.com/office/officeart/2005/8/layout/cycle1"/>
    <dgm:cxn modelId="{CE92D287-0F9B-4B32-B8B9-740C209642F0}" type="presParOf" srcId="{011DDC1C-DFD7-466F-8D9F-03F0C28B3CA8}" destId="{A0368CC7-3A2F-4F44-BB97-57CF825B5B6F}" srcOrd="5" destOrd="0" presId="urn:microsoft.com/office/officeart/2005/8/layout/cycle1"/>
    <dgm:cxn modelId="{B6175019-BE3E-4EB5-80C1-2691CC9D634C}" type="presParOf" srcId="{011DDC1C-DFD7-466F-8D9F-03F0C28B3CA8}" destId="{E4361586-674D-4357-B949-E8CA3AB5F490}" srcOrd="6" destOrd="0" presId="urn:microsoft.com/office/officeart/2005/8/layout/cycle1"/>
    <dgm:cxn modelId="{B825CD2D-8A1C-40BE-8E7D-01F69F8F36E4}" type="presParOf" srcId="{011DDC1C-DFD7-466F-8D9F-03F0C28B3CA8}" destId="{88B3B48C-D137-4582-B07A-5ABCE876A0C3}" srcOrd="7" destOrd="0" presId="urn:microsoft.com/office/officeart/2005/8/layout/cycle1"/>
    <dgm:cxn modelId="{D25382DB-E027-4CA3-A3E3-307513D3DF02}" type="presParOf" srcId="{011DDC1C-DFD7-466F-8D9F-03F0C28B3CA8}" destId="{470315CD-C2AE-4D06-97AD-21FD9E993280}" srcOrd="8" destOrd="0" presId="urn:microsoft.com/office/officeart/2005/8/layout/cycle1"/>
    <dgm:cxn modelId="{494526C3-E248-40FD-A2ED-32A3A7BDCB57}" type="presParOf" srcId="{011DDC1C-DFD7-466F-8D9F-03F0C28B3CA8}" destId="{3D394305-D003-4773-99F9-29F7CE359B82}" srcOrd="9" destOrd="0" presId="urn:microsoft.com/office/officeart/2005/8/layout/cycle1"/>
    <dgm:cxn modelId="{6116F9B9-7DC3-4100-81A2-40FAF5133E5B}" type="presParOf" srcId="{011DDC1C-DFD7-466F-8D9F-03F0C28B3CA8}" destId="{F1832967-EDDD-4C15-A75E-F0239C1B2D6B}" srcOrd="10" destOrd="0" presId="urn:microsoft.com/office/officeart/2005/8/layout/cycle1"/>
    <dgm:cxn modelId="{BE791D36-47FB-42FE-A782-C59CF3B11CF7}" type="presParOf" srcId="{011DDC1C-DFD7-466F-8D9F-03F0C28B3CA8}" destId="{2DBE756B-C4C7-42AE-A9D1-AFCC4BF9ED83}" srcOrd="11" destOrd="0" presId="urn:microsoft.com/office/officeart/2005/8/layout/cycle1"/>
    <dgm:cxn modelId="{F0F4309B-817C-4502-9FE1-2EC8CA764A97}" type="presParOf" srcId="{011DDC1C-DFD7-466F-8D9F-03F0C28B3CA8}" destId="{42423926-980E-4D0A-88A9-07C7EB4A438A}" srcOrd="12" destOrd="0" presId="urn:microsoft.com/office/officeart/2005/8/layout/cycle1"/>
    <dgm:cxn modelId="{9CD362F2-3265-4C29-841B-2B3B315378D1}" type="presParOf" srcId="{011DDC1C-DFD7-466F-8D9F-03F0C28B3CA8}" destId="{3BB9F811-2821-4838-B193-430C01D2A8CF}" srcOrd="13" destOrd="0" presId="urn:microsoft.com/office/officeart/2005/8/layout/cycle1"/>
    <dgm:cxn modelId="{547FB724-F24D-4F59-B2F5-9FAFA06976DD}" type="presParOf" srcId="{011DDC1C-DFD7-466F-8D9F-03F0C28B3CA8}" destId="{1F598988-145D-4524-A987-1D2A6882E595}" srcOrd="14" destOrd="0" presId="urn:microsoft.com/office/officeart/2005/8/layout/cycle1"/>
    <dgm:cxn modelId="{B96AC707-9240-4BA6-8635-64C7571BEBE5}" type="presParOf" srcId="{011DDC1C-DFD7-466F-8D9F-03F0C28B3CA8}" destId="{79C039E9-3BC1-40FE-B71A-496F680291C6}" srcOrd="15" destOrd="0" presId="urn:microsoft.com/office/officeart/2005/8/layout/cycle1"/>
    <dgm:cxn modelId="{39AE310C-E6B1-4E6F-AFA3-82F599314D68}" type="presParOf" srcId="{011DDC1C-DFD7-466F-8D9F-03F0C28B3CA8}" destId="{121808BB-191A-47A4-9800-D3904AD6137B}" srcOrd="16" destOrd="0" presId="urn:microsoft.com/office/officeart/2005/8/layout/cycle1"/>
    <dgm:cxn modelId="{39DB10D3-D442-4D5D-9625-82AB42E4EB0B}" type="presParOf" srcId="{011DDC1C-DFD7-466F-8D9F-03F0C28B3CA8}" destId="{5EE07D09-44A2-498A-BC70-089A7C19A472}" srcOrd="17" destOrd="0" presId="urn:microsoft.com/office/officeart/2005/8/layout/cycle1"/>
    <dgm:cxn modelId="{BC18A27C-86F6-402E-B2C9-599E95694EE7}" type="presParOf" srcId="{011DDC1C-DFD7-466F-8D9F-03F0C28B3CA8}" destId="{D263C6F8-84EA-4EE4-9993-F70BF4558809}" srcOrd="18" destOrd="0" presId="urn:microsoft.com/office/officeart/2005/8/layout/cycle1"/>
    <dgm:cxn modelId="{D3FF4577-9F67-423D-9C34-C45164F73EFF}" type="presParOf" srcId="{011DDC1C-DFD7-466F-8D9F-03F0C28B3CA8}" destId="{990F0A1D-16A3-41B6-966F-B74FED0415B6}" srcOrd="19" destOrd="0" presId="urn:microsoft.com/office/officeart/2005/8/layout/cycle1"/>
    <dgm:cxn modelId="{7163A4D3-3683-4062-AAB0-A84D921DFF3C}" type="presParOf" srcId="{011DDC1C-DFD7-466F-8D9F-03F0C28B3CA8}" destId="{F4C2F0CE-45D8-4D4D-8376-F696B0E613FA}" srcOrd="20" destOrd="0" presId="urn:microsoft.com/office/officeart/2005/8/layout/cycle1"/>
    <dgm:cxn modelId="{EB9B057A-59D3-4354-8F21-5E0C6C4556D8}" type="presParOf" srcId="{011DDC1C-DFD7-466F-8D9F-03F0C28B3CA8}" destId="{233F9712-5E85-47B1-831B-1C1C3BCEA7EF}" srcOrd="21" destOrd="0" presId="urn:microsoft.com/office/officeart/2005/8/layout/cycle1"/>
    <dgm:cxn modelId="{2D9B68F5-5A16-46D9-B912-AB457E3490FE}" type="presParOf" srcId="{011DDC1C-DFD7-466F-8D9F-03F0C28B3CA8}" destId="{73EDA2DB-F6DF-466C-860D-F916BBF17A42}" srcOrd="22" destOrd="0" presId="urn:microsoft.com/office/officeart/2005/8/layout/cycle1"/>
    <dgm:cxn modelId="{F3DF7B84-406E-40E6-BB42-15310067B06C}" type="presParOf" srcId="{011DDC1C-DFD7-466F-8D9F-03F0C28B3CA8}" destId="{B1F421A5-D0D7-4481-A870-17CC58748585}" srcOrd="23" destOrd="0" presId="urn:microsoft.com/office/officeart/2005/8/layout/cycle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66FFF13-251F-491F-8382-0DC0B0ED1C6E}" type="doc">
      <dgm:prSet loTypeId="urn:microsoft.com/office/officeart/2005/8/layout/hierarchy3" loCatId="list" qsTypeId="urn:microsoft.com/office/officeart/2005/8/quickstyle/simple1" qsCatId="simple" csTypeId="urn:microsoft.com/office/officeart/2005/8/colors/accent0_3" csCatId="mainScheme" phldr="1"/>
      <dgm:spPr/>
      <dgm:t>
        <a:bodyPr/>
        <a:lstStyle/>
        <a:p>
          <a:endParaRPr lang="en-US"/>
        </a:p>
      </dgm:t>
    </dgm:pt>
    <dgm:pt modelId="{0014EEF3-721F-4612-9D20-2A468AF98049}">
      <dgm:prSet phldrT="[Text]" custT="1"/>
      <dgm:spPr>
        <a:solidFill>
          <a:schemeClr val="accent2"/>
        </a:solidFill>
      </dgm:spPr>
      <dgm:t>
        <a:bodyPr/>
        <a:lstStyle/>
        <a:p>
          <a:pPr>
            <a:buNone/>
          </a:pPr>
          <a:r>
            <a:rPr lang="en-US" sz="1400" b="0"/>
            <a:t>Accountability</a:t>
          </a:r>
        </a:p>
      </dgm:t>
    </dgm:pt>
    <dgm:pt modelId="{5C7EE354-5D61-4CC1-9975-71049CD66C3F}" type="parTrans" cxnId="{EFB4F5CF-2AEC-4F05-857C-67A0399D51FE}">
      <dgm:prSet/>
      <dgm:spPr/>
      <dgm:t>
        <a:bodyPr/>
        <a:lstStyle/>
        <a:p>
          <a:endParaRPr lang="en-US"/>
        </a:p>
      </dgm:t>
    </dgm:pt>
    <dgm:pt modelId="{08967C2C-3310-4CAB-B559-91F67A7C6C34}" type="sibTrans" cxnId="{EFB4F5CF-2AEC-4F05-857C-67A0399D51FE}">
      <dgm:prSet/>
      <dgm:spPr/>
      <dgm:t>
        <a:bodyPr/>
        <a:lstStyle/>
        <a:p>
          <a:endParaRPr lang="en-US"/>
        </a:p>
      </dgm:t>
    </dgm:pt>
    <dgm:pt modelId="{F632C32A-C3DC-4DFF-AE64-1764196F0878}">
      <dgm:prSet phldrT="[Text]" custT="1"/>
      <dgm:spPr>
        <a:solidFill>
          <a:schemeClr val="bg1">
            <a:alpha val="90000"/>
          </a:schemeClr>
        </a:solidFill>
        <a:ln>
          <a:solidFill>
            <a:schemeClr val="accent2"/>
          </a:solidFill>
        </a:ln>
      </dgm:spPr>
      <dgm:t>
        <a:bodyPr/>
        <a:lstStyle/>
        <a:p>
          <a:pPr>
            <a:buNone/>
          </a:pPr>
          <a:r>
            <a:rPr lang="en-US" sz="1000" b="0"/>
            <a:t>OECD Principles of Corporate Governance </a:t>
          </a:r>
        </a:p>
      </dgm:t>
    </dgm:pt>
    <dgm:pt modelId="{6A5985DB-2647-45AA-BFF6-72287BE64C39}" type="parTrans" cxnId="{6AC3CF24-62C6-4DA0-9672-54D49601614C}">
      <dgm:prSet/>
      <dgm:spPr>
        <a:ln>
          <a:solidFill>
            <a:schemeClr val="accent2"/>
          </a:solidFill>
        </a:ln>
      </dgm:spPr>
      <dgm:t>
        <a:bodyPr/>
        <a:lstStyle/>
        <a:p>
          <a:endParaRPr lang="en-US" b="0"/>
        </a:p>
      </dgm:t>
    </dgm:pt>
    <dgm:pt modelId="{286FC48D-9A95-48C3-A97C-A0D132D12091}" type="sibTrans" cxnId="{6AC3CF24-62C6-4DA0-9672-54D49601614C}">
      <dgm:prSet/>
      <dgm:spPr/>
      <dgm:t>
        <a:bodyPr/>
        <a:lstStyle/>
        <a:p>
          <a:endParaRPr lang="en-US"/>
        </a:p>
      </dgm:t>
    </dgm:pt>
    <dgm:pt modelId="{2C98DBBB-0FFD-406D-B68F-2ECEC10FADE7}">
      <dgm:prSet phldrT="[Text]" custT="1"/>
      <dgm:spPr>
        <a:solidFill>
          <a:schemeClr val="bg1">
            <a:alpha val="90000"/>
          </a:schemeClr>
        </a:solidFill>
        <a:ln>
          <a:solidFill>
            <a:schemeClr val="accent2"/>
          </a:solidFill>
        </a:ln>
      </dgm:spPr>
      <dgm:t>
        <a:bodyPr/>
        <a:lstStyle/>
        <a:p>
          <a:pPr>
            <a:buNone/>
          </a:pPr>
          <a:r>
            <a:rPr lang="en-US" sz="1000" b="0"/>
            <a:t>ISSB-IFRS S1 &amp; S2 (incorporates TCFD recommendations)</a:t>
          </a:r>
        </a:p>
      </dgm:t>
    </dgm:pt>
    <dgm:pt modelId="{66DC0DE2-22BB-4AF6-8AA2-45AB7D43BDE5}" type="parTrans" cxnId="{CC091A7B-9D64-4C44-AAFD-FF746B0FF00D}">
      <dgm:prSet/>
      <dgm:spPr>
        <a:solidFill>
          <a:schemeClr val="accent2"/>
        </a:solidFill>
        <a:ln>
          <a:solidFill>
            <a:schemeClr val="accent2"/>
          </a:solidFill>
        </a:ln>
      </dgm:spPr>
      <dgm:t>
        <a:bodyPr/>
        <a:lstStyle/>
        <a:p>
          <a:endParaRPr lang="en-US" b="0"/>
        </a:p>
      </dgm:t>
    </dgm:pt>
    <dgm:pt modelId="{51805899-D941-40E8-9C0F-6D9C092024D4}" type="sibTrans" cxnId="{CC091A7B-9D64-4C44-AAFD-FF746B0FF00D}">
      <dgm:prSet/>
      <dgm:spPr/>
      <dgm:t>
        <a:bodyPr/>
        <a:lstStyle/>
        <a:p>
          <a:endParaRPr lang="en-US"/>
        </a:p>
      </dgm:t>
    </dgm:pt>
    <dgm:pt modelId="{98495D82-6A6E-4046-9EF0-E214FBBB03F7}">
      <dgm:prSet phldrT="[Text]" custT="1"/>
      <dgm:spPr>
        <a:solidFill>
          <a:schemeClr val="accent2"/>
        </a:solidFill>
      </dgm:spPr>
      <dgm:t>
        <a:bodyPr/>
        <a:lstStyle/>
        <a:p>
          <a:pPr>
            <a:buNone/>
          </a:pPr>
          <a:r>
            <a:rPr lang="en-US" sz="1400" b="0"/>
            <a:t>Transparency</a:t>
          </a:r>
        </a:p>
      </dgm:t>
    </dgm:pt>
    <dgm:pt modelId="{11FB309D-BD46-4DA4-B25C-5759ABD8AEA2}" type="parTrans" cxnId="{B07E15EA-E38E-4B40-8E24-39F57426838C}">
      <dgm:prSet/>
      <dgm:spPr/>
      <dgm:t>
        <a:bodyPr/>
        <a:lstStyle/>
        <a:p>
          <a:endParaRPr lang="en-US"/>
        </a:p>
      </dgm:t>
    </dgm:pt>
    <dgm:pt modelId="{1E71D48A-D4C5-4834-BB68-5017C28F8D2F}" type="sibTrans" cxnId="{B07E15EA-E38E-4B40-8E24-39F57426838C}">
      <dgm:prSet/>
      <dgm:spPr/>
      <dgm:t>
        <a:bodyPr/>
        <a:lstStyle/>
        <a:p>
          <a:endParaRPr lang="en-US"/>
        </a:p>
      </dgm:t>
    </dgm:pt>
    <dgm:pt modelId="{60CDB4D8-DC61-4F0C-98D6-05D4F0A96653}">
      <dgm:prSet phldrT="[Text]" custT="1"/>
      <dgm:spPr>
        <a:solidFill>
          <a:schemeClr val="bg1">
            <a:alpha val="90000"/>
          </a:schemeClr>
        </a:solidFill>
        <a:ln>
          <a:solidFill>
            <a:schemeClr val="accent2"/>
          </a:solidFill>
        </a:ln>
      </dgm:spPr>
      <dgm:t>
        <a:bodyPr/>
        <a:lstStyle/>
        <a:p>
          <a:pPr>
            <a:buNone/>
          </a:pPr>
          <a:r>
            <a:rPr lang="en-US" sz="1000" b="0"/>
            <a:t>ISSB-IFRS S1 &amp; S2 (sustainability related disclosures) </a:t>
          </a:r>
        </a:p>
      </dgm:t>
    </dgm:pt>
    <dgm:pt modelId="{88CFEA83-FC21-4525-B217-32DBD2C01905}" type="parTrans" cxnId="{A425BA52-CBFF-4619-9485-C57327FA8CAF}">
      <dgm:prSet/>
      <dgm:spPr>
        <a:ln>
          <a:solidFill>
            <a:schemeClr val="accent2"/>
          </a:solidFill>
        </a:ln>
      </dgm:spPr>
      <dgm:t>
        <a:bodyPr/>
        <a:lstStyle/>
        <a:p>
          <a:endParaRPr lang="en-US" b="0"/>
        </a:p>
      </dgm:t>
    </dgm:pt>
    <dgm:pt modelId="{3D6FC10E-0F2B-4134-B07B-F6CFF1EB3646}" type="sibTrans" cxnId="{A425BA52-CBFF-4619-9485-C57327FA8CAF}">
      <dgm:prSet/>
      <dgm:spPr/>
      <dgm:t>
        <a:bodyPr/>
        <a:lstStyle/>
        <a:p>
          <a:endParaRPr lang="en-US"/>
        </a:p>
      </dgm:t>
    </dgm:pt>
    <dgm:pt modelId="{E0E58764-540D-4F15-BF66-0A7055B710B7}">
      <dgm:prSet phldrT="[Text]" custT="1"/>
      <dgm:spPr>
        <a:solidFill>
          <a:schemeClr val="bg1">
            <a:alpha val="90000"/>
          </a:schemeClr>
        </a:solidFill>
        <a:ln>
          <a:solidFill>
            <a:schemeClr val="accent2"/>
          </a:solidFill>
        </a:ln>
      </dgm:spPr>
      <dgm:t>
        <a:bodyPr/>
        <a:lstStyle/>
        <a:p>
          <a:pPr>
            <a:buNone/>
          </a:pPr>
          <a:r>
            <a:rPr lang="en-US" sz="1000" b="0"/>
            <a:t>GRI Standards (Global Reporting Initiative)</a:t>
          </a:r>
        </a:p>
      </dgm:t>
    </dgm:pt>
    <dgm:pt modelId="{4FA4012A-F952-440C-989D-5470E53E84EF}" type="parTrans" cxnId="{82873D61-7551-4D5E-B38A-3BA21FC6D0B9}">
      <dgm:prSet/>
      <dgm:spPr>
        <a:ln>
          <a:solidFill>
            <a:schemeClr val="accent2"/>
          </a:solidFill>
        </a:ln>
      </dgm:spPr>
      <dgm:t>
        <a:bodyPr/>
        <a:lstStyle/>
        <a:p>
          <a:endParaRPr lang="en-US" b="0"/>
        </a:p>
      </dgm:t>
    </dgm:pt>
    <dgm:pt modelId="{DF00C8AD-D8A4-4633-B5CE-41BA04BE2DCA}" type="sibTrans" cxnId="{82873D61-7551-4D5E-B38A-3BA21FC6D0B9}">
      <dgm:prSet/>
      <dgm:spPr/>
      <dgm:t>
        <a:bodyPr/>
        <a:lstStyle/>
        <a:p>
          <a:endParaRPr lang="en-US"/>
        </a:p>
      </dgm:t>
    </dgm:pt>
    <dgm:pt modelId="{9DBE479F-76E9-49FF-9984-EA099852C9EC}">
      <dgm:prSet custT="1"/>
      <dgm:spPr>
        <a:solidFill>
          <a:schemeClr val="accent2"/>
        </a:solidFill>
      </dgm:spPr>
      <dgm:t>
        <a:bodyPr/>
        <a:lstStyle/>
        <a:p>
          <a:pPr>
            <a:buNone/>
          </a:pPr>
          <a:r>
            <a:rPr lang="en-US" sz="1400" b="0"/>
            <a:t>Responsibility</a:t>
          </a:r>
        </a:p>
      </dgm:t>
    </dgm:pt>
    <dgm:pt modelId="{A5DA27A4-9D13-4399-9C7B-078FCD833300}" type="parTrans" cxnId="{CA295819-9AF3-4334-8BD4-B999E2F457D9}">
      <dgm:prSet/>
      <dgm:spPr/>
      <dgm:t>
        <a:bodyPr/>
        <a:lstStyle/>
        <a:p>
          <a:endParaRPr lang="en-US"/>
        </a:p>
      </dgm:t>
    </dgm:pt>
    <dgm:pt modelId="{DDE58E29-3956-4D30-90FB-FFE50A7FB8FC}" type="sibTrans" cxnId="{CA295819-9AF3-4334-8BD4-B999E2F457D9}">
      <dgm:prSet/>
      <dgm:spPr/>
      <dgm:t>
        <a:bodyPr/>
        <a:lstStyle/>
        <a:p>
          <a:endParaRPr lang="en-US"/>
        </a:p>
      </dgm:t>
    </dgm:pt>
    <dgm:pt modelId="{C1EA1524-681F-43DE-B9FB-CAFD9B35175A}">
      <dgm:prSet custT="1"/>
      <dgm:spPr>
        <a:solidFill>
          <a:schemeClr val="bg1">
            <a:alpha val="90000"/>
          </a:schemeClr>
        </a:solidFill>
        <a:ln>
          <a:solidFill>
            <a:schemeClr val="accent2"/>
          </a:solidFill>
        </a:ln>
      </dgm:spPr>
      <dgm:t>
        <a:bodyPr/>
        <a:lstStyle/>
        <a:p>
          <a:pPr>
            <a:buNone/>
          </a:pPr>
          <a:r>
            <a:rPr lang="en-US" sz="1000" b="0"/>
            <a:t>UN SDGs (Sustainable Development Goals) </a:t>
          </a:r>
        </a:p>
      </dgm:t>
    </dgm:pt>
    <dgm:pt modelId="{FE39724C-4271-40A1-BF67-1E70C47CCE8C}" type="parTrans" cxnId="{3DC3EFC3-D450-4C89-B979-2279A3A12987}">
      <dgm:prSet/>
      <dgm:spPr>
        <a:ln>
          <a:solidFill>
            <a:schemeClr val="accent2"/>
          </a:solidFill>
        </a:ln>
      </dgm:spPr>
      <dgm:t>
        <a:bodyPr/>
        <a:lstStyle/>
        <a:p>
          <a:endParaRPr lang="en-US" b="0"/>
        </a:p>
      </dgm:t>
    </dgm:pt>
    <dgm:pt modelId="{336D8EFD-09FA-4DF6-8455-FD4AC7A843D2}" type="sibTrans" cxnId="{3DC3EFC3-D450-4C89-B979-2279A3A12987}">
      <dgm:prSet/>
      <dgm:spPr/>
      <dgm:t>
        <a:bodyPr/>
        <a:lstStyle/>
        <a:p>
          <a:endParaRPr lang="en-US"/>
        </a:p>
      </dgm:t>
    </dgm:pt>
    <dgm:pt modelId="{16320184-8376-40F2-854A-0E61A2106BC4}">
      <dgm:prSet custT="1"/>
      <dgm:spPr>
        <a:solidFill>
          <a:schemeClr val="bg1">
            <a:alpha val="90000"/>
          </a:schemeClr>
        </a:solidFill>
        <a:ln>
          <a:solidFill>
            <a:schemeClr val="accent2"/>
          </a:solidFill>
        </a:ln>
      </dgm:spPr>
      <dgm:t>
        <a:bodyPr/>
        <a:lstStyle/>
        <a:p>
          <a:pPr>
            <a:buNone/>
          </a:pPr>
          <a:r>
            <a:rPr lang="en-US" sz="1000" b="0"/>
            <a:t>OECD Due Diligence Guidance for Responsible Business Conduct </a:t>
          </a:r>
        </a:p>
      </dgm:t>
    </dgm:pt>
    <dgm:pt modelId="{14AB1B31-7A20-40C8-AE78-7EACC13DCA97}" type="parTrans" cxnId="{F57F6671-40E1-48A5-B59B-8D3EC75BEB02}">
      <dgm:prSet/>
      <dgm:spPr>
        <a:solidFill>
          <a:schemeClr val="accent2"/>
        </a:solidFill>
        <a:ln>
          <a:solidFill>
            <a:schemeClr val="accent2"/>
          </a:solidFill>
        </a:ln>
      </dgm:spPr>
      <dgm:t>
        <a:bodyPr/>
        <a:lstStyle/>
        <a:p>
          <a:endParaRPr lang="en-US" b="0"/>
        </a:p>
      </dgm:t>
    </dgm:pt>
    <dgm:pt modelId="{D8DA8CDE-0735-4F0F-8821-6183BCEE8C93}" type="sibTrans" cxnId="{F57F6671-40E1-48A5-B59B-8D3EC75BEB02}">
      <dgm:prSet/>
      <dgm:spPr/>
      <dgm:t>
        <a:bodyPr/>
        <a:lstStyle/>
        <a:p>
          <a:endParaRPr lang="en-US"/>
        </a:p>
      </dgm:t>
    </dgm:pt>
    <dgm:pt modelId="{7E71061D-3BAE-471F-B700-2EE07FB41A8B}">
      <dgm:prSet custT="1"/>
      <dgm:spPr>
        <a:solidFill>
          <a:schemeClr val="accent2"/>
        </a:solidFill>
      </dgm:spPr>
      <dgm:t>
        <a:bodyPr/>
        <a:lstStyle/>
        <a:p>
          <a:pPr>
            <a:buNone/>
          </a:pPr>
          <a:r>
            <a:rPr lang="en-US" sz="1400" b="0"/>
            <a:t>Fairness</a:t>
          </a:r>
        </a:p>
      </dgm:t>
    </dgm:pt>
    <dgm:pt modelId="{FAC42D9C-8C54-44DF-AA7C-0CAAF2EDCAEA}" type="parTrans" cxnId="{03E73421-427A-4F5D-8845-A2AFF6ED3AD7}">
      <dgm:prSet/>
      <dgm:spPr/>
      <dgm:t>
        <a:bodyPr/>
        <a:lstStyle/>
        <a:p>
          <a:endParaRPr lang="en-US"/>
        </a:p>
      </dgm:t>
    </dgm:pt>
    <dgm:pt modelId="{E765F607-1FE4-4328-8896-CB7F4DC568A5}" type="sibTrans" cxnId="{03E73421-427A-4F5D-8845-A2AFF6ED3AD7}">
      <dgm:prSet/>
      <dgm:spPr/>
      <dgm:t>
        <a:bodyPr/>
        <a:lstStyle/>
        <a:p>
          <a:endParaRPr lang="en-US"/>
        </a:p>
      </dgm:t>
    </dgm:pt>
    <dgm:pt modelId="{FCC9EA0B-17DD-4850-A8EC-A4BB3105ACA3}">
      <dgm:prSet custT="1"/>
      <dgm:spPr>
        <a:solidFill>
          <a:schemeClr val="bg1">
            <a:alpha val="90000"/>
          </a:schemeClr>
        </a:solidFill>
        <a:ln>
          <a:solidFill>
            <a:schemeClr val="accent2"/>
          </a:solidFill>
        </a:ln>
      </dgm:spPr>
      <dgm:t>
        <a:bodyPr/>
        <a:lstStyle/>
        <a:p>
          <a:pPr>
            <a:buNone/>
          </a:pPr>
          <a:r>
            <a:rPr lang="en-US" sz="1000" b="0"/>
            <a:t>ILO Standards</a:t>
          </a:r>
        </a:p>
        <a:p>
          <a:pPr>
            <a:buNone/>
          </a:pPr>
          <a:r>
            <a:rPr lang="en-US" sz="1000" b="0" i="0"/>
            <a:t>(International Labour Organization)</a:t>
          </a:r>
          <a:r>
            <a:rPr lang="en-US" sz="1000" b="0"/>
            <a:t> </a:t>
          </a:r>
        </a:p>
      </dgm:t>
    </dgm:pt>
    <dgm:pt modelId="{0AAA1754-A2D4-41E9-96FA-F51573FE5DA0}" type="parTrans" cxnId="{667B53B9-1322-46F5-96FB-81328D0E1144}">
      <dgm:prSet/>
      <dgm:spPr>
        <a:ln>
          <a:solidFill>
            <a:schemeClr val="accent2"/>
          </a:solidFill>
        </a:ln>
      </dgm:spPr>
      <dgm:t>
        <a:bodyPr/>
        <a:lstStyle/>
        <a:p>
          <a:endParaRPr lang="en-US" b="0"/>
        </a:p>
      </dgm:t>
    </dgm:pt>
    <dgm:pt modelId="{F20B62F1-E14F-4722-8CEE-3463F586D0AF}" type="sibTrans" cxnId="{667B53B9-1322-46F5-96FB-81328D0E1144}">
      <dgm:prSet/>
      <dgm:spPr/>
      <dgm:t>
        <a:bodyPr/>
        <a:lstStyle/>
        <a:p>
          <a:endParaRPr lang="en-US"/>
        </a:p>
      </dgm:t>
    </dgm:pt>
    <dgm:pt modelId="{5F61A1FB-225F-43B2-AC9D-B01484F2C13A}">
      <dgm:prSet custT="1"/>
      <dgm:spPr>
        <a:solidFill>
          <a:schemeClr val="bg1">
            <a:alpha val="90000"/>
          </a:schemeClr>
        </a:solidFill>
        <a:ln>
          <a:solidFill>
            <a:schemeClr val="accent2"/>
          </a:solidFill>
        </a:ln>
      </dgm:spPr>
      <dgm:t>
        <a:bodyPr/>
        <a:lstStyle/>
        <a:p>
          <a:r>
            <a:rPr lang="en-US" sz="1000" b="0"/>
            <a:t>UK Corporate Governance Code </a:t>
          </a:r>
        </a:p>
      </dgm:t>
    </dgm:pt>
    <dgm:pt modelId="{9994CE72-C228-4B8F-A9A7-50E638602BDC}" type="parTrans" cxnId="{B02CC73D-4B19-47F9-A5BF-46141E318C27}">
      <dgm:prSet/>
      <dgm:spPr>
        <a:ln>
          <a:solidFill>
            <a:schemeClr val="accent2"/>
          </a:solidFill>
        </a:ln>
      </dgm:spPr>
      <dgm:t>
        <a:bodyPr/>
        <a:lstStyle/>
        <a:p>
          <a:endParaRPr lang="en-US" b="0"/>
        </a:p>
      </dgm:t>
    </dgm:pt>
    <dgm:pt modelId="{D6E02AAC-593D-447A-99EE-633CEFC46429}" type="sibTrans" cxnId="{B02CC73D-4B19-47F9-A5BF-46141E318C27}">
      <dgm:prSet/>
      <dgm:spPr/>
      <dgm:t>
        <a:bodyPr/>
        <a:lstStyle/>
        <a:p>
          <a:endParaRPr lang="en-US"/>
        </a:p>
      </dgm:t>
    </dgm:pt>
    <dgm:pt modelId="{3B0DB24F-2407-43BC-B4F8-98EE7D393EAB}">
      <dgm:prSet custT="1"/>
      <dgm:spPr>
        <a:solidFill>
          <a:schemeClr val="bg1">
            <a:alpha val="90000"/>
          </a:schemeClr>
        </a:solidFill>
        <a:ln>
          <a:solidFill>
            <a:schemeClr val="accent2"/>
          </a:solidFill>
        </a:ln>
      </dgm:spPr>
      <dgm:t>
        <a:bodyPr/>
        <a:lstStyle/>
        <a:p>
          <a:pPr>
            <a:buNone/>
          </a:pPr>
          <a:r>
            <a:rPr lang="en-US" sz="1000" b="0"/>
            <a:t>Integrated Reporting Framework</a:t>
          </a:r>
        </a:p>
        <a:p>
          <a:pPr>
            <a:buNone/>
          </a:pPr>
          <a:r>
            <a:rPr lang="en-US" sz="1000" b="0"/>
            <a:t>(Managed by </a:t>
          </a:r>
          <a:r>
            <a:rPr lang="en-US" sz="1000" b="0" i="0"/>
            <a:t>IFRS Foundation</a:t>
          </a:r>
          <a:r>
            <a:rPr lang="en-US" sz="1000" b="0"/>
            <a:t>) </a:t>
          </a:r>
        </a:p>
      </dgm:t>
    </dgm:pt>
    <dgm:pt modelId="{4A7E06BA-162F-48C8-A096-296427C42E61}" type="parTrans" cxnId="{E26C844E-ABE5-4718-BB0A-9A29D073A503}">
      <dgm:prSet/>
      <dgm:spPr>
        <a:solidFill>
          <a:schemeClr val="accent2"/>
        </a:solidFill>
        <a:ln>
          <a:solidFill>
            <a:schemeClr val="accent2"/>
          </a:solidFill>
        </a:ln>
      </dgm:spPr>
      <dgm:t>
        <a:bodyPr/>
        <a:lstStyle/>
        <a:p>
          <a:endParaRPr lang="en-US" b="0"/>
        </a:p>
      </dgm:t>
    </dgm:pt>
    <dgm:pt modelId="{BCB3DFE7-408B-431C-90F7-ECFDE8EA528C}" type="sibTrans" cxnId="{E26C844E-ABE5-4718-BB0A-9A29D073A503}">
      <dgm:prSet/>
      <dgm:spPr/>
      <dgm:t>
        <a:bodyPr/>
        <a:lstStyle/>
        <a:p>
          <a:endParaRPr lang="en-US"/>
        </a:p>
      </dgm:t>
    </dgm:pt>
    <dgm:pt modelId="{30C48324-BF6D-4E59-8F3B-CD8F5DEFA9CE}">
      <dgm:prSet custT="1"/>
      <dgm:spPr>
        <a:solidFill>
          <a:schemeClr val="bg1">
            <a:alpha val="90000"/>
          </a:schemeClr>
        </a:solidFill>
        <a:ln>
          <a:solidFill>
            <a:schemeClr val="accent2"/>
          </a:solidFill>
        </a:ln>
      </dgm:spPr>
      <dgm:t>
        <a:bodyPr/>
        <a:lstStyle/>
        <a:p>
          <a:pPr>
            <a:buNone/>
          </a:pPr>
          <a:r>
            <a:rPr lang="en-US" sz="1000" b="0"/>
            <a:t>COSO–ERM Framework </a:t>
          </a:r>
        </a:p>
      </dgm:t>
    </dgm:pt>
    <dgm:pt modelId="{B66DFFD1-3E91-4C91-8434-9F2DC42969DE}" type="parTrans" cxnId="{EDD0445E-3B64-431B-87F3-F2C8BF663FCD}">
      <dgm:prSet/>
      <dgm:spPr>
        <a:ln>
          <a:solidFill>
            <a:schemeClr val="accent2"/>
          </a:solidFill>
        </a:ln>
      </dgm:spPr>
      <dgm:t>
        <a:bodyPr/>
        <a:lstStyle/>
        <a:p>
          <a:endParaRPr lang="en-US" b="0"/>
        </a:p>
      </dgm:t>
    </dgm:pt>
    <dgm:pt modelId="{DA118A20-F4D7-4D1D-80E0-7591C791B139}" type="sibTrans" cxnId="{EDD0445E-3B64-431B-87F3-F2C8BF663FCD}">
      <dgm:prSet/>
      <dgm:spPr/>
      <dgm:t>
        <a:bodyPr/>
        <a:lstStyle/>
        <a:p>
          <a:endParaRPr lang="en-US"/>
        </a:p>
      </dgm:t>
    </dgm:pt>
    <dgm:pt modelId="{A19D674E-F5A4-4731-8CFD-7F2CED7D7577}">
      <dgm:prSet custT="1"/>
      <dgm:spPr>
        <a:solidFill>
          <a:schemeClr val="bg1">
            <a:alpha val="90000"/>
          </a:schemeClr>
        </a:solidFill>
        <a:ln>
          <a:solidFill>
            <a:schemeClr val="accent2"/>
          </a:solidFill>
        </a:ln>
      </dgm:spPr>
      <dgm:t>
        <a:bodyPr/>
        <a:lstStyle/>
        <a:p>
          <a:pPr>
            <a:buNone/>
          </a:pPr>
          <a:r>
            <a:rPr lang="en-US" sz="1000" b="0"/>
            <a:t>UN Global Compact </a:t>
          </a:r>
        </a:p>
      </dgm:t>
    </dgm:pt>
    <dgm:pt modelId="{8292C392-21C0-49C0-A902-FAE1A37A0450}" type="parTrans" cxnId="{69622565-8829-4240-B5AE-78D44D839975}">
      <dgm:prSet/>
      <dgm:spPr>
        <a:ln>
          <a:solidFill>
            <a:schemeClr val="accent2"/>
          </a:solidFill>
        </a:ln>
      </dgm:spPr>
      <dgm:t>
        <a:bodyPr/>
        <a:lstStyle/>
        <a:p>
          <a:endParaRPr lang="en-US" b="0"/>
        </a:p>
      </dgm:t>
    </dgm:pt>
    <dgm:pt modelId="{01EAB855-C352-4FB3-9E0D-F9F0D87EF32D}" type="sibTrans" cxnId="{69622565-8829-4240-B5AE-78D44D839975}">
      <dgm:prSet/>
      <dgm:spPr/>
      <dgm:t>
        <a:bodyPr/>
        <a:lstStyle/>
        <a:p>
          <a:endParaRPr lang="en-US"/>
        </a:p>
      </dgm:t>
    </dgm:pt>
    <dgm:pt modelId="{28B8F87E-4888-4BD5-A200-E28BBA91995C}">
      <dgm:prSet custT="1"/>
      <dgm:spPr>
        <a:solidFill>
          <a:schemeClr val="bg1">
            <a:alpha val="90000"/>
          </a:schemeClr>
        </a:solidFill>
        <a:ln>
          <a:solidFill>
            <a:schemeClr val="accent2"/>
          </a:solidFill>
        </a:ln>
      </dgm:spPr>
      <dgm:t>
        <a:bodyPr/>
        <a:lstStyle/>
        <a:p>
          <a:pPr>
            <a:buNone/>
          </a:pPr>
          <a:r>
            <a:rPr lang="en-US" sz="1000" b="0"/>
            <a:t>EU Gender Balance Directive</a:t>
          </a:r>
        </a:p>
      </dgm:t>
    </dgm:pt>
    <dgm:pt modelId="{AE7C40CA-34CA-460B-89C9-680D18884DF3}" type="parTrans" cxnId="{AB28BEAB-F29F-4B86-B68F-7FFC611FBA1A}">
      <dgm:prSet/>
      <dgm:spPr>
        <a:solidFill>
          <a:schemeClr val="accent2"/>
        </a:solidFill>
        <a:ln>
          <a:solidFill>
            <a:schemeClr val="accent2"/>
          </a:solidFill>
        </a:ln>
      </dgm:spPr>
      <dgm:t>
        <a:bodyPr/>
        <a:lstStyle/>
        <a:p>
          <a:endParaRPr lang="en-US" b="0"/>
        </a:p>
      </dgm:t>
    </dgm:pt>
    <dgm:pt modelId="{AF22C56A-03AB-45B8-B1CA-FD046E18D71F}" type="sibTrans" cxnId="{AB28BEAB-F29F-4B86-B68F-7FFC611FBA1A}">
      <dgm:prSet/>
      <dgm:spPr/>
      <dgm:t>
        <a:bodyPr/>
        <a:lstStyle/>
        <a:p>
          <a:endParaRPr lang="en-US"/>
        </a:p>
      </dgm:t>
    </dgm:pt>
    <dgm:pt modelId="{88F5F449-A3AB-4583-A531-A5EA25AC66DD}" type="pres">
      <dgm:prSet presAssocID="{366FFF13-251F-491F-8382-0DC0B0ED1C6E}" presName="diagram" presStyleCnt="0">
        <dgm:presLayoutVars>
          <dgm:chPref val="1"/>
          <dgm:dir/>
          <dgm:animOne val="branch"/>
          <dgm:animLvl val="lvl"/>
          <dgm:resizeHandles/>
        </dgm:presLayoutVars>
      </dgm:prSet>
      <dgm:spPr/>
    </dgm:pt>
    <dgm:pt modelId="{5175984E-EEB0-4E49-B97C-73325DAC8EB2}" type="pres">
      <dgm:prSet presAssocID="{0014EEF3-721F-4612-9D20-2A468AF98049}" presName="root" presStyleCnt="0"/>
      <dgm:spPr/>
    </dgm:pt>
    <dgm:pt modelId="{BFCF3A64-A39A-4E4F-8DEB-6A2722159296}" type="pres">
      <dgm:prSet presAssocID="{0014EEF3-721F-4612-9D20-2A468AF98049}" presName="rootComposite" presStyleCnt="0"/>
      <dgm:spPr/>
    </dgm:pt>
    <dgm:pt modelId="{68F8A990-8CA1-421F-A39E-AF2F917A2199}" type="pres">
      <dgm:prSet presAssocID="{0014EEF3-721F-4612-9D20-2A468AF98049}" presName="rootText" presStyleLbl="node1" presStyleIdx="0" presStyleCnt="4"/>
      <dgm:spPr/>
    </dgm:pt>
    <dgm:pt modelId="{708CB3AF-7126-4BAD-ABD6-8D5AC34B86DF}" type="pres">
      <dgm:prSet presAssocID="{0014EEF3-721F-4612-9D20-2A468AF98049}" presName="rootConnector" presStyleLbl="node1" presStyleIdx="0" presStyleCnt="4"/>
      <dgm:spPr/>
    </dgm:pt>
    <dgm:pt modelId="{AB45EC78-70CD-4FFC-95AF-7B38CF866BA5}" type="pres">
      <dgm:prSet presAssocID="{0014EEF3-721F-4612-9D20-2A468AF98049}" presName="childShape" presStyleCnt="0"/>
      <dgm:spPr/>
    </dgm:pt>
    <dgm:pt modelId="{9257660A-166E-4AF8-BBBE-A4254C9DC808}" type="pres">
      <dgm:prSet presAssocID="{6A5985DB-2647-45AA-BFF6-72287BE64C39}" presName="Name13" presStyleLbl="parChTrans1D2" presStyleIdx="0" presStyleCnt="12"/>
      <dgm:spPr/>
    </dgm:pt>
    <dgm:pt modelId="{FE20DD40-84E7-46BF-9DFA-8968F73CF752}" type="pres">
      <dgm:prSet presAssocID="{F632C32A-C3DC-4DFF-AE64-1764196F0878}" presName="childText" presStyleLbl="bgAcc1" presStyleIdx="0" presStyleCnt="12">
        <dgm:presLayoutVars>
          <dgm:bulletEnabled val="1"/>
        </dgm:presLayoutVars>
      </dgm:prSet>
      <dgm:spPr/>
    </dgm:pt>
    <dgm:pt modelId="{1FA4963E-BEA5-465F-A966-CEBCA4A1860C}" type="pres">
      <dgm:prSet presAssocID="{9994CE72-C228-4B8F-A9A7-50E638602BDC}" presName="Name13" presStyleLbl="parChTrans1D2" presStyleIdx="1" presStyleCnt="12"/>
      <dgm:spPr/>
    </dgm:pt>
    <dgm:pt modelId="{5026E93A-048B-42B4-B154-2F9A4CFC4CBF}" type="pres">
      <dgm:prSet presAssocID="{5F61A1FB-225F-43B2-AC9D-B01484F2C13A}" presName="childText" presStyleLbl="bgAcc1" presStyleIdx="1" presStyleCnt="12">
        <dgm:presLayoutVars>
          <dgm:bulletEnabled val="1"/>
        </dgm:presLayoutVars>
      </dgm:prSet>
      <dgm:spPr/>
    </dgm:pt>
    <dgm:pt modelId="{4ECA9FC4-24C5-48BA-BD53-B2F624147ADE}" type="pres">
      <dgm:prSet presAssocID="{66DC0DE2-22BB-4AF6-8AA2-45AB7D43BDE5}" presName="Name13" presStyleLbl="parChTrans1D2" presStyleIdx="2" presStyleCnt="12"/>
      <dgm:spPr/>
    </dgm:pt>
    <dgm:pt modelId="{6E7D4436-1034-4A46-A0A5-BB896A1C9A06}" type="pres">
      <dgm:prSet presAssocID="{2C98DBBB-0FFD-406D-B68F-2ECEC10FADE7}" presName="childText" presStyleLbl="bgAcc1" presStyleIdx="2" presStyleCnt="12">
        <dgm:presLayoutVars>
          <dgm:bulletEnabled val="1"/>
        </dgm:presLayoutVars>
      </dgm:prSet>
      <dgm:spPr/>
    </dgm:pt>
    <dgm:pt modelId="{015A1118-B709-4B92-BD63-48288021E9A4}" type="pres">
      <dgm:prSet presAssocID="{98495D82-6A6E-4046-9EF0-E214FBBB03F7}" presName="root" presStyleCnt="0"/>
      <dgm:spPr/>
    </dgm:pt>
    <dgm:pt modelId="{4834CB5D-67D4-4BD2-AC71-6A54A8AA4736}" type="pres">
      <dgm:prSet presAssocID="{98495D82-6A6E-4046-9EF0-E214FBBB03F7}" presName="rootComposite" presStyleCnt="0"/>
      <dgm:spPr/>
    </dgm:pt>
    <dgm:pt modelId="{F6C5E2F3-95CC-49B4-987E-7779F0DE69AC}" type="pres">
      <dgm:prSet presAssocID="{98495D82-6A6E-4046-9EF0-E214FBBB03F7}" presName="rootText" presStyleLbl="node1" presStyleIdx="1" presStyleCnt="4"/>
      <dgm:spPr/>
    </dgm:pt>
    <dgm:pt modelId="{FCE0371B-ABDD-47A2-BA5C-53ED9598524E}" type="pres">
      <dgm:prSet presAssocID="{98495D82-6A6E-4046-9EF0-E214FBBB03F7}" presName="rootConnector" presStyleLbl="node1" presStyleIdx="1" presStyleCnt="4"/>
      <dgm:spPr/>
    </dgm:pt>
    <dgm:pt modelId="{F3417F69-3F73-43D6-9244-1D912D1ADB17}" type="pres">
      <dgm:prSet presAssocID="{98495D82-6A6E-4046-9EF0-E214FBBB03F7}" presName="childShape" presStyleCnt="0"/>
      <dgm:spPr/>
    </dgm:pt>
    <dgm:pt modelId="{800660EF-5E49-4305-9B06-3C894AC4A290}" type="pres">
      <dgm:prSet presAssocID="{88CFEA83-FC21-4525-B217-32DBD2C01905}" presName="Name13" presStyleLbl="parChTrans1D2" presStyleIdx="3" presStyleCnt="12"/>
      <dgm:spPr/>
    </dgm:pt>
    <dgm:pt modelId="{7572E8A5-4F75-41BC-94F8-4387786EAFE4}" type="pres">
      <dgm:prSet presAssocID="{60CDB4D8-DC61-4F0C-98D6-05D4F0A96653}" presName="childText" presStyleLbl="bgAcc1" presStyleIdx="3" presStyleCnt="12">
        <dgm:presLayoutVars>
          <dgm:bulletEnabled val="1"/>
        </dgm:presLayoutVars>
      </dgm:prSet>
      <dgm:spPr/>
    </dgm:pt>
    <dgm:pt modelId="{E34BEB37-9976-4768-B8E1-291F522278E7}" type="pres">
      <dgm:prSet presAssocID="{4FA4012A-F952-440C-989D-5470E53E84EF}" presName="Name13" presStyleLbl="parChTrans1D2" presStyleIdx="4" presStyleCnt="12"/>
      <dgm:spPr/>
    </dgm:pt>
    <dgm:pt modelId="{1BCDE05D-B8C6-4065-8C6F-2129AB7A23EE}" type="pres">
      <dgm:prSet presAssocID="{E0E58764-540D-4F15-BF66-0A7055B710B7}" presName="childText" presStyleLbl="bgAcc1" presStyleIdx="4" presStyleCnt="12">
        <dgm:presLayoutVars>
          <dgm:bulletEnabled val="1"/>
        </dgm:presLayoutVars>
      </dgm:prSet>
      <dgm:spPr/>
    </dgm:pt>
    <dgm:pt modelId="{5A54EF30-B0AB-49AF-90ED-0AA4214E0A7F}" type="pres">
      <dgm:prSet presAssocID="{4A7E06BA-162F-48C8-A096-296427C42E61}" presName="Name13" presStyleLbl="parChTrans1D2" presStyleIdx="5" presStyleCnt="12"/>
      <dgm:spPr/>
    </dgm:pt>
    <dgm:pt modelId="{CCC4763B-C3BE-4895-9369-75AB177A757F}" type="pres">
      <dgm:prSet presAssocID="{3B0DB24F-2407-43BC-B4F8-98EE7D393EAB}" presName="childText" presStyleLbl="bgAcc1" presStyleIdx="5" presStyleCnt="12">
        <dgm:presLayoutVars>
          <dgm:bulletEnabled val="1"/>
        </dgm:presLayoutVars>
      </dgm:prSet>
      <dgm:spPr/>
    </dgm:pt>
    <dgm:pt modelId="{67EC1398-2811-4E19-AD24-4B33FF6FC374}" type="pres">
      <dgm:prSet presAssocID="{9DBE479F-76E9-49FF-9984-EA099852C9EC}" presName="root" presStyleCnt="0"/>
      <dgm:spPr/>
    </dgm:pt>
    <dgm:pt modelId="{DCC2F549-30E7-4D0F-929E-BCBCBE5FDA44}" type="pres">
      <dgm:prSet presAssocID="{9DBE479F-76E9-49FF-9984-EA099852C9EC}" presName="rootComposite" presStyleCnt="0"/>
      <dgm:spPr/>
    </dgm:pt>
    <dgm:pt modelId="{09FF7EC1-6042-4E2D-ABB2-8FAE236D2AEC}" type="pres">
      <dgm:prSet presAssocID="{9DBE479F-76E9-49FF-9984-EA099852C9EC}" presName="rootText" presStyleLbl="node1" presStyleIdx="2" presStyleCnt="4"/>
      <dgm:spPr/>
    </dgm:pt>
    <dgm:pt modelId="{D040B632-D7C4-483B-AEAD-123089790273}" type="pres">
      <dgm:prSet presAssocID="{9DBE479F-76E9-49FF-9984-EA099852C9EC}" presName="rootConnector" presStyleLbl="node1" presStyleIdx="2" presStyleCnt="4"/>
      <dgm:spPr/>
    </dgm:pt>
    <dgm:pt modelId="{ABC65887-39EB-4711-AD87-E56B547B156C}" type="pres">
      <dgm:prSet presAssocID="{9DBE479F-76E9-49FF-9984-EA099852C9EC}" presName="childShape" presStyleCnt="0"/>
      <dgm:spPr/>
    </dgm:pt>
    <dgm:pt modelId="{715AC4B9-3FDE-4454-81D3-65E7F452F6DA}" type="pres">
      <dgm:prSet presAssocID="{FE39724C-4271-40A1-BF67-1E70C47CCE8C}" presName="Name13" presStyleLbl="parChTrans1D2" presStyleIdx="6" presStyleCnt="12"/>
      <dgm:spPr/>
    </dgm:pt>
    <dgm:pt modelId="{15EBF4C9-9616-4CB4-ADD6-C1BB65AFC348}" type="pres">
      <dgm:prSet presAssocID="{C1EA1524-681F-43DE-B9FB-CAFD9B35175A}" presName="childText" presStyleLbl="bgAcc1" presStyleIdx="6" presStyleCnt="12">
        <dgm:presLayoutVars>
          <dgm:bulletEnabled val="1"/>
        </dgm:presLayoutVars>
      </dgm:prSet>
      <dgm:spPr/>
    </dgm:pt>
    <dgm:pt modelId="{1CF83D13-1633-42B2-859F-020C89D8650C}" type="pres">
      <dgm:prSet presAssocID="{B66DFFD1-3E91-4C91-8434-9F2DC42969DE}" presName="Name13" presStyleLbl="parChTrans1D2" presStyleIdx="7" presStyleCnt="12"/>
      <dgm:spPr/>
    </dgm:pt>
    <dgm:pt modelId="{CD608EF5-B44E-45D0-A531-1F51EE7113A4}" type="pres">
      <dgm:prSet presAssocID="{30C48324-BF6D-4E59-8F3B-CD8F5DEFA9CE}" presName="childText" presStyleLbl="bgAcc1" presStyleIdx="7" presStyleCnt="12">
        <dgm:presLayoutVars>
          <dgm:bulletEnabled val="1"/>
        </dgm:presLayoutVars>
      </dgm:prSet>
      <dgm:spPr/>
    </dgm:pt>
    <dgm:pt modelId="{0BF09AC4-99CE-400C-A827-4053B7F44092}" type="pres">
      <dgm:prSet presAssocID="{14AB1B31-7A20-40C8-AE78-7EACC13DCA97}" presName="Name13" presStyleLbl="parChTrans1D2" presStyleIdx="8" presStyleCnt="12"/>
      <dgm:spPr/>
    </dgm:pt>
    <dgm:pt modelId="{8FBC70CD-9B51-4AF6-8CA8-51D1E11A3581}" type="pres">
      <dgm:prSet presAssocID="{16320184-8376-40F2-854A-0E61A2106BC4}" presName="childText" presStyleLbl="bgAcc1" presStyleIdx="8" presStyleCnt="12">
        <dgm:presLayoutVars>
          <dgm:bulletEnabled val="1"/>
        </dgm:presLayoutVars>
      </dgm:prSet>
      <dgm:spPr/>
    </dgm:pt>
    <dgm:pt modelId="{9B731CD5-54FA-4D73-9427-9EFFB7082F51}" type="pres">
      <dgm:prSet presAssocID="{7E71061D-3BAE-471F-B700-2EE07FB41A8B}" presName="root" presStyleCnt="0"/>
      <dgm:spPr/>
    </dgm:pt>
    <dgm:pt modelId="{CC816292-73DA-4290-BBC5-9C3371FA3D4C}" type="pres">
      <dgm:prSet presAssocID="{7E71061D-3BAE-471F-B700-2EE07FB41A8B}" presName="rootComposite" presStyleCnt="0"/>
      <dgm:spPr/>
    </dgm:pt>
    <dgm:pt modelId="{F7F6F027-FBF4-40ED-AD15-62C7D3CFA88E}" type="pres">
      <dgm:prSet presAssocID="{7E71061D-3BAE-471F-B700-2EE07FB41A8B}" presName="rootText" presStyleLbl="node1" presStyleIdx="3" presStyleCnt="4"/>
      <dgm:spPr/>
    </dgm:pt>
    <dgm:pt modelId="{002CCED9-5951-41B2-99EE-429D0DD1BDCC}" type="pres">
      <dgm:prSet presAssocID="{7E71061D-3BAE-471F-B700-2EE07FB41A8B}" presName="rootConnector" presStyleLbl="node1" presStyleIdx="3" presStyleCnt="4"/>
      <dgm:spPr/>
    </dgm:pt>
    <dgm:pt modelId="{204B6D8D-38DA-4BA7-BC96-C52502C20B4E}" type="pres">
      <dgm:prSet presAssocID="{7E71061D-3BAE-471F-B700-2EE07FB41A8B}" presName="childShape" presStyleCnt="0"/>
      <dgm:spPr/>
    </dgm:pt>
    <dgm:pt modelId="{7D8890CD-01AD-41BE-9E86-67BEB7241A63}" type="pres">
      <dgm:prSet presAssocID="{8292C392-21C0-49C0-A902-FAE1A37A0450}" presName="Name13" presStyleLbl="parChTrans1D2" presStyleIdx="9" presStyleCnt="12"/>
      <dgm:spPr/>
    </dgm:pt>
    <dgm:pt modelId="{1EF57A6F-2CFD-4821-B634-8E9B50145ECB}" type="pres">
      <dgm:prSet presAssocID="{A19D674E-F5A4-4731-8CFD-7F2CED7D7577}" presName="childText" presStyleLbl="bgAcc1" presStyleIdx="9" presStyleCnt="12">
        <dgm:presLayoutVars>
          <dgm:bulletEnabled val="1"/>
        </dgm:presLayoutVars>
      </dgm:prSet>
      <dgm:spPr/>
    </dgm:pt>
    <dgm:pt modelId="{110DE8A1-DFF4-4E2A-8738-6BBB1B80E1DE}" type="pres">
      <dgm:prSet presAssocID="{0AAA1754-A2D4-41E9-96FA-F51573FE5DA0}" presName="Name13" presStyleLbl="parChTrans1D2" presStyleIdx="10" presStyleCnt="12"/>
      <dgm:spPr/>
    </dgm:pt>
    <dgm:pt modelId="{A2B90DAC-0993-4BB4-97E2-A72AFFCBDA9A}" type="pres">
      <dgm:prSet presAssocID="{FCC9EA0B-17DD-4850-A8EC-A4BB3105ACA3}" presName="childText" presStyleLbl="bgAcc1" presStyleIdx="10" presStyleCnt="12">
        <dgm:presLayoutVars>
          <dgm:bulletEnabled val="1"/>
        </dgm:presLayoutVars>
      </dgm:prSet>
      <dgm:spPr/>
    </dgm:pt>
    <dgm:pt modelId="{A5ECCE37-A677-49BD-9E56-3492ABD61DA3}" type="pres">
      <dgm:prSet presAssocID="{AE7C40CA-34CA-460B-89C9-680D18884DF3}" presName="Name13" presStyleLbl="parChTrans1D2" presStyleIdx="11" presStyleCnt="12"/>
      <dgm:spPr/>
    </dgm:pt>
    <dgm:pt modelId="{91BA3A05-46EF-4F53-BE62-B3B1B67C5E45}" type="pres">
      <dgm:prSet presAssocID="{28B8F87E-4888-4BD5-A200-E28BBA91995C}" presName="childText" presStyleLbl="bgAcc1" presStyleIdx="11" presStyleCnt="12">
        <dgm:presLayoutVars>
          <dgm:bulletEnabled val="1"/>
        </dgm:presLayoutVars>
      </dgm:prSet>
      <dgm:spPr/>
    </dgm:pt>
  </dgm:ptLst>
  <dgm:cxnLst>
    <dgm:cxn modelId="{CA295819-9AF3-4334-8BD4-B999E2F457D9}" srcId="{366FFF13-251F-491F-8382-0DC0B0ED1C6E}" destId="{9DBE479F-76E9-49FF-9984-EA099852C9EC}" srcOrd="2" destOrd="0" parTransId="{A5DA27A4-9D13-4399-9C7B-078FCD833300}" sibTransId="{DDE58E29-3956-4D30-90FB-FFE50A7FB8FC}"/>
    <dgm:cxn modelId="{03E73421-427A-4F5D-8845-A2AFF6ED3AD7}" srcId="{366FFF13-251F-491F-8382-0DC0B0ED1C6E}" destId="{7E71061D-3BAE-471F-B700-2EE07FB41A8B}" srcOrd="3" destOrd="0" parTransId="{FAC42D9C-8C54-44DF-AA7C-0CAAF2EDCAEA}" sibTransId="{E765F607-1FE4-4328-8896-CB7F4DC568A5}"/>
    <dgm:cxn modelId="{00AADB22-3DCC-4A81-800B-B48DFD23FFE0}" type="presOf" srcId="{2C98DBBB-0FFD-406D-B68F-2ECEC10FADE7}" destId="{6E7D4436-1034-4A46-A0A5-BB896A1C9A06}" srcOrd="0" destOrd="0" presId="urn:microsoft.com/office/officeart/2005/8/layout/hierarchy3"/>
    <dgm:cxn modelId="{6AC3CF24-62C6-4DA0-9672-54D49601614C}" srcId="{0014EEF3-721F-4612-9D20-2A468AF98049}" destId="{F632C32A-C3DC-4DFF-AE64-1764196F0878}" srcOrd="0" destOrd="0" parTransId="{6A5985DB-2647-45AA-BFF6-72287BE64C39}" sibTransId="{286FC48D-9A95-48C3-A97C-A0D132D12091}"/>
    <dgm:cxn modelId="{5C22F825-BD93-4F66-A756-EC1C503B75C6}" type="presOf" srcId="{0014EEF3-721F-4612-9D20-2A468AF98049}" destId="{708CB3AF-7126-4BAD-ABD6-8D5AC34B86DF}" srcOrd="1" destOrd="0" presId="urn:microsoft.com/office/officeart/2005/8/layout/hierarchy3"/>
    <dgm:cxn modelId="{AFCE8B28-F099-49D8-9CB0-56CD6A52D875}" type="presOf" srcId="{A19D674E-F5A4-4731-8CFD-7F2CED7D7577}" destId="{1EF57A6F-2CFD-4821-B634-8E9B50145ECB}" srcOrd="0" destOrd="0" presId="urn:microsoft.com/office/officeart/2005/8/layout/hierarchy3"/>
    <dgm:cxn modelId="{F6E1F12D-569B-4F53-ABC9-2C634F7DCB89}" type="presOf" srcId="{FCC9EA0B-17DD-4850-A8EC-A4BB3105ACA3}" destId="{A2B90DAC-0993-4BB4-97E2-A72AFFCBDA9A}" srcOrd="0" destOrd="0" presId="urn:microsoft.com/office/officeart/2005/8/layout/hierarchy3"/>
    <dgm:cxn modelId="{7865DB2F-2DFF-4E23-8615-08A6FD31EB44}" type="presOf" srcId="{88CFEA83-FC21-4525-B217-32DBD2C01905}" destId="{800660EF-5E49-4305-9B06-3C894AC4A290}" srcOrd="0" destOrd="0" presId="urn:microsoft.com/office/officeart/2005/8/layout/hierarchy3"/>
    <dgm:cxn modelId="{73F08930-AEF3-460C-A2EE-92F5581660FB}" type="presOf" srcId="{AE7C40CA-34CA-460B-89C9-680D18884DF3}" destId="{A5ECCE37-A677-49BD-9E56-3492ABD61DA3}" srcOrd="0" destOrd="0" presId="urn:microsoft.com/office/officeart/2005/8/layout/hierarchy3"/>
    <dgm:cxn modelId="{3DC46832-A706-4CEE-BE6E-A309C5F2509B}" type="presOf" srcId="{98495D82-6A6E-4046-9EF0-E214FBBB03F7}" destId="{F6C5E2F3-95CC-49B4-987E-7779F0DE69AC}" srcOrd="0" destOrd="0" presId="urn:microsoft.com/office/officeart/2005/8/layout/hierarchy3"/>
    <dgm:cxn modelId="{1D983F35-47CA-4870-B323-C1111E05A66C}" type="presOf" srcId="{F632C32A-C3DC-4DFF-AE64-1764196F0878}" destId="{FE20DD40-84E7-46BF-9DFA-8968F73CF752}" srcOrd="0" destOrd="0" presId="urn:microsoft.com/office/officeart/2005/8/layout/hierarchy3"/>
    <dgm:cxn modelId="{F1721836-7B2B-474A-BE9D-3D07BB549463}" type="presOf" srcId="{30C48324-BF6D-4E59-8F3B-CD8F5DEFA9CE}" destId="{CD608EF5-B44E-45D0-A531-1F51EE7113A4}" srcOrd="0" destOrd="0" presId="urn:microsoft.com/office/officeart/2005/8/layout/hierarchy3"/>
    <dgm:cxn modelId="{79E15C3A-82D4-4A9D-9774-78B309CEC9AA}" type="presOf" srcId="{7E71061D-3BAE-471F-B700-2EE07FB41A8B}" destId="{F7F6F027-FBF4-40ED-AD15-62C7D3CFA88E}" srcOrd="0" destOrd="0" presId="urn:microsoft.com/office/officeart/2005/8/layout/hierarchy3"/>
    <dgm:cxn modelId="{B02CC73D-4B19-47F9-A5BF-46141E318C27}" srcId="{0014EEF3-721F-4612-9D20-2A468AF98049}" destId="{5F61A1FB-225F-43B2-AC9D-B01484F2C13A}" srcOrd="1" destOrd="0" parTransId="{9994CE72-C228-4B8F-A9A7-50E638602BDC}" sibTransId="{D6E02AAC-593D-447A-99EE-633CEFC46429}"/>
    <dgm:cxn modelId="{7C4ADD40-57FD-40A6-AC23-C30572E2F122}" type="presOf" srcId="{3B0DB24F-2407-43BC-B4F8-98EE7D393EAB}" destId="{CCC4763B-C3BE-4895-9369-75AB177A757F}" srcOrd="0" destOrd="0" presId="urn:microsoft.com/office/officeart/2005/8/layout/hierarchy3"/>
    <dgm:cxn modelId="{90A4445D-3AD1-473C-A06E-389FBFA291DF}" type="presOf" srcId="{6A5985DB-2647-45AA-BFF6-72287BE64C39}" destId="{9257660A-166E-4AF8-BBBE-A4254C9DC808}" srcOrd="0" destOrd="0" presId="urn:microsoft.com/office/officeart/2005/8/layout/hierarchy3"/>
    <dgm:cxn modelId="{EDD0445E-3B64-431B-87F3-F2C8BF663FCD}" srcId="{9DBE479F-76E9-49FF-9984-EA099852C9EC}" destId="{30C48324-BF6D-4E59-8F3B-CD8F5DEFA9CE}" srcOrd="1" destOrd="0" parTransId="{B66DFFD1-3E91-4C91-8434-9F2DC42969DE}" sibTransId="{DA118A20-F4D7-4D1D-80E0-7591C791B139}"/>
    <dgm:cxn modelId="{82873D61-7551-4D5E-B38A-3BA21FC6D0B9}" srcId="{98495D82-6A6E-4046-9EF0-E214FBBB03F7}" destId="{E0E58764-540D-4F15-BF66-0A7055B710B7}" srcOrd="1" destOrd="0" parTransId="{4FA4012A-F952-440C-989D-5470E53E84EF}" sibTransId="{DF00C8AD-D8A4-4633-B5CE-41BA04BE2DCA}"/>
    <dgm:cxn modelId="{69622565-8829-4240-B5AE-78D44D839975}" srcId="{7E71061D-3BAE-471F-B700-2EE07FB41A8B}" destId="{A19D674E-F5A4-4731-8CFD-7F2CED7D7577}" srcOrd="0" destOrd="0" parTransId="{8292C392-21C0-49C0-A902-FAE1A37A0450}" sibTransId="{01EAB855-C352-4FB3-9E0D-F9F0D87EF32D}"/>
    <dgm:cxn modelId="{6538126B-E9C1-4947-9554-11E74D82A01D}" type="presOf" srcId="{14AB1B31-7A20-40C8-AE78-7EACC13DCA97}" destId="{0BF09AC4-99CE-400C-A827-4053B7F44092}" srcOrd="0" destOrd="0" presId="urn:microsoft.com/office/officeart/2005/8/layout/hierarchy3"/>
    <dgm:cxn modelId="{E26C844E-ABE5-4718-BB0A-9A29D073A503}" srcId="{98495D82-6A6E-4046-9EF0-E214FBBB03F7}" destId="{3B0DB24F-2407-43BC-B4F8-98EE7D393EAB}" srcOrd="2" destOrd="0" parTransId="{4A7E06BA-162F-48C8-A096-296427C42E61}" sibTransId="{BCB3DFE7-408B-431C-90F7-ECFDE8EA528C}"/>
    <dgm:cxn modelId="{ACCEC46F-F244-423F-ACDC-7A1EB8B68C2B}" type="presOf" srcId="{E0E58764-540D-4F15-BF66-0A7055B710B7}" destId="{1BCDE05D-B8C6-4065-8C6F-2129AB7A23EE}" srcOrd="0" destOrd="0" presId="urn:microsoft.com/office/officeart/2005/8/layout/hierarchy3"/>
    <dgm:cxn modelId="{F57F6671-40E1-48A5-B59B-8D3EC75BEB02}" srcId="{9DBE479F-76E9-49FF-9984-EA099852C9EC}" destId="{16320184-8376-40F2-854A-0E61A2106BC4}" srcOrd="2" destOrd="0" parTransId="{14AB1B31-7A20-40C8-AE78-7EACC13DCA97}" sibTransId="{D8DA8CDE-0735-4F0F-8821-6183BCEE8C93}"/>
    <dgm:cxn modelId="{3E64DE71-C76C-4D7A-A1C1-22883BE79D34}" type="presOf" srcId="{0014EEF3-721F-4612-9D20-2A468AF98049}" destId="{68F8A990-8CA1-421F-A39E-AF2F917A2199}" srcOrd="0" destOrd="0" presId="urn:microsoft.com/office/officeart/2005/8/layout/hierarchy3"/>
    <dgm:cxn modelId="{A425BA52-CBFF-4619-9485-C57327FA8CAF}" srcId="{98495D82-6A6E-4046-9EF0-E214FBBB03F7}" destId="{60CDB4D8-DC61-4F0C-98D6-05D4F0A96653}" srcOrd="0" destOrd="0" parTransId="{88CFEA83-FC21-4525-B217-32DBD2C01905}" sibTransId="{3D6FC10E-0F2B-4134-B07B-F6CFF1EB3646}"/>
    <dgm:cxn modelId="{F09C0478-769B-4EDC-A095-013628D3CBE6}" type="presOf" srcId="{4A7E06BA-162F-48C8-A096-296427C42E61}" destId="{5A54EF30-B0AB-49AF-90ED-0AA4214E0A7F}" srcOrd="0" destOrd="0" presId="urn:microsoft.com/office/officeart/2005/8/layout/hierarchy3"/>
    <dgm:cxn modelId="{3D709D58-FC3C-488E-8682-F5662623BD18}" type="presOf" srcId="{B66DFFD1-3E91-4C91-8434-9F2DC42969DE}" destId="{1CF83D13-1633-42B2-859F-020C89D8650C}" srcOrd="0" destOrd="0" presId="urn:microsoft.com/office/officeart/2005/8/layout/hierarchy3"/>
    <dgm:cxn modelId="{CC091A7B-9D64-4C44-AAFD-FF746B0FF00D}" srcId="{0014EEF3-721F-4612-9D20-2A468AF98049}" destId="{2C98DBBB-0FFD-406D-B68F-2ECEC10FADE7}" srcOrd="2" destOrd="0" parTransId="{66DC0DE2-22BB-4AF6-8AA2-45AB7D43BDE5}" sibTransId="{51805899-D941-40E8-9C0F-6D9C092024D4}"/>
    <dgm:cxn modelId="{7AB4537B-0FBB-4021-90A9-23A1351F1472}" type="presOf" srcId="{5F61A1FB-225F-43B2-AC9D-B01484F2C13A}" destId="{5026E93A-048B-42B4-B154-2F9A4CFC4CBF}" srcOrd="0" destOrd="0" presId="urn:microsoft.com/office/officeart/2005/8/layout/hierarchy3"/>
    <dgm:cxn modelId="{FAD1927D-2885-451D-B260-BC5A9620CF7A}" type="presOf" srcId="{4FA4012A-F952-440C-989D-5470E53E84EF}" destId="{E34BEB37-9976-4768-B8E1-291F522278E7}" srcOrd="0" destOrd="0" presId="urn:microsoft.com/office/officeart/2005/8/layout/hierarchy3"/>
    <dgm:cxn modelId="{198C2E9F-B7C3-462A-AAA6-3076CF9B92E8}" type="presOf" srcId="{66DC0DE2-22BB-4AF6-8AA2-45AB7D43BDE5}" destId="{4ECA9FC4-24C5-48BA-BD53-B2F624147ADE}" srcOrd="0" destOrd="0" presId="urn:microsoft.com/office/officeart/2005/8/layout/hierarchy3"/>
    <dgm:cxn modelId="{19AF80A0-C429-435F-8DD1-4B0E996D00F4}" type="presOf" srcId="{7E71061D-3BAE-471F-B700-2EE07FB41A8B}" destId="{002CCED9-5951-41B2-99EE-429D0DD1BDCC}" srcOrd="1" destOrd="0" presId="urn:microsoft.com/office/officeart/2005/8/layout/hierarchy3"/>
    <dgm:cxn modelId="{B74BCCA0-349E-4367-AD02-DCDC1BD4C52A}" type="presOf" srcId="{8292C392-21C0-49C0-A902-FAE1A37A0450}" destId="{7D8890CD-01AD-41BE-9E86-67BEB7241A63}" srcOrd="0" destOrd="0" presId="urn:microsoft.com/office/officeart/2005/8/layout/hierarchy3"/>
    <dgm:cxn modelId="{D85F66A7-DEFC-4DE7-B65B-D2A9EA28E383}" type="presOf" srcId="{16320184-8376-40F2-854A-0E61A2106BC4}" destId="{8FBC70CD-9B51-4AF6-8CA8-51D1E11A3581}" srcOrd="0" destOrd="0" presId="urn:microsoft.com/office/officeart/2005/8/layout/hierarchy3"/>
    <dgm:cxn modelId="{AB28BEAB-F29F-4B86-B68F-7FFC611FBA1A}" srcId="{7E71061D-3BAE-471F-B700-2EE07FB41A8B}" destId="{28B8F87E-4888-4BD5-A200-E28BBA91995C}" srcOrd="2" destOrd="0" parTransId="{AE7C40CA-34CA-460B-89C9-680D18884DF3}" sibTransId="{AF22C56A-03AB-45B8-B1CA-FD046E18D71F}"/>
    <dgm:cxn modelId="{667B53B9-1322-46F5-96FB-81328D0E1144}" srcId="{7E71061D-3BAE-471F-B700-2EE07FB41A8B}" destId="{FCC9EA0B-17DD-4850-A8EC-A4BB3105ACA3}" srcOrd="1" destOrd="0" parTransId="{0AAA1754-A2D4-41E9-96FA-F51573FE5DA0}" sibTransId="{F20B62F1-E14F-4722-8CEE-3463F586D0AF}"/>
    <dgm:cxn modelId="{60294BBF-1F37-4FD8-BC29-AB42EB0EE537}" type="presOf" srcId="{FE39724C-4271-40A1-BF67-1E70C47CCE8C}" destId="{715AC4B9-3FDE-4454-81D3-65E7F452F6DA}" srcOrd="0" destOrd="0" presId="urn:microsoft.com/office/officeart/2005/8/layout/hierarchy3"/>
    <dgm:cxn modelId="{ABDFA3C3-46F1-47D7-8954-E8A5921ECCD3}" type="presOf" srcId="{C1EA1524-681F-43DE-B9FB-CAFD9B35175A}" destId="{15EBF4C9-9616-4CB4-ADD6-C1BB65AFC348}" srcOrd="0" destOrd="0" presId="urn:microsoft.com/office/officeart/2005/8/layout/hierarchy3"/>
    <dgm:cxn modelId="{3DC3EFC3-D450-4C89-B979-2279A3A12987}" srcId="{9DBE479F-76E9-49FF-9984-EA099852C9EC}" destId="{C1EA1524-681F-43DE-B9FB-CAFD9B35175A}" srcOrd="0" destOrd="0" parTransId="{FE39724C-4271-40A1-BF67-1E70C47CCE8C}" sibTransId="{336D8EFD-09FA-4DF6-8455-FD4AC7A843D2}"/>
    <dgm:cxn modelId="{086179C9-B9D4-4219-9DD5-0A643C9D4050}" type="presOf" srcId="{0AAA1754-A2D4-41E9-96FA-F51573FE5DA0}" destId="{110DE8A1-DFF4-4E2A-8738-6BBB1B80E1DE}" srcOrd="0" destOrd="0" presId="urn:microsoft.com/office/officeart/2005/8/layout/hierarchy3"/>
    <dgm:cxn modelId="{EFB4F5CF-2AEC-4F05-857C-67A0399D51FE}" srcId="{366FFF13-251F-491F-8382-0DC0B0ED1C6E}" destId="{0014EEF3-721F-4612-9D20-2A468AF98049}" srcOrd="0" destOrd="0" parTransId="{5C7EE354-5D61-4CC1-9975-71049CD66C3F}" sibTransId="{08967C2C-3310-4CAB-B559-91F67A7C6C34}"/>
    <dgm:cxn modelId="{0A6609D1-E113-4429-B290-8147CA9E31A9}" type="presOf" srcId="{366FFF13-251F-491F-8382-0DC0B0ED1C6E}" destId="{88F5F449-A3AB-4583-A531-A5EA25AC66DD}" srcOrd="0" destOrd="0" presId="urn:microsoft.com/office/officeart/2005/8/layout/hierarchy3"/>
    <dgm:cxn modelId="{879370D8-5796-4E42-A6F9-359AF03E1C83}" type="presOf" srcId="{9994CE72-C228-4B8F-A9A7-50E638602BDC}" destId="{1FA4963E-BEA5-465F-A966-CEBCA4A1860C}" srcOrd="0" destOrd="0" presId="urn:microsoft.com/office/officeart/2005/8/layout/hierarchy3"/>
    <dgm:cxn modelId="{A6398DDD-F133-4E74-8E52-FB6212AC7E9E}" type="presOf" srcId="{9DBE479F-76E9-49FF-9984-EA099852C9EC}" destId="{D040B632-D7C4-483B-AEAD-123089790273}" srcOrd="1" destOrd="0" presId="urn:microsoft.com/office/officeart/2005/8/layout/hierarchy3"/>
    <dgm:cxn modelId="{05ADC5DD-1465-466E-A28B-2F2B74B14EA0}" type="presOf" srcId="{28B8F87E-4888-4BD5-A200-E28BBA91995C}" destId="{91BA3A05-46EF-4F53-BE62-B3B1B67C5E45}" srcOrd="0" destOrd="0" presId="urn:microsoft.com/office/officeart/2005/8/layout/hierarchy3"/>
    <dgm:cxn modelId="{D2565BE6-B629-4A79-B5DA-98391FA9098A}" type="presOf" srcId="{9DBE479F-76E9-49FF-9984-EA099852C9EC}" destId="{09FF7EC1-6042-4E2D-ABB2-8FAE236D2AEC}" srcOrd="0" destOrd="0" presId="urn:microsoft.com/office/officeart/2005/8/layout/hierarchy3"/>
    <dgm:cxn modelId="{894DBEE8-A4A9-4A60-87DE-017BC8CA0361}" type="presOf" srcId="{98495D82-6A6E-4046-9EF0-E214FBBB03F7}" destId="{FCE0371B-ABDD-47A2-BA5C-53ED9598524E}" srcOrd="1" destOrd="0" presId="urn:microsoft.com/office/officeart/2005/8/layout/hierarchy3"/>
    <dgm:cxn modelId="{B07E15EA-E38E-4B40-8E24-39F57426838C}" srcId="{366FFF13-251F-491F-8382-0DC0B0ED1C6E}" destId="{98495D82-6A6E-4046-9EF0-E214FBBB03F7}" srcOrd="1" destOrd="0" parTransId="{11FB309D-BD46-4DA4-B25C-5759ABD8AEA2}" sibTransId="{1E71D48A-D4C5-4834-BB68-5017C28F8D2F}"/>
    <dgm:cxn modelId="{034B0EEB-4F81-4DD0-9E74-1DFB4BF30758}" type="presOf" srcId="{60CDB4D8-DC61-4F0C-98D6-05D4F0A96653}" destId="{7572E8A5-4F75-41BC-94F8-4387786EAFE4}" srcOrd="0" destOrd="0" presId="urn:microsoft.com/office/officeart/2005/8/layout/hierarchy3"/>
    <dgm:cxn modelId="{D0F6C33E-3594-44C8-AB67-B7BEE5D9798F}" type="presParOf" srcId="{88F5F449-A3AB-4583-A531-A5EA25AC66DD}" destId="{5175984E-EEB0-4E49-B97C-73325DAC8EB2}" srcOrd="0" destOrd="0" presId="urn:microsoft.com/office/officeart/2005/8/layout/hierarchy3"/>
    <dgm:cxn modelId="{9FE5696B-D10B-4EA5-AC0B-BDE88F55BF0E}" type="presParOf" srcId="{5175984E-EEB0-4E49-B97C-73325DAC8EB2}" destId="{BFCF3A64-A39A-4E4F-8DEB-6A2722159296}" srcOrd="0" destOrd="0" presId="urn:microsoft.com/office/officeart/2005/8/layout/hierarchy3"/>
    <dgm:cxn modelId="{DFF200E7-05B7-43AC-8716-27824E482262}" type="presParOf" srcId="{BFCF3A64-A39A-4E4F-8DEB-6A2722159296}" destId="{68F8A990-8CA1-421F-A39E-AF2F917A2199}" srcOrd="0" destOrd="0" presId="urn:microsoft.com/office/officeart/2005/8/layout/hierarchy3"/>
    <dgm:cxn modelId="{1BB294BF-BA29-4CD1-B507-E26439A99A56}" type="presParOf" srcId="{BFCF3A64-A39A-4E4F-8DEB-6A2722159296}" destId="{708CB3AF-7126-4BAD-ABD6-8D5AC34B86DF}" srcOrd="1" destOrd="0" presId="urn:microsoft.com/office/officeart/2005/8/layout/hierarchy3"/>
    <dgm:cxn modelId="{E4503535-DA82-45AD-BE7D-CF9CCE389698}" type="presParOf" srcId="{5175984E-EEB0-4E49-B97C-73325DAC8EB2}" destId="{AB45EC78-70CD-4FFC-95AF-7B38CF866BA5}" srcOrd="1" destOrd="0" presId="urn:microsoft.com/office/officeart/2005/8/layout/hierarchy3"/>
    <dgm:cxn modelId="{80A7484B-7321-496C-BF21-F3ED97722D24}" type="presParOf" srcId="{AB45EC78-70CD-4FFC-95AF-7B38CF866BA5}" destId="{9257660A-166E-4AF8-BBBE-A4254C9DC808}" srcOrd="0" destOrd="0" presId="urn:microsoft.com/office/officeart/2005/8/layout/hierarchy3"/>
    <dgm:cxn modelId="{993E6494-D862-4C67-BBDD-7BD2A19EDDA3}" type="presParOf" srcId="{AB45EC78-70CD-4FFC-95AF-7B38CF866BA5}" destId="{FE20DD40-84E7-46BF-9DFA-8968F73CF752}" srcOrd="1" destOrd="0" presId="urn:microsoft.com/office/officeart/2005/8/layout/hierarchy3"/>
    <dgm:cxn modelId="{373D53CD-0520-4E96-AECA-3D1906FDA8F4}" type="presParOf" srcId="{AB45EC78-70CD-4FFC-95AF-7B38CF866BA5}" destId="{1FA4963E-BEA5-465F-A966-CEBCA4A1860C}" srcOrd="2" destOrd="0" presId="urn:microsoft.com/office/officeart/2005/8/layout/hierarchy3"/>
    <dgm:cxn modelId="{98900637-6CD2-427B-B16A-6E6123F7CA5B}" type="presParOf" srcId="{AB45EC78-70CD-4FFC-95AF-7B38CF866BA5}" destId="{5026E93A-048B-42B4-B154-2F9A4CFC4CBF}" srcOrd="3" destOrd="0" presId="urn:microsoft.com/office/officeart/2005/8/layout/hierarchy3"/>
    <dgm:cxn modelId="{1C3FB48F-E98A-4A2E-87CD-1D04D0A894B0}" type="presParOf" srcId="{AB45EC78-70CD-4FFC-95AF-7B38CF866BA5}" destId="{4ECA9FC4-24C5-48BA-BD53-B2F624147ADE}" srcOrd="4" destOrd="0" presId="urn:microsoft.com/office/officeart/2005/8/layout/hierarchy3"/>
    <dgm:cxn modelId="{34873B10-A805-4B9F-9125-83E34BB49331}" type="presParOf" srcId="{AB45EC78-70CD-4FFC-95AF-7B38CF866BA5}" destId="{6E7D4436-1034-4A46-A0A5-BB896A1C9A06}" srcOrd="5" destOrd="0" presId="urn:microsoft.com/office/officeart/2005/8/layout/hierarchy3"/>
    <dgm:cxn modelId="{B3219393-A0B7-4A3F-B65C-EE62E239A6CD}" type="presParOf" srcId="{88F5F449-A3AB-4583-A531-A5EA25AC66DD}" destId="{015A1118-B709-4B92-BD63-48288021E9A4}" srcOrd="1" destOrd="0" presId="urn:microsoft.com/office/officeart/2005/8/layout/hierarchy3"/>
    <dgm:cxn modelId="{8BA3554F-CF2A-43B6-980A-F47A294991DD}" type="presParOf" srcId="{015A1118-B709-4B92-BD63-48288021E9A4}" destId="{4834CB5D-67D4-4BD2-AC71-6A54A8AA4736}" srcOrd="0" destOrd="0" presId="urn:microsoft.com/office/officeart/2005/8/layout/hierarchy3"/>
    <dgm:cxn modelId="{E5F10E6B-6A7A-4152-89AD-1FBDCF06BCC3}" type="presParOf" srcId="{4834CB5D-67D4-4BD2-AC71-6A54A8AA4736}" destId="{F6C5E2F3-95CC-49B4-987E-7779F0DE69AC}" srcOrd="0" destOrd="0" presId="urn:microsoft.com/office/officeart/2005/8/layout/hierarchy3"/>
    <dgm:cxn modelId="{1B35A7F6-C573-4752-8351-AA08CAC4FF58}" type="presParOf" srcId="{4834CB5D-67D4-4BD2-AC71-6A54A8AA4736}" destId="{FCE0371B-ABDD-47A2-BA5C-53ED9598524E}" srcOrd="1" destOrd="0" presId="urn:microsoft.com/office/officeart/2005/8/layout/hierarchy3"/>
    <dgm:cxn modelId="{2F4DC19D-03D7-4633-89B1-61CF4BEA07FC}" type="presParOf" srcId="{015A1118-B709-4B92-BD63-48288021E9A4}" destId="{F3417F69-3F73-43D6-9244-1D912D1ADB17}" srcOrd="1" destOrd="0" presId="urn:microsoft.com/office/officeart/2005/8/layout/hierarchy3"/>
    <dgm:cxn modelId="{266ED177-04E8-43E2-970A-6E305DC5FDBF}" type="presParOf" srcId="{F3417F69-3F73-43D6-9244-1D912D1ADB17}" destId="{800660EF-5E49-4305-9B06-3C894AC4A290}" srcOrd="0" destOrd="0" presId="urn:microsoft.com/office/officeart/2005/8/layout/hierarchy3"/>
    <dgm:cxn modelId="{54E335C0-52B5-4B45-8A2F-D97A1EC97EAB}" type="presParOf" srcId="{F3417F69-3F73-43D6-9244-1D912D1ADB17}" destId="{7572E8A5-4F75-41BC-94F8-4387786EAFE4}" srcOrd="1" destOrd="0" presId="urn:microsoft.com/office/officeart/2005/8/layout/hierarchy3"/>
    <dgm:cxn modelId="{57B745D3-4C76-447D-AFAA-054091E1226F}" type="presParOf" srcId="{F3417F69-3F73-43D6-9244-1D912D1ADB17}" destId="{E34BEB37-9976-4768-B8E1-291F522278E7}" srcOrd="2" destOrd="0" presId="urn:microsoft.com/office/officeart/2005/8/layout/hierarchy3"/>
    <dgm:cxn modelId="{75A7DF74-28E9-4CDA-8031-8A31177D6551}" type="presParOf" srcId="{F3417F69-3F73-43D6-9244-1D912D1ADB17}" destId="{1BCDE05D-B8C6-4065-8C6F-2129AB7A23EE}" srcOrd="3" destOrd="0" presId="urn:microsoft.com/office/officeart/2005/8/layout/hierarchy3"/>
    <dgm:cxn modelId="{1B2BC0F8-B871-43A0-9DC8-1809A00D0C5F}" type="presParOf" srcId="{F3417F69-3F73-43D6-9244-1D912D1ADB17}" destId="{5A54EF30-B0AB-49AF-90ED-0AA4214E0A7F}" srcOrd="4" destOrd="0" presId="urn:microsoft.com/office/officeart/2005/8/layout/hierarchy3"/>
    <dgm:cxn modelId="{017564DC-CEF0-410A-A03E-AC46AF1AF1F9}" type="presParOf" srcId="{F3417F69-3F73-43D6-9244-1D912D1ADB17}" destId="{CCC4763B-C3BE-4895-9369-75AB177A757F}" srcOrd="5" destOrd="0" presId="urn:microsoft.com/office/officeart/2005/8/layout/hierarchy3"/>
    <dgm:cxn modelId="{97892D39-8FB3-42AB-819B-B9A38DB760A5}" type="presParOf" srcId="{88F5F449-A3AB-4583-A531-A5EA25AC66DD}" destId="{67EC1398-2811-4E19-AD24-4B33FF6FC374}" srcOrd="2" destOrd="0" presId="urn:microsoft.com/office/officeart/2005/8/layout/hierarchy3"/>
    <dgm:cxn modelId="{B33DABF2-14DA-4CD2-AF86-6AD13FF118FE}" type="presParOf" srcId="{67EC1398-2811-4E19-AD24-4B33FF6FC374}" destId="{DCC2F549-30E7-4D0F-929E-BCBCBE5FDA44}" srcOrd="0" destOrd="0" presId="urn:microsoft.com/office/officeart/2005/8/layout/hierarchy3"/>
    <dgm:cxn modelId="{A09E6310-7AAA-4E7F-BE13-8FB4A970262C}" type="presParOf" srcId="{DCC2F549-30E7-4D0F-929E-BCBCBE5FDA44}" destId="{09FF7EC1-6042-4E2D-ABB2-8FAE236D2AEC}" srcOrd="0" destOrd="0" presId="urn:microsoft.com/office/officeart/2005/8/layout/hierarchy3"/>
    <dgm:cxn modelId="{F24093A5-9C26-436A-8CD4-3217AFF5693A}" type="presParOf" srcId="{DCC2F549-30E7-4D0F-929E-BCBCBE5FDA44}" destId="{D040B632-D7C4-483B-AEAD-123089790273}" srcOrd="1" destOrd="0" presId="urn:microsoft.com/office/officeart/2005/8/layout/hierarchy3"/>
    <dgm:cxn modelId="{4113E6C3-F288-4263-9AB8-A3D96763BD5E}" type="presParOf" srcId="{67EC1398-2811-4E19-AD24-4B33FF6FC374}" destId="{ABC65887-39EB-4711-AD87-E56B547B156C}" srcOrd="1" destOrd="0" presId="urn:microsoft.com/office/officeart/2005/8/layout/hierarchy3"/>
    <dgm:cxn modelId="{B43687D7-DE17-40A2-8A2A-BC4D9C0FD1ED}" type="presParOf" srcId="{ABC65887-39EB-4711-AD87-E56B547B156C}" destId="{715AC4B9-3FDE-4454-81D3-65E7F452F6DA}" srcOrd="0" destOrd="0" presId="urn:microsoft.com/office/officeart/2005/8/layout/hierarchy3"/>
    <dgm:cxn modelId="{58C3958E-43D8-493E-99C3-3EB351A20CAA}" type="presParOf" srcId="{ABC65887-39EB-4711-AD87-E56B547B156C}" destId="{15EBF4C9-9616-4CB4-ADD6-C1BB65AFC348}" srcOrd="1" destOrd="0" presId="urn:microsoft.com/office/officeart/2005/8/layout/hierarchy3"/>
    <dgm:cxn modelId="{A536D785-3B75-457E-AD57-6BFED624C5E9}" type="presParOf" srcId="{ABC65887-39EB-4711-AD87-E56B547B156C}" destId="{1CF83D13-1633-42B2-859F-020C89D8650C}" srcOrd="2" destOrd="0" presId="urn:microsoft.com/office/officeart/2005/8/layout/hierarchy3"/>
    <dgm:cxn modelId="{D95D5E37-D008-4FF7-BB3C-6475439CB89B}" type="presParOf" srcId="{ABC65887-39EB-4711-AD87-E56B547B156C}" destId="{CD608EF5-B44E-45D0-A531-1F51EE7113A4}" srcOrd="3" destOrd="0" presId="urn:microsoft.com/office/officeart/2005/8/layout/hierarchy3"/>
    <dgm:cxn modelId="{5ED704B3-00B5-47B9-B144-E60B4CDD2624}" type="presParOf" srcId="{ABC65887-39EB-4711-AD87-E56B547B156C}" destId="{0BF09AC4-99CE-400C-A827-4053B7F44092}" srcOrd="4" destOrd="0" presId="urn:microsoft.com/office/officeart/2005/8/layout/hierarchy3"/>
    <dgm:cxn modelId="{E0412B1B-07B7-4008-8981-FC34DDB566AA}" type="presParOf" srcId="{ABC65887-39EB-4711-AD87-E56B547B156C}" destId="{8FBC70CD-9B51-4AF6-8CA8-51D1E11A3581}" srcOrd="5" destOrd="0" presId="urn:microsoft.com/office/officeart/2005/8/layout/hierarchy3"/>
    <dgm:cxn modelId="{45264C5C-EE82-4AE9-B5AC-57D491883093}" type="presParOf" srcId="{88F5F449-A3AB-4583-A531-A5EA25AC66DD}" destId="{9B731CD5-54FA-4D73-9427-9EFFB7082F51}" srcOrd="3" destOrd="0" presId="urn:microsoft.com/office/officeart/2005/8/layout/hierarchy3"/>
    <dgm:cxn modelId="{56D5FF46-8824-40E8-B48A-95A816E78BEA}" type="presParOf" srcId="{9B731CD5-54FA-4D73-9427-9EFFB7082F51}" destId="{CC816292-73DA-4290-BBC5-9C3371FA3D4C}" srcOrd="0" destOrd="0" presId="urn:microsoft.com/office/officeart/2005/8/layout/hierarchy3"/>
    <dgm:cxn modelId="{A0779134-956A-443B-959E-B3A423D64564}" type="presParOf" srcId="{CC816292-73DA-4290-BBC5-9C3371FA3D4C}" destId="{F7F6F027-FBF4-40ED-AD15-62C7D3CFA88E}" srcOrd="0" destOrd="0" presId="urn:microsoft.com/office/officeart/2005/8/layout/hierarchy3"/>
    <dgm:cxn modelId="{DA84882D-B747-4808-817C-C13B28B755BA}" type="presParOf" srcId="{CC816292-73DA-4290-BBC5-9C3371FA3D4C}" destId="{002CCED9-5951-41B2-99EE-429D0DD1BDCC}" srcOrd="1" destOrd="0" presId="urn:microsoft.com/office/officeart/2005/8/layout/hierarchy3"/>
    <dgm:cxn modelId="{2D32E8A0-57B0-4C8A-813A-476F3F712D25}" type="presParOf" srcId="{9B731CD5-54FA-4D73-9427-9EFFB7082F51}" destId="{204B6D8D-38DA-4BA7-BC96-C52502C20B4E}" srcOrd="1" destOrd="0" presId="urn:microsoft.com/office/officeart/2005/8/layout/hierarchy3"/>
    <dgm:cxn modelId="{578C243E-CD12-4287-B93F-46A22CCE145F}" type="presParOf" srcId="{204B6D8D-38DA-4BA7-BC96-C52502C20B4E}" destId="{7D8890CD-01AD-41BE-9E86-67BEB7241A63}" srcOrd="0" destOrd="0" presId="urn:microsoft.com/office/officeart/2005/8/layout/hierarchy3"/>
    <dgm:cxn modelId="{A6B27F8B-5847-4BC1-8A44-21D37B83851D}" type="presParOf" srcId="{204B6D8D-38DA-4BA7-BC96-C52502C20B4E}" destId="{1EF57A6F-2CFD-4821-B634-8E9B50145ECB}" srcOrd="1" destOrd="0" presId="urn:microsoft.com/office/officeart/2005/8/layout/hierarchy3"/>
    <dgm:cxn modelId="{0DBAB4AC-661E-411A-9FEB-2BF8A4D41035}" type="presParOf" srcId="{204B6D8D-38DA-4BA7-BC96-C52502C20B4E}" destId="{110DE8A1-DFF4-4E2A-8738-6BBB1B80E1DE}" srcOrd="2" destOrd="0" presId="urn:microsoft.com/office/officeart/2005/8/layout/hierarchy3"/>
    <dgm:cxn modelId="{FCC49254-34E8-45A6-B7CE-2FF6D1B8DA97}" type="presParOf" srcId="{204B6D8D-38DA-4BA7-BC96-C52502C20B4E}" destId="{A2B90DAC-0993-4BB4-97E2-A72AFFCBDA9A}" srcOrd="3" destOrd="0" presId="urn:microsoft.com/office/officeart/2005/8/layout/hierarchy3"/>
    <dgm:cxn modelId="{7562A9A6-D639-491B-A941-0EAD90CA4128}" type="presParOf" srcId="{204B6D8D-38DA-4BA7-BC96-C52502C20B4E}" destId="{A5ECCE37-A677-49BD-9E56-3492ABD61DA3}" srcOrd="4" destOrd="0" presId="urn:microsoft.com/office/officeart/2005/8/layout/hierarchy3"/>
    <dgm:cxn modelId="{E8448621-CD64-4E85-9F09-232FF8C87551}" type="presParOf" srcId="{204B6D8D-38DA-4BA7-BC96-C52502C20B4E}" destId="{91BA3A05-46EF-4F53-BE62-B3B1B67C5E45}" srcOrd="5"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02C47B3-AA97-46C5-B7FC-8395C2754DB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GB"/>
        </a:p>
      </dgm:t>
    </dgm:pt>
    <dgm:pt modelId="{6C37B22C-3343-42EC-A82F-C7843098B05D}">
      <dgm:prSet custT="1"/>
      <dgm:spPr>
        <a:solidFill>
          <a:schemeClr val="bg1"/>
        </a:solidFill>
        <a:ln>
          <a:solidFill>
            <a:schemeClr val="accent1"/>
          </a:solidFill>
        </a:ln>
      </dgm:spPr>
      <dgm:t>
        <a:bodyPr/>
        <a:lstStyle/>
        <a:p>
          <a:pPr>
            <a:lnSpc>
              <a:spcPct val="150000"/>
            </a:lnSpc>
          </a:pPr>
          <a:r>
            <a:rPr lang="en-US" sz="1600" b="1">
              <a:solidFill>
                <a:schemeClr val="tx1"/>
              </a:solidFill>
            </a:rPr>
            <a:t>Corporate governance</a:t>
          </a:r>
          <a:r>
            <a:rPr lang="en-US" sz="1600">
              <a:solidFill>
                <a:schemeClr val="tx1"/>
              </a:solidFill>
            </a:rPr>
            <a:t> is a critical enabler of trust, transparency and accountability in organizations.</a:t>
          </a:r>
        </a:p>
      </dgm:t>
    </dgm:pt>
    <dgm:pt modelId="{850FFC87-18CC-4A50-B4AE-E83F072D8D25}" type="parTrans" cxnId="{BAEC5688-7D1C-4080-B1A2-34B65994CB59}">
      <dgm:prSet/>
      <dgm:spPr/>
      <dgm:t>
        <a:bodyPr/>
        <a:lstStyle/>
        <a:p>
          <a:endParaRPr lang="en-GB" sz="1600"/>
        </a:p>
      </dgm:t>
    </dgm:pt>
    <dgm:pt modelId="{9D673D37-1942-4E56-840F-318236F27B45}" type="sibTrans" cxnId="{BAEC5688-7D1C-4080-B1A2-34B65994CB59}">
      <dgm:prSet/>
      <dgm:spPr/>
      <dgm:t>
        <a:bodyPr/>
        <a:lstStyle/>
        <a:p>
          <a:endParaRPr lang="en-GB" sz="1600"/>
        </a:p>
      </dgm:t>
    </dgm:pt>
    <dgm:pt modelId="{2C40C72E-4B4F-44A3-B4BA-7351DFD9A6C6}">
      <dgm:prSet custT="1"/>
      <dgm:spPr>
        <a:solidFill>
          <a:schemeClr val="bg1"/>
        </a:solidFill>
        <a:ln>
          <a:solidFill>
            <a:schemeClr val="accent1"/>
          </a:solidFill>
        </a:ln>
      </dgm:spPr>
      <dgm:t>
        <a:bodyPr/>
        <a:lstStyle/>
        <a:p>
          <a:pPr>
            <a:lnSpc>
              <a:spcPct val="150000"/>
            </a:lnSpc>
          </a:pPr>
          <a:r>
            <a:rPr lang="en-US" sz="1600">
              <a:solidFill>
                <a:schemeClr val="tx1"/>
              </a:solidFill>
            </a:rPr>
            <a:t>Governance goes </a:t>
          </a:r>
          <a:r>
            <a:rPr lang="en-US" sz="1600" b="1">
              <a:solidFill>
                <a:schemeClr val="tx1"/>
              </a:solidFill>
            </a:rPr>
            <a:t>beyond compliance</a:t>
          </a:r>
          <a:r>
            <a:rPr lang="en-US" sz="1600">
              <a:solidFill>
                <a:schemeClr val="tx1"/>
              </a:solidFill>
            </a:rPr>
            <a:t> – it shapes </a:t>
          </a:r>
          <a:r>
            <a:rPr lang="en-US" sz="1600" b="1">
              <a:solidFill>
                <a:schemeClr val="tx1"/>
              </a:solidFill>
            </a:rPr>
            <a:t>culture, ethics, and sustainable value creation</a:t>
          </a:r>
          <a:r>
            <a:rPr lang="en-US" sz="1600">
              <a:solidFill>
                <a:schemeClr val="tx1"/>
              </a:solidFill>
            </a:rPr>
            <a:t>.</a:t>
          </a:r>
        </a:p>
      </dgm:t>
    </dgm:pt>
    <dgm:pt modelId="{CAF3B09A-4A7F-4609-9A69-73F56B13CEA1}" type="parTrans" cxnId="{DF81D9FE-1316-450E-B1F4-3C6312227D0F}">
      <dgm:prSet/>
      <dgm:spPr/>
      <dgm:t>
        <a:bodyPr/>
        <a:lstStyle/>
        <a:p>
          <a:endParaRPr lang="en-GB" sz="1600"/>
        </a:p>
      </dgm:t>
    </dgm:pt>
    <dgm:pt modelId="{937D50F4-8807-4A02-8747-D31A67B00232}" type="sibTrans" cxnId="{DF81D9FE-1316-450E-B1F4-3C6312227D0F}">
      <dgm:prSet/>
      <dgm:spPr/>
      <dgm:t>
        <a:bodyPr/>
        <a:lstStyle/>
        <a:p>
          <a:endParaRPr lang="en-GB" sz="1600"/>
        </a:p>
      </dgm:t>
    </dgm:pt>
    <dgm:pt modelId="{B3A6847A-CEFB-4A03-BE47-E4485E3A76AD}">
      <dgm:prSet custT="1"/>
      <dgm:spPr>
        <a:solidFill>
          <a:schemeClr val="bg1"/>
        </a:solidFill>
        <a:ln>
          <a:solidFill>
            <a:schemeClr val="accent1"/>
          </a:solidFill>
        </a:ln>
      </dgm:spPr>
      <dgm:t>
        <a:bodyPr/>
        <a:lstStyle/>
        <a:p>
          <a:pPr>
            <a:lnSpc>
              <a:spcPct val="150000"/>
            </a:lnSpc>
          </a:pPr>
          <a:r>
            <a:rPr lang="en-US" sz="1600" b="1">
              <a:solidFill>
                <a:schemeClr val="tx1"/>
              </a:solidFill>
            </a:rPr>
            <a:t>Core governance principles</a:t>
          </a:r>
          <a:r>
            <a:rPr lang="en-US" sz="1600">
              <a:solidFill>
                <a:schemeClr val="tx1"/>
              </a:solidFill>
            </a:rPr>
            <a:t> helps in improving board-level decision-making.</a:t>
          </a:r>
        </a:p>
      </dgm:t>
    </dgm:pt>
    <dgm:pt modelId="{3EA7BA33-773E-40A1-9000-47BD140E7C59}" type="parTrans" cxnId="{06684AF9-32DE-4110-8492-EE75FDC496F8}">
      <dgm:prSet/>
      <dgm:spPr/>
      <dgm:t>
        <a:bodyPr/>
        <a:lstStyle/>
        <a:p>
          <a:endParaRPr lang="en-GB" sz="1600"/>
        </a:p>
      </dgm:t>
    </dgm:pt>
    <dgm:pt modelId="{E91914F8-0396-4F69-BE05-0484EB0F7FCE}" type="sibTrans" cxnId="{06684AF9-32DE-4110-8492-EE75FDC496F8}">
      <dgm:prSet/>
      <dgm:spPr/>
      <dgm:t>
        <a:bodyPr/>
        <a:lstStyle/>
        <a:p>
          <a:endParaRPr lang="en-GB" sz="1600"/>
        </a:p>
      </dgm:t>
    </dgm:pt>
    <dgm:pt modelId="{B96E0BB0-BDE9-4E7D-B687-605255E71C12}">
      <dgm:prSet custT="1"/>
      <dgm:spPr>
        <a:solidFill>
          <a:schemeClr val="bg1"/>
        </a:solidFill>
        <a:ln>
          <a:solidFill>
            <a:schemeClr val="accent1"/>
          </a:solidFill>
        </a:ln>
      </dgm:spPr>
      <dgm:t>
        <a:bodyPr/>
        <a:lstStyle/>
        <a:p>
          <a:pPr>
            <a:lnSpc>
              <a:spcPct val="150000"/>
            </a:lnSpc>
          </a:pPr>
          <a:r>
            <a:rPr lang="en-US" sz="1600">
              <a:solidFill>
                <a:schemeClr val="tx1"/>
              </a:solidFill>
            </a:rPr>
            <a:t>A </a:t>
          </a:r>
          <a:r>
            <a:rPr lang="en-US" sz="1600" b="1">
              <a:solidFill>
                <a:schemeClr val="tx1"/>
              </a:solidFill>
            </a:rPr>
            <a:t>comparative lens</a:t>
          </a:r>
          <a:r>
            <a:rPr lang="en-US" sz="1600">
              <a:solidFill>
                <a:schemeClr val="tx1"/>
              </a:solidFill>
            </a:rPr>
            <a:t> on Indian and global frameworks strengthens compliance and oversight.</a:t>
          </a:r>
        </a:p>
      </dgm:t>
    </dgm:pt>
    <dgm:pt modelId="{F5B65B85-3AB0-4D15-A8B9-410CCDF75A69}" type="parTrans" cxnId="{00B2FDEE-5683-41CC-BAFD-AFAD3A195079}">
      <dgm:prSet/>
      <dgm:spPr/>
      <dgm:t>
        <a:bodyPr/>
        <a:lstStyle/>
        <a:p>
          <a:endParaRPr lang="en-GB" sz="1600"/>
        </a:p>
      </dgm:t>
    </dgm:pt>
    <dgm:pt modelId="{82C2F83C-1677-44E0-BEA4-1AD44983FDE2}" type="sibTrans" cxnId="{00B2FDEE-5683-41CC-BAFD-AFAD3A195079}">
      <dgm:prSet/>
      <dgm:spPr/>
      <dgm:t>
        <a:bodyPr/>
        <a:lstStyle/>
        <a:p>
          <a:endParaRPr lang="en-GB" sz="1600"/>
        </a:p>
      </dgm:t>
    </dgm:pt>
    <dgm:pt modelId="{0B999FC4-F094-4C48-A2DE-8FEB325787F2}">
      <dgm:prSet custT="1"/>
      <dgm:spPr>
        <a:solidFill>
          <a:schemeClr val="bg1"/>
        </a:solidFill>
        <a:ln>
          <a:solidFill>
            <a:schemeClr val="accent1"/>
          </a:solidFill>
        </a:ln>
      </dgm:spPr>
      <dgm:t>
        <a:bodyPr/>
        <a:lstStyle/>
        <a:p>
          <a:pPr>
            <a:lnSpc>
              <a:spcPct val="150000"/>
            </a:lnSpc>
          </a:pPr>
          <a:r>
            <a:rPr lang="en-US" sz="1600" b="1">
              <a:solidFill>
                <a:schemeClr val="tx1"/>
              </a:solidFill>
            </a:rPr>
            <a:t>Global best practices</a:t>
          </a:r>
          <a:r>
            <a:rPr lang="en-US" sz="1600">
              <a:solidFill>
                <a:schemeClr val="tx1"/>
              </a:solidFill>
            </a:rPr>
            <a:t> offer benchmarks to elevate governance standards internally.</a:t>
          </a:r>
        </a:p>
      </dgm:t>
    </dgm:pt>
    <dgm:pt modelId="{C180A24D-D73E-4F1A-AD3A-CDEB492861F2}" type="parTrans" cxnId="{384129B0-6819-4CB1-A2CA-AB1211A5BA91}">
      <dgm:prSet/>
      <dgm:spPr/>
      <dgm:t>
        <a:bodyPr/>
        <a:lstStyle/>
        <a:p>
          <a:endParaRPr lang="en-GB" sz="1600"/>
        </a:p>
      </dgm:t>
    </dgm:pt>
    <dgm:pt modelId="{91B50F1D-E887-4BAF-B280-BCC4214B7947}" type="sibTrans" cxnId="{384129B0-6819-4CB1-A2CA-AB1211A5BA91}">
      <dgm:prSet/>
      <dgm:spPr/>
      <dgm:t>
        <a:bodyPr/>
        <a:lstStyle/>
        <a:p>
          <a:endParaRPr lang="en-GB" sz="1600"/>
        </a:p>
      </dgm:t>
    </dgm:pt>
    <dgm:pt modelId="{84D88AD3-8C6C-48AD-923A-D45950D5B191}">
      <dgm:prSet custT="1"/>
      <dgm:spPr>
        <a:solidFill>
          <a:schemeClr val="bg1"/>
        </a:solidFill>
        <a:ln>
          <a:solidFill>
            <a:schemeClr val="accent1"/>
          </a:solidFill>
        </a:ln>
      </dgm:spPr>
      <dgm:t>
        <a:bodyPr/>
        <a:lstStyle/>
        <a:p>
          <a:pPr>
            <a:lnSpc>
              <a:spcPct val="150000"/>
            </a:lnSpc>
          </a:pPr>
          <a:r>
            <a:rPr lang="en-US" sz="1600">
              <a:solidFill>
                <a:schemeClr val="tx1"/>
              </a:solidFill>
            </a:rPr>
            <a:t>Governance must be </a:t>
          </a:r>
          <a:r>
            <a:rPr lang="en-US" sz="1600" b="1">
              <a:solidFill>
                <a:schemeClr val="tx1"/>
              </a:solidFill>
            </a:rPr>
            <a:t>integrated with business strategy</a:t>
          </a:r>
          <a:r>
            <a:rPr lang="en-US" sz="1600">
              <a:solidFill>
                <a:schemeClr val="tx1"/>
              </a:solidFill>
            </a:rPr>
            <a:t> to drive long-term stakeholder value.</a:t>
          </a:r>
          <a:br>
            <a:rPr lang="en-US" sz="1600">
              <a:solidFill>
                <a:schemeClr val="tx1"/>
              </a:solidFill>
            </a:rPr>
          </a:br>
          <a:endParaRPr lang="en-US" sz="1600">
            <a:solidFill>
              <a:schemeClr val="tx1"/>
            </a:solidFill>
          </a:endParaRPr>
        </a:p>
      </dgm:t>
    </dgm:pt>
    <dgm:pt modelId="{AECD6436-833E-4CBF-89D5-B3EBF481A12D}" type="parTrans" cxnId="{99E7B316-458D-4C72-84D9-C824E1254644}">
      <dgm:prSet/>
      <dgm:spPr/>
      <dgm:t>
        <a:bodyPr/>
        <a:lstStyle/>
        <a:p>
          <a:endParaRPr lang="en-GB" sz="1600"/>
        </a:p>
      </dgm:t>
    </dgm:pt>
    <dgm:pt modelId="{7CDCD4C4-3CAF-4406-8646-0231CEBCE1FE}" type="sibTrans" cxnId="{99E7B316-458D-4C72-84D9-C824E1254644}">
      <dgm:prSet/>
      <dgm:spPr/>
      <dgm:t>
        <a:bodyPr/>
        <a:lstStyle/>
        <a:p>
          <a:endParaRPr lang="en-GB" sz="1600"/>
        </a:p>
      </dgm:t>
    </dgm:pt>
    <dgm:pt modelId="{55450862-8705-43A9-87C1-C405E9A863D8}" type="pres">
      <dgm:prSet presAssocID="{B02C47B3-AA97-46C5-B7FC-8395C2754DB1}" presName="diagram" presStyleCnt="0">
        <dgm:presLayoutVars>
          <dgm:dir/>
          <dgm:resizeHandles val="exact"/>
        </dgm:presLayoutVars>
      </dgm:prSet>
      <dgm:spPr/>
    </dgm:pt>
    <dgm:pt modelId="{F6F56BF6-2F69-4C1D-9FA7-30C2EFFBC889}" type="pres">
      <dgm:prSet presAssocID="{6C37B22C-3343-42EC-A82F-C7843098B05D}" presName="node" presStyleLbl="node1" presStyleIdx="0" presStyleCnt="6" custLinFactNeighborX="1193">
        <dgm:presLayoutVars>
          <dgm:bulletEnabled val="1"/>
        </dgm:presLayoutVars>
      </dgm:prSet>
      <dgm:spPr/>
    </dgm:pt>
    <dgm:pt modelId="{4A83B815-133D-497C-BA0D-7192B14FE02E}" type="pres">
      <dgm:prSet presAssocID="{9D673D37-1942-4E56-840F-318236F27B45}" presName="sibTrans" presStyleCnt="0"/>
      <dgm:spPr/>
    </dgm:pt>
    <dgm:pt modelId="{6432136C-0CB9-4043-BB6B-B8DEBECA8AC2}" type="pres">
      <dgm:prSet presAssocID="{2C40C72E-4B4F-44A3-B4BA-7351DFD9A6C6}" presName="node" presStyleLbl="node1" presStyleIdx="1" presStyleCnt="6" custLinFactNeighborX="1193">
        <dgm:presLayoutVars>
          <dgm:bulletEnabled val="1"/>
        </dgm:presLayoutVars>
      </dgm:prSet>
      <dgm:spPr/>
    </dgm:pt>
    <dgm:pt modelId="{AF34295D-3B64-42D4-831D-338E9999C21C}" type="pres">
      <dgm:prSet presAssocID="{937D50F4-8807-4A02-8747-D31A67B00232}" presName="sibTrans" presStyleCnt="0"/>
      <dgm:spPr/>
    </dgm:pt>
    <dgm:pt modelId="{D9C8A7E3-F66D-47D4-92B5-2D33B020723B}" type="pres">
      <dgm:prSet presAssocID="{B3A6847A-CEFB-4A03-BE47-E4485E3A76AD}" presName="node" presStyleLbl="node1" presStyleIdx="2" presStyleCnt="6" custLinFactNeighborX="1193">
        <dgm:presLayoutVars>
          <dgm:bulletEnabled val="1"/>
        </dgm:presLayoutVars>
      </dgm:prSet>
      <dgm:spPr/>
    </dgm:pt>
    <dgm:pt modelId="{A748EAFD-2453-49C8-9E5A-5D1A7AABE875}" type="pres">
      <dgm:prSet presAssocID="{E91914F8-0396-4F69-BE05-0484EB0F7FCE}" presName="sibTrans" presStyleCnt="0"/>
      <dgm:spPr/>
    </dgm:pt>
    <dgm:pt modelId="{07C2DEFF-9ADD-45C6-B285-D8D596DFE652}" type="pres">
      <dgm:prSet presAssocID="{B96E0BB0-BDE9-4E7D-B687-605255E71C12}" presName="node" presStyleLbl="node1" presStyleIdx="3" presStyleCnt="6" custLinFactNeighborX="1193">
        <dgm:presLayoutVars>
          <dgm:bulletEnabled val="1"/>
        </dgm:presLayoutVars>
      </dgm:prSet>
      <dgm:spPr/>
    </dgm:pt>
    <dgm:pt modelId="{2ECF0275-DA31-4B83-8C88-0097102F940F}" type="pres">
      <dgm:prSet presAssocID="{82C2F83C-1677-44E0-BEA4-1AD44983FDE2}" presName="sibTrans" presStyleCnt="0"/>
      <dgm:spPr/>
    </dgm:pt>
    <dgm:pt modelId="{D31292D4-DA9F-4594-B192-B1D6A91BAA57}" type="pres">
      <dgm:prSet presAssocID="{0B999FC4-F094-4C48-A2DE-8FEB325787F2}" presName="node" presStyleLbl="node1" presStyleIdx="4" presStyleCnt="6" custLinFactNeighborX="1193">
        <dgm:presLayoutVars>
          <dgm:bulletEnabled val="1"/>
        </dgm:presLayoutVars>
      </dgm:prSet>
      <dgm:spPr/>
    </dgm:pt>
    <dgm:pt modelId="{0CF09064-0ACD-4D30-BB61-1EE2C89B262C}" type="pres">
      <dgm:prSet presAssocID="{91B50F1D-E887-4BAF-B280-BCC4214B7947}" presName="sibTrans" presStyleCnt="0"/>
      <dgm:spPr/>
    </dgm:pt>
    <dgm:pt modelId="{E82C0554-FA2E-408F-AE19-5F0A857310BC}" type="pres">
      <dgm:prSet presAssocID="{84D88AD3-8C6C-48AD-923A-D45950D5B191}" presName="node" presStyleLbl="node1" presStyleIdx="5" presStyleCnt="6" custLinFactNeighborX="1193">
        <dgm:presLayoutVars>
          <dgm:bulletEnabled val="1"/>
        </dgm:presLayoutVars>
      </dgm:prSet>
      <dgm:spPr/>
    </dgm:pt>
  </dgm:ptLst>
  <dgm:cxnLst>
    <dgm:cxn modelId="{99E7B316-458D-4C72-84D9-C824E1254644}" srcId="{B02C47B3-AA97-46C5-B7FC-8395C2754DB1}" destId="{84D88AD3-8C6C-48AD-923A-D45950D5B191}" srcOrd="5" destOrd="0" parTransId="{AECD6436-833E-4CBF-89D5-B3EBF481A12D}" sibTransId="{7CDCD4C4-3CAF-4406-8646-0231CEBCE1FE}"/>
    <dgm:cxn modelId="{63D4D62A-DF30-495E-86A6-A9333D3BEC4B}" type="presOf" srcId="{6C37B22C-3343-42EC-A82F-C7843098B05D}" destId="{F6F56BF6-2F69-4C1D-9FA7-30C2EFFBC889}" srcOrd="0" destOrd="0" presId="urn:microsoft.com/office/officeart/2005/8/layout/default"/>
    <dgm:cxn modelId="{AA0F2A3D-7F4C-4F46-8667-AC72C9F8FCC3}" type="presOf" srcId="{0B999FC4-F094-4C48-A2DE-8FEB325787F2}" destId="{D31292D4-DA9F-4594-B192-B1D6A91BAA57}" srcOrd="0" destOrd="0" presId="urn:microsoft.com/office/officeart/2005/8/layout/default"/>
    <dgm:cxn modelId="{12AA8D60-40F7-44A1-BEE4-9855CF5365FE}" type="presOf" srcId="{B96E0BB0-BDE9-4E7D-B687-605255E71C12}" destId="{07C2DEFF-9ADD-45C6-B285-D8D596DFE652}" srcOrd="0" destOrd="0" presId="urn:microsoft.com/office/officeart/2005/8/layout/default"/>
    <dgm:cxn modelId="{D9058A46-67CE-4B5E-BCF9-BF9E8D3E91B3}" type="presOf" srcId="{B02C47B3-AA97-46C5-B7FC-8395C2754DB1}" destId="{55450862-8705-43A9-87C1-C405E9A863D8}" srcOrd="0" destOrd="0" presId="urn:microsoft.com/office/officeart/2005/8/layout/default"/>
    <dgm:cxn modelId="{BAEC5688-7D1C-4080-B1A2-34B65994CB59}" srcId="{B02C47B3-AA97-46C5-B7FC-8395C2754DB1}" destId="{6C37B22C-3343-42EC-A82F-C7843098B05D}" srcOrd="0" destOrd="0" parTransId="{850FFC87-18CC-4A50-B4AE-E83F072D8D25}" sibTransId="{9D673D37-1942-4E56-840F-318236F27B45}"/>
    <dgm:cxn modelId="{25E8D9AC-620B-4973-B63A-330A392F496F}" type="presOf" srcId="{2C40C72E-4B4F-44A3-B4BA-7351DFD9A6C6}" destId="{6432136C-0CB9-4043-BB6B-B8DEBECA8AC2}" srcOrd="0" destOrd="0" presId="urn:microsoft.com/office/officeart/2005/8/layout/default"/>
    <dgm:cxn modelId="{A3265CAE-FDBB-4CCE-AA87-336B1B6C60C0}" type="presOf" srcId="{B3A6847A-CEFB-4A03-BE47-E4485E3A76AD}" destId="{D9C8A7E3-F66D-47D4-92B5-2D33B020723B}" srcOrd="0" destOrd="0" presId="urn:microsoft.com/office/officeart/2005/8/layout/default"/>
    <dgm:cxn modelId="{384129B0-6819-4CB1-A2CA-AB1211A5BA91}" srcId="{B02C47B3-AA97-46C5-B7FC-8395C2754DB1}" destId="{0B999FC4-F094-4C48-A2DE-8FEB325787F2}" srcOrd="4" destOrd="0" parTransId="{C180A24D-D73E-4F1A-AD3A-CDEB492861F2}" sibTransId="{91B50F1D-E887-4BAF-B280-BCC4214B7947}"/>
    <dgm:cxn modelId="{CE56CADF-2FC9-4D28-8140-A03A2DA31EA6}" type="presOf" srcId="{84D88AD3-8C6C-48AD-923A-D45950D5B191}" destId="{E82C0554-FA2E-408F-AE19-5F0A857310BC}" srcOrd="0" destOrd="0" presId="urn:microsoft.com/office/officeart/2005/8/layout/default"/>
    <dgm:cxn modelId="{00B2FDEE-5683-41CC-BAFD-AFAD3A195079}" srcId="{B02C47B3-AA97-46C5-B7FC-8395C2754DB1}" destId="{B96E0BB0-BDE9-4E7D-B687-605255E71C12}" srcOrd="3" destOrd="0" parTransId="{F5B65B85-3AB0-4D15-A8B9-410CCDF75A69}" sibTransId="{82C2F83C-1677-44E0-BEA4-1AD44983FDE2}"/>
    <dgm:cxn modelId="{06684AF9-32DE-4110-8492-EE75FDC496F8}" srcId="{B02C47B3-AA97-46C5-B7FC-8395C2754DB1}" destId="{B3A6847A-CEFB-4A03-BE47-E4485E3A76AD}" srcOrd="2" destOrd="0" parTransId="{3EA7BA33-773E-40A1-9000-47BD140E7C59}" sibTransId="{E91914F8-0396-4F69-BE05-0484EB0F7FCE}"/>
    <dgm:cxn modelId="{DF81D9FE-1316-450E-B1F4-3C6312227D0F}" srcId="{B02C47B3-AA97-46C5-B7FC-8395C2754DB1}" destId="{2C40C72E-4B4F-44A3-B4BA-7351DFD9A6C6}" srcOrd="1" destOrd="0" parTransId="{CAF3B09A-4A7F-4609-9A69-73F56B13CEA1}" sibTransId="{937D50F4-8807-4A02-8747-D31A67B00232}"/>
    <dgm:cxn modelId="{A4612BDE-F25B-4EB3-B01F-350EAD5A0D19}" type="presParOf" srcId="{55450862-8705-43A9-87C1-C405E9A863D8}" destId="{F6F56BF6-2F69-4C1D-9FA7-30C2EFFBC889}" srcOrd="0" destOrd="0" presId="urn:microsoft.com/office/officeart/2005/8/layout/default"/>
    <dgm:cxn modelId="{4613AFD5-C090-4EE7-B405-F4B406816FF5}" type="presParOf" srcId="{55450862-8705-43A9-87C1-C405E9A863D8}" destId="{4A83B815-133D-497C-BA0D-7192B14FE02E}" srcOrd="1" destOrd="0" presId="urn:microsoft.com/office/officeart/2005/8/layout/default"/>
    <dgm:cxn modelId="{A9734B03-D36D-446D-B30F-80B272F4FA19}" type="presParOf" srcId="{55450862-8705-43A9-87C1-C405E9A863D8}" destId="{6432136C-0CB9-4043-BB6B-B8DEBECA8AC2}" srcOrd="2" destOrd="0" presId="urn:microsoft.com/office/officeart/2005/8/layout/default"/>
    <dgm:cxn modelId="{1B0459CC-5A1A-44B7-8E2D-9AB131748C81}" type="presParOf" srcId="{55450862-8705-43A9-87C1-C405E9A863D8}" destId="{AF34295D-3B64-42D4-831D-338E9999C21C}" srcOrd="3" destOrd="0" presId="urn:microsoft.com/office/officeart/2005/8/layout/default"/>
    <dgm:cxn modelId="{10A71FC7-69D6-4742-835A-78E1EFA2924B}" type="presParOf" srcId="{55450862-8705-43A9-87C1-C405E9A863D8}" destId="{D9C8A7E3-F66D-47D4-92B5-2D33B020723B}" srcOrd="4" destOrd="0" presId="urn:microsoft.com/office/officeart/2005/8/layout/default"/>
    <dgm:cxn modelId="{76BE067C-ED2F-41BA-B8A5-BF8E68BA6E6A}" type="presParOf" srcId="{55450862-8705-43A9-87C1-C405E9A863D8}" destId="{A748EAFD-2453-49C8-9E5A-5D1A7AABE875}" srcOrd="5" destOrd="0" presId="urn:microsoft.com/office/officeart/2005/8/layout/default"/>
    <dgm:cxn modelId="{11797DF7-F6F9-4298-84B9-C2FB41567A27}" type="presParOf" srcId="{55450862-8705-43A9-87C1-C405E9A863D8}" destId="{07C2DEFF-9ADD-45C6-B285-D8D596DFE652}" srcOrd="6" destOrd="0" presId="urn:microsoft.com/office/officeart/2005/8/layout/default"/>
    <dgm:cxn modelId="{8450AE99-785E-4769-ABB9-6CCFD2A9CD83}" type="presParOf" srcId="{55450862-8705-43A9-87C1-C405E9A863D8}" destId="{2ECF0275-DA31-4B83-8C88-0097102F940F}" srcOrd="7" destOrd="0" presId="urn:microsoft.com/office/officeart/2005/8/layout/default"/>
    <dgm:cxn modelId="{66C7E6A2-FAE5-4317-B2C1-09997FA064C4}" type="presParOf" srcId="{55450862-8705-43A9-87C1-C405E9A863D8}" destId="{D31292D4-DA9F-4594-B192-B1D6A91BAA57}" srcOrd="8" destOrd="0" presId="urn:microsoft.com/office/officeart/2005/8/layout/default"/>
    <dgm:cxn modelId="{234A10B6-DD98-49D4-A859-E2EB0A3967F2}" type="presParOf" srcId="{55450862-8705-43A9-87C1-C405E9A863D8}" destId="{0CF09064-0ACD-4D30-BB61-1EE2C89B262C}" srcOrd="9" destOrd="0" presId="urn:microsoft.com/office/officeart/2005/8/layout/default"/>
    <dgm:cxn modelId="{0EC5C0E3-E901-44E2-A72F-29EEFF280511}" type="presParOf" srcId="{55450862-8705-43A9-87C1-C405E9A863D8}" destId="{E82C0554-FA2E-408F-AE19-5F0A857310BC}" srcOrd="10" destOrd="0" presId="urn:microsoft.com/office/officeart/2005/8/layout/default"/>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C214A-CDF3-4629-90BC-7322A108C16D}">
      <dsp:nvSpPr>
        <dsp:cNvPr id="0" name=""/>
        <dsp:cNvSpPr/>
      </dsp:nvSpPr>
      <dsp:spPr>
        <a:xfrm>
          <a:off x="0" y="208431"/>
          <a:ext cx="5747854" cy="869400"/>
        </a:xfrm>
        <a:prstGeom prst="rect">
          <a:avLst/>
        </a:prstGeom>
        <a:solidFill>
          <a:schemeClr val="bg1"/>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6097" tIns="249936" rIns="446097" bIns="85344" numCol="1" spcCol="1270" anchor="t" anchorCtr="0">
          <a:noAutofit/>
        </a:bodyPr>
        <a:lstStyle/>
        <a:p>
          <a:pPr marL="114300" lvl="1" indent="-114300" algn="l" defTabSz="533400">
            <a:lnSpc>
              <a:spcPct val="90000"/>
            </a:lnSpc>
            <a:spcBef>
              <a:spcPct val="0"/>
            </a:spcBef>
            <a:spcAft>
              <a:spcPct val="15000"/>
            </a:spcAft>
            <a:buChar char="•"/>
          </a:pPr>
          <a:r>
            <a:rPr lang="en-GB" sz="1200" kern="1200"/>
            <a:t>Skills &amp; Experience, Board Size</a:t>
          </a:r>
        </a:p>
        <a:p>
          <a:pPr marL="114300" lvl="1" indent="-114300" algn="l" defTabSz="533400">
            <a:lnSpc>
              <a:spcPct val="90000"/>
            </a:lnSpc>
            <a:spcBef>
              <a:spcPct val="0"/>
            </a:spcBef>
            <a:spcAft>
              <a:spcPct val="15000"/>
            </a:spcAft>
            <a:buChar char="•"/>
          </a:pPr>
          <a:r>
            <a:rPr lang="en-GB" sz="1200" kern="1200"/>
            <a:t>Diversity &amp; Independence</a:t>
          </a:r>
        </a:p>
        <a:p>
          <a:pPr marL="114300" lvl="1" indent="-114300" algn="l" defTabSz="533400">
            <a:lnSpc>
              <a:spcPct val="90000"/>
            </a:lnSpc>
            <a:spcBef>
              <a:spcPct val="0"/>
            </a:spcBef>
            <a:spcAft>
              <a:spcPct val="15000"/>
            </a:spcAft>
            <a:buChar char="•"/>
          </a:pPr>
          <a:r>
            <a:rPr lang="en-GB" sz="1200" kern="1200"/>
            <a:t>Committee Structure</a:t>
          </a:r>
        </a:p>
      </dsp:txBody>
      <dsp:txXfrm>
        <a:off x="0" y="208431"/>
        <a:ext cx="5747854" cy="869400"/>
      </dsp:txXfrm>
    </dsp:sp>
    <dsp:sp modelId="{2E424DFE-DE35-49E2-B2B1-0ECAEEE2AF2B}">
      <dsp:nvSpPr>
        <dsp:cNvPr id="0" name=""/>
        <dsp:cNvSpPr/>
      </dsp:nvSpPr>
      <dsp:spPr>
        <a:xfrm>
          <a:off x="287392" y="31311"/>
          <a:ext cx="4023497" cy="354240"/>
        </a:xfrm>
        <a:prstGeom prst="roundRect">
          <a:avLst/>
        </a:prstGeom>
        <a:solidFill>
          <a:schemeClr val="accent1">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079" tIns="0" rIns="152079" bIns="0" numCol="1" spcCol="1270" anchor="ctr" anchorCtr="0">
          <a:noAutofit/>
        </a:bodyPr>
        <a:lstStyle/>
        <a:p>
          <a:pPr marL="0" lvl="0" indent="0" algn="l" defTabSz="622300">
            <a:lnSpc>
              <a:spcPct val="90000"/>
            </a:lnSpc>
            <a:spcBef>
              <a:spcPct val="0"/>
            </a:spcBef>
            <a:spcAft>
              <a:spcPct val="35000"/>
            </a:spcAft>
            <a:buNone/>
          </a:pPr>
          <a:r>
            <a:rPr lang="en-GB" sz="1400" b="1" kern="1200">
              <a:solidFill>
                <a:schemeClr val="tx1"/>
              </a:solidFill>
            </a:rPr>
            <a:t>Board Composition and Structure</a:t>
          </a:r>
        </a:p>
      </dsp:txBody>
      <dsp:txXfrm>
        <a:off x="304685" y="48604"/>
        <a:ext cx="3988911" cy="319654"/>
      </dsp:txXfrm>
    </dsp:sp>
    <dsp:sp modelId="{E186DC02-3A44-4C2F-AEFF-572C71DDF68F}">
      <dsp:nvSpPr>
        <dsp:cNvPr id="0" name=""/>
        <dsp:cNvSpPr/>
      </dsp:nvSpPr>
      <dsp:spPr>
        <a:xfrm>
          <a:off x="0" y="1319752"/>
          <a:ext cx="5747854" cy="1247400"/>
        </a:xfrm>
        <a:prstGeom prst="rect">
          <a:avLst/>
        </a:prstGeom>
        <a:solidFill>
          <a:schemeClr val="bg1"/>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6097" tIns="249936" rIns="446097" bIns="85344" numCol="1" spcCol="1270" anchor="t" anchorCtr="0">
          <a:noAutofit/>
        </a:bodyPr>
        <a:lstStyle/>
        <a:p>
          <a:pPr marL="114300" lvl="1" indent="-114300" algn="l" defTabSz="533400">
            <a:lnSpc>
              <a:spcPct val="90000"/>
            </a:lnSpc>
            <a:spcBef>
              <a:spcPct val="0"/>
            </a:spcBef>
            <a:spcAft>
              <a:spcPct val="15000"/>
            </a:spcAft>
            <a:buChar char="•"/>
          </a:pPr>
          <a:r>
            <a:rPr lang="en-GB" sz="1200" kern="1200"/>
            <a:t>Meeting Effectiveness</a:t>
          </a:r>
        </a:p>
        <a:p>
          <a:pPr marL="114300" lvl="1" indent="-114300" algn="l" defTabSz="533400">
            <a:lnSpc>
              <a:spcPct val="90000"/>
            </a:lnSpc>
            <a:spcBef>
              <a:spcPct val="0"/>
            </a:spcBef>
            <a:spcAft>
              <a:spcPct val="15000"/>
            </a:spcAft>
            <a:buChar char="•"/>
          </a:pPr>
          <a:r>
            <a:rPr lang="en-GB" sz="1200" kern="1200"/>
            <a:t>Information Flow</a:t>
          </a:r>
        </a:p>
        <a:p>
          <a:pPr marL="114300" lvl="1" indent="-114300" algn="l" defTabSz="533400">
            <a:lnSpc>
              <a:spcPct val="90000"/>
            </a:lnSpc>
            <a:spcBef>
              <a:spcPct val="0"/>
            </a:spcBef>
            <a:spcAft>
              <a:spcPct val="15000"/>
            </a:spcAft>
            <a:buChar char="•"/>
          </a:pPr>
          <a:r>
            <a:rPr lang="en-GB" sz="1200" kern="1200"/>
            <a:t>Strategic Oversight</a:t>
          </a:r>
        </a:p>
        <a:p>
          <a:pPr marL="114300" lvl="1" indent="-114300" algn="l" defTabSz="533400">
            <a:lnSpc>
              <a:spcPct val="90000"/>
            </a:lnSpc>
            <a:spcBef>
              <a:spcPct val="0"/>
            </a:spcBef>
            <a:spcAft>
              <a:spcPct val="15000"/>
            </a:spcAft>
            <a:buChar char="•"/>
          </a:pPr>
          <a:r>
            <a:rPr lang="en-GB" sz="1200" kern="1200"/>
            <a:t>Communication &amp; Culture</a:t>
          </a:r>
        </a:p>
        <a:p>
          <a:pPr marL="114300" lvl="1" indent="-114300" algn="l" defTabSz="533400">
            <a:lnSpc>
              <a:spcPct val="90000"/>
            </a:lnSpc>
            <a:spcBef>
              <a:spcPct val="0"/>
            </a:spcBef>
            <a:spcAft>
              <a:spcPct val="15000"/>
            </a:spcAft>
            <a:buChar char="•"/>
          </a:pPr>
          <a:r>
            <a:rPr lang="en-GB" sz="1200" kern="1200"/>
            <a:t>Compliance</a:t>
          </a:r>
        </a:p>
      </dsp:txBody>
      <dsp:txXfrm>
        <a:off x="0" y="1319752"/>
        <a:ext cx="5747854" cy="1247400"/>
      </dsp:txXfrm>
    </dsp:sp>
    <dsp:sp modelId="{161ED156-B4CB-4DA7-B0FA-1E8FCE9B93B2}">
      <dsp:nvSpPr>
        <dsp:cNvPr id="0" name=""/>
        <dsp:cNvSpPr/>
      </dsp:nvSpPr>
      <dsp:spPr>
        <a:xfrm>
          <a:off x="287392" y="1142632"/>
          <a:ext cx="4023497" cy="354240"/>
        </a:xfrm>
        <a:prstGeom prst="roundRect">
          <a:avLst/>
        </a:prstGeom>
        <a:solidFill>
          <a:schemeClr val="accent1">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079" tIns="0" rIns="152079" bIns="0" numCol="1" spcCol="1270" anchor="ctr" anchorCtr="0">
          <a:noAutofit/>
        </a:bodyPr>
        <a:lstStyle/>
        <a:p>
          <a:pPr marL="0" lvl="0" indent="0" algn="l" defTabSz="622300">
            <a:lnSpc>
              <a:spcPct val="90000"/>
            </a:lnSpc>
            <a:spcBef>
              <a:spcPct val="0"/>
            </a:spcBef>
            <a:spcAft>
              <a:spcPct val="35000"/>
            </a:spcAft>
            <a:buNone/>
          </a:pPr>
          <a:endParaRPr lang="en-GB" sz="1400" b="1" kern="1200">
            <a:solidFill>
              <a:schemeClr val="tx1"/>
            </a:solidFill>
          </a:endParaRPr>
        </a:p>
        <a:p>
          <a:pPr marL="0" lvl="0" indent="0" algn="l" defTabSz="622300">
            <a:lnSpc>
              <a:spcPct val="90000"/>
            </a:lnSpc>
            <a:spcBef>
              <a:spcPct val="0"/>
            </a:spcBef>
            <a:spcAft>
              <a:spcPct val="35000"/>
            </a:spcAft>
            <a:buNone/>
          </a:pPr>
          <a:r>
            <a:rPr lang="en-GB" sz="1400" b="1" kern="1200">
              <a:solidFill>
                <a:schemeClr val="tx1"/>
              </a:solidFill>
            </a:rPr>
            <a:t>Board Processes and Effectiveness</a:t>
          </a:r>
        </a:p>
        <a:p>
          <a:pPr marL="0" lvl="0" indent="0" algn="l" defTabSz="622300">
            <a:lnSpc>
              <a:spcPct val="90000"/>
            </a:lnSpc>
            <a:spcBef>
              <a:spcPct val="0"/>
            </a:spcBef>
            <a:spcAft>
              <a:spcPct val="35000"/>
            </a:spcAft>
            <a:buNone/>
          </a:pPr>
          <a:endParaRPr lang="en-GB" sz="1400" kern="1200">
            <a:solidFill>
              <a:schemeClr val="tx1"/>
            </a:solidFill>
          </a:endParaRPr>
        </a:p>
      </dsp:txBody>
      <dsp:txXfrm>
        <a:off x="304685" y="1159925"/>
        <a:ext cx="3988911" cy="319654"/>
      </dsp:txXfrm>
    </dsp:sp>
    <dsp:sp modelId="{A6976882-FC84-4AAB-A852-81C4D735337D}">
      <dsp:nvSpPr>
        <dsp:cNvPr id="0" name=""/>
        <dsp:cNvSpPr/>
      </dsp:nvSpPr>
      <dsp:spPr>
        <a:xfrm>
          <a:off x="0" y="2809072"/>
          <a:ext cx="5747854" cy="1058400"/>
        </a:xfrm>
        <a:prstGeom prst="rect">
          <a:avLst/>
        </a:prstGeom>
        <a:solidFill>
          <a:schemeClr val="bg1"/>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6097" tIns="249936" rIns="446097" bIns="85344" numCol="1" spcCol="1270" anchor="t" anchorCtr="0">
          <a:noAutofit/>
        </a:bodyPr>
        <a:lstStyle/>
        <a:p>
          <a:pPr marL="114300" lvl="1" indent="-114300" algn="l" defTabSz="533400">
            <a:lnSpc>
              <a:spcPct val="90000"/>
            </a:lnSpc>
            <a:spcBef>
              <a:spcPct val="0"/>
            </a:spcBef>
            <a:spcAft>
              <a:spcPct val="15000"/>
            </a:spcAft>
            <a:buChar char="•"/>
          </a:pPr>
          <a:r>
            <a:rPr lang="en-GB" sz="1200" kern="1200"/>
            <a:t>Contribution</a:t>
          </a:r>
        </a:p>
        <a:p>
          <a:pPr marL="114300" lvl="1" indent="-114300" algn="l" defTabSz="533400">
            <a:lnSpc>
              <a:spcPct val="90000"/>
            </a:lnSpc>
            <a:spcBef>
              <a:spcPct val="0"/>
            </a:spcBef>
            <a:spcAft>
              <a:spcPct val="15000"/>
            </a:spcAft>
            <a:buChar char="•"/>
          </a:pPr>
          <a:r>
            <a:rPr lang="en-GB" sz="1200" kern="1200"/>
            <a:t>Attendance</a:t>
          </a:r>
        </a:p>
        <a:p>
          <a:pPr marL="114300" lvl="1" indent="-114300" algn="l" defTabSz="533400">
            <a:lnSpc>
              <a:spcPct val="90000"/>
            </a:lnSpc>
            <a:spcBef>
              <a:spcPct val="0"/>
            </a:spcBef>
            <a:spcAft>
              <a:spcPct val="15000"/>
            </a:spcAft>
            <a:buChar char="•"/>
          </a:pPr>
          <a:r>
            <a:rPr lang="en-GB" sz="1200" kern="1200"/>
            <a:t>Understanding Business</a:t>
          </a:r>
        </a:p>
        <a:p>
          <a:pPr marL="114300" lvl="1" indent="-114300" algn="l" defTabSz="533400">
            <a:lnSpc>
              <a:spcPct val="90000"/>
            </a:lnSpc>
            <a:spcBef>
              <a:spcPct val="0"/>
            </a:spcBef>
            <a:spcAft>
              <a:spcPct val="15000"/>
            </a:spcAft>
            <a:buChar char="•"/>
          </a:pPr>
          <a:r>
            <a:rPr lang="en-GB" sz="1200" kern="1200"/>
            <a:t>Fiduciary Duties</a:t>
          </a:r>
        </a:p>
      </dsp:txBody>
      <dsp:txXfrm>
        <a:off x="0" y="2809072"/>
        <a:ext cx="5747854" cy="1058400"/>
      </dsp:txXfrm>
    </dsp:sp>
    <dsp:sp modelId="{1D3D5F94-9EF9-418C-BC6A-DF1F2E410A30}">
      <dsp:nvSpPr>
        <dsp:cNvPr id="0" name=""/>
        <dsp:cNvSpPr/>
      </dsp:nvSpPr>
      <dsp:spPr>
        <a:xfrm>
          <a:off x="287392" y="2631952"/>
          <a:ext cx="4023497" cy="354240"/>
        </a:xfrm>
        <a:prstGeom prst="roundRect">
          <a:avLst/>
        </a:prstGeom>
        <a:solidFill>
          <a:schemeClr val="accent1">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079" tIns="0" rIns="152079" bIns="0" numCol="1" spcCol="1270" anchor="ctr" anchorCtr="0">
          <a:noAutofit/>
        </a:bodyPr>
        <a:lstStyle/>
        <a:p>
          <a:pPr marL="0" lvl="0" indent="0" algn="l" defTabSz="622300">
            <a:lnSpc>
              <a:spcPct val="90000"/>
            </a:lnSpc>
            <a:spcBef>
              <a:spcPct val="0"/>
            </a:spcBef>
            <a:spcAft>
              <a:spcPct val="35000"/>
            </a:spcAft>
            <a:buNone/>
          </a:pPr>
          <a:endParaRPr lang="en-GB" sz="1400" b="1" kern="1200">
            <a:solidFill>
              <a:schemeClr val="tx1"/>
            </a:solidFill>
          </a:endParaRPr>
        </a:p>
        <a:p>
          <a:pPr marL="0" lvl="0" indent="0" algn="l" defTabSz="622300">
            <a:lnSpc>
              <a:spcPct val="90000"/>
            </a:lnSpc>
            <a:spcBef>
              <a:spcPct val="0"/>
            </a:spcBef>
            <a:spcAft>
              <a:spcPct val="35000"/>
            </a:spcAft>
            <a:buNone/>
          </a:pPr>
          <a:r>
            <a:rPr lang="en-GB" sz="1400" b="1" kern="1200">
              <a:solidFill>
                <a:schemeClr val="tx1"/>
              </a:solidFill>
            </a:rPr>
            <a:t>Individual Director Performance</a:t>
          </a:r>
        </a:p>
        <a:p>
          <a:pPr marL="0" lvl="0" indent="0" algn="l" defTabSz="622300">
            <a:lnSpc>
              <a:spcPct val="90000"/>
            </a:lnSpc>
            <a:spcBef>
              <a:spcPct val="0"/>
            </a:spcBef>
            <a:spcAft>
              <a:spcPct val="35000"/>
            </a:spcAft>
            <a:buNone/>
          </a:pPr>
          <a:endParaRPr lang="en-GB" sz="1400" kern="1200">
            <a:solidFill>
              <a:schemeClr val="tx1"/>
            </a:solidFill>
          </a:endParaRPr>
        </a:p>
      </dsp:txBody>
      <dsp:txXfrm>
        <a:off x="304685" y="2649245"/>
        <a:ext cx="3988911" cy="319654"/>
      </dsp:txXfrm>
    </dsp:sp>
    <dsp:sp modelId="{7A001EC9-EC5E-4D18-9EB3-E184EBBD5793}">
      <dsp:nvSpPr>
        <dsp:cNvPr id="0" name=""/>
        <dsp:cNvSpPr/>
      </dsp:nvSpPr>
      <dsp:spPr>
        <a:xfrm>
          <a:off x="0" y="4109392"/>
          <a:ext cx="5747854" cy="869400"/>
        </a:xfrm>
        <a:prstGeom prst="rect">
          <a:avLst/>
        </a:prstGeom>
        <a:solidFill>
          <a:schemeClr val="bg1"/>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6097" tIns="249936" rIns="446097" bIns="85344" numCol="1" spcCol="1270" anchor="t" anchorCtr="0">
          <a:noAutofit/>
        </a:bodyPr>
        <a:lstStyle/>
        <a:p>
          <a:pPr marL="114300" lvl="1" indent="-114300" algn="l" defTabSz="533400">
            <a:lnSpc>
              <a:spcPct val="90000"/>
            </a:lnSpc>
            <a:spcBef>
              <a:spcPct val="0"/>
            </a:spcBef>
            <a:spcAft>
              <a:spcPct val="15000"/>
            </a:spcAft>
            <a:buChar char="•"/>
          </a:pPr>
          <a:r>
            <a:rPr lang="en-GB" sz="1200" kern="1200"/>
            <a:t>Operational Excellence</a:t>
          </a:r>
        </a:p>
        <a:p>
          <a:pPr marL="114300" lvl="1" indent="-114300" algn="l" defTabSz="533400">
            <a:lnSpc>
              <a:spcPct val="90000"/>
            </a:lnSpc>
            <a:spcBef>
              <a:spcPct val="0"/>
            </a:spcBef>
            <a:spcAft>
              <a:spcPct val="15000"/>
            </a:spcAft>
            <a:buChar char="•"/>
          </a:pPr>
          <a:r>
            <a:rPr lang="en-GB" sz="1200" kern="1200"/>
            <a:t>Internal Control &amp; Audits</a:t>
          </a:r>
        </a:p>
        <a:p>
          <a:pPr marL="114300" lvl="1" indent="-114300" algn="l" defTabSz="533400">
            <a:lnSpc>
              <a:spcPct val="90000"/>
            </a:lnSpc>
            <a:spcBef>
              <a:spcPct val="0"/>
            </a:spcBef>
            <a:spcAft>
              <a:spcPct val="15000"/>
            </a:spcAft>
            <a:buChar char="•"/>
          </a:pPr>
          <a:r>
            <a:rPr lang="en-GB" sz="1200" kern="1200"/>
            <a:t>Technology Investment </a:t>
          </a:r>
        </a:p>
      </dsp:txBody>
      <dsp:txXfrm>
        <a:off x="0" y="4109392"/>
        <a:ext cx="5747854" cy="869400"/>
      </dsp:txXfrm>
    </dsp:sp>
    <dsp:sp modelId="{F46754C6-5AEC-4589-A515-AAD460FEFF7D}">
      <dsp:nvSpPr>
        <dsp:cNvPr id="0" name=""/>
        <dsp:cNvSpPr/>
      </dsp:nvSpPr>
      <dsp:spPr>
        <a:xfrm>
          <a:off x="287392" y="3932272"/>
          <a:ext cx="4023497" cy="354240"/>
        </a:xfrm>
        <a:prstGeom prst="roundRect">
          <a:avLst/>
        </a:prstGeom>
        <a:solidFill>
          <a:schemeClr val="accent1">
            <a:lumMod val="20000"/>
            <a:lumOff val="8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079" tIns="0" rIns="152079" bIns="0" numCol="1" spcCol="1270" anchor="ctr" anchorCtr="0">
          <a:noAutofit/>
        </a:bodyPr>
        <a:lstStyle/>
        <a:p>
          <a:pPr marL="0" lvl="0" indent="0" algn="l" defTabSz="622300">
            <a:lnSpc>
              <a:spcPct val="90000"/>
            </a:lnSpc>
            <a:spcBef>
              <a:spcPct val="0"/>
            </a:spcBef>
            <a:spcAft>
              <a:spcPct val="35000"/>
            </a:spcAft>
            <a:buNone/>
          </a:pPr>
          <a:endParaRPr lang="en-GB" sz="1400" b="1" kern="1200">
            <a:solidFill>
              <a:schemeClr val="tx1"/>
            </a:solidFill>
          </a:endParaRPr>
        </a:p>
        <a:p>
          <a:pPr marL="0" lvl="0" indent="0" algn="l" defTabSz="622300">
            <a:lnSpc>
              <a:spcPct val="90000"/>
            </a:lnSpc>
            <a:spcBef>
              <a:spcPct val="0"/>
            </a:spcBef>
            <a:spcAft>
              <a:spcPct val="35000"/>
            </a:spcAft>
            <a:buNone/>
          </a:pPr>
          <a:r>
            <a:rPr lang="en-GB" sz="1400" b="1" kern="1200">
              <a:solidFill>
                <a:schemeClr val="tx1"/>
              </a:solidFill>
            </a:rPr>
            <a:t>Other Areas</a:t>
          </a:r>
        </a:p>
        <a:p>
          <a:pPr marL="0" lvl="0" indent="0" algn="l" defTabSz="622300">
            <a:lnSpc>
              <a:spcPct val="90000"/>
            </a:lnSpc>
            <a:spcBef>
              <a:spcPct val="0"/>
            </a:spcBef>
            <a:spcAft>
              <a:spcPct val="35000"/>
            </a:spcAft>
            <a:buNone/>
          </a:pPr>
          <a:endParaRPr lang="en-GB" sz="1400" kern="1200">
            <a:solidFill>
              <a:schemeClr val="tx1"/>
            </a:solidFill>
          </a:endParaRPr>
        </a:p>
      </dsp:txBody>
      <dsp:txXfrm>
        <a:off x="304685" y="3949565"/>
        <a:ext cx="3988911" cy="3196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535086-D16D-4F93-B5BE-DF1433189642}">
      <dsp:nvSpPr>
        <dsp:cNvPr id="0" name=""/>
        <dsp:cNvSpPr/>
      </dsp:nvSpPr>
      <dsp:spPr>
        <a:xfrm>
          <a:off x="0" y="10332"/>
          <a:ext cx="4549139" cy="37440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Related Party Tool</a:t>
          </a:r>
        </a:p>
      </dsp:txBody>
      <dsp:txXfrm>
        <a:off x="0" y="10332"/>
        <a:ext cx="4549139" cy="374400"/>
      </dsp:txXfrm>
    </dsp:sp>
    <dsp:sp modelId="{602A531F-83C6-4B12-BA4B-E3D5CFB6B2F8}">
      <dsp:nvSpPr>
        <dsp:cNvPr id="0" name=""/>
        <dsp:cNvSpPr/>
      </dsp:nvSpPr>
      <dsp:spPr>
        <a:xfrm>
          <a:off x="0" y="442332"/>
          <a:ext cx="4549139" cy="37440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Insider</a:t>
          </a:r>
          <a:r>
            <a:rPr lang="en-US" sz="1600" kern="1200" baseline="0"/>
            <a:t> Trading Tool</a:t>
          </a:r>
          <a:endParaRPr lang="en-US" sz="1600" kern="1200"/>
        </a:p>
      </dsp:txBody>
      <dsp:txXfrm>
        <a:off x="0" y="442332"/>
        <a:ext cx="4549139" cy="374400"/>
      </dsp:txXfrm>
    </dsp:sp>
    <dsp:sp modelId="{5FD58AC9-4EF5-47A4-A430-E511204EA078}">
      <dsp:nvSpPr>
        <dsp:cNvPr id="0" name=""/>
        <dsp:cNvSpPr/>
      </dsp:nvSpPr>
      <dsp:spPr>
        <a:xfrm>
          <a:off x="0" y="874332"/>
          <a:ext cx="4549139" cy="37440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Board Evaluation Tool</a:t>
          </a:r>
        </a:p>
      </dsp:txBody>
      <dsp:txXfrm>
        <a:off x="0" y="874332"/>
        <a:ext cx="4549139" cy="374400"/>
      </dsp:txXfrm>
    </dsp:sp>
    <dsp:sp modelId="{A73ABD72-E740-4044-91BD-07178DD7CBB1}">
      <dsp:nvSpPr>
        <dsp:cNvPr id="0" name=""/>
        <dsp:cNvSpPr/>
      </dsp:nvSpPr>
      <dsp:spPr>
        <a:xfrm>
          <a:off x="0" y="1306332"/>
          <a:ext cx="4549139" cy="37440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Board Maturity Assessment Tool</a:t>
          </a:r>
        </a:p>
      </dsp:txBody>
      <dsp:txXfrm>
        <a:off x="0" y="1306332"/>
        <a:ext cx="4549139" cy="3744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0908FF-0F9B-4E08-9629-30051F27AAA8}">
      <dsp:nvSpPr>
        <dsp:cNvPr id="0" name=""/>
        <dsp:cNvSpPr/>
      </dsp:nvSpPr>
      <dsp:spPr>
        <a:xfrm>
          <a:off x="0" y="10331"/>
          <a:ext cx="4944246" cy="37440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r" defTabSz="711200">
            <a:lnSpc>
              <a:spcPct val="90000"/>
            </a:lnSpc>
            <a:spcBef>
              <a:spcPct val="0"/>
            </a:spcBef>
            <a:spcAft>
              <a:spcPct val="35000"/>
            </a:spcAft>
            <a:buNone/>
          </a:pPr>
          <a:r>
            <a:rPr lang="en-US" sz="1600" kern="1200"/>
            <a:t>Risk &amp; Compliance Tracker Tool</a:t>
          </a:r>
        </a:p>
      </dsp:txBody>
      <dsp:txXfrm>
        <a:off x="0" y="10331"/>
        <a:ext cx="4944246" cy="374400"/>
      </dsp:txXfrm>
    </dsp:sp>
    <dsp:sp modelId="{F9856E86-6DF0-4D6D-AA85-B3DA9DECB65F}">
      <dsp:nvSpPr>
        <dsp:cNvPr id="0" name=""/>
        <dsp:cNvSpPr/>
      </dsp:nvSpPr>
      <dsp:spPr>
        <a:xfrm>
          <a:off x="0" y="442332"/>
          <a:ext cx="4944246" cy="37440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r" defTabSz="711200">
            <a:lnSpc>
              <a:spcPct val="90000"/>
            </a:lnSpc>
            <a:spcBef>
              <a:spcPct val="0"/>
            </a:spcBef>
            <a:spcAft>
              <a:spcPct val="35000"/>
            </a:spcAft>
            <a:buNone/>
          </a:pPr>
          <a:r>
            <a:rPr lang="en-US" sz="1600" kern="1200"/>
            <a:t>ESG Disclosures Tool</a:t>
          </a:r>
        </a:p>
      </dsp:txBody>
      <dsp:txXfrm>
        <a:off x="0" y="442332"/>
        <a:ext cx="4944246" cy="374400"/>
      </dsp:txXfrm>
    </dsp:sp>
    <dsp:sp modelId="{723A73C5-D300-4B89-AC6D-DD6E1B704AE2}">
      <dsp:nvSpPr>
        <dsp:cNvPr id="0" name=""/>
        <dsp:cNvSpPr/>
      </dsp:nvSpPr>
      <dsp:spPr>
        <a:xfrm>
          <a:off x="0" y="874332"/>
          <a:ext cx="4944246" cy="37440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r" defTabSz="711200">
            <a:lnSpc>
              <a:spcPct val="90000"/>
            </a:lnSpc>
            <a:spcBef>
              <a:spcPct val="0"/>
            </a:spcBef>
            <a:spcAft>
              <a:spcPct val="35000"/>
            </a:spcAft>
            <a:buNone/>
          </a:pPr>
          <a:r>
            <a:rPr lang="en-US" sz="1600" kern="1200"/>
            <a:t>Board Meeting Management Tool </a:t>
          </a:r>
        </a:p>
      </dsp:txBody>
      <dsp:txXfrm>
        <a:off x="0" y="874332"/>
        <a:ext cx="4944246" cy="374400"/>
      </dsp:txXfrm>
    </dsp:sp>
    <dsp:sp modelId="{5E4C6931-25DE-450F-99CB-371C916AD61B}">
      <dsp:nvSpPr>
        <dsp:cNvPr id="0" name=""/>
        <dsp:cNvSpPr/>
      </dsp:nvSpPr>
      <dsp:spPr>
        <a:xfrm>
          <a:off x="0" y="1306332"/>
          <a:ext cx="4944246" cy="37440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r" defTabSz="711200">
            <a:lnSpc>
              <a:spcPct val="90000"/>
            </a:lnSpc>
            <a:spcBef>
              <a:spcPct val="0"/>
            </a:spcBef>
            <a:spcAft>
              <a:spcPct val="35000"/>
            </a:spcAft>
            <a:buNone/>
          </a:pPr>
          <a:r>
            <a:rPr lang="en-US" sz="1600" kern="1200"/>
            <a:t>Secretarial Automation Tool</a:t>
          </a:r>
        </a:p>
      </dsp:txBody>
      <dsp:txXfrm>
        <a:off x="0" y="1306332"/>
        <a:ext cx="4944246" cy="3744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3F02A5-6D35-4388-9429-AD0B1B473451}">
      <dsp:nvSpPr>
        <dsp:cNvPr id="0" name=""/>
        <dsp:cNvSpPr/>
      </dsp:nvSpPr>
      <dsp:spPr>
        <a:xfrm>
          <a:off x="0" y="0"/>
          <a:ext cx="2347362" cy="2698151"/>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12700">
          <a:solidFill>
            <a:schemeClr val="tx2"/>
          </a:solidFill>
          <a:prstDash val="sysDot"/>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a:t>Real Time Monitoring</a:t>
          </a:r>
        </a:p>
        <a:p>
          <a:pPr marL="0" lvl="0" indent="0" algn="ctr" defTabSz="622300">
            <a:lnSpc>
              <a:spcPct val="90000"/>
            </a:lnSpc>
            <a:spcBef>
              <a:spcPct val="0"/>
            </a:spcBef>
            <a:spcAft>
              <a:spcPct val="35000"/>
            </a:spcAft>
            <a:buNone/>
          </a:pPr>
          <a:r>
            <a:rPr lang="en-US" sz="1200" b="0" kern="1200"/>
            <a:t>Automated dashboards &amp; digital tools enable live compliance tracking</a:t>
          </a:r>
        </a:p>
      </dsp:txBody>
      <dsp:txXfrm>
        <a:off x="0" y="1079260"/>
        <a:ext cx="2347362" cy="1079260"/>
      </dsp:txXfrm>
    </dsp:sp>
    <dsp:sp modelId="{B56C4D89-82CD-40D0-A9BC-96E24943ACB2}">
      <dsp:nvSpPr>
        <dsp:cNvPr id="0" name=""/>
        <dsp:cNvSpPr/>
      </dsp:nvSpPr>
      <dsp:spPr>
        <a:xfrm>
          <a:off x="836156" y="273606"/>
          <a:ext cx="675049" cy="675049"/>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accent1">
              <a:shade val="80000"/>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C1692E08-CCC6-4BB2-813D-C995426AEEFC}">
      <dsp:nvSpPr>
        <dsp:cNvPr id="0" name=""/>
        <dsp:cNvSpPr/>
      </dsp:nvSpPr>
      <dsp:spPr>
        <a:xfrm>
          <a:off x="2417783" y="0"/>
          <a:ext cx="2347362" cy="2698151"/>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12700">
          <a:solidFill>
            <a:schemeClr val="tx1"/>
          </a:solidFill>
          <a:prstDash val="sysDot"/>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a:t>Secure Data Management </a:t>
          </a:r>
        </a:p>
        <a:p>
          <a:pPr marL="0" lvl="0" indent="0" algn="ctr" defTabSz="622300">
            <a:lnSpc>
              <a:spcPct val="90000"/>
            </a:lnSpc>
            <a:spcBef>
              <a:spcPct val="0"/>
            </a:spcBef>
            <a:spcAft>
              <a:spcPct val="35000"/>
            </a:spcAft>
            <a:buNone/>
          </a:pPr>
          <a:r>
            <a:rPr lang="en-US" sz="1200" kern="1200"/>
            <a:t>Ensures confidentiality, integrity of Company Information</a:t>
          </a:r>
        </a:p>
      </dsp:txBody>
      <dsp:txXfrm>
        <a:off x="2417783" y="1079260"/>
        <a:ext cx="2347362" cy="1079260"/>
      </dsp:txXfrm>
    </dsp:sp>
    <dsp:sp modelId="{167165E2-3071-4A4A-8F72-6352529638D7}">
      <dsp:nvSpPr>
        <dsp:cNvPr id="0" name=""/>
        <dsp:cNvSpPr/>
      </dsp:nvSpPr>
      <dsp:spPr>
        <a:xfrm>
          <a:off x="3253939" y="273606"/>
          <a:ext cx="675049" cy="675049"/>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accent1">
              <a:shade val="80000"/>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39A424C1-4F89-481C-BDB8-4DC50E2E5FFA}">
      <dsp:nvSpPr>
        <dsp:cNvPr id="0" name=""/>
        <dsp:cNvSpPr/>
      </dsp:nvSpPr>
      <dsp:spPr>
        <a:xfrm>
          <a:off x="4835566" y="0"/>
          <a:ext cx="2347362" cy="2698151"/>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12700">
          <a:solidFill>
            <a:schemeClr val="tx1"/>
          </a:solidFill>
          <a:prstDash val="sysDot"/>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endParaRPr lang="en-US" sz="1400" b="1" kern="1200">
            <a:ea typeface="Calibri" panose="020F0502020204030204" pitchFamily="34" charset="0"/>
          </a:endParaRPr>
        </a:p>
        <a:p>
          <a:pPr marL="0" lvl="0" indent="0" algn="ctr" defTabSz="622300">
            <a:lnSpc>
              <a:spcPct val="90000"/>
            </a:lnSpc>
            <a:spcBef>
              <a:spcPct val="0"/>
            </a:spcBef>
            <a:spcAft>
              <a:spcPct val="35000"/>
            </a:spcAft>
            <a:buNone/>
          </a:pPr>
          <a:r>
            <a:rPr lang="en-US" sz="1400" b="1" kern="1200">
              <a:ea typeface="Calibri" panose="020F0502020204030204" pitchFamily="34" charset="0"/>
            </a:rPr>
            <a:t>Easy Stakeholder Access</a:t>
          </a:r>
        </a:p>
        <a:p>
          <a:pPr marL="0" lvl="0" indent="0" algn="ctr" defTabSz="622300">
            <a:lnSpc>
              <a:spcPct val="90000"/>
            </a:lnSpc>
            <a:spcBef>
              <a:spcPct val="0"/>
            </a:spcBef>
            <a:spcAft>
              <a:spcPct val="35000"/>
            </a:spcAft>
            <a:buNone/>
          </a:pPr>
          <a:r>
            <a:rPr lang="en-US" sz="1200" b="0" kern="1200">
              <a:ea typeface="Calibri" panose="020F0502020204030204" pitchFamily="34" charset="0"/>
            </a:rPr>
            <a:t>Digital Board Portals etc. allow seamless access to Governance data for directors &amp; auditors</a:t>
          </a:r>
          <a:endParaRPr lang="en-US" sz="1200" b="0" kern="1200"/>
        </a:p>
      </dsp:txBody>
      <dsp:txXfrm>
        <a:off x="4835566" y="1079260"/>
        <a:ext cx="2347362" cy="1079260"/>
      </dsp:txXfrm>
    </dsp:sp>
    <dsp:sp modelId="{E8AC7DD5-A9DF-4312-9A27-66A256385730}">
      <dsp:nvSpPr>
        <dsp:cNvPr id="0" name=""/>
        <dsp:cNvSpPr/>
      </dsp:nvSpPr>
      <dsp:spPr>
        <a:xfrm>
          <a:off x="5671722" y="273606"/>
          <a:ext cx="675049" cy="675049"/>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accent1">
              <a:shade val="80000"/>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4B29E75F-BE0C-4520-A2BF-829FBB58562D}">
      <dsp:nvSpPr>
        <dsp:cNvPr id="0" name=""/>
        <dsp:cNvSpPr/>
      </dsp:nvSpPr>
      <dsp:spPr>
        <a:xfrm>
          <a:off x="7253349" y="0"/>
          <a:ext cx="2347362" cy="2698151"/>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12700">
          <a:solidFill>
            <a:schemeClr val="tx1"/>
          </a:solidFill>
          <a:prstDash val="sysDot"/>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endParaRPr lang="en-US" sz="1400" b="1" kern="1200"/>
        </a:p>
        <a:p>
          <a:pPr marL="0" lvl="0" indent="0" algn="ctr" defTabSz="622300">
            <a:lnSpc>
              <a:spcPct val="90000"/>
            </a:lnSpc>
            <a:spcBef>
              <a:spcPct val="0"/>
            </a:spcBef>
            <a:spcAft>
              <a:spcPct val="35000"/>
            </a:spcAft>
            <a:buNone/>
          </a:pPr>
          <a:r>
            <a:rPr lang="en-US" sz="1400" b="1" kern="1200"/>
            <a:t>Improved Decision Making  </a:t>
          </a:r>
        </a:p>
        <a:p>
          <a:pPr marL="0" lvl="0" indent="0" algn="ctr" defTabSz="622300">
            <a:lnSpc>
              <a:spcPct val="90000"/>
            </a:lnSpc>
            <a:spcBef>
              <a:spcPct val="0"/>
            </a:spcBef>
            <a:spcAft>
              <a:spcPct val="35000"/>
            </a:spcAft>
            <a:buNone/>
          </a:pPr>
          <a:r>
            <a:rPr lang="en-US" sz="1200" b="0" kern="1200"/>
            <a:t>AI-enabled analytics offer insightful trends, risk flags and planning for effective Board Discussions</a:t>
          </a:r>
          <a:endParaRPr lang="en-US" sz="1200" b="1" kern="1200"/>
        </a:p>
      </dsp:txBody>
      <dsp:txXfrm>
        <a:off x="7253349" y="1079260"/>
        <a:ext cx="2347362" cy="1079260"/>
      </dsp:txXfrm>
    </dsp:sp>
    <dsp:sp modelId="{6D382EBE-190B-4986-8F0F-8E803EF1A7BE}">
      <dsp:nvSpPr>
        <dsp:cNvPr id="0" name=""/>
        <dsp:cNvSpPr/>
      </dsp:nvSpPr>
      <dsp:spPr>
        <a:xfrm>
          <a:off x="8089506" y="273606"/>
          <a:ext cx="675049" cy="675049"/>
        </a:xfrm>
        <a:prstGeom prst="ellipse">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solidFill>
            <a:schemeClr val="accent1">
              <a:shade val="80000"/>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C3DAA71C-EB30-4271-8D70-10E1AD78C07E}">
      <dsp:nvSpPr>
        <dsp:cNvPr id="0" name=""/>
        <dsp:cNvSpPr/>
      </dsp:nvSpPr>
      <dsp:spPr>
        <a:xfrm>
          <a:off x="9671132" y="0"/>
          <a:ext cx="2347362" cy="2698151"/>
        </a:xfrm>
        <a:prstGeom prst="roundRect">
          <a:avLst>
            <a:gd name="adj" fmla="val 10000"/>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12700">
          <a:solidFill>
            <a:schemeClr val="tx1"/>
          </a:solidFill>
          <a:prstDash val="sysDot"/>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endParaRPr lang="en-US" sz="1400" b="1" kern="1200">
            <a:ea typeface="Calibri" panose="020F0502020204030204" pitchFamily="34" charset="0"/>
          </a:endParaRPr>
        </a:p>
        <a:p>
          <a:pPr marL="0" lvl="0" indent="0" algn="ctr" defTabSz="622300">
            <a:lnSpc>
              <a:spcPct val="90000"/>
            </a:lnSpc>
            <a:spcBef>
              <a:spcPct val="0"/>
            </a:spcBef>
            <a:spcAft>
              <a:spcPct val="35000"/>
            </a:spcAft>
            <a:buNone/>
          </a:pPr>
          <a:r>
            <a:rPr lang="en-US" sz="1400" b="1" kern="1200">
              <a:ea typeface="Calibri" panose="020F0502020204030204" pitchFamily="34" charset="0"/>
            </a:rPr>
            <a:t>Streamlined Processes </a:t>
          </a:r>
        </a:p>
        <a:p>
          <a:pPr marL="0" lvl="0" indent="0" algn="ctr" defTabSz="622300">
            <a:lnSpc>
              <a:spcPct val="90000"/>
            </a:lnSpc>
            <a:spcBef>
              <a:spcPct val="0"/>
            </a:spcBef>
            <a:spcAft>
              <a:spcPct val="35000"/>
            </a:spcAft>
            <a:buNone/>
          </a:pPr>
          <a:r>
            <a:rPr lang="en-US" sz="1200" kern="1200">
              <a:ea typeface="Calibri" panose="020F0502020204030204" pitchFamily="34" charset="0"/>
            </a:rPr>
            <a:t>Automates policy approvals, meeting scheduling, disclosures and RPT Approvals- reducing human errors</a:t>
          </a:r>
          <a:endParaRPr lang="en-US" sz="1200" kern="1200"/>
        </a:p>
      </dsp:txBody>
      <dsp:txXfrm>
        <a:off x="9671132" y="1079260"/>
        <a:ext cx="2347362" cy="1079260"/>
      </dsp:txXfrm>
    </dsp:sp>
    <dsp:sp modelId="{80349460-CA20-46A0-8D1E-281E0A1E1D22}">
      <dsp:nvSpPr>
        <dsp:cNvPr id="0" name=""/>
        <dsp:cNvSpPr/>
      </dsp:nvSpPr>
      <dsp:spPr>
        <a:xfrm>
          <a:off x="10507289" y="273606"/>
          <a:ext cx="675049" cy="675049"/>
        </a:xfrm>
        <a:prstGeom prst="ellipse">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2700" cap="flat" cmpd="sng" algn="ctr">
          <a:solidFill>
            <a:schemeClr val="accent1">
              <a:shade val="80000"/>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80372772-1096-4F3E-981D-B2836405F1FD}">
      <dsp:nvSpPr>
        <dsp:cNvPr id="0" name=""/>
        <dsp:cNvSpPr/>
      </dsp:nvSpPr>
      <dsp:spPr>
        <a:xfrm>
          <a:off x="480739" y="2223843"/>
          <a:ext cx="11057015" cy="404722"/>
        </a:xfrm>
        <a:prstGeom prst="leftRightArrow">
          <a:avLst/>
        </a:prstGeom>
        <a:solidFill>
          <a:schemeClr val="accent1"/>
        </a:solidFill>
        <a:ln w="12700" cap="flat" cmpd="sng" algn="ctr">
          <a:solidFill>
            <a:schemeClr val="lt1">
              <a:hueOff val="0"/>
              <a:satOff val="0"/>
              <a:lumOff val="0"/>
              <a:alphaOff val="0"/>
            </a:schemeClr>
          </a:solidFill>
          <a:prstDash val="solid"/>
          <a:miter lim="800000"/>
        </a:ln>
        <a:effectLst/>
        <a:scene3d>
          <a:camera prst="orthographicFront"/>
          <a:lightRig rig="flat" dir="t"/>
        </a:scene3d>
        <a:sp3d prstMaterial="dkEdge">
          <a:bevelT w="8200" h="38100"/>
        </a:sp3d>
      </dsp:spPr>
      <dsp:style>
        <a:lnRef idx="1">
          <a:scrgbClr r="0" g="0" b="0"/>
        </a:lnRef>
        <a:fillRef idx="2">
          <a:scrgbClr r="0" g="0" b="0"/>
        </a:fillRef>
        <a:effectRef idx="1">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06C05C-7B08-40A1-9A03-B965CF32D3CB}">
      <dsp:nvSpPr>
        <dsp:cNvPr id="0" name=""/>
        <dsp:cNvSpPr/>
      </dsp:nvSpPr>
      <dsp:spPr>
        <a:xfrm>
          <a:off x="0" y="426999"/>
          <a:ext cx="3214687" cy="1928812"/>
        </a:xfrm>
        <a:prstGeom prst="hexagon">
          <a:avLst/>
        </a:prstGeom>
        <a:solidFill>
          <a:schemeClr val="accent1">
            <a:lumMod val="20000"/>
            <a:lumOff val="80000"/>
          </a:schemeClr>
        </a:solidFill>
        <a:ln w="19050" cap="flat" cmpd="sng" algn="ctr">
          <a:solidFill>
            <a:schemeClr val="accent1"/>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tx1"/>
              </a:solidFill>
            </a:rPr>
            <a:t>Integrity</a:t>
          </a:r>
        </a:p>
      </dsp:txBody>
      <dsp:txXfrm>
        <a:off x="428625" y="684174"/>
        <a:ext cx="2357437" cy="1414462"/>
      </dsp:txXfrm>
    </dsp:sp>
    <dsp:sp modelId="{DF1E5E4A-F993-4C02-B4F6-AA2A8AB7C4F2}">
      <dsp:nvSpPr>
        <dsp:cNvPr id="0" name=""/>
        <dsp:cNvSpPr/>
      </dsp:nvSpPr>
      <dsp:spPr>
        <a:xfrm>
          <a:off x="3536155" y="426999"/>
          <a:ext cx="3214687" cy="1928812"/>
        </a:xfrm>
        <a:prstGeom prst="hexagon">
          <a:avLst/>
        </a:prstGeom>
        <a:solidFill>
          <a:schemeClr val="accent1">
            <a:lumMod val="20000"/>
            <a:lumOff val="80000"/>
          </a:schemeClr>
        </a:solidFill>
        <a:ln w="19050" cap="flat" cmpd="sng" algn="ctr">
          <a:solidFill>
            <a:schemeClr val="accent1"/>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tx1"/>
              </a:solidFill>
            </a:rPr>
            <a:t>Collaboration</a:t>
          </a:r>
        </a:p>
      </dsp:txBody>
      <dsp:txXfrm>
        <a:off x="3964780" y="684174"/>
        <a:ext cx="2357437" cy="1414462"/>
      </dsp:txXfrm>
    </dsp:sp>
    <dsp:sp modelId="{08A3C369-6088-4CE9-B3F0-C3E322A47D4D}">
      <dsp:nvSpPr>
        <dsp:cNvPr id="0" name=""/>
        <dsp:cNvSpPr/>
      </dsp:nvSpPr>
      <dsp:spPr>
        <a:xfrm>
          <a:off x="7072311" y="426999"/>
          <a:ext cx="3214687" cy="1928812"/>
        </a:xfrm>
        <a:prstGeom prst="hexagon">
          <a:avLst/>
        </a:prstGeom>
        <a:solidFill>
          <a:schemeClr val="accent1">
            <a:lumMod val="20000"/>
            <a:lumOff val="80000"/>
          </a:schemeClr>
        </a:solidFill>
        <a:ln w="19050" cap="flat" cmpd="sng" algn="ctr">
          <a:solidFill>
            <a:schemeClr val="accent1"/>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tx1"/>
              </a:solidFill>
            </a:rPr>
            <a:t>Courage to speak up</a:t>
          </a:r>
        </a:p>
      </dsp:txBody>
      <dsp:txXfrm>
        <a:off x="7500936" y="684174"/>
        <a:ext cx="2357437" cy="1414462"/>
      </dsp:txXfrm>
    </dsp:sp>
    <dsp:sp modelId="{D1D14624-1AFC-497B-BBC5-6114AAE7860C}">
      <dsp:nvSpPr>
        <dsp:cNvPr id="0" name=""/>
        <dsp:cNvSpPr/>
      </dsp:nvSpPr>
      <dsp:spPr>
        <a:xfrm>
          <a:off x="0" y="2677280"/>
          <a:ext cx="3214687" cy="1928812"/>
        </a:xfrm>
        <a:prstGeom prst="hexagon">
          <a:avLst/>
        </a:prstGeom>
        <a:solidFill>
          <a:schemeClr val="accent1">
            <a:lumMod val="20000"/>
            <a:lumOff val="80000"/>
          </a:schemeClr>
        </a:solidFill>
        <a:ln w="19050" cap="flat" cmpd="sng" algn="ctr">
          <a:solidFill>
            <a:schemeClr val="accent1"/>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tx1"/>
              </a:solidFill>
            </a:rPr>
            <a:t>Strategic vision</a:t>
          </a:r>
        </a:p>
      </dsp:txBody>
      <dsp:txXfrm>
        <a:off x="428625" y="2934455"/>
        <a:ext cx="2357437" cy="1414462"/>
      </dsp:txXfrm>
    </dsp:sp>
    <dsp:sp modelId="{B70EDD93-8B90-48FA-B38A-CA56C12AB61C}">
      <dsp:nvSpPr>
        <dsp:cNvPr id="0" name=""/>
        <dsp:cNvSpPr/>
      </dsp:nvSpPr>
      <dsp:spPr>
        <a:xfrm>
          <a:off x="3536155" y="2677280"/>
          <a:ext cx="3214687" cy="1928812"/>
        </a:xfrm>
        <a:prstGeom prst="hexagon">
          <a:avLst/>
        </a:prstGeom>
        <a:solidFill>
          <a:schemeClr val="accent1">
            <a:lumMod val="20000"/>
            <a:lumOff val="80000"/>
          </a:schemeClr>
        </a:solidFill>
        <a:ln w="19050" cap="flat" cmpd="sng" algn="ctr">
          <a:solidFill>
            <a:schemeClr val="accent1"/>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solidFill>
                <a:srgbClr val="000000"/>
              </a:solidFill>
              <a:latin typeface="Arial"/>
              <a:ea typeface="+mn-ea"/>
              <a:cs typeface="+mn-cs"/>
            </a:rPr>
            <a:t>Governance Mindset</a:t>
          </a:r>
        </a:p>
      </dsp:txBody>
      <dsp:txXfrm>
        <a:off x="3964780" y="2934455"/>
        <a:ext cx="2357437" cy="1414462"/>
      </dsp:txXfrm>
    </dsp:sp>
    <dsp:sp modelId="{9BCC69D2-5A29-450B-96F0-4EA8753127B4}">
      <dsp:nvSpPr>
        <dsp:cNvPr id="0" name=""/>
        <dsp:cNvSpPr/>
      </dsp:nvSpPr>
      <dsp:spPr>
        <a:xfrm>
          <a:off x="7072311" y="2677280"/>
          <a:ext cx="3214687" cy="1928812"/>
        </a:xfrm>
        <a:prstGeom prst="hexagon">
          <a:avLst/>
        </a:prstGeom>
        <a:solidFill>
          <a:schemeClr val="accent1">
            <a:lumMod val="20000"/>
            <a:lumOff val="80000"/>
          </a:schemeClr>
        </a:solidFill>
        <a:ln w="19050" cap="flat" cmpd="sng" algn="ctr">
          <a:solidFill>
            <a:schemeClr val="accent1"/>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solidFill>
                <a:srgbClr val="000000"/>
              </a:solidFill>
              <a:latin typeface="Arial"/>
              <a:ea typeface="+mn-ea"/>
              <a:cs typeface="+mn-cs"/>
            </a:rPr>
            <a:t>Mentorship</a:t>
          </a:r>
        </a:p>
      </dsp:txBody>
      <dsp:txXfrm>
        <a:off x="7500936" y="2934455"/>
        <a:ext cx="2357437" cy="141446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98518C-5791-4550-B986-1CB574236C7A}">
      <dsp:nvSpPr>
        <dsp:cNvPr id="0" name=""/>
        <dsp:cNvSpPr/>
      </dsp:nvSpPr>
      <dsp:spPr>
        <a:xfrm>
          <a:off x="5839334" y="2713"/>
          <a:ext cx="1344643" cy="962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a:t>Stewardship</a:t>
          </a:r>
          <a:endParaRPr lang="en-US" sz="1200" kern="1200"/>
        </a:p>
      </dsp:txBody>
      <dsp:txXfrm>
        <a:off x="5839334" y="2713"/>
        <a:ext cx="1344643" cy="962997"/>
      </dsp:txXfrm>
    </dsp:sp>
    <dsp:sp modelId="{FC126B19-7260-4FE9-8BF9-8CD290FEFAA4}">
      <dsp:nvSpPr>
        <dsp:cNvPr id="0" name=""/>
        <dsp:cNvSpPr/>
      </dsp:nvSpPr>
      <dsp:spPr>
        <a:xfrm>
          <a:off x="2881990" y="92155"/>
          <a:ext cx="5362783" cy="5362783"/>
        </a:xfrm>
        <a:prstGeom prst="circularArrow">
          <a:avLst>
            <a:gd name="adj1" fmla="val 3502"/>
            <a:gd name="adj2" fmla="val 217135"/>
            <a:gd name="adj3" fmla="val 19268492"/>
            <a:gd name="adj4" fmla="val 18650651"/>
            <a:gd name="adj5" fmla="val 4085"/>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997C55-6676-489E-8FBB-81F8587E10FF}">
      <dsp:nvSpPr>
        <dsp:cNvPr id="0" name=""/>
        <dsp:cNvSpPr/>
      </dsp:nvSpPr>
      <dsp:spPr>
        <a:xfrm>
          <a:off x="7180395" y="1343774"/>
          <a:ext cx="1344643" cy="962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a:t>Independence of Judgment</a:t>
          </a:r>
          <a:endParaRPr lang="en-US" sz="1200" kern="1200"/>
        </a:p>
      </dsp:txBody>
      <dsp:txXfrm>
        <a:off x="7180395" y="1343774"/>
        <a:ext cx="1344643" cy="962997"/>
      </dsp:txXfrm>
    </dsp:sp>
    <dsp:sp modelId="{A0368CC7-3A2F-4F44-BB97-57CF825B5B6F}">
      <dsp:nvSpPr>
        <dsp:cNvPr id="0" name=""/>
        <dsp:cNvSpPr/>
      </dsp:nvSpPr>
      <dsp:spPr>
        <a:xfrm>
          <a:off x="2881990" y="92155"/>
          <a:ext cx="5362783" cy="5362783"/>
        </a:xfrm>
        <a:prstGeom prst="circularArrow">
          <a:avLst>
            <a:gd name="adj1" fmla="val 3502"/>
            <a:gd name="adj2" fmla="val 217135"/>
            <a:gd name="adj3" fmla="val 434328"/>
            <a:gd name="adj4" fmla="val 20948537"/>
            <a:gd name="adj5" fmla="val 4085"/>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B3B48C-D137-4582-B07A-5ABCE876A0C3}">
      <dsp:nvSpPr>
        <dsp:cNvPr id="0" name=""/>
        <dsp:cNvSpPr/>
      </dsp:nvSpPr>
      <dsp:spPr>
        <a:xfrm>
          <a:off x="7180395" y="3240321"/>
          <a:ext cx="1344643" cy="962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a:t>Courage</a:t>
          </a:r>
          <a:endParaRPr lang="en-US" sz="1200" kern="1200"/>
        </a:p>
      </dsp:txBody>
      <dsp:txXfrm>
        <a:off x="7180395" y="3240321"/>
        <a:ext cx="1344643" cy="962997"/>
      </dsp:txXfrm>
    </dsp:sp>
    <dsp:sp modelId="{470315CD-C2AE-4D06-97AD-21FD9E993280}">
      <dsp:nvSpPr>
        <dsp:cNvPr id="0" name=""/>
        <dsp:cNvSpPr/>
      </dsp:nvSpPr>
      <dsp:spPr>
        <a:xfrm>
          <a:off x="2881990" y="92155"/>
          <a:ext cx="5362783" cy="5362783"/>
        </a:xfrm>
        <a:prstGeom prst="circularArrow">
          <a:avLst>
            <a:gd name="adj1" fmla="val 3502"/>
            <a:gd name="adj2" fmla="val 217135"/>
            <a:gd name="adj3" fmla="val 2732214"/>
            <a:gd name="adj4" fmla="val 2114373"/>
            <a:gd name="adj5" fmla="val 4085"/>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832967-EDDD-4C15-A75E-F0239C1B2D6B}">
      <dsp:nvSpPr>
        <dsp:cNvPr id="0" name=""/>
        <dsp:cNvSpPr/>
      </dsp:nvSpPr>
      <dsp:spPr>
        <a:xfrm>
          <a:off x="5839334" y="4581383"/>
          <a:ext cx="1344643" cy="962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a:t>Humility &amp; Continuous Learning</a:t>
          </a:r>
          <a:endParaRPr lang="en-US" sz="1200" kern="1200"/>
        </a:p>
      </dsp:txBody>
      <dsp:txXfrm>
        <a:off x="5839334" y="4581383"/>
        <a:ext cx="1344643" cy="962997"/>
      </dsp:txXfrm>
    </dsp:sp>
    <dsp:sp modelId="{2DBE756B-C4C7-42AE-A9D1-AFCC4BF9ED83}">
      <dsp:nvSpPr>
        <dsp:cNvPr id="0" name=""/>
        <dsp:cNvSpPr/>
      </dsp:nvSpPr>
      <dsp:spPr>
        <a:xfrm>
          <a:off x="2843629" y="96757"/>
          <a:ext cx="5362783" cy="5362783"/>
        </a:xfrm>
        <a:prstGeom prst="circularArrow">
          <a:avLst>
            <a:gd name="adj1" fmla="val 3502"/>
            <a:gd name="adj2" fmla="val 217135"/>
            <a:gd name="adj3" fmla="val 5613338"/>
            <a:gd name="adj4" fmla="val 4962766"/>
            <a:gd name="adj5" fmla="val 4085"/>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B9F811-2821-4838-B193-430C01D2A8CF}">
      <dsp:nvSpPr>
        <dsp:cNvPr id="0" name=""/>
        <dsp:cNvSpPr/>
      </dsp:nvSpPr>
      <dsp:spPr>
        <a:xfrm>
          <a:off x="3870899" y="4560839"/>
          <a:ext cx="1344643" cy="962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a:t>Ethical Leadership</a:t>
          </a:r>
          <a:endParaRPr lang="en-US" sz="1200" kern="1200"/>
        </a:p>
      </dsp:txBody>
      <dsp:txXfrm>
        <a:off x="3870899" y="4560839"/>
        <a:ext cx="1344643" cy="962997"/>
      </dsp:txXfrm>
    </dsp:sp>
    <dsp:sp modelId="{1F598988-145D-4524-A987-1D2A6882E595}">
      <dsp:nvSpPr>
        <dsp:cNvPr id="0" name=""/>
        <dsp:cNvSpPr/>
      </dsp:nvSpPr>
      <dsp:spPr>
        <a:xfrm>
          <a:off x="2908598" y="130584"/>
          <a:ext cx="5362783" cy="5362783"/>
        </a:xfrm>
        <a:prstGeom prst="circularArrow">
          <a:avLst>
            <a:gd name="adj1" fmla="val 3502"/>
            <a:gd name="adj2" fmla="val 217135"/>
            <a:gd name="adj3" fmla="val 8533339"/>
            <a:gd name="adj4" fmla="val 8035676"/>
            <a:gd name="adj5" fmla="val 4085"/>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1808BB-191A-47A4-9800-D3904AD6137B}">
      <dsp:nvSpPr>
        <dsp:cNvPr id="0" name=""/>
        <dsp:cNvSpPr/>
      </dsp:nvSpPr>
      <dsp:spPr>
        <a:xfrm>
          <a:off x="2601725" y="3240321"/>
          <a:ext cx="1344643" cy="962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a:t>Accountability to Society &amp; Environment</a:t>
          </a:r>
          <a:endParaRPr lang="en-US" sz="1200" kern="1200"/>
        </a:p>
      </dsp:txBody>
      <dsp:txXfrm>
        <a:off x="2601725" y="3240321"/>
        <a:ext cx="1344643" cy="962997"/>
      </dsp:txXfrm>
    </dsp:sp>
    <dsp:sp modelId="{5EE07D09-44A2-498A-BC70-089A7C19A472}">
      <dsp:nvSpPr>
        <dsp:cNvPr id="0" name=""/>
        <dsp:cNvSpPr/>
      </dsp:nvSpPr>
      <dsp:spPr>
        <a:xfrm>
          <a:off x="2881990" y="92155"/>
          <a:ext cx="5362783" cy="5362783"/>
        </a:xfrm>
        <a:prstGeom prst="circularArrow">
          <a:avLst>
            <a:gd name="adj1" fmla="val 3502"/>
            <a:gd name="adj2" fmla="val 217135"/>
            <a:gd name="adj3" fmla="val 11234328"/>
            <a:gd name="adj4" fmla="val 10148537"/>
            <a:gd name="adj5" fmla="val 4085"/>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0F0A1D-16A3-41B6-966F-B74FED0415B6}">
      <dsp:nvSpPr>
        <dsp:cNvPr id="0" name=""/>
        <dsp:cNvSpPr/>
      </dsp:nvSpPr>
      <dsp:spPr>
        <a:xfrm>
          <a:off x="2601725" y="1343774"/>
          <a:ext cx="1344643" cy="962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a:t>Transparency in Decision-Making</a:t>
          </a:r>
          <a:endParaRPr lang="en-US" sz="1200" kern="1200"/>
        </a:p>
      </dsp:txBody>
      <dsp:txXfrm>
        <a:off x="2601725" y="1343774"/>
        <a:ext cx="1344643" cy="962997"/>
      </dsp:txXfrm>
    </dsp:sp>
    <dsp:sp modelId="{F4C2F0CE-45D8-4D4D-8376-F696B0E613FA}">
      <dsp:nvSpPr>
        <dsp:cNvPr id="0" name=""/>
        <dsp:cNvSpPr/>
      </dsp:nvSpPr>
      <dsp:spPr>
        <a:xfrm>
          <a:off x="2881990" y="92155"/>
          <a:ext cx="5362783" cy="5362783"/>
        </a:xfrm>
        <a:prstGeom prst="circularArrow">
          <a:avLst>
            <a:gd name="adj1" fmla="val 3502"/>
            <a:gd name="adj2" fmla="val 217135"/>
            <a:gd name="adj3" fmla="val 13532214"/>
            <a:gd name="adj4" fmla="val 12914373"/>
            <a:gd name="adj5" fmla="val 4085"/>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EDA2DB-F6DF-466C-860D-F916BBF17A42}">
      <dsp:nvSpPr>
        <dsp:cNvPr id="0" name=""/>
        <dsp:cNvSpPr/>
      </dsp:nvSpPr>
      <dsp:spPr>
        <a:xfrm>
          <a:off x="3942786" y="2713"/>
          <a:ext cx="1344643" cy="9629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a:t>Respect for Stakeholders</a:t>
          </a:r>
          <a:endParaRPr lang="en-US" sz="1200" kern="1200"/>
        </a:p>
      </dsp:txBody>
      <dsp:txXfrm>
        <a:off x="3942786" y="2713"/>
        <a:ext cx="1344643" cy="962997"/>
      </dsp:txXfrm>
    </dsp:sp>
    <dsp:sp modelId="{B1F421A5-D0D7-4481-A870-17CC58748585}">
      <dsp:nvSpPr>
        <dsp:cNvPr id="0" name=""/>
        <dsp:cNvSpPr/>
      </dsp:nvSpPr>
      <dsp:spPr>
        <a:xfrm>
          <a:off x="2881990" y="92155"/>
          <a:ext cx="5362783" cy="5362783"/>
        </a:xfrm>
        <a:prstGeom prst="circularArrow">
          <a:avLst>
            <a:gd name="adj1" fmla="val 3502"/>
            <a:gd name="adj2" fmla="val 217135"/>
            <a:gd name="adj3" fmla="val 16366497"/>
            <a:gd name="adj4" fmla="val 15816368"/>
            <a:gd name="adj5" fmla="val 4085"/>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F8A990-8CA1-421F-A39E-AF2F917A2199}">
      <dsp:nvSpPr>
        <dsp:cNvPr id="0" name=""/>
        <dsp:cNvSpPr/>
      </dsp:nvSpPr>
      <dsp:spPr>
        <a:xfrm>
          <a:off x="1278" y="551574"/>
          <a:ext cx="1469501" cy="734750"/>
        </a:xfrm>
        <a:prstGeom prst="roundRect">
          <a:avLst>
            <a:gd name="adj" fmla="val 10000"/>
          </a:avLst>
        </a:prstGeom>
        <a:solidFill>
          <a:schemeClr val="accent2"/>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b="0" kern="1200"/>
            <a:t>Accountability</a:t>
          </a:r>
        </a:p>
      </dsp:txBody>
      <dsp:txXfrm>
        <a:off x="22798" y="573094"/>
        <a:ext cx="1426461" cy="691710"/>
      </dsp:txXfrm>
    </dsp:sp>
    <dsp:sp modelId="{9257660A-166E-4AF8-BBBE-A4254C9DC808}">
      <dsp:nvSpPr>
        <dsp:cNvPr id="0" name=""/>
        <dsp:cNvSpPr/>
      </dsp:nvSpPr>
      <dsp:spPr>
        <a:xfrm>
          <a:off x="148228" y="1286324"/>
          <a:ext cx="146950" cy="551063"/>
        </a:xfrm>
        <a:custGeom>
          <a:avLst/>
          <a:gdLst/>
          <a:ahLst/>
          <a:cxnLst/>
          <a:rect l="0" t="0" r="0" b="0"/>
          <a:pathLst>
            <a:path>
              <a:moveTo>
                <a:pt x="0" y="0"/>
              </a:moveTo>
              <a:lnTo>
                <a:pt x="0" y="551063"/>
              </a:lnTo>
              <a:lnTo>
                <a:pt x="146950" y="551063"/>
              </a:lnTo>
            </a:path>
          </a:pathLst>
        </a:custGeom>
        <a:noFill/>
        <a:ln w="19050" cap="flat" cmpd="sng" algn="ctr">
          <a:solidFill>
            <a:schemeClr val="accent2"/>
          </a:solidFill>
          <a:prstDash val="solid"/>
          <a:miter lim="800000"/>
        </a:ln>
        <a:effectLst/>
      </dsp:spPr>
      <dsp:style>
        <a:lnRef idx="2">
          <a:scrgbClr r="0" g="0" b="0"/>
        </a:lnRef>
        <a:fillRef idx="0">
          <a:scrgbClr r="0" g="0" b="0"/>
        </a:fillRef>
        <a:effectRef idx="0">
          <a:scrgbClr r="0" g="0" b="0"/>
        </a:effectRef>
        <a:fontRef idx="minor"/>
      </dsp:style>
    </dsp:sp>
    <dsp:sp modelId="{FE20DD40-84E7-46BF-9DFA-8968F73CF752}">
      <dsp:nvSpPr>
        <dsp:cNvPr id="0" name=""/>
        <dsp:cNvSpPr/>
      </dsp:nvSpPr>
      <dsp:spPr>
        <a:xfrm>
          <a:off x="295178" y="1470012"/>
          <a:ext cx="1175601" cy="734750"/>
        </a:xfrm>
        <a:prstGeom prst="roundRect">
          <a:avLst>
            <a:gd name="adj" fmla="val 10000"/>
          </a:avLst>
        </a:prstGeom>
        <a:solidFill>
          <a:schemeClr val="bg1">
            <a:alpha val="9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0" kern="1200"/>
            <a:t>OECD Principles of Corporate Governance </a:t>
          </a:r>
        </a:p>
      </dsp:txBody>
      <dsp:txXfrm>
        <a:off x="316698" y="1491532"/>
        <a:ext cx="1132561" cy="691710"/>
      </dsp:txXfrm>
    </dsp:sp>
    <dsp:sp modelId="{1FA4963E-BEA5-465F-A966-CEBCA4A1860C}">
      <dsp:nvSpPr>
        <dsp:cNvPr id="0" name=""/>
        <dsp:cNvSpPr/>
      </dsp:nvSpPr>
      <dsp:spPr>
        <a:xfrm>
          <a:off x="148228" y="1286324"/>
          <a:ext cx="146950" cy="1469501"/>
        </a:xfrm>
        <a:custGeom>
          <a:avLst/>
          <a:gdLst/>
          <a:ahLst/>
          <a:cxnLst/>
          <a:rect l="0" t="0" r="0" b="0"/>
          <a:pathLst>
            <a:path>
              <a:moveTo>
                <a:pt x="0" y="0"/>
              </a:moveTo>
              <a:lnTo>
                <a:pt x="0" y="1469501"/>
              </a:lnTo>
              <a:lnTo>
                <a:pt x="146950" y="1469501"/>
              </a:lnTo>
            </a:path>
          </a:pathLst>
        </a:custGeom>
        <a:noFill/>
        <a:ln w="19050" cap="flat" cmpd="sng" algn="ctr">
          <a:solidFill>
            <a:schemeClr val="accent2"/>
          </a:solidFill>
          <a:prstDash val="solid"/>
          <a:miter lim="800000"/>
        </a:ln>
        <a:effectLst/>
      </dsp:spPr>
      <dsp:style>
        <a:lnRef idx="2">
          <a:scrgbClr r="0" g="0" b="0"/>
        </a:lnRef>
        <a:fillRef idx="0">
          <a:scrgbClr r="0" g="0" b="0"/>
        </a:fillRef>
        <a:effectRef idx="0">
          <a:scrgbClr r="0" g="0" b="0"/>
        </a:effectRef>
        <a:fontRef idx="minor"/>
      </dsp:style>
    </dsp:sp>
    <dsp:sp modelId="{5026E93A-048B-42B4-B154-2F9A4CFC4CBF}">
      <dsp:nvSpPr>
        <dsp:cNvPr id="0" name=""/>
        <dsp:cNvSpPr/>
      </dsp:nvSpPr>
      <dsp:spPr>
        <a:xfrm>
          <a:off x="295178" y="2388451"/>
          <a:ext cx="1175601" cy="734750"/>
        </a:xfrm>
        <a:prstGeom prst="roundRect">
          <a:avLst>
            <a:gd name="adj" fmla="val 10000"/>
          </a:avLst>
        </a:prstGeom>
        <a:solidFill>
          <a:schemeClr val="bg1">
            <a:alpha val="9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0" kern="1200"/>
            <a:t>UK Corporate Governance Code </a:t>
          </a:r>
        </a:p>
      </dsp:txBody>
      <dsp:txXfrm>
        <a:off x="316698" y="2409971"/>
        <a:ext cx="1132561" cy="691710"/>
      </dsp:txXfrm>
    </dsp:sp>
    <dsp:sp modelId="{4ECA9FC4-24C5-48BA-BD53-B2F624147ADE}">
      <dsp:nvSpPr>
        <dsp:cNvPr id="0" name=""/>
        <dsp:cNvSpPr/>
      </dsp:nvSpPr>
      <dsp:spPr>
        <a:xfrm>
          <a:off x="148228" y="1286324"/>
          <a:ext cx="146950" cy="2387940"/>
        </a:xfrm>
        <a:custGeom>
          <a:avLst/>
          <a:gdLst/>
          <a:ahLst/>
          <a:cxnLst/>
          <a:rect l="0" t="0" r="0" b="0"/>
          <a:pathLst>
            <a:path>
              <a:moveTo>
                <a:pt x="0" y="0"/>
              </a:moveTo>
              <a:lnTo>
                <a:pt x="0" y="2387940"/>
              </a:lnTo>
              <a:lnTo>
                <a:pt x="146950" y="2387940"/>
              </a:lnTo>
            </a:path>
          </a:pathLst>
        </a:custGeom>
        <a:noFill/>
        <a:ln w="19050" cap="flat" cmpd="sng" algn="ctr">
          <a:solidFill>
            <a:schemeClr val="accent2"/>
          </a:solidFill>
          <a:prstDash val="solid"/>
          <a:miter lim="800000"/>
        </a:ln>
        <a:effectLst/>
      </dsp:spPr>
      <dsp:style>
        <a:lnRef idx="2">
          <a:scrgbClr r="0" g="0" b="0"/>
        </a:lnRef>
        <a:fillRef idx="0">
          <a:scrgbClr r="0" g="0" b="0"/>
        </a:fillRef>
        <a:effectRef idx="0">
          <a:scrgbClr r="0" g="0" b="0"/>
        </a:effectRef>
        <a:fontRef idx="minor"/>
      </dsp:style>
    </dsp:sp>
    <dsp:sp modelId="{6E7D4436-1034-4A46-A0A5-BB896A1C9A06}">
      <dsp:nvSpPr>
        <dsp:cNvPr id="0" name=""/>
        <dsp:cNvSpPr/>
      </dsp:nvSpPr>
      <dsp:spPr>
        <a:xfrm>
          <a:off x="295178" y="3306890"/>
          <a:ext cx="1175601" cy="734750"/>
        </a:xfrm>
        <a:prstGeom prst="roundRect">
          <a:avLst>
            <a:gd name="adj" fmla="val 10000"/>
          </a:avLst>
        </a:prstGeom>
        <a:solidFill>
          <a:schemeClr val="bg1">
            <a:alpha val="9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0" kern="1200"/>
            <a:t>ISSB-IFRS S1 &amp; S2 (incorporates TCFD recommendations)</a:t>
          </a:r>
        </a:p>
      </dsp:txBody>
      <dsp:txXfrm>
        <a:off x="316698" y="3328410"/>
        <a:ext cx="1132561" cy="691710"/>
      </dsp:txXfrm>
    </dsp:sp>
    <dsp:sp modelId="{F6C5E2F3-95CC-49B4-987E-7779F0DE69AC}">
      <dsp:nvSpPr>
        <dsp:cNvPr id="0" name=""/>
        <dsp:cNvSpPr/>
      </dsp:nvSpPr>
      <dsp:spPr>
        <a:xfrm>
          <a:off x="1838155" y="551574"/>
          <a:ext cx="1469501" cy="734750"/>
        </a:xfrm>
        <a:prstGeom prst="roundRect">
          <a:avLst>
            <a:gd name="adj" fmla="val 10000"/>
          </a:avLst>
        </a:prstGeom>
        <a:solidFill>
          <a:schemeClr val="accent2"/>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b="0" kern="1200"/>
            <a:t>Transparency</a:t>
          </a:r>
        </a:p>
      </dsp:txBody>
      <dsp:txXfrm>
        <a:off x="1859675" y="573094"/>
        <a:ext cx="1426461" cy="691710"/>
      </dsp:txXfrm>
    </dsp:sp>
    <dsp:sp modelId="{800660EF-5E49-4305-9B06-3C894AC4A290}">
      <dsp:nvSpPr>
        <dsp:cNvPr id="0" name=""/>
        <dsp:cNvSpPr/>
      </dsp:nvSpPr>
      <dsp:spPr>
        <a:xfrm>
          <a:off x="1985106" y="1286324"/>
          <a:ext cx="146950" cy="551063"/>
        </a:xfrm>
        <a:custGeom>
          <a:avLst/>
          <a:gdLst/>
          <a:ahLst/>
          <a:cxnLst/>
          <a:rect l="0" t="0" r="0" b="0"/>
          <a:pathLst>
            <a:path>
              <a:moveTo>
                <a:pt x="0" y="0"/>
              </a:moveTo>
              <a:lnTo>
                <a:pt x="0" y="551063"/>
              </a:lnTo>
              <a:lnTo>
                <a:pt x="146950" y="551063"/>
              </a:lnTo>
            </a:path>
          </a:pathLst>
        </a:custGeom>
        <a:noFill/>
        <a:ln w="19050" cap="flat" cmpd="sng" algn="ctr">
          <a:solidFill>
            <a:schemeClr val="accent2"/>
          </a:solidFill>
          <a:prstDash val="solid"/>
          <a:miter lim="800000"/>
        </a:ln>
        <a:effectLst/>
      </dsp:spPr>
      <dsp:style>
        <a:lnRef idx="2">
          <a:scrgbClr r="0" g="0" b="0"/>
        </a:lnRef>
        <a:fillRef idx="0">
          <a:scrgbClr r="0" g="0" b="0"/>
        </a:fillRef>
        <a:effectRef idx="0">
          <a:scrgbClr r="0" g="0" b="0"/>
        </a:effectRef>
        <a:fontRef idx="minor"/>
      </dsp:style>
    </dsp:sp>
    <dsp:sp modelId="{7572E8A5-4F75-41BC-94F8-4387786EAFE4}">
      <dsp:nvSpPr>
        <dsp:cNvPr id="0" name=""/>
        <dsp:cNvSpPr/>
      </dsp:nvSpPr>
      <dsp:spPr>
        <a:xfrm>
          <a:off x="2132056" y="1470012"/>
          <a:ext cx="1175601" cy="734750"/>
        </a:xfrm>
        <a:prstGeom prst="roundRect">
          <a:avLst>
            <a:gd name="adj" fmla="val 10000"/>
          </a:avLst>
        </a:prstGeom>
        <a:solidFill>
          <a:schemeClr val="bg1">
            <a:alpha val="9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0" kern="1200"/>
            <a:t>ISSB-IFRS S1 &amp; S2 (sustainability related disclosures) </a:t>
          </a:r>
        </a:p>
      </dsp:txBody>
      <dsp:txXfrm>
        <a:off x="2153576" y="1491532"/>
        <a:ext cx="1132561" cy="691710"/>
      </dsp:txXfrm>
    </dsp:sp>
    <dsp:sp modelId="{E34BEB37-9976-4768-B8E1-291F522278E7}">
      <dsp:nvSpPr>
        <dsp:cNvPr id="0" name=""/>
        <dsp:cNvSpPr/>
      </dsp:nvSpPr>
      <dsp:spPr>
        <a:xfrm>
          <a:off x="1985106" y="1286324"/>
          <a:ext cx="146950" cy="1469501"/>
        </a:xfrm>
        <a:custGeom>
          <a:avLst/>
          <a:gdLst/>
          <a:ahLst/>
          <a:cxnLst/>
          <a:rect l="0" t="0" r="0" b="0"/>
          <a:pathLst>
            <a:path>
              <a:moveTo>
                <a:pt x="0" y="0"/>
              </a:moveTo>
              <a:lnTo>
                <a:pt x="0" y="1469501"/>
              </a:lnTo>
              <a:lnTo>
                <a:pt x="146950" y="1469501"/>
              </a:lnTo>
            </a:path>
          </a:pathLst>
        </a:custGeom>
        <a:noFill/>
        <a:ln w="19050" cap="flat" cmpd="sng" algn="ctr">
          <a:solidFill>
            <a:schemeClr val="accent2"/>
          </a:solidFill>
          <a:prstDash val="solid"/>
          <a:miter lim="800000"/>
        </a:ln>
        <a:effectLst/>
      </dsp:spPr>
      <dsp:style>
        <a:lnRef idx="2">
          <a:scrgbClr r="0" g="0" b="0"/>
        </a:lnRef>
        <a:fillRef idx="0">
          <a:scrgbClr r="0" g="0" b="0"/>
        </a:fillRef>
        <a:effectRef idx="0">
          <a:scrgbClr r="0" g="0" b="0"/>
        </a:effectRef>
        <a:fontRef idx="minor"/>
      </dsp:style>
    </dsp:sp>
    <dsp:sp modelId="{1BCDE05D-B8C6-4065-8C6F-2129AB7A23EE}">
      <dsp:nvSpPr>
        <dsp:cNvPr id="0" name=""/>
        <dsp:cNvSpPr/>
      </dsp:nvSpPr>
      <dsp:spPr>
        <a:xfrm>
          <a:off x="2132056" y="2388451"/>
          <a:ext cx="1175601" cy="734750"/>
        </a:xfrm>
        <a:prstGeom prst="roundRect">
          <a:avLst>
            <a:gd name="adj" fmla="val 10000"/>
          </a:avLst>
        </a:prstGeom>
        <a:solidFill>
          <a:schemeClr val="bg1">
            <a:alpha val="9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0" kern="1200"/>
            <a:t>GRI Standards (Global Reporting Initiative)</a:t>
          </a:r>
        </a:p>
      </dsp:txBody>
      <dsp:txXfrm>
        <a:off x="2153576" y="2409971"/>
        <a:ext cx="1132561" cy="691710"/>
      </dsp:txXfrm>
    </dsp:sp>
    <dsp:sp modelId="{5A54EF30-B0AB-49AF-90ED-0AA4214E0A7F}">
      <dsp:nvSpPr>
        <dsp:cNvPr id="0" name=""/>
        <dsp:cNvSpPr/>
      </dsp:nvSpPr>
      <dsp:spPr>
        <a:xfrm>
          <a:off x="1985106" y="1286324"/>
          <a:ext cx="146950" cy="2387940"/>
        </a:xfrm>
        <a:custGeom>
          <a:avLst/>
          <a:gdLst/>
          <a:ahLst/>
          <a:cxnLst/>
          <a:rect l="0" t="0" r="0" b="0"/>
          <a:pathLst>
            <a:path>
              <a:moveTo>
                <a:pt x="0" y="0"/>
              </a:moveTo>
              <a:lnTo>
                <a:pt x="0" y="2387940"/>
              </a:lnTo>
              <a:lnTo>
                <a:pt x="146950" y="2387940"/>
              </a:lnTo>
            </a:path>
          </a:pathLst>
        </a:custGeom>
        <a:noFill/>
        <a:ln w="19050" cap="flat" cmpd="sng" algn="ctr">
          <a:solidFill>
            <a:schemeClr val="accent2"/>
          </a:solidFill>
          <a:prstDash val="solid"/>
          <a:miter lim="800000"/>
        </a:ln>
        <a:effectLst/>
      </dsp:spPr>
      <dsp:style>
        <a:lnRef idx="2">
          <a:scrgbClr r="0" g="0" b="0"/>
        </a:lnRef>
        <a:fillRef idx="0">
          <a:scrgbClr r="0" g="0" b="0"/>
        </a:fillRef>
        <a:effectRef idx="0">
          <a:scrgbClr r="0" g="0" b="0"/>
        </a:effectRef>
        <a:fontRef idx="minor"/>
      </dsp:style>
    </dsp:sp>
    <dsp:sp modelId="{CCC4763B-C3BE-4895-9369-75AB177A757F}">
      <dsp:nvSpPr>
        <dsp:cNvPr id="0" name=""/>
        <dsp:cNvSpPr/>
      </dsp:nvSpPr>
      <dsp:spPr>
        <a:xfrm>
          <a:off x="2132056" y="3306890"/>
          <a:ext cx="1175601" cy="734750"/>
        </a:xfrm>
        <a:prstGeom prst="roundRect">
          <a:avLst>
            <a:gd name="adj" fmla="val 10000"/>
          </a:avLst>
        </a:prstGeom>
        <a:solidFill>
          <a:schemeClr val="bg1">
            <a:alpha val="9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0" kern="1200"/>
            <a:t>Integrated Reporting Framework</a:t>
          </a:r>
        </a:p>
        <a:p>
          <a:pPr marL="0" lvl="0" indent="0" algn="ctr" defTabSz="444500">
            <a:lnSpc>
              <a:spcPct val="90000"/>
            </a:lnSpc>
            <a:spcBef>
              <a:spcPct val="0"/>
            </a:spcBef>
            <a:spcAft>
              <a:spcPct val="35000"/>
            </a:spcAft>
            <a:buNone/>
          </a:pPr>
          <a:r>
            <a:rPr lang="en-US" sz="1000" b="0" kern="1200"/>
            <a:t>(Managed by </a:t>
          </a:r>
          <a:r>
            <a:rPr lang="en-US" sz="1000" b="0" i="0" kern="1200"/>
            <a:t>IFRS Foundation</a:t>
          </a:r>
          <a:r>
            <a:rPr lang="en-US" sz="1000" b="0" kern="1200"/>
            <a:t>) </a:t>
          </a:r>
        </a:p>
      </dsp:txBody>
      <dsp:txXfrm>
        <a:off x="2153576" y="3328410"/>
        <a:ext cx="1132561" cy="691710"/>
      </dsp:txXfrm>
    </dsp:sp>
    <dsp:sp modelId="{09FF7EC1-6042-4E2D-ABB2-8FAE236D2AEC}">
      <dsp:nvSpPr>
        <dsp:cNvPr id="0" name=""/>
        <dsp:cNvSpPr/>
      </dsp:nvSpPr>
      <dsp:spPr>
        <a:xfrm>
          <a:off x="3675033" y="551574"/>
          <a:ext cx="1469501" cy="734750"/>
        </a:xfrm>
        <a:prstGeom prst="roundRect">
          <a:avLst>
            <a:gd name="adj" fmla="val 10000"/>
          </a:avLst>
        </a:prstGeom>
        <a:solidFill>
          <a:schemeClr val="accent2"/>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b="0" kern="1200"/>
            <a:t>Responsibility</a:t>
          </a:r>
        </a:p>
      </dsp:txBody>
      <dsp:txXfrm>
        <a:off x="3696553" y="573094"/>
        <a:ext cx="1426461" cy="691710"/>
      </dsp:txXfrm>
    </dsp:sp>
    <dsp:sp modelId="{715AC4B9-3FDE-4454-81D3-65E7F452F6DA}">
      <dsp:nvSpPr>
        <dsp:cNvPr id="0" name=""/>
        <dsp:cNvSpPr/>
      </dsp:nvSpPr>
      <dsp:spPr>
        <a:xfrm>
          <a:off x="3821983" y="1286324"/>
          <a:ext cx="146950" cy="551063"/>
        </a:xfrm>
        <a:custGeom>
          <a:avLst/>
          <a:gdLst/>
          <a:ahLst/>
          <a:cxnLst/>
          <a:rect l="0" t="0" r="0" b="0"/>
          <a:pathLst>
            <a:path>
              <a:moveTo>
                <a:pt x="0" y="0"/>
              </a:moveTo>
              <a:lnTo>
                <a:pt x="0" y="551063"/>
              </a:lnTo>
              <a:lnTo>
                <a:pt x="146950" y="551063"/>
              </a:lnTo>
            </a:path>
          </a:pathLst>
        </a:custGeom>
        <a:noFill/>
        <a:ln w="19050" cap="flat" cmpd="sng" algn="ctr">
          <a:solidFill>
            <a:schemeClr val="accent2"/>
          </a:solidFill>
          <a:prstDash val="solid"/>
          <a:miter lim="800000"/>
        </a:ln>
        <a:effectLst/>
      </dsp:spPr>
      <dsp:style>
        <a:lnRef idx="2">
          <a:scrgbClr r="0" g="0" b="0"/>
        </a:lnRef>
        <a:fillRef idx="0">
          <a:scrgbClr r="0" g="0" b="0"/>
        </a:fillRef>
        <a:effectRef idx="0">
          <a:scrgbClr r="0" g="0" b="0"/>
        </a:effectRef>
        <a:fontRef idx="minor"/>
      </dsp:style>
    </dsp:sp>
    <dsp:sp modelId="{15EBF4C9-9616-4CB4-ADD6-C1BB65AFC348}">
      <dsp:nvSpPr>
        <dsp:cNvPr id="0" name=""/>
        <dsp:cNvSpPr/>
      </dsp:nvSpPr>
      <dsp:spPr>
        <a:xfrm>
          <a:off x="3968933" y="1470012"/>
          <a:ext cx="1175601" cy="734750"/>
        </a:xfrm>
        <a:prstGeom prst="roundRect">
          <a:avLst>
            <a:gd name="adj" fmla="val 10000"/>
          </a:avLst>
        </a:prstGeom>
        <a:solidFill>
          <a:schemeClr val="bg1">
            <a:alpha val="9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0" kern="1200"/>
            <a:t>UN SDGs (Sustainable Development Goals) </a:t>
          </a:r>
        </a:p>
      </dsp:txBody>
      <dsp:txXfrm>
        <a:off x="3990453" y="1491532"/>
        <a:ext cx="1132561" cy="691710"/>
      </dsp:txXfrm>
    </dsp:sp>
    <dsp:sp modelId="{1CF83D13-1633-42B2-859F-020C89D8650C}">
      <dsp:nvSpPr>
        <dsp:cNvPr id="0" name=""/>
        <dsp:cNvSpPr/>
      </dsp:nvSpPr>
      <dsp:spPr>
        <a:xfrm>
          <a:off x="3821983" y="1286324"/>
          <a:ext cx="146950" cy="1469501"/>
        </a:xfrm>
        <a:custGeom>
          <a:avLst/>
          <a:gdLst/>
          <a:ahLst/>
          <a:cxnLst/>
          <a:rect l="0" t="0" r="0" b="0"/>
          <a:pathLst>
            <a:path>
              <a:moveTo>
                <a:pt x="0" y="0"/>
              </a:moveTo>
              <a:lnTo>
                <a:pt x="0" y="1469501"/>
              </a:lnTo>
              <a:lnTo>
                <a:pt x="146950" y="1469501"/>
              </a:lnTo>
            </a:path>
          </a:pathLst>
        </a:custGeom>
        <a:noFill/>
        <a:ln w="19050" cap="flat" cmpd="sng" algn="ctr">
          <a:solidFill>
            <a:schemeClr val="accent2"/>
          </a:solidFill>
          <a:prstDash val="solid"/>
          <a:miter lim="800000"/>
        </a:ln>
        <a:effectLst/>
      </dsp:spPr>
      <dsp:style>
        <a:lnRef idx="2">
          <a:scrgbClr r="0" g="0" b="0"/>
        </a:lnRef>
        <a:fillRef idx="0">
          <a:scrgbClr r="0" g="0" b="0"/>
        </a:fillRef>
        <a:effectRef idx="0">
          <a:scrgbClr r="0" g="0" b="0"/>
        </a:effectRef>
        <a:fontRef idx="minor"/>
      </dsp:style>
    </dsp:sp>
    <dsp:sp modelId="{CD608EF5-B44E-45D0-A531-1F51EE7113A4}">
      <dsp:nvSpPr>
        <dsp:cNvPr id="0" name=""/>
        <dsp:cNvSpPr/>
      </dsp:nvSpPr>
      <dsp:spPr>
        <a:xfrm>
          <a:off x="3968933" y="2388451"/>
          <a:ext cx="1175601" cy="734750"/>
        </a:xfrm>
        <a:prstGeom prst="roundRect">
          <a:avLst>
            <a:gd name="adj" fmla="val 10000"/>
          </a:avLst>
        </a:prstGeom>
        <a:solidFill>
          <a:schemeClr val="bg1">
            <a:alpha val="9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0" kern="1200"/>
            <a:t>COSO–ERM Framework </a:t>
          </a:r>
        </a:p>
      </dsp:txBody>
      <dsp:txXfrm>
        <a:off x="3990453" y="2409971"/>
        <a:ext cx="1132561" cy="691710"/>
      </dsp:txXfrm>
    </dsp:sp>
    <dsp:sp modelId="{0BF09AC4-99CE-400C-A827-4053B7F44092}">
      <dsp:nvSpPr>
        <dsp:cNvPr id="0" name=""/>
        <dsp:cNvSpPr/>
      </dsp:nvSpPr>
      <dsp:spPr>
        <a:xfrm>
          <a:off x="3821983" y="1286324"/>
          <a:ext cx="146950" cy="2387940"/>
        </a:xfrm>
        <a:custGeom>
          <a:avLst/>
          <a:gdLst/>
          <a:ahLst/>
          <a:cxnLst/>
          <a:rect l="0" t="0" r="0" b="0"/>
          <a:pathLst>
            <a:path>
              <a:moveTo>
                <a:pt x="0" y="0"/>
              </a:moveTo>
              <a:lnTo>
                <a:pt x="0" y="2387940"/>
              </a:lnTo>
              <a:lnTo>
                <a:pt x="146950" y="2387940"/>
              </a:lnTo>
            </a:path>
          </a:pathLst>
        </a:custGeom>
        <a:noFill/>
        <a:ln w="19050" cap="flat" cmpd="sng" algn="ctr">
          <a:solidFill>
            <a:schemeClr val="accent2"/>
          </a:solidFill>
          <a:prstDash val="solid"/>
          <a:miter lim="800000"/>
        </a:ln>
        <a:effectLst/>
      </dsp:spPr>
      <dsp:style>
        <a:lnRef idx="2">
          <a:scrgbClr r="0" g="0" b="0"/>
        </a:lnRef>
        <a:fillRef idx="0">
          <a:scrgbClr r="0" g="0" b="0"/>
        </a:fillRef>
        <a:effectRef idx="0">
          <a:scrgbClr r="0" g="0" b="0"/>
        </a:effectRef>
        <a:fontRef idx="minor"/>
      </dsp:style>
    </dsp:sp>
    <dsp:sp modelId="{8FBC70CD-9B51-4AF6-8CA8-51D1E11A3581}">
      <dsp:nvSpPr>
        <dsp:cNvPr id="0" name=""/>
        <dsp:cNvSpPr/>
      </dsp:nvSpPr>
      <dsp:spPr>
        <a:xfrm>
          <a:off x="3968933" y="3306890"/>
          <a:ext cx="1175601" cy="734750"/>
        </a:xfrm>
        <a:prstGeom prst="roundRect">
          <a:avLst>
            <a:gd name="adj" fmla="val 10000"/>
          </a:avLst>
        </a:prstGeom>
        <a:solidFill>
          <a:schemeClr val="bg1">
            <a:alpha val="9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0" kern="1200"/>
            <a:t>OECD Due Diligence Guidance for Responsible Business Conduct </a:t>
          </a:r>
        </a:p>
      </dsp:txBody>
      <dsp:txXfrm>
        <a:off x="3990453" y="3328410"/>
        <a:ext cx="1132561" cy="691710"/>
      </dsp:txXfrm>
    </dsp:sp>
    <dsp:sp modelId="{F7F6F027-FBF4-40ED-AD15-62C7D3CFA88E}">
      <dsp:nvSpPr>
        <dsp:cNvPr id="0" name=""/>
        <dsp:cNvSpPr/>
      </dsp:nvSpPr>
      <dsp:spPr>
        <a:xfrm>
          <a:off x="5511910" y="551574"/>
          <a:ext cx="1469501" cy="734750"/>
        </a:xfrm>
        <a:prstGeom prst="roundRect">
          <a:avLst>
            <a:gd name="adj" fmla="val 10000"/>
          </a:avLst>
        </a:prstGeom>
        <a:solidFill>
          <a:schemeClr val="accent2"/>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b="0" kern="1200"/>
            <a:t>Fairness</a:t>
          </a:r>
        </a:p>
      </dsp:txBody>
      <dsp:txXfrm>
        <a:off x="5533430" y="573094"/>
        <a:ext cx="1426461" cy="691710"/>
      </dsp:txXfrm>
    </dsp:sp>
    <dsp:sp modelId="{7D8890CD-01AD-41BE-9E86-67BEB7241A63}">
      <dsp:nvSpPr>
        <dsp:cNvPr id="0" name=""/>
        <dsp:cNvSpPr/>
      </dsp:nvSpPr>
      <dsp:spPr>
        <a:xfrm>
          <a:off x="5658860" y="1286324"/>
          <a:ext cx="146950" cy="551063"/>
        </a:xfrm>
        <a:custGeom>
          <a:avLst/>
          <a:gdLst/>
          <a:ahLst/>
          <a:cxnLst/>
          <a:rect l="0" t="0" r="0" b="0"/>
          <a:pathLst>
            <a:path>
              <a:moveTo>
                <a:pt x="0" y="0"/>
              </a:moveTo>
              <a:lnTo>
                <a:pt x="0" y="551063"/>
              </a:lnTo>
              <a:lnTo>
                <a:pt x="146950" y="551063"/>
              </a:lnTo>
            </a:path>
          </a:pathLst>
        </a:custGeom>
        <a:noFill/>
        <a:ln w="19050" cap="flat" cmpd="sng" algn="ctr">
          <a:solidFill>
            <a:schemeClr val="accent2"/>
          </a:solidFill>
          <a:prstDash val="solid"/>
          <a:miter lim="800000"/>
        </a:ln>
        <a:effectLst/>
      </dsp:spPr>
      <dsp:style>
        <a:lnRef idx="2">
          <a:scrgbClr r="0" g="0" b="0"/>
        </a:lnRef>
        <a:fillRef idx="0">
          <a:scrgbClr r="0" g="0" b="0"/>
        </a:fillRef>
        <a:effectRef idx="0">
          <a:scrgbClr r="0" g="0" b="0"/>
        </a:effectRef>
        <a:fontRef idx="minor"/>
      </dsp:style>
    </dsp:sp>
    <dsp:sp modelId="{1EF57A6F-2CFD-4821-B634-8E9B50145ECB}">
      <dsp:nvSpPr>
        <dsp:cNvPr id="0" name=""/>
        <dsp:cNvSpPr/>
      </dsp:nvSpPr>
      <dsp:spPr>
        <a:xfrm>
          <a:off x="5805810" y="1470012"/>
          <a:ext cx="1175601" cy="734750"/>
        </a:xfrm>
        <a:prstGeom prst="roundRect">
          <a:avLst>
            <a:gd name="adj" fmla="val 10000"/>
          </a:avLst>
        </a:prstGeom>
        <a:solidFill>
          <a:schemeClr val="bg1">
            <a:alpha val="9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0" kern="1200"/>
            <a:t>UN Global Compact </a:t>
          </a:r>
        </a:p>
      </dsp:txBody>
      <dsp:txXfrm>
        <a:off x="5827330" y="1491532"/>
        <a:ext cx="1132561" cy="691710"/>
      </dsp:txXfrm>
    </dsp:sp>
    <dsp:sp modelId="{110DE8A1-DFF4-4E2A-8738-6BBB1B80E1DE}">
      <dsp:nvSpPr>
        <dsp:cNvPr id="0" name=""/>
        <dsp:cNvSpPr/>
      </dsp:nvSpPr>
      <dsp:spPr>
        <a:xfrm>
          <a:off x="5658860" y="1286324"/>
          <a:ext cx="146950" cy="1469501"/>
        </a:xfrm>
        <a:custGeom>
          <a:avLst/>
          <a:gdLst/>
          <a:ahLst/>
          <a:cxnLst/>
          <a:rect l="0" t="0" r="0" b="0"/>
          <a:pathLst>
            <a:path>
              <a:moveTo>
                <a:pt x="0" y="0"/>
              </a:moveTo>
              <a:lnTo>
                <a:pt x="0" y="1469501"/>
              </a:lnTo>
              <a:lnTo>
                <a:pt x="146950" y="1469501"/>
              </a:lnTo>
            </a:path>
          </a:pathLst>
        </a:custGeom>
        <a:noFill/>
        <a:ln w="19050" cap="flat" cmpd="sng" algn="ctr">
          <a:solidFill>
            <a:schemeClr val="accent2"/>
          </a:solidFill>
          <a:prstDash val="solid"/>
          <a:miter lim="800000"/>
        </a:ln>
        <a:effectLst/>
      </dsp:spPr>
      <dsp:style>
        <a:lnRef idx="2">
          <a:scrgbClr r="0" g="0" b="0"/>
        </a:lnRef>
        <a:fillRef idx="0">
          <a:scrgbClr r="0" g="0" b="0"/>
        </a:fillRef>
        <a:effectRef idx="0">
          <a:scrgbClr r="0" g="0" b="0"/>
        </a:effectRef>
        <a:fontRef idx="minor"/>
      </dsp:style>
    </dsp:sp>
    <dsp:sp modelId="{A2B90DAC-0993-4BB4-97E2-A72AFFCBDA9A}">
      <dsp:nvSpPr>
        <dsp:cNvPr id="0" name=""/>
        <dsp:cNvSpPr/>
      </dsp:nvSpPr>
      <dsp:spPr>
        <a:xfrm>
          <a:off x="5805810" y="2388451"/>
          <a:ext cx="1175601" cy="734750"/>
        </a:xfrm>
        <a:prstGeom prst="roundRect">
          <a:avLst>
            <a:gd name="adj" fmla="val 10000"/>
          </a:avLst>
        </a:prstGeom>
        <a:solidFill>
          <a:schemeClr val="bg1">
            <a:alpha val="9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0" kern="1200"/>
            <a:t>ILO Standards</a:t>
          </a:r>
        </a:p>
        <a:p>
          <a:pPr marL="0" lvl="0" indent="0" algn="ctr" defTabSz="444500">
            <a:lnSpc>
              <a:spcPct val="90000"/>
            </a:lnSpc>
            <a:spcBef>
              <a:spcPct val="0"/>
            </a:spcBef>
            <a:spcAft>
              <a:spcPct val="35000"/>
            </a:spcAft>
            <a:buNone/>
          </a:pPr>
          <a:r>
            <a:rPr lang="en-US" sz="1000" b="0" i="0" kern="1200"/>
            <a:t>(International Labour Organization)</a:t>
          </a:r>
          <a:r>
            <a:rPr lang="en-US" sz="1000" b="0" kern="1200"/>
            <a:t> </a:t>
          </a:r>
        </a:p>
      </dsp:txBody>
      <dsp:txXfrm>
        <a:off x="5827330" y="2409971"/>
        <a:ext cx="1132561" cy="691710"/>
      </dsp:txXfrm>
    </dsp:sp>
    <dsp:sp modelId="{A5ECCE37-A677-49BD-9E56-3492ABD61DA3}">
      <dsp:nvSpPr>
        <dsp:cNvPr id="0" name=""/>
        <dsp:cNvSpPr/>
      </dsp:nvSpPr>
      <dsp:spPr>
        <a:xfrm>
          <a:off x="5658860" y="1286324"/>
          <a:ext cx="146950" cy="2387940"/>
        </a:xfrm>
        <a:custGeom>
          <a:avLst/>
          <a:gdLst/>
          <a:ahLst/>
          <a:cxnLst/>
          <a:rect l="0" t="0" r="0" b="0"/>
          <a:pathLst>
            <a:path>
              <a:moveTo>
                <a:pt x="0" y="0"/>
              </a:moveTo>
              <a:lnTo>
                <a:pt x="0" y="2387940"/>
              </a:lnTo>
              <a:lnTo>
                <a:pt x="146950" y="2387940"/>
              </a:lnTo>
            </a:path>
          </a:pathLst>
        </a:custGeom>
        <a:noFill/>
        <a:ln w="19050" cap="flat" cmpd="sng" algn="ctr">
          <a:solidFill>
            <a:schemeClr val="accent2"/>
          </a:solidFill>
          <a:prstDash val="solid"/>
          <a:miter lim="800000"/>
        </a:ln>
        <a:effectLst/>
      </dsp:spPr>
      <dsp:style>
        <a:lnRef idx="2">
          <a:scrgbClr r="0" g="0" b="0"/>
        </a:lnRef>
        <a:fillRef idx="0">
          <a:scrgbClr r="0" g="0" b="0"/>
        </a:fillRef>
        <a:effectRef idx="0">
          <a:scrgbClr r="0" g="0" b="0"/>
        </a:effectRef>
        <a:fontRef idx="minor"/>
      </dsp:style>
    </dsp:sp>
    <dsp:sp modelId="{91BA3A05-46EF-4F53-BE62-B3B1B67C5E45}">
      <dsp:nvSpPr>
        <dsp:cNvPr id="0" name=""/>
        <dsp:cNvSpPr/>
      </dsp:nvSpPr>
      <dsp:spPr>
        <a:xfrm>
          <a:off x="5805810" y="3306890"/>
          <a:ext cx="1175601" cy="734750"/>
        </a:xfrm>
        <a:prstGeom prst="roundRect">
          <a:avLst>
            <a:gd name="adj" fmla="val 10000"/>
          </a:avLst>
        </a:prstGeom>
        <a:solidFill>
          <a:schemeClr val="bg1">
            <a:alpha val="90000"/>
          </a:schemeClr>
        </a:solidFill>
        <a:ln w="1905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0" kern="1200"/>
            <a:t>EU Gender Balance Directive</a:t>
          </a:r>
        </a:p>
      </dsp:txBody>
      <dsp:txXfrm>
        <a:off x="5827330" y="3328410"/>
        <a:ext cx="1132561" cy="69171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F56BF6-2F69-4C1D-9FA7-30C2EFFBC889}">
      <dsp:nvSpPr>
        <dsp:cNvPr id="0" name=""/>
        <dsp:cNvSpPr/>
      </dsp:nvSpPr>
      <dsp:spPr>
        <a:xfrm>
          <a:off x="177809" y="3372"/>
          <a:ext cx="3726656" cy="2235993"/>
        </a:xfrm>
        <a:prstGeom prst="rect">
          <a:avLst/>
        </a:prstGeom>
        <a:solidFill>
          <a:schemeClr val="bg1"/>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150000"/>
            </a:lnSpc>
            <a:spcBef>
              <a:spcPct val="0"/>
            </a:spcBef>
            <a:spcAft>
              <a:spcPct val="35000"/>
            </a:spcAft>
            <a:buNone/>
          </a:pPr>
          <a:r>
            <a:rPr lang="en-US" sz="1600" b="1" kern="1200">
              <a:solidFill>
                <a:schemeClr val="tx1"/>
              </a:solidFill>
            </a:rPr>
            <a:t>Corporate governance</a:t>
          </a:r>
          <a:r>
            <a:rPr lang="en-US" sz="1600" kern="1200">
              <a:solidFill>
                <a:schemeClr val="tx1"/>
              </a:solidFill>
            </a:rPr>
            <a:t> is a critical enabler of trust, transparency and accountability in organizations.</a:t>
          </a:r>
        </a:p>
      </dsp:txBody>
      <dsp:txXfrm>
        <a:off x="177809" y="3372"/>
        <a:ext cx="3726656" cy="2235993"/>
      </dsp:txXfrm>
    </dsp:sp>
    <dsp:sp modelId="{6432136C-0CB9-4043-BB6B-B8DEBECA8AC2}">
      <dsp:nvSpPr>
        <dsp:cNvPr id="0" name=""/>
        <dsp:cNvSpPr/>
      </dsp:nvSpPr>
      <dsp:spPr>
        <a:xfrm>
          <a:off x="4277130" y="3372"/>
          <a:ext cx="3726656" cy="2235993"/>
        </a:xfrm>
        <a:prstGeom prst="rect">
          <a:avLst/>
        </a:prstGeom>
        <a:solidFill>
          <a:schemeClr val="bg1"/>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150000"/>
            </a:lnSpc>
            <a:spcBef>
              <a:spcPct val="0"/>
            </a:spcBef>
            <a:spcAft>
              <a:spcPct val="35000"/>
            </a:spcAft>
            <a:buNone/>
          </a:pPr>
          <a:r>
            <a:rPr lang="en-US" sz="1600" kern="1200">
              <a:solidFill>
                <a:schemeClr val="tx1"/>
              </a:solidFill>
            </a:rPr>
            <a:t>Governance goes </a:t>
          </a:r>
          <a:r>
            <a:rPr lang="en-US" sz="1600" b="1" kern="1200">
              <a:solidFill>
                <a:schemeClr val="tx1"/>
              </a:solidFill>
            </a:rPr>
            <a:t>beyond compliance</a:t>
          </a:r>
          <a:r>
            <a:rPr lang="en-US" sz="1600" kern="1200">
              <a:solidFill>
                <a:schemeClr val="tx1"/>
              </a:solidFill>
            </a:rPr>
            <a:t> – it shapes </a:t>
          </a:r>
          <a:r>
            <a:rPr lang="en-US" sz="1600" b="1" kern="1200">
              <a:solidFill>
                <a:schemeClr val="tx1"/>
              </a:solidFill>
            </a:rPr>
            <a:t>culture, ethics, and sustainable value creation</a:t>
          </a:r>
          <a:r>
            <a:rPr lang="en-US" sz="1600" kern="1200">
              <a:solidFill>
                <a:schemeClr val="tx1"/>
              </a:solidFill>
            </a:rPr>
            <a:t>.</a:t>
          </a:r>
        </a:p>
      </dsp:txBody>
      <dsp:txXfrm>
        <a:off x="4277130" y="3372"/>
        <a:ext cx="3726656" cy="2235993"/>
      </dsp:txXfrm>
    </dsp:sp>
    <dsp:sp modelId="{D9C8A7E3-F66D-47D4-92B5-2D33B020723B}">
      <dsp:nvSpPr>
        <dsp:cNvPr id="0" name=""/>
        <dsp:cNvSpPr/>
      </dsp:nvSpPr>
      <dsp:spPr>
        <a:xfrm>
          <a:off x="8376452" y="3372"/>
          <a:ext cx="3726656" cy="2235993"/>
        </a:xfrm>
        <a:prstGeom prst="rect">
          <a:avLst/>
        </a:prstGeom>
        <a:solidFill>
          <a:schemeClr val="bg1"/>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150000"/>
            </a:lnSpc>
            <a:spcBef>
              <a:spcPct val="0"/>
            </a:spcBef>
            <a:spcAft>
              <a:spcPct val="35000"/>
            </a:spcAft>
            <a:buNone/>
          </a:pPr>
          <a:r>
            <a:rPr lang="en-US" sz="1600" b="1" kern="1200">
              <a:solidFill>
                <a:schemeClr val="tx1"/>
              </a:solidFill>
            </a:rPr>
            <a:t>Core governance principles</a:t>
          </a:r>
          <a:r>
            <a:rPr lang="en-US" sz="1600" kern="1200">
              <a:solidFill>
                <a:schemeClr val="tx1"/>
              </a:solidFill>
            </a:rPr>
            <a:t> helps in improving board-level decision-making.</a:t>
          </a:r>
        </a:p>
      </dsp:txBody>
      <dsp:txXfrm>
        <a:off x="8376452" y="3372"/>
        <a:ext cx="3726656" cy="2235993"/>
      </dsp:txXfrm>
    </dsp:sp>
    <dsp:sp modelId="{07C2DEFF-9ADD-45C6-B285-D8D596DFE652}">
      <dsp:nvSpPr>
        <dsp:cNvPr id="0" name=""/>
        <dsp:cNvSpPr/>
      </dsp:nvSpPr>
      <dsp:spPr>
        <a:xfrm>
          <a:off x="177809" y="2612032"/>
          <a:ext cx="3726656" cy="2235993"/>
        </a:xfrm>
        <a:prstGeom prst="rect">
          <a:avLst/>
        </a:prstGeom>
        <a:solidFill>
          <a:schemeClr val="bg1"/>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150000"/>
            </a:lnSpc>
            <a:spcBef>
              <a:spcPct val="0"/>
            </a:spcBef>
            <a:spcAft>
              <a:spcPct val="35000"/>
            </a:spcAft>
            <a:buNone/>
          </a:pPr>
          <a:r>
            <a:rPr lang="en-US" sz="1600" kern="1200">
              <a:solidFill>
                <a:schemeClr val="tx1"/>
              </a:solidFill>
            </a:rPr>
            <a:t>A </a:t>
          </a:r>
          <a:r>
            <a:rPr lang="en-US" sz="1600" b="1" kern="1200">
              <a:solidFill>
                <a:schemeClr val="tx1"/>
              </a:solidFill>
            </a:rPr>
            <a:t>comparative lens</a:t>
          </a:r>
          <a:r>
            <a:rPr lang="en-US" sz="1600" kern="1200">
              <a:solidFill>
                <a:schemeClr val="tx1"/>
              </a:solidFill>
            </a:rPr>
            <a:t> on Indian and global frameworks strengthens compliance and oversight.</a:t>
          </a:r>
        </a:p>
      </dsp:txBody>
      <dsp:txXfrm>
        <a:off x="177809" y="2612032"/>
        <a:ext cx="3726656" cy="2235993"/>
      </dsp:txXfrm>
    </dsp:sp>
    <dsp:sp modelId="{D31292D4-DA9F-4594-B192-B1D6A91BAA57}">
      <dsp:nvSpPr>
        <dsp:cNvPr id="0" name=""/>
        <dsp:cNvSpPr/>
      </dsp:nvSpPr>
      <dsp:spPr>
        <a:xfrm>
          <a:off x="4277130" y="2612032"/>
          <a:ext cx="3726656" cy="2235993"/>
        </a:xfrm>
        <a:prstGeom prst="rect">
          <a:avLst/>
        </a:prstGeom>
        <a:solidFill>
          <a:schemeClr val="bg1"/>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150000"/>
            </a:lnSpc>
            <a:spcBef>
              <a:spcPct val="0"/>
            </a:spcBef>
            <a:spcAft>
              <a:spcPct val="35000"/>
            </a:spcAft>
            <a:buNone/>
          </a:pPr>
          <a:r>
            <a:rPr lang="en-US" sz="1600" b="1" kern="1200">
              <a:solidFill>
                <a:schemeClr val="tx1"/>
              </a:solidFill>
            </a:rPr>
            <a:t>Global best practices</a:t>
          </a:r>
          <a:r>
            <a:rPr lang="en-US" sz="1600" kern="1200">
              <a:solidFill>
                <a:schemeClr val="tx1"/>
              </a:solidFill>
            </a:rPr>
            <a:t> offer benchmarks to elevate governance standards internally.</a:t>
          </a:r>
        </a:p>
      </dsp:txBody>
      <dsp:txXfrm>
        <a:off x="4277130" y="2612032"/>
        <a:ext cx="3726656" cy="2235993"/>
      </dsp:txXfrm>
    </dsp:sp>
    <dsp:sp modelId="{E82C0554-FA2E-408F-AE19-5F0A857310BC}">
      <dsp:nvSpPr>
        <dsp:cNvPr id="0" name=""/>
        <dsp:cNvSpPr/>
      </dsp:nvSpPr>
      <dsp:spPr>
        <a:xfrm>
          <a:off x="8376452" y="2612032"/>
          <a:ext cx="3726656" cy="2235993"/>
        </a:xfrm>
        <a:prstGeom prst="rect">
          <a:avLst/>
        </a:prstGeom>
        <a:solidFill>
          <a:schemeClr val="bg1"/>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150000"/>
            </a:lnSpc>
            <a:spcBef>
              <a:spcPct val="0"/>
            </a:spcBef>
            <a:spcAft>
              <a:spcPct val="35000"/>
            </a:spcAft>
            <a:buNone/>
          </a:pPr>
          <a:r>
            <a:rPr lang="en-US" sz="1600" kern="1200">
              <a:solidFill>
                <a:schemeClr val="tx1"/>
              </a:solidFill>
            </a:rPr>
            <a:t>Governance must be </a:t>
          </a:r>
          <a:r>
            <a:rPr lang="en-US" sz="1600" b="1" kern="1200">
              <a:solidFill>
                <a:schemeClr val="tx1"/>
              </a:solidFill>
            </a:rPr>
            <a:t>integrated with business strategy</a:t>
          </a:r>
          <a:r>
            <a:rPr lang="en-US" sz="1600" kern="1200">
              <a:solidFill>
                <a:schemeClr val="tx1"/>
              </a:solidFill>
            </a:rPr>
            <a:t> to drive long-term stakeholder value.</a:t>
          </a:r>
          <a:br>
            <a:rPr lang="en-US" sz="1600" kern="1200">
              <a:solidFill>
                <a:schemeClr val="tx1"/>
              </a:solidFill>
            </a:rPr>
          </a:br>
          <a:endParaRPr lang="en-US" sz="1600" kern="1200">
            <a:solidFill>
              <a:schemeClr val="tx1"/>
            </a:solidFill>
          </a:endParaRPr>
        </a:p>
      </dsp:txBody>
      <dsp:txXfrm>
        <a:off x="8376452" y="2612032"/>
        <a:ext cx="3726656" cy="2235993"/>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FBEB4EF7-6755-4417-96B3-8A9D9B3986FB}" type="datetimeFigureOut">
              <a:rPr lang="en-US" smtClean="0"/>
              <a:pPr/>
              <a:t>19/02/2026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8338F507-FFAD-4585-99E0-9DC17883AD4F}" type="slidenum">
              <a:rPr lang="en-US" smtClean="0"/>
              <a:pPr/>
              <a:t>‹#›</a:t>
            </a:fld>
            <a:endParaRPr lang="en-US"/>
          </a:p>
        </p:txBody>
      </p:sp>
    </p:spTree>
    <p:extLst>
      <p:ext uri="{BB962C8B-B14F-4D97-AF65-F5344CB8AC3E}">
        <p14:creationId xmlns:p14="http://schemas.microsoft.com/office/powerpoint/2010/main" val="1762394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338F507-FFAD-4585-99E0-9DC17883AD4F}" type="slidenum">
              <a:rPr lang="en-US" smtClean="0"/>
              <a:pPr/>
              <a:t>1</a:t>
            </a:fld>
            <a:endParaRPr lang="en-US"/>
          </a:p>
        </p:txBody>
      </p:sp>
    </p:spTree>
    <p:extLst>
      <p:ext uri="{BB962C8B-B14F-4D97-AF65-F5344CB8AC3E}">
        <p14:creationId xmlns:p14="http://schemas.microsoft.com/office/powerpoint/2010/main" val="2627993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76CDA-2417-BAD4-6961-509B735A59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E36639-DAFE-3E79-4485-0163B12A12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B2737-BF18-0E1C-2626-1C119AA762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4E21AE-6E26-FC20-1A45-FCBE2FC6AECB}"/>
              </a:ext>
            </a:extLst>
          </p:cNvPr>
          <p:cNvSpPr>
            <a:spLocks noGrp="1"/>
          </p:cNvSpPr>
          <p:nvPr>
            <p:ph type="sldNum" sz="quarter" idx="5"/>
          </p:nvPr>
        </p:nvSpPr>
        <p:spPr/>
        <p:txBody>
          <a:bodyPr/>
          <a:lstStyle/>
          <a:p>
            <a:fld id="{20CA530D-631F-4981-98F0-E6C07C67E1A3}" type="slidenum">
              <a:rPr lang="en-US" smtClean="0"/>
              <a:t>2</a:t>
            </a:fld>
            <a:endParaRPr lang="en-US"/>
          </a:p>
        </p:txBody>
      </p:sp>
    </p:spTree>
    <p:extLst>
      <p:ext uri="{BB962C8B-B14F-4D97-AF65-F5344CB8AC3E}">
        <p14:creationId xmlns:p14="http://schemas.microsoft.com/office/powerpoint/2010/main" val="42559093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338F507-FFAD-4585-99E0-9DC17883AD4F}" type="slidenum">
              <a:rPr lang="en-US" smtClean="0"/>
              <a:pPr/>
              <a:t>3</a:t>
            </a:fld>
            <a:endParaRPr lang="en-US"/>
          </a:p>
        </p:txBody>
      </p:sp>
    </p:spTree>
    <p:extLst>
      <p:ext uri="{BB962C8B-B14F-4D97-AF65-F5344CB8AC3E}">
        <p14:creationId xmlns:p14="http://schemas.microsoft.com/office/powerpoint/2010/main" val="265464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82ECC-99D7-F762-DDC7-EDA91334A9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C46519-F6E6-7EA6-00D9-B821BEF5E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EF9970-D735-2987-BDED-8887750DB36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F4BF5A0-A620-0C0B-D179-5D930FF09C8A}"/>
              </a:ext>
            </a:extLst>
          </p:cNvPr>
          <p:cNvSpPr>
            <a:spLocks noGrp="1"/>
          </p:cNvSpPr>
          <p:nvPr>
            <p:ph type="sldNum" sz="quarter" idx="5"/>
          </p:nvPr>
        </p:nvSpPr>
        <p:spPr/>
        <p:txBody>
          <a:bodyPr/>
          <a:lstStyle/>
          <a:p>
            <a:fld id="{20CA530D-631F-4981-98F0-E6C07C67E1A3}" type="slidenum">
              <a:rPr lang="en-US" smtClean="0"/>
              <a:t>4</a:t>
            </a:fld>
            <a:endParaRPr lang="en-US"/>
          </a:p>
        </p:txBody>
      </p:sp>
    </p:spTree>
    <p:extLst>
      <p:ext uri="{BB962C8B-B14F-4D97-AF65-F5344CB8AC3E}">
        <p14:creationId xmlns:p14="http://schemas.microsoft.com/office/powerpoint/2010/main" val="9153120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05BF5-029A-FA71-5F70-0902160702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5CE0C3-54FC-BFD1-B386-4B1D026D52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7B5592-722F-8E40-2D5D-764E4E87564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E60E94-4BD6-02F2-7A20-C9E1C9795F6A}"/>
              </a:ext>
            </a:extLst>
          </p:cNvPr>
          <p:cNvSpPr>
            <a:spLocks noGrp="1"/>
          </p:cNvSpPr>
          <p:nvPr>
            <p:ph type="sldNum" sz="quarter" idx="5"/>
          </p:nvPr>
        </p:nvSpPr>
        <p:spPr/>
        <p:txBody>
          <a:bodyPr/>
          <a:lstStyle/>
          <a:p>
            <a:fld id="{20CA530D-631F-4981-98F0-E6C07C67E1A3}" type="slidenum">
              <a:rPr lang="en-US" smtClean="0"/>
              <a:t>5</a:t>
            </a:fld>
            <a:endParaRPr lang="en-US"/>
          </a:p>
        </p:txBody>
      </p:sp>
    </p:spTree>
    <p:extLst>
      <p:ext uri="{BB962C8B-B14F-4D97-AF65-F5344CB8AC3E}">
        <p14:creationId xmlns:p14="http://schemas.microsoft.com/office/powerpoint/2010/main" val="37343171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F9249-6EB2-33A0-549F-2E1BD9F235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4EAA3F-241F-882B-1A18-CE19B46DE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E82E9E-D614-5077-5B9F-111D7E34E20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3C0F30-1D12-38EC-C09A-ECEA4D7AE6FF}"/>
              </a:ext>
            </a:extLst>
          </p:cNvPr>
          <p:cNvSpPr>
            <a:spLocks noGrp="1"/>
          </p:cNvSpPr>
          <p:nvPr>
            <p:ph type="sldNum" sz="quarter" idx="5"/>
          </p:nvPr>
        </p:nvSpPr>
        <p:spPr/>
        <p:txBody>
          <a:bodyPr/>
          <a:lstStyle/>
          <a:p>
            <a:fld id="{20CA530D-631F-4981-98F0-E6C07C67E1A3}" type="slidenum">
              <a:rPr lang="en-US" smtClean="0"/>
              <a:t>6</a:t>
            </a:fld>
            <a:endParaRPr lang="en-US"/>
          </a:p>
        </p:txBody>
      </p:sp>
    </p:spTree>
    <p:extLst>
      <p:ext uri="{BB962C8B-B14F-4D97-AF65-F5344CB8AC3E}">
        <p14:creationId xmlns:p14="http://schemas.microsoft.com/office/powerpoint/2010/main" val="1278361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2A377-6D59-C601-C1F7-7483731479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EE7EB-608A-C7EA-FCFB-869FA63237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FFFF7-92AD-1896-B3F2-C9F6502F5F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A065D87-3CC8-3C60-BD60-49601D22FD4F}"/>
              </a:ext>
            </a:extLst>
          </p:cNvPr>
          <p:cNvSpPr>
            <a:spLocks noGrp="1"/>
          </p:cNvSpPr>
          <p:nvPr>
            <p:ph type="sldNum" sz="quarter" idx="5"/>
          </p:nvPr>
        </p:nvSpPr>
        <p:spPr/>
        <p:txBody>
          <a:bodyPr/>
          <a:lstStyle/>
          <a:p>
            <a:fld id="{20CA530D-631F-4981-98F0-E6C07C67E1A3}" type="slidenum">
              <a:rPr lang="en-US" smtClean="0"/>
              <a:t>7</a:t>
            </a:fld>
            <a:endParaRPr lang="en-US"/>
          </a:p>
        </p:txBody>
      </p:sp>
    </p:spTree>
    <p:extLst>
      <p:ext uri="{BB962C8B-B14F-4D97-AF65-F5344CB8AC3E}">
        <p14:creationId xmlns:p14="http://schemas.microsoft.com/office/powerpoint/2010/main" val="4034304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023B2-6CC5-6D9F-D4AF-0723E24BED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E887F-B3EE-A583-8476-6379A63AD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AD2C6A-9A08-23D4-3047-EFDD430188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7722CF5-321C-78B6-941E-06AEB92946CC}"/>
              </a:ext>
            </a:extLst>
          </p:cNvPr>
          <p:cNvSpPr>
            <a:spLocks noGrp="1"/>
          </p:cNvSpPr>
          <p:nvPr>
            <p:ph type="sldNum" sz="quarter" idx="5"/>
          </p:nvPr>
        </p:nvSpPr>
        <p:spPr/>
        <p:txBody>
          <a:bodyPr/>
          <a:lstStyle/>
          <a:p>
            <a:fld id="{20CA530D-631F-4981-98F0-E6C07C67E1A3}" type="slidenum">
              <a:rPr lang="en-US" smtClean="0"/>
              <a:t>8</a:t>
            </a:fld>
            <a:endParaRPr lang="en-US"/>
          </a:p>
        </p:txBody>
      </p:sp>
    </p:spTree>
    <p:extLst>
      <p:ext uri="{BB962C8B-B14F-4D97-AF65-F5344CB8AC3E}">
        <p14:creationId xmlns:p14="http://schemas.microsoft.com/office/powerpoint/2010/main" val="2807780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2A955-07F7-C0AC-5F54-FE7BCE43E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4687BA-7E1E-16A1-4980-C14ACFA79F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6D8916-B1AF-3E42-ACDB-8F682E8938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178BE7-41C3-D0EF-B4C6-AF0C015DF7EA}"/>
              </a:ext>
            </a:extLst>
          </p:cNvPr>
          <p:cNvSpPr>
            <a:spLocks noGrp="1"/>
          </p:cNvSpPr>
          <p:nvPr>
            <p:ph type="sldNum" sz="quarter" idx="5"/>
          </p:nvPr>
        </p:nvSpPr>
        <p:spPr/>
        <p:txBody>
          <a:bodyPr/>
          <a:lstStyle/>
          <a:p>
            <a:fld id="{20CA530D-631F-4981-98F0-E6C07C67E1A3}" type="slidenum">
              <a:rPr lang="en-US" smtClean="0"/>
              <a:t>9</a:t>
            </a:fld>
            <a:endParaRPr lang="en-US"/>
          </a:p>
        </p:txBody>
      </p:sp>
    </p:spTree>
    <p:extLst>
      <p:ext uri="{BB962C8B-B14F-4D97-AF65-F5344CB8AC3E}">
        <p14:creationId xmlns:p14="http://schemas.microsoft.com/office/powerpoint/2010/main" val="824406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96C06-BEE8-0FEB-25B1-61F480C0C1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3DAC1C-494F-6812-03E1-F398AEAD06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1EFC2C-6E44-AB45-8CE1-4827047738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65B5519-CCC6-0586-BE54-106476A8C6E1}"/>
              </a:ext>
            </a:extLst>
          </p:cNvPr>
          <p:cNvSpPr>
            <a:spLocks noGrp="1"/>
          </p:cNvSpPr>
          <p:nvPr>
            <p:ph type="sldNum" sz="quarter" idx="5"/>
          </p:nvPr>
        </p:nvSpPr>
        <p:spPr/>
        <p:txBody>
          <a:bodyPr/>
          <a:lstStyle/>
          <a:p>
            <a:fld id="{20CA530D-631F-4981-98F0-E6C07C67E1A3}" type="slidenum">
              <a:rPr lang="en-US" smtClean="0"/>
              <a:t>10</a:t>
            </a:fld>
            <a:endParaRPr lang="en-US"/>
          </a:p>
        </p:txBody>
      </p:sp>
    </p:spTree>
    <p:extLst>
      <p:ext uri="{BB962C8B-B14F-4D97-AF65-F5344CB8AC3E}">
        <p14:creationId xmlns:p14="http://schemas.microsoft.com/office/powerpoint/2010/main" val="36190145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4E0BF-BAE7-20A8-1371-59ACCAB22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2A1D1-1D6E-C734-D8C6-53B83A9EC2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94DDA0-C97E-6A7C-A840-4E057FBAC9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C852927-77D5-DCC1-27BB-4DAE7809A8F6}"/>
              </a:ext>
            </a:extLst>
          </p:cNvPr>
          <p:cNvSpPr>
            <a:spLocks noGrp="1"/>
          </p:cNvSpPr>
          <p:nvPr>
            <p:ph type="sldNum" sz="quarter" idx="5"/>
          </p:nvPr>
        </p:nvSpPr>
        <p:spPr/>
        <p:txBody>
          <a:bodyPr/>
          <a:lstStyle/>
          <a:p>
            <a:fld id="{628F11BA-8CA8-4F8F-963B-2B75FD7E3A1A}" type="slidenum">
              <a:rPr lang="en-US" smtClean="0"/>
              <a:t>14</a:t>
            </a:fld>
            <a:endParaRPr lang="en-US"/>
          </a:p>
        </p:txBody>
      </p:sp>
    </p:spTree>
    <p:extLst>
      <p:ext uri="{BB962C8B-B14F-4D97-AF65-F5344CB8AC3E}">
        <p14:creationId xmlns:p14="http://schemas.microsoft.com/office/powerpoint/2010/main" val="19800898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B7BE3-27C0-ED7E-6BDD-DE4105A797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B1F9AF-79CA-3739-46BE-AC8DF1C6A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AF4AD1-86DA-D0D2-7D9D-61A01C23C86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10E58B-F443-7DC2-9064-EF5C4FACC167}"/>
              </a:ext>
            </a:extLst>
          </p:cNvPr>
          <p:cNvSpPr>
            <a:spLocks noGrp="1"/>
          </p:cNvSpPr>
          <p:nvPr>
            <p:ph type="sldNum" sz="quarter" idx="5"/>
          </p:nvPr>
        </p:nvSpPr>
        <p:spPr/>
        <p:txBody>
          <a:bodyPr/>
          <a:lstStyle/>
          <a:p>
            <a:fld id="{628F11BA-8CA8-4F8F-963B-2B75FD7E3A1A}" type="slidenum">
              <a:rPr lang="en-US" smtClean="0"/>
              <a:t>15</a:t>
            </a:fld>
            <a:endParaRPr lang="en-US"/>
          </a:p>
        </p:txBody>
      </p:sp>
    </p:spTree>
    <p:extLst>
      <p:ext uri="{BB962C8B-B14F-4D97-AF65-F5344CB8AC3E}">
        <p14:creationId xmlns:p14="http://schemas.microsoft.com/office/powerpoint/2010/main" val="38530188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B2F33-8C79-D428-1384-04535F2F9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9EA63B-4CE7-0F90-7F2C-FBF406629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F5CA79-1AFE-98F8-3B2D-59AE85C0DF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1D38E40-C513-27FF-6B28-F6E9D3CCC035}"/>
              </a:ext>
            </a:extLst>
          </p:cNvPr>
          <p:cNvSpPr>
            <a:spLocks noGrp="1"/>
          </p:cNvSpPr>
          <p:nvPr>
            <p:ph type="sldNum" sz="quarter" idx="5"/>
          </p:nvPr>
        </p:nvSpPr>
        <p:spPr/>
        <p:txBody>
          <a:bodyPr/>
          <a:lstStyle/>
          <a:p>
            <a:fld id="{628F11BA-8CA8-4F8F-963B-2B75FD7E3A1A}" type="slidenum">
              <a:rPr lang="en-US" smtClean="0"/>
              <a:t>16</a:t>
            </a:fld>
            <a:endParaRPr lang="en-US"/>
          </a:p>
        </p:txBody>
      </p:sp>
    </p:spTree>
    <p:extLst>
      <p:ext uri="{BB962C8B-B14F-4D97-AF65-F5344CB8AC3E}">
        <p14:creationId xmlns:p14="http://schemas.microsoft.com/office/powerpoint/2010/main" val="550350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E7BB1-7F22-D1E6-73C7-94E515F76A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759EF-E9C6-847C-EC3C-68F6820DE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F1770-B132-8A3C-4953-352C23A878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8CEE0C3-3470-EC32-793A-A2B7D0903924}"/>
              </a:ext>
            </a:extLst>
          </p:cNvPr>
          <p:cNvSpPr>
            <a:spLocks noGrp="1"/>
          </p:cNvSpPr>
          <p:nvPr>
            <p:ph type="sldNum" sz="quarter" idx="5"/>
          </p:nvPr>
        </p:nvSpPr>
        <p:spPr/>
        <p:txBody>
          <a:bodyPr/>
          <a:lstStyle/>
          <a:p>
            <a:fld id="{628F11BA-8CA8-4F8F-963B-2B75FD7E3A1A}" type="slidenum">
              <a:rPr lang="en-US" smtClean="0"/>
              <a:t>18</a:t>
            </a:fld>
            <a:endParaRPr lang="en-US"/>
          </a:p>
        </p:txBody>
      </p:sp>
    </p:spTree>
    <p:extLst>
      <p:ext uri="{BB962C8B-B14F-4D97-AF65-F5344CB8AC3E}">
        <p14:creationId xmlns:p14="http://schemas.microsoft.com/office/powerpoint/2010/main" val="1654435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A5C1D-C623-9640-21C2-AF5214C97E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F8E452-BDF2-B58A-051E-0D860153E3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2F9254-2669-9FDA-5533-9F7F583CAB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5E01D6-3B2B-94FF-C881-CA8F2F7D527B}"/>
              </a:ext>
            </a:extLst>
          </p:cNvPr>
          <p:cNvSpPr>
            <a:spLocks noGrp="1"/>
          </p:cNvSpPr>
          <p:nvPr>
            <p:ph type="sldNum" sz="quarter" idx="5"/>
          </p:nvPr>
        </p:nvSpPr>
        <p:spPr/>
        <p:txBody>
          <a:bodyPr/>
          <a:lstStyle/>
          <a:p>
            <a:fld id="{628F11BA-8CA8-4F8F-963B-2B75FD7E3A1A}" type="slidenum">
              <a:rPr lang="en-US" smtClean="0"/>
              <a:t>21</a:t>
            </a:fld>
            <a:endParaRPr lang="en-US"/>
          </a:p>
        </p:txBody>
      </p:sp>
    </p:spTree>
    <p:extLst>
      <p:ext uri="{BB962C8B-B14F-4D97-AF65-F5344CB8AC3E}">
        <p14:creationId xmlns:p14="http://schemas.microsoft.com/office/powerpoint/2010/main" val="7442643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08B2A-1443-522A-EFE2-57D2049F77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AA338-A45F-A99B-E2A3-6CFA32CEB4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1B246-2BDA-BD35-CD96-395CDCA7E6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803723-CC1F-2AA8-4458-E7B349189CC6}"/>
              </a:ext>
            </a:extLst>
          </p:cNvPr>
          <p:cNvSpPr>
            <a:spLocks noGrp="1"/>
          </p:cNvSpPr>
          <p:nvPr>
            <p:ph type="sldNum" sz="quarter" idx="5"/>
          </p:nvPr>
        </p:nvSpPr>
        <p:spPr/>
        <p:txBody>
          <a:bodyPr/>
          <a:lstStyle/>
          <a:p>
            <a:fld id="{628F11BA-8CA8-4F8F-963B-2B75FD7E3A1A}" type="slidenum">
              <a:rPr lang="en-US" smtClean="0"/>
              <a:t>24</a:t>
            </a:fld>
            <a:endParaRPr lang="en-US"/>
          </a:p>
        </p:txBody>
      </p:sp>
    </p:spTree>
    <p:extLst>
      <p:ext uri="{BB962C8B-B14F-4D97-AF65-F5344CB8AC3E}">
        <p14:creationId xmlns:p14="http://schemas.microsoft.com/office/powerpoint/2010/main" val="31935522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888FB-E3C4-9AF6-776D-ED6068C6C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68A387-489A-8E9B-8587-58F34A390A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15EFC5-AFF0-9403-22E3-526B2E420F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B99C0F-9291-FC36-4ABA-18F42E0B84DE}"/>
              </a:ext>
            </a:extLst>
          </p:cNvPr>
          <p:cNvSpPr>
            <a:spLocks noGrp="1"/>
          </p:cNvSpPr>
          <p:nvPr>
            <p:ph type="sldNum" sz="quarter" idx="5"/>
          </p:nvPr>
        </p:nvSpPr>
        <p:spPr/>
        <p:txBody>
          <a:bodyPr/>
          <a:lstStyle/>
          <a:p>
            <a:fld id="{628F11BA-8CA8-4F8F-963B-2B75FD7E3A1A}" type="slidenum">
              <a:rPr lang="en-US" smtClean="0"/>
              <a:t>25</a:t>
            </a:fld>
            <a:endParaRPr lang="en-US"/>
          </a:p>
        </p:txBody>
      </p:sp>
    </p:spTree>
    <p:extLst>
      <p:ext uri="{BB962C8B-B14F-4D97-AF65-F5344CB8AC3E}">
        <p14:creationId xmlns:p14="http://schemas.microsoft.com/office/powerpoint/2010/main" val="20070088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28</a:t>
            </a:fld>
            <a:endParaRPr lang="en-US"/>
          </a:p>
        </p:txBody>
      </p:sp>
    </p:spTree>
    <p:extLst>
      <p:ext uri="{BB962C8B-B14F-4D97-AF65-F5344CB8AC3E}">
        <p14:creationId xmlns:p14="http://schemas.microsoft.com/office/powerpoint/2010/main" val="192890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25313-7015-5FEF-C466-A910847CDA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919F9-4FEE-D639-5605-E3CEC217C4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D01CF1-BC89-1784-3A0C-4BE11D51081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4502B47-E0C4-10F0-4D37-683E72A26464}"/>
              </a:ext>
            </a:extLst>
          </p:cNvPr>
          <p:cNvSpPr>
            <a:spLocks noGrp="1"/>
          </p:cNvSpPr>
          <p:nvPr>
            <p:ph type="sldNum" sz="quarter" idx="5"/>
          </p:nvPr>
        </p:nvSpPr>
        <p:spPr/>
        <p:txBody>
          <a:bodyPr/>
          <a:lstStyle/>
          <a:p>
            <a:fld id="{20CA530D-631F-4981-98F0-E6C07C67E1A3}" type="slidenum">
              <a:rPr lang="en-US" smtClean="0"/>
              <a:t>30</a:t>
            </a:fld>
            <a:endParaRPr lang="en-US"/>
          </a:p>
        </p:txBody>
      </p:sp>
    </p:spTree>
    <p:extLst>
      <p:ext uri="{BB962C8B-B14F-4D97-AF65-F5344CB8AC3E}">
        <p14:creationId xmlns:p14="http://schemas.microsoft.com/office/powerpoint/2010/main" val="27618167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BEAEA-90C2-90F5-DF67-9FFA596591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37AE1-6755-6B6C-6C15-7F2ED043E2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3CCBE5-DAA1-16D4-59B1-D8F357BBB18F}"/>
              </a:ext>
            </a:extLst>
          </p:cNvPr>
          <p:cNvSpPr>
            <a:spLocks noGrp="1"/>
          </p:cNvSpPr>
          <p:nvPr>
            <p:ph type="body" idx="1"/>
          </p:nvPr>
        </p:nvSpPr>
        <p:spPr/>
        <p:txBody>
          <a:bodyPr/>
          <a:lstStyle/>
          <a:p>
            <a:endParaRPr lang="en-US">
              <a:latin typeface="Arial"/>
              <a:cs typeface="Arial"/>
            </a:endParaRPr>
          </a:p>
        </p:txBody>
      </p:sp>
      <p:sp>
        <p:nvSpPr>
          <p:cNvPr id="4" name="Slide Number Placeholder 3">
            <a:extLst>
              <a:ext uri="{FF2B5EF4-FFF2-40B4-BE49-F238E27FC236}">
                <a16:creationId xmlns:a16="http://schemas.microsoft.com/office/drawing/2014/main" id="{E379E38A-71B8-8EF4-9FAE-DC79525D3806}"/>
              </a:ext>
            </a:extLst>
          </p:cNvPr>
          <p:cNvSpPr>
            <a:spLocks noGrp="1"/>
          </p:cNvSpPr>
          <p:nvPr>
            <p:ph type="sldNum" sz="quarter" idx="5"/>
          </p:nvPr>
        </p:nvSpPr>
        <p:spPr/>
        <p:txBody>
          <a:bodyPr/>
          <a:lstStyle/>
          <a:p>
            <a:fld id="{8338F507-FFAD-4585-99E0-9DC17883AD4F}" type="slidenum">
              <a:rPr lang="en-US" smtClean="0"/>
              <a:pPr/>
              <a:t>33</a:t>
            </a:fld>
            <a:endParaRPr lang="en-US"/>
          </a:p>
        </p:txBody>
      </p:sp>
    </p:spTree>
    <p:extLst>
      <p:ext uri="{BB962C8B-B14F-4D97-AF65-F5344CB8AC3E}">
        <p14:creationId xmlns:p14="http://schemas.microsoft.com/office/powerpoint/2010/main" val="527943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rial"/>
              <a:cs typeface="Arial"/>
            </a:endParaRPr>
          </a:p>
        </p:txBody>
      </p:sp>
      <p:sp>
        <p:nvSpPr>
          <p:cNvPr id="4" name="Slide Number Placeholder 3"/>
          <p:cNvSpPr>
            <a:spLocks noGrp="1"/>
          </p:cNvSpPr>
          <p:nvPr>
            <p:ph type="sldNum" sz="quarter" idx="5"/>
          </p:nvPr>
        </p:nvSpPr>
        <p:spPr/>
        <p:txBody>
          <a:bodyPr/>
          <a:lstStyle/>
          <a:p>
            <a:fld id="{8338F507-FFAD-4585-99E0-9DC17883AD4F}" type="slidenum">
              <a:rPr lang="en-US" smtClean="0"/>
              <a:pPr/>
              <a:t>34</a:t>
            </a:fld>
            <a:endParaRPr lang="en-US"/>
          </a:p>
        </p:txBody>
      </p:sp>
    </p:spTree>
    <p:extLst>
      <p:ext uri="{BB962C8B-B14F-4D97-AF65-F5344CB8AC3E}">
        <p14:creationId xmlns:p14="http://schemas.microsoft.com/office/powerpoint/2010/main" val="20946276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36</a:t>
            </a:fld>
            <a:endParaRPr lang="en-US"/>
          </a:p>
        </p:txBody>
      </p:sp>
    </p:spTree>
    <p:extLst>
      <p:ext uri="{BB962C8B-B14F-4D97-AF65-F5344CB8AC3E}">
        <p14:creationId xmlns:p14="http://schemas.microsoft.com/office/powerpoint/2010/main" val="26108226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37</a:t>
            </a:fld>
            <a:endParaRPr lang="en-US"/>
          </a:p>
        </p:txBody>
      </p:sp>
    </p:spTree>
    <p:extLst>
      <p:ext uri="{BB962C8B-B14F-4D97-AF65-F5344CB8AC3E}">
        <p14:creationId xmlns:p14="http://schemas.microsoft.com/office/powerpoint/2010/main" val="748319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FC81-A8A8-D0F5-A907-9EA67B46C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25E13-E811-D2F4-EB54-1403B0D9C1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A7688B-84B9-D4B0-AF72-F0604E3512C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D8D20C-C6EE-70E4-436C-A737B65A30BB}"/>
              </a:ext>
            </a:extLst>
          </p:cNvPr>
          <p:cNvSpPr>
            <a:spLocks noGrp="1"/>
          </p:cNvSpPr>
          <p:nvPr>
            <p:ph type="sldNum" sz="quarter" idx="5"/>
          </p:nvPr>
        </p:nvSpPr>
        <p:spPr/>
        <p:txBody>
          <a:bodyPr/>
          <a:lstStyle/>
          <a:p>
            <a:fld id="{628F11BA-8CA8-4F8F-963B-2B75FD7E3A1A}" type="slidenum">
              <a:rPr lang="en-US" smtClean="0"/>
              <a:t>39</a:t>
            </a:fld>
            <a:endParaRPr lang="en-US"/>
          </a:p>
        </p:txBody>
      </p:sp>
    </p:spTree>
    <p:extLst>
      <p:ext uri="{BB962C8B-B14F-4D97-AF65-F5344CB8AC3E}">
        <p14:creationId xmlns:p14="http://schemas.microsoft.com/office/powerpoint/2010/main" val="2292102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21B6E-B80A-67CA-2721-2D446D3E09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BC185-BE82-C03D-239C-A4DD088A94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EB8A2-5991-2B11-E731-9349CD8667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CD7067F-0DEB-50FC-3297-5D986D18E618}"/>
              </a:ext>
            </a:extLst>
          </p:cNvPr>
          <p:cNvSpPr>
            <a:spLocks noGrp="1"/>
          </p:cNvSpPr>
          <p:nvPr>
            <p:ph type="sldNum" sz="quarter" idx="5"/>
          </p:nvPr>
        </p:nvSpPr>
        <p:spPr/>
        <p:txBody>
          <a:bodyPr/>
          <a:lstStyle/>
          <a:p>
            <a:fld id="{628F11BA-8CA8-4F8F-963B-2B75FD7E3A1A}" type="slidenum">
              <a:rPr lang="en-US" smtClean="0"/>
              <a:t>40</a:t>
            </a:fld>
            <a:endParaRPr lang="en-US"/>
          </a:p>
        </p:txBody>
      </p:sp>
    </p:spTree>
    <p:extLst>
      <p:ext uri="{BB962C8B-B14F-4D97-AF65-F5344CB8AC3E}">
        <p14:creationId xmlns:p14="http://schemas.microsoft.com/office/powerpoint/2010/main" val="37504982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341A3-D2E4-1347-3486-2219CF9EE2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A150C-C903-F156-88B3-33D796C5F6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C44CF-2C4B-BC41-FAC1-63C0662C309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CADF48-7D7E-EA76-9192-8E17EBAB425C}"/>
              </a:ext>
            </a:extLst>
          </p:cNvPr>
          <p:cNvSpPr>
            <a:spLocks noGrp="1"/>
          </p:cNvSpPr>
          <p:nvPr>
            <p:ph type="sldNum" sz="quarter" idx="5"/>
          </p:nvPr>
        </p:nvSpPr>
        <p:spPr/>
        <p:txBody>
          <a:bodyPr/>
          <a:lstStyle/>
          <a:p>
            <a:fld id="{628F11BA-8CA8-4F8F-963B-2B75FD7E3A1A}" type="slidenum">
              <a:rPr lang="en-US" smtClean="0"/>
              <a:t>42</a:t>
            </a:fld>
            <a:endParaRPr lang="en-US"/>
          </a:p>
        </p:txBody>
      </p:sp>
    </p:spTree>
    <p:extLst>
      <p:ext uri="{BB962C8B-B14F-4D97-AF65-F5344CB8AC3E}">
        <p14:creationId xmlns:p14="http://schemas.microsoft.com/office/powerpoint/2010/main" val="24653284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14663-B987-2479-B3E7-9DE3AB2CE9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2A586A-ED34-D182-E364-4E43A57DC3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B8AA76-D5B3-0889-8EA4-6B7F4FAC53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37DFF2A-B491-DCDE-1F06-65550CD5744A}"/>
              </a:ext>
            </a:extLst>
          </p:cNvPr>
          <p:cNvSpPr>
            <a:spLocks noGrp="1"/>
          </p:cNvSpPr>
          <p:nvPr>
            <p:ph type="sldNum" sz="quarter" idx="5"/>
          </p:nvPr>
        </p:nvSpPr>
        <p:spPr/>
        <p:txBody>
          <a:bodyPr/>
          <a:lstStyle/>
          <a:p>
            <a:fld id="{628F11BA-8CA8-4F8F-963B-2B75FD7E3A1A}" type="slidenum">
              <a:rPr lang="en-US" smtClean="0"/>
              <a:t>43</a:t>
            </a:fld>
            <a:endParaRPr lang="en-US"/>
          </a:p>
        </p:txBody>
      </p:sp>
    </p:spTree>
    <p:extLst>
      <p:ext uri="{BB962C8B-B14F-4D97-AF65-F5344CB8AC3E}">
        <p14:creationId xmlns:p14="http://schemas.microsoft.com/office/powerpoint/2010/main" val="26104758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43E29-9FFE-3A48-87E2-B0370EFDD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D18B12-E5D3-2F4D-65BF-5A828F9500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96B327-DAAA-A677-2181-30B6A2BAA2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13E1F8-53F7-FBF0-5C8E-BD0C51E892E1}"/>
              </a:ext>
            </a:extLst>
          </p:cNvPr>
          <p:cNvSpPr>
            <a:spLocks noGrp="1"/>
          </p:cNvSpPr>
          <p:nvPr>
            <p:ph type="sldNum" sz="quarter" idx="5"/>
          </p:nvPr>
        </p:nvSpPr>
        <p:spPr/>
        <p:txBody>
          <a:bodyPr/>
          <a:lstStyle/>
          <a:p>
            <a:fld id="{628F11BA-8CA8-4F8F-963B-2B75FD7E3A1A}" type="slidenum">
              <a:rPr lang="en-US" smtClean="0"/>
              <a:t>44</a:t>
            </a:fld>
            <a:endParaRPr lang="en-US"/>
          </a:p>
        </p:txBody>
      </p:sp>
    </p:spTree>
    <p:extLst>
      <p:ext uri="{BB962C8B-B14F-4D97-AF65-F5344CB8AC3E}">
        <p14:creationId xmlns:p14="http://schemas.microsoft.com/office/powerpoint/2010/main" val="26621593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t>45</a:t>
            </a:fld>
            <a:endParaRPr lang="en-US"/>
          </a:p>
        </p:txBody>
      </p:sp>
    </p:spTree>
    <p:extLst>
      <p:ext uri="{BB962C8B-B14F-4D97-AF65-F5344CB8AC3E}">
        <p14:creationId xmlns:p14="http://schemas.microsoft.com/office/powerpoint/2010/main" val="35715063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B9B4D-A1A0-4696-EC3D-9BBA32E53E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3B1D0-F084-2FFF-44B8-D7770FEB7B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3E8A7E-C2C2-CC06-C974-AC18D9C665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C01F0F0-56AE-F1AB-8944-889DFAD1CEA8}"/>
              </a:ext>
            </a:extLst>
          </p:cNvPr>
          <p:cNvSpPr>
            <a:spLocks noGrp="1"/>
          </p:cNvSpPr>
          <p:nvPr>
            <p:ph type="sldNum" sz="quarter" idx="5"/>
          </p:nvPr>
        </p:nvSpPr>
        <p:spPr/>
        <p:txBody>
          <a:bodyPr/>
          <a:lstStyle/>
          <a:p>
            <a:fld id="{8338F507-FFAD-4585-99E0-9DC17883AD4F}" type="slidenum">
              <a:rPr lang="en-US" smtClean="0"/>
              <a:t>46</a:t>
            </a:fld>
            <a:endParaRPr lang="en-US"/>
          </a:p>
        </p:txBody>
      </p:sp>
    </p:spTree>
    <p:extLst>
      <p:ext uri="{BB962C8B-B14F-4D97-AF65-F5344CB8AC3E}">
        <p14:creationId xmlns:p14="http://schemas.microsoft.com/office/powerpoint/2010/main" val="21468853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27320-125B-0C0B-E296-4EB123412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F6E3B2-1063-B432-FDF3-DB8F1099C5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39A632-E95F-C197-B667-93ED420387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A633C45-979F-C8EA-378E-0EC5DEA00A25}"/>
              </a:ext>
            </a:extLst>
          </p:cNvPr>
          <p:cNvSpPr>
            <a:spLocks noGrp="1"/>
          </p:cNvSpPr>
          <p:nvPr>
            <p:ph type="sldNum" sz="quarter" idx="5"/>
          </p:nvPr>
        </p:nvSpPr>
        <p:spPr/>
        <p:txBody>
          <a:bodyPr/>
          <a:lstStyle/>
          <a:p>
            <a:fld id="{628F11BA-8CA8-4F8F-963B-2B75FD7E3A1A}" type="slidenum">
              <a:rPr lang="en-US" smtClean="0"/>
              <a:t>48</a:t>
            </a:fld>
            <a:endParaRPr lang="en-US"/>
          </a:p>
        </p:txBody>
      </p:sp>
    </p:spTree>
    <p:extLst>
      <p:ext uri="{BB962C8B-B14F-4D97-AF65-F5344CB8AC3E}">
        <p14:creationId xmlns:p14="http://schemas.microsoft.com/office/powerpoint/2010/main" val="7895498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CF92A-0EC4-005C-1FAE-345165C0C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24029F-7196-E355-CBFF-FDCB593F96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EF0DA4-BFFD-919B-F356-4194C624C9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9BB1C6-BC4C-BA2C-C2C5-8FDF5F412367}"/>
              </a:ext>
            </a:extLst>
          </p:cNvPr>
          <p:cNvSpPr>
            <a:spLocks noGrp="1"/>
          </p:cNvSpPr>
          <p:nvPr>
            <p:ph type="sldNum" sz="quarter" idx="5"/>
          </p:nvPr>
        </p:nvSpPr>
        <p:spPr/>
        <p:txBody>
          <a:bodyPr/>
          <a:lstStyle/>
          <a:p>
            <a:fld id="{628F11BA-8CA8-4F8F-963B-2B75FD7E3A1A}" type="slidenum">
              <a:rPr lang="en-US" smtClean="0"/>
              <a:t>49</a:t>
            </a:fld>
            <a:endParaRPr lang="en-US"/>
          </a:p>
        </p:txBody>
      </p:sp>
    </p:spTree>
    <p:extLst>
      <p:ext uri="{BB962C8B-B14F-4D97-AF65-F5344CB8AC3E}">
        <p14:creationId xmlns:p14="http://schemas.microsoft.com/office/powerpoint/2010/main" val="29590555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338F507-FFAD-4585-99E0-9DC17883AD4F}" type="slidenum">
              <a:rPr lang="en-US" smtClean="0"/>
              <a:pPr/>
              <a:t>50</a:t>
            </a:fld>
            <a:endParaRPr lang="en-US"/>
          </a:p>
        </p:txBody>
      </p:sp>
    </p:spTree>
    <p:extLst>
      <p:ext uri="{BB962C8B-B14F-4D97-AF65-F5344CB8AC3E}">
        <p14:creationId xmlns:p14="http://schemas.microsoft.com/office/powerpoint/2010/main" val="26387741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C95AC-CC1A-19BC-1B7E-7D1E71FB4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AB0BE4-BC3E-3C89-5CCB-6922B331B6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8E3958-8643-6AE2-B358-A57CC91E39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9B3BB00-DA8D-5340-0473-1222A38B2E2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CA530D-631F-4981-98F0-E6C07C67E1A3}"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07637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35F2D-432E-C0B6-1E94-520CBE580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39DE8-8F13-F673-19CB-5E1A507B55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4340E-19C4-BFDB-309B-0C74421CA8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54DDC2-4089-4D1C-0BCC-81C4BC7A8301}"/>
              </a:ext>
            </a:extLst>
          </p:cNvPr>
          <p:cNvSpPr>
            <a:spLocks noGrp="1"/>
          </p:cNvSpPr>
          <p:nvPr>
            <p:ph type="sldNum" sz="quarter" idx="5"/>
          </p:nvPr>
        </p:nvSpPr>
        <p:spPr/>
        <p:txBody>
          <a:bodyPr/>
          <a:lstStyle/>
          <a:p>
            <a:fld id="{8338F507-FFAD-4585-99E0-9DC17883AD4F}" type="slidenum">
              <a:rPr lang="en-US" smtClean="0"/>
              <a:t>53</a:t>
            </a:fld>
            <a:endParaRPr lang="en-US"/>
          </a:p>
        </p:txBody>
      </p:sp>
    </p:spTree>
    <p:extLst>
      <p:ext uri="{BB962C8B-B14F-4D97-AF65-F5344CB8AC3E}">
        <p14:creationId xmlns:p14="http://schemas.microsoft.com/office/powerpoint/2010/main" val="27820354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8C4C564F-54DF-8C5F-8208-487AC945D740}"/>
              </a:ext>
            </a:extLst>
          </p:cNvPr>
          <p:cNvPicPr/>
          <p:nvPr userDrawn="1"/>
        </p:nvPicPr>
        <p:blipFill>
          <a:blip r:embed="rId2" cstate="print">
            <a:extLst>
              <a:ext uri="{28A0092B-C50C-407E-A947-70E740481C1C}">
                <a14:useLocalDpi xmlns:a14="http://schemas.microsoft.com/office/drawing/2010/main"/>
              </a:ext>
            </a:extLst>
          </a:blip>
          <a:srcRect/>
          <a:stretch/>
        </p:blipFill>
        <p:spPr>
          <a:xfrm>
            <a:off x="3049" y="1715"/>
            <a:ext cx="12188951" cy="6856285"/>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Tree>
    <p:extLst>
      <p:ext uri="{BB962C8B-B14F-4D97-AF65-F5344CB8AC3E}">
        <p14:creationId xmlns:p14="http://schemas.microsoft.com/office/powerpoint/2010/main" val="399261884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a:t>Click icon to add cover image</a:t>
            </a:r>
          </a:p>
          <a:p>
            <a:endParaRPr lang="en-US"/>
          </a:p>
        </p:txBody>
      </p:sp>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Tree>
    <p:extLst>
      <p:ext uri="{BB962C8B-B14F-4D97-AF65-F5344CB8AC3E}">
        <p14:creationId xmlns:p14="http://schemas.microsoft.com/office/powerpoint/2010/main" val="282142617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14619" y="4007973"/>
            <a:ext cx="4671732" cy="129844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402655"/>
            <a:ext cx="5641181" cy="3521964"/>
          </a:xfrm>
        </p:spPr>
        <p:txBody>
          <a:bodyPr/>
          <a:lstStyle>
            <a:lvl1pPr>
              <a:lnSpc>
                <a:spcPct val="125000"/>
              </a:lnSpc>
              <a:defRPr sz="1500" b="1">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800962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2970214"/>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8"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Tree>
    <p:extLst>
      <p:ext uri="{BB962C8B-B14F-4D97-AF65-F5344CB8AC3E}">
        <p14:creationId xmlns:p14="http://schemas.microsoft.com/office/powerpoint/2010/main" val="595187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3998913"/>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8"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Tree>
    <p:extLst>
      <p:ext uri="{BB962C8B-B14F-4D97-AF65-F5344CB8AC3E}">
        <p14:creationId xmlns:p14="http://schemas.microsoft.com/office/powerpoint/2010/main" val="1252175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5653088"/>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8"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Tree>
    <p:extLst>
      <p:ext uri="{BB962C8B-B14F-4D97-AF65-F5344CB8AC3E}">
        <p14:creationId xmlns:p14="http://schemas.microsoft.com/office/powerpoint/2010/main" val="1162161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99063" y="400050"/>
            <a:ext cx="6602413" cy="5653088"/>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7" y="3998913"/>
            <a:ext cx="3840957"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Tree>
    <p:extLst>
      <p:ext uri="{BB962C8B-B14F-4D97-AF65-F5344CB8AC3E}">
        <p14:creationId xmlns:p14="http://schemas.microsoft.com/office/powerpoint/2010/main" val="425518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09794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54783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0" y="0"/>
            <a:ext cx="12188951" cy="6858001"/>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402430" y="3372236"/>
            <a:ext cx="5641183" cy="1414180"/>
          </a:xfrm>
        </p:spPr>
        <p:txBody>
          <a:bodyPr anchor="b"/>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402432" y="5029715"/>
            <a:ext cx="5641182" cy="990083"/>
          </a:xfrm>
        </p:spPr>
        <p:txBody>
          <a:bodyPr/>
          <a:lstStyle>
            <a:lvl1pPr>
              <a:defRPr sz="1300" b="0">
                <a:latin typeface="+mj-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518638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919162"/>
            <a:ext cx="3712881" cy="1938337"/>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71800"/>
            <a:ext cx="3724275" cy="2967038"/>
          </a:xfrm>
        </p:spPr>
        <p:txBody>
          <a:bodyPr/>
          <a:lstStyle>
            <a:lvl1pPr>
              <a:lnSpc>
                <a:spcPct val="125000"/>
              </a:lnSpc>
              <a:defRPr sz="1600" b="0">
                <a:latin typeface="+mj-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6762825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919162"/>
            <a:ext cx="4671730" cy="1938337"/>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71800"/>
            <a:ext cx="4671729" cy="2967038"/>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2896579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69488" y="400051"/>
            <a:ext cx="5632168"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69488" y="1946275"/>
            <a:ext cx="5632167" cy="3992563"/>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090267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99063" y="400051"/>
            <a:ext cx="6602593"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99064" y="1946275"/>
            <a:ext cx="6602592" cy="3992563"/>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7422578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01920" y="400051"/>
            <a:ext cx="4274253" cy="1428750"/>
          </a:xfrm>
        </p:spPr>
        <p:txBody>
          <a:bodyPr/>
          <a:lstStyle>
            <a:lvl1pPr>
              <a:defRPr sz="4000"/>
            </a:lvl1pPr>
          </a:lstStyle>
          <a:p>
            <a:r>
              <a:rPr lang="en-US"/>
              <a:t>Click to edit Master title style</a:t>
            </a:r>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401920" y="1956003"/>
            <a:ext cx="4274253" cy="3982835"/>
          </a:xfrm>
          <a:solidFill>
            <a:schemeClr val="bg2"/>
          </a:solidFill>
        </p:spPr>
        <p:txBody>
          <a:bodyPr tIns="1554480"/>
          <a:lstStyle>
            <a:lvl1pPr algn="ctr">
              <a:defRPr/>
            </a:lvl1pPr>
          </a:lstStyle>
          <a:p>
            <a:r>
              <a:rPr lang="en-US"/>
              <a:t>Click icon to add picture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99063" y="400051"/>
            <a:ext cx="6591017" cy="5538787"/>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0772111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9173"/>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209696" y="794063"/>
            <a:ext cx="6589884" cy="3328416"/>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5371857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4" name="Footer Placeholder 4">
            <a:extLst>
              <a:ext uri="{FF2B5EF4-FFF2-40B4-BE49-F238E27FC236}">
                <a16:creationId xmlns:a16="http://schemas.microsoft.com/office/drawing/2014/main" id="{EE189DEE-6989-9A74-BDE8-CA73B91086F4}"/>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6DE5500C-FE6E-579B-63C3-09F6ADCF909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8" name="Text Placeholder 8">
            <a:extLst>
              <a:ext uri="{FF2B5EF4-FFF2-40B4-BE49-F238E27FC236}">
                <a16:creationId xmlns:a16="http://schemas.microsoft.com/office/drawing/2014/main" id="{DD78BEAF-F2F8-DC26-B864-8F8182138069}"/>
              </a:ext>
            </a:extLst>
          </p:cNvPr>
          <p:cNvSpPr>
            <a:spLocks noGrp="1"/>
          </p:cNvSpPr>
          <p:nvPr>
            <p:ph type="body" sz="quarter" idx="12"/>
          </p:nvPr>
        </p:nvSpPr>
        <p:spPr>
          <a:xfrm>
            <a:off x="5209696" y="786384"/>
            <a:ext cx="5754687" cy="3195638"/>
          </a:xfrm>
        </p:spPr>
        <p:txBody>
          <a:bodyPr tIns="73152"/>
          <a:lstStyle>
            <a:lvl1pPr marL="647700" indent="-552450">
              <a:lnSpc>
                <a:spcPct val="100000"/>
              </a:lnSpc>
              <a:spcBef>
                <a:spcPts val="500"/>
              </a:spcBef>
              <a:spcAft>
                <a:spcPts val="500"/>
              </a:spcAft>
              <a:tabLst/>
              <a:defRPr sz="2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17036844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3177701" y="818982"/>
            <a:ext cx="4324869" cy="2685354"/>
          </a:xfrm>
        </p:spPr>
        <p:txBody>
          <a:bodyPr tIns="457200"/>
          <a:lstStyle>
            <a:lvl1pPr algn="ctr">
              <a:defRPr sz="1800"/>
            </a:lvl1pPr>
          </a:lstStyle>
          <a:p>
            <a:r>
              <a:rPr lang="en-US"/>
              <a:t>Click icon to add table</a:t>
            </a:r>
          </a:p>
        </p:txBody>
      </p:sp>
      <p:sp>
        <p:nvSpPr>
          <p:cNvPr id="6" name="Table Placeholder 6">
            <a:extLst>
              <a:ext uri="{FF2B5EF4-FFF2-40B4-BE49-F238E27FC236}">
                <a16:creationId xmlns:a16="http://schemas.microsoft.com/office/drawing/2014/main" id="{CE0852A2-F289-0299-38DA-54988A9CF403}"/>
              </a:ext>
            </a:extLst>
          </p:cNvPr>
          <p:cNvSpPr>
            <a:spLocks noGrp="1"/>
          </p:cNvSpPr>
          <p:nvPr>
            <p:ph type="tbl" sz="quarter" idx="11"/>
          </p:nvPr>
        </p:nvSpPr>
        <p:spPr>
          <a:xfrm>
            <a:off x="7711065" y="818982"/>
            <a:ext cx="4324869" cy="2685354"/>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8D3D9662-5F2D-57D9-7407-78275144A67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417BEBC1-805D-DD3E-7FB7-E733D35B8E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929765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4">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3" name="Footer Placeholder 4">
            <a:extLst>
              <a:ext uri="{FF2B5EF4-FFF2-40B4-BE49-F238E27FC236}">
                <a16:creationId xmlns:a16="http://schemas.microsoft.com/office/drawing/2014/main" id="{0EEDD237-2AD5-3154-E113-01E98DC0986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C3079065-EEA7-BD3F-374F-2BD4FA17413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3" name="Text Placeholder 8">
            <a:extLst>
              <a:ext uri="{FF2B5EF4-FFF2-40B4-BE49-F238E27FC236}">
                <a16:creationId xmlns:a16="http://schemas.microsoft.com/office/drawing/2014/main" id="{D9EB10B1-191A-630B-CAE5-F7CB250CA41E}"/>
              </a:ext>
            </a:extLst>
          </p:cNvPr>
          <p:cNvSpPr>
            <a:spLocks noGrp="1"/>
          </p:cNvSpPr>
          <p:nvPr>
            <p:ph type="body" sz="quarter" idx="12"/>
          </p:nvPr>
        </p:nvSpPr>
        <p:spPr>
          <a:xfrm>
            <a:off x="3281363" y="917575"/>
            <a:ext cx="4224722" cy="2589534"/>
          </a:xfrm>
        </p:spPr>
        <p:txBody>
          <a:bodyPr lIns="91440"/>
          <a:lstStyle>
            <a:lvl1pPr marL="292608" indent="-573088">
              <a:lnSpc>
                <a:spcPct val="100000"/>
              </a:lnSpc>
              <a:spcBef>
                <a:spcPts val="700"/>
              </a:spcBef>
              <a:spcAft>
                <a:spcPts val="700"/>
              </a:spcAft>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
        <p:nvSpPr>
          <p:cNvPr id="16" name="Text Placeholder 8">
            <a:extLst>
              <a:ext uri="{FF2B5EF4-FFF2-40B4-BE49-F238E27FC236}">
                <a16:creationId xmlns:a16="http://schemas.microsoft.com/office/drawing/2014/main" id="{FB735FB7-5411-F2F1-D974-F773B1B8360F}"/>
              </a:ext>
            </a:extLst>
          </p:cNvPr>
          <p:cNvSpPr>
            <a:spLocks noGrp="1"/>
          </p:cNvSpPr>
          <p:nvPr>
            <p:ph type="body" sz="quarter" idx="13"/>
          </p:nvPr>
        </p:nvSpPr>
        <p:spPr>
          <a:xfrm>
            <a:off x="7708392" y="917575"/>
            <a:ext cx="4224722" cy="2589534"/>
          </a:xfrm>
        </p:spPr>
        <p:txBody>
          <a:bodyPr lIns="91440"/>
          <a:lstStyle>
            <a:lvl1pPr marL="393192" indent="-676656">
              <a:lnSpc>
                <a:spcPct val="100000"/>
              </a:lnSpc>
              <a:spcBef>
                <a:spcPts val="700"/>
              </a:spcBef>
              <a:spcAft>
                <a:spcPts val="700"/>
              </a:spcAft>
              <a:tabLst>
                <a:tab pos="225425" algn="r"/>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2712516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6" y="402336"/>
            <a:ext cx="6606383" cy="129539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397665" y="1946276"/>
            <a:ext cx="6606383" cy="400050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5728186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97666" y="402336"/>
            <a:ext cx="11403809" cy="946148"/>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A861B7B6-46DE-D3F1-62FD-E7B058FA4F47}"/>
              </a:ext>
            </a:extLst>
          </p:cNvPr>
          <p:cNvSpPr>
            <a:spLocks noGrp="1"/>
          </p:cNvSpPr>
          <p:nvPr>
            <p:ph idx="1"/>
          </p:nvPr>
        </p:nvSpPr>
        <p:spPr>
          <a:xfrm>
            <a:off x="412905" y="1946276"/>
            <a:ext cx="4673445" cy="399256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6166005" y="1946276"/>
            <a:ext cx="4673445" cy="399256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005702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97668" y="3492184"/>
            <a:ext cx="3840957" cy="2454594"/>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201444" y="402432"/>
            <a:ext cx="3649948" cy="4510882"/>
          </a:xfrm>
          <a:solidFill>
            <a:schemeClr val="bg2"/>
          </a:solidFill>
        </p:spPr>
        <p:txBody>
          <a:bodyPr tIns="1554480"/>
          <a:lstStyle>
            <a:lvl1pPr algn="ctr">
              <a:defRPr/>
            </a:lvl1pPr>
          </a:lstStyle>
          <a:p>
            <a:r>
              <a:rPr lang="en-US"/>
              <a:t>Click icon to add picture</a:t>
            </a:r>
          </a:p>
        </p:txBody>
      </p:sp>
      <p:sp>
        <p:nvSpPr>
          <p:cNvPr id="5" name="Content Placeholder 2">
            <a:extLst>
              <a:ext uri="{FF2B5EF4-FFF2-40B4-BE49-F238E27FC236}">
                <a16:creationId xmlns:a16="http://schemas.microsoft.com/office/drawing/2014/main" id="{BFFD3C8C-DE95-11CF-E112-F1CDEBBBAF20}"/>
              </a:ext>
            </a:extLst>
          </p:cNvPr>
          <p:cNvSpPr>
            <a:spLocks noGrp="1"/>
          </p:cNvSpPr>
          <p:nvPr>
            <p:ph idx="10"/>
          </p:nvPr>
        </p:nvSpPr>
        <p:spPr>
          <a:xfrm>
            <a:off x="9037638" y="371478"/>
            <a:ext cx="2514282"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DF56AB70-B001-F407-DDA0-8274B08150B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BB0E27A5-BC84-EBC4-82C5-E8CF838E435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91000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97667" y="402336"/>
            <a:ext cx="3840958" cy="5566886"/>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201444" y="402432"/>
            <a:ext cx="3649948" cy="2455068"/>
          </a:xfrm>
          <a:solidFill>
            <a:schemeClr val="bg2"/>
          </a:solidFill>
        </p:spPr>
        <p:txBody>
          <a:bodyPr tIns="73152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9037637" y="371478"/>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5201444" y="2977040"/>
            <a:ext cx="3649948" cy="2455068"/>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9037637" y="2977040"/>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60C2534F-0DED-9179-1BA0-BA7BBA63E4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C21211E5-4A9D-2EA5-349A-BFEBB51D88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274487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Content Four Images Matrix ">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F9B4C70A-448E-FF82-4DED-5DB3D9F57437}"/>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402831" y="1431438"/>
            <a:ext cx="2657075" cy="1938825"/>
          </a:xfrm>
          <a:solidFill>
            <a:schemeClr val="bg2"/>
          </a:solidFill>
        </p:spPr>
        <p:txBody>
          <a:bodyPr tIns="73152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3281363" y="1421451"/>
            <a:ext cx="2514283" cy="1938812"/>
          </a:xfrm>
        </p:spPr>
        <p:txBody>
          <a:bodyPr/>
          <a:lstStyle>
            <a:lvl1pPr>
              <a:lnSpc>
                <a:spcPct val="100000"/>
              </a:lnSpc>
              <a:spcAft>
                <a:spcPts val="1200"/>
              </a:spcAft>
              <a:defRPr sz="1500" b="1"/>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402831" y="3486944"/>
            <a:ext cx="2657075" cy="1938825"/>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3281363" y="3486944"/>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9" name="Picture Placeholder 14">
            <a:extLst>
              <a:ext uri="{FF2B5EF4-FFF2-40B4-BE49-F238E27FC236}">
                <a16:creationId xmlns:a16="http://schemas.microsoft.com/office/drawing/2014/main" id="{BF7E05F9-3B71-A92F-C27D-3EA7295545BA}"/>
              </a:ext>
              <a:ext uri="{C183D7F6-B498-43B3-948B-1728B52AA6E4}">
                <adec:decorative xmlns:adec="http://schemas.microsoft.com/office/drawing/2017/decorative" val="1"/>
              </a:ext>
            </a:extLst>
          </p:cNvPr>
          <p:cNvSpPr>
            <a:spLocks noGrp="1"/>
          </p:cNvSpPr>
          <p:nvPr>
            <p:ph type="pic" sz="quarter" idx="14"/>
          </p:nvPr>
        </p:nvSpPr>
        <p:spPr>
          <a:xfrm>
            <a:off x="6160294" y="1431438"/>
            <a:ext cx="2657075" cy="1938825"/>
          </a:xfrm>
          <a:solidFill>
            <a:schemeClr val="bg2"/>
          </a:solidFill>
        </p:spPr>
        <p:txBody>
          <a:bodyPr tIns="731520"/>
          <a:lstStyle>
            <a:lvl1pPr algn="ctr">
              <a:defRPr/>
            </a:lvl1pPr>
          </a:lstStyle>
          <a:p>
            <a:r>
              <a:rPr lang="en-US"/>
              <a:t>Click icon to add picture</a:t>
            </a:r>
          </a:p>
        </p:txBody>
      </p:sp>
      <p:sp>
        <p:nvSpPr>
          <p:cNvPr id="13" name="Content Placeholder 2">
            <a:extLst>
              <a:ext uri="{FF2B5EF4-FFF2-40B4-BE49-F238E27FC236}">
                <a16:creationId xmlns:a16="http://schemas.microsoft.com/office/drawing/2014/main" id="{FCDEC8E4-3556-9DFF-F8E0-3E599203F394}"/>
              </a:ext>
            </a:extLst>
          </p:cNvPr>
          <p:cNvSpPr>
            <a:spLocks noGrp="1"/>
          </p:cNvSpPr>
          <p:nvPr>
            <p:ph idx="16"/>
          </p:nvPr>
        </p:nvSpPr>
        <p:spPr>
          <a:xfrm>
            <a:off x="9037638" y="1421451"/>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10" name="Picture Placeholder 14">
            <a:extLst>
              <a:ext uri="{FF2B5EF4-FFF2-40B4-BE49-F238E27FC236}">
                <a16:creationId xmlns:a16="http://schemas.microsoft.com/office/drawing/2014/main" id="{5436620D-30A8-EA32-EBA9-0FB0D98A3A57}"/>
              </a:ext>
              <a:ext uri="{C183D7F6-B498-43B3-948B-1728B52AA6E4}">
                <adec:decorative xmlns:adec="http://schemas.microsoft.com/office/drawing/2017/decorative" val="1"/>
              </a:ext>
            </a:extLst>
          </p:cNvPr>
          <p:cNvSpPr>
            <a:spLocks noGrp="1"/>
          </p:cNvSpPr>
          <p:nvPr>
            <p:ph type="pic" sz="quarter" idx="15"/>
          </p:nvPr>
        </p:nvSpPr>
        <p:spPr>
          <a:xfrm>
            <a:off x="6160294" y="3486944"/>
            <a:ext cx="2657075" cy="1938825"/>
          </a:xfrm>
          <a:solidFill>
            <a:schemeClr val="bg2"/>
          </a:solidFill>
        </p:spPr>
        <p:txBody>
          <a:bodyPr tIns="731520"/>
          <a:lstStyle>
            <a:lvl1pPr algn="ctr">
              <a:defRPr/>
            </a:lvl1pPr>
          </a:lstStyle>
          <a:p>
            <a:r>
              <a:rPr lang="en-US"/>
              <a:t>Click icon to add picture</a:t>
            </a:r>
          </a:p>
        </p:txBody>
      </p:sp>
      <p:sp>
        <p:nvSpPr>
          <p:cNvPr id="14" name="Content Placeholder 2">
            <a:extLst>
              <a:ext uri="{FF2B5EF4-FFF2-40B4-BE49-F238E27FC236}">
                <a16:creationId xmlns:a16="http://schemas.microsoft.com/office/drawing/2014/main" id="{08EEADAB-1623-2FF8-2487-6AA4F7EC3587}"/>
              </a:ext>
            </a:extLst>
          </p:cNvPr>
          <p:cNvSpPr>
            <a:spLocks noGrp="1"/>
          </p:cNvSpPr>
          <p:nvPr>
            <p:ph idx="17"/>
          </p:nvPr>
        </p:nvSpPr>
        <p:spPr>
          <a:xfrm>
            <a:off x="9037638" y="3486944"/>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91E3B5C0-2252-2AC3-B6AC-A233A36FBD7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3634351F-B70F-FAD9-F7BB-519E4552F59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5904677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411839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ontent 2">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69EA8B36-F386-C764-DAD6-33D7736D9EEC}"/>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946275"/>
            <a:ext cx="3280410" cy="3992563"/>
          </a:xfrm>
        </p:spPr>
        <p:txBody>
          <a:bodyPr/>
          <a:lstStyle>
            <a:lvl1pPr>
              <a:lnSpc>
                <a:spcPct val="100000"/>
              </a:lnSpc>
              <a:spcBef>
                <a:spcPts val="0"/>
              </a:spcBef>
              <a:spcAft>
                <a:spcPts val="1300"/>
              </a:spcAft>
              <a:defRPr sz="2000" b="1">
                <a:latin typeface="+mn-l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BE946374-FA30-CA90-8DA8-4D3D9C8D955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B7BD091D-1A71-D98C-9FBE-055914E89494}"/>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4793709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hart and Two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6" name="Chart Placeholder 5">
            <a:extLst>
              <a:ext uri="{FF2B5EF4-FFF2-40B4-BE49-F238E27FC236}">
                <a16:creationId xmlns:a16="http://schemas.microsoft.com/office/drawing/2014/main" id="{73FDB890-3693-B329-5A7C-C65A3B124F7E}"/>
              </a:ext>
            </a:extLst>
          </p:cNvPr>
          <p:cNvSpPr>
            <a:spLocks noGrp="1"/>
          </p:cNvSpPr>
          <p:nvPr>
            <p:ph type="chart" sz="quarter" idx="12"/>
          </p:nvPr>
        </p:nvSpPr>
        <p:spPr>
          <a:xfrm>
            <a:off x="410808" y="1439508"/>
            <a:ext cx="5237163" cy="4510088"/>
          </a:xfrm>
        </p:spPr>
        <p:txBody>
          <a:bodyPr/>
          <a:lstStyle/>
          <a:p>
            <a:r>
              <a:rPr lang="en-US"/>
              <a:t>Click icon to add chart</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6168671" y="2468208"/>
            <a:ext cx="2754667" cy="3481388"/>
          </a:xfrm>
        </p:spPr>
        <p:txBody>
          <a:bodyPr/>
          <a:lstStyle>
            <a:lvl1pPr>
              <a:lnSpc>
                <a:spcPct val="100000"/>
              </a:lnSpc>
              <a:spcAft>
                <a:spcPts val="1300"/>
              </a:spcAft>
              <a:defRPr sz="15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9048041" y="2468208"/>
            <a:ext cx="2754667" cy="3481388"/>
          </a:xfrm>
        </p:spPr>
        <p:txBody>
          <a:bodyPr/>
          <a:lstStyle>
            <a:lvl1pPr>
              <a:lnSpc>
                <a:spcPct val="100000"/>
              </a:lnSpc>
              <a:spcAft>
                <a:spcPts val="1300"/>
              </a:spcAft>
              <a:defRPr sz="15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9626A07-2517-5726-4FDD-0AC9D92990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06046AFA-0660-1D2A-C174-4EABDBEAAA0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798836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ata and Two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407670" y="1949410"/>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614568"/>
            <a:ext cx="3280410" cy="2270480"/>
          </a:xfrm>
        </p:spPr>
        <p:txBody>
          <a:bodyPr/>
          <a:lstStyle>
            <a:lvl1pPr>
              <a:lnSpc>
                <a:spcPct val="100000"/>
              </a:lnSpc>
              <a:spcAft>
                <a:spcPts val="1000"/>
              </a:spcAft>
              <a:defRPr sz="1800" b="1">
                <a:latin typeface="+mn-lt"/>
              </a:defRPr>
            </a:lvl1pPr>
            <a:lvl2pPr>
              <a:lnSpc>
                <a:spcPct val="100000"/>
              </a:lnSpc>
              <a:spcBef>
                <a:spcPts val="0"/>
              </a:spcBef>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57033"/>
            <a:ext cx="3280410" cy="399256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57033"/>
            <a:ext cx="3280410" cy="399256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6955500F-3808-9CA2-1F44-A6416457143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E6F2E23D-BB9F-B34F-EC85-66F73AA738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8215774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ta and Four Stats">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407670" y="1949410"/>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614568"/>
            <a:ext cx="3280410" cy="2270480"/>
          </a:xfrm>
        </p:spPr>
        <p:txBody>
          <a:bodyPr/>
          <a:lstStyle>
            <a:lvl1pPr>
              <a:lnSpc>
                <a:spcPct val="100000"/>
              </a:lnSpc>
              <a:spcAft>
                <a:spcPts val="0"/>
              </a:spcAft>
              <a:defRPr sz="1800" b="1">
                <a:latin typeface="+mn-lt"/>
              </a:defRPr>
            </a:lvl1pPr>
            <a:lvl2pPr>
              <a:spcBef>
                <a:spcPts val="600"/>
              </a:spcBef>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57034"/>
            <a:ext cx="3280410" cy="1527529"/>
          </a:xfrm>
        </p:spPr>
        <p:txBody>
          <a:bodyPr/>
          <a:lstStyle>
            <a:lvl1pPr>
              <a:lnSpc>
                <a:spcPct val="100000"/>
              </a:lnSpc>
              <a:spcAft>
                <a:spcPts val="1300"/>
              </a:spcAft>
              <a:defRPr sz="1500"/>
            </a:lvl1pPr>
            <a:lvl2pPr>
              <a:lnSpc>
                <a:spcPct val="100000"/>
              </a:lnSpc>
              <a:spcBef>
                <a:spcPts val="0"/>
              </a:spcBef>
              <a:defRPr sz="4500">
                <a:latin typeface="+mn-lt"/>
              </a:defRPr>
            </a:lvl2pPr>
            <a:lvl3pPr marL="0" indent="0">
              <a:spcBef>
                <a:spcPts val="100"/>
              </a:spcBef>
              <a:buNone/>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148E7DA0-330F-0EFA-F5EA-9B8D8ADDB8B0}"/>
              </a:ext>
            </a:extLst>
          </p:cNvPr>
          <p:cNvSpPr>
            <a:spLocks noGrp="1"/>
          </p:cNvSpPr>
          <p:nvPr>
            <p:ph idx="16"/>
          </p:nvPr>
        </p:nvSpPr>
        <p:spPr>
          <a:xfrm>
            <a:off x="8087958" y="1957034"/>
            <a:ext cx="3280410" cy="1527529"/>
          </a:xfrm>
        </p:spPr>
        <p:txBody>
          <a:bodyPr/>
          <a:lstStyle>
            <a:lvl1pPr>
              <a:lnSpc>
                <a:spcPct val="100000"/>
              </a:lnSpc>
              <a:spcAft>
                <a:spcPts val="1300"/>
              </a:spcAft>
              <a:defRPr sz="1500"/>
            </a:lvl1pPr>
            <a:lvl2pPr>
              <a:lnSpc>
                <a:spcPct val="100000"/>
              </a:lnSpc>
              <a:spcBef>
                <a:spcPts val="0"/>
              </a:spcBef>
              <a:defRPr sz="4500">
                <a:latin typeface="+mn-lt"/>
              </a:defRPr>
            </a:lvl2pPr>
            <a:lvl3pPr marL="0" indent="0">
              <a:spcBef>
                <a:spcPts val="100"/>
              </a:spcBef>
              <a:buNone/>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1F934F8D-EEE5-A5C7-4F51-62B220EA007B}"/>
              </a:ext>
            </a:extLst>
          </p:cNvPr>
          <p:cNvSpPr>
            <a:spLocks noGrp="1"/>
          </p:cNvSpPr>
          <p:nvPr>
            <p:ph idx="17" hasCustomPrompt="1"/>
          </p:nvPr>
        </p:nvSpPr>
        <p:spPr>
          <a:xfrm>
            <a:off x="4242435" y="3727982"/>
            <a:ext cx="3280410" cy="1527529"/>
          </a:xfrm>
        </p:spPr>
        <p:txBody>
          <a:bodyPr/>
          <a:lstStyle>
            <a:lvl1pPr>
              <a:lnSpc>
                <a:spcPct val="100000"/>
              </a:lnSpc>
              <a:spcAft>
                <a:spcPts val="0"/>
              </a:spcAft>
              <a:defRPr sz="4500" b="0"/>
            </a:lvl1pPr>
            <a:lvl2pPr>
              <a:lnSpc>
                <a:spcPct val="100000"/>
              </a:lnSpc>
              <a:spcBef>
                <a:spcPts val="0"/>
              </a:spcBef>
              <a:defRPr sz="1200"/>
            </a:lvl2pPr>
            <a:lvl3pPr marL="0" indent="0">
              <a:spcBef>
                <a:spcPts val="100"/>
              </a:spcBef>
              <a:buNone/>
              <a:defRPr sz="1200"/>
            </a:lvl3pPr>
            <a:lvl4pPr>
              <a:defRPr sz="1200"/>
            </a:lvl4pPr>
            <a:lvl5pPr>
              <a:defRPr sz="1200"/>
            </a:lvl5pPr>
          </a:lstStyle>
          <a:p>
            <a:pPr lvl="0"/>
            <a:r>
              <a:rPr lang="en-US"/>
              <a:t>First level</a:t>
            </a:r>
          </a:p>
          <a:p>
            <a:pPr lvl="1"/>
            <a:r>
              <a:rPr lang="en-US"/>
              <a:t>Second level</a:t>
            </a:r>
          </a:p>
        </p:txBody>
      </p:sp>
      <p:sp>
        <p:nvSpPr>
          <p:cNvPr id="11" name="Content Placeholder 2">
            <a:extLst>
              <a:ext uri="{FF2B5EF4-FFF2-40B4-BE49-F238E27FC236}">
                <a16:creationId xmlns:a16="http://schemas.microsoft.com/office/drawing/2014/main" id="{96F4A050-73C7-4EF8-22E1-17E2117180F0}"/>
              </a:ext>
            </a:extLst>
          </p:cNvPr>
          <p:cNvSpPr>
            <a:spLocks noGrp="1"/>
          </p:cNvSpPr>
          <p:nvPr>
            <p:ph idx="18" hasCustomPrompt="1"/>
          </p:nvPr>
        </p:nvSpPr>
        <p:spPr>
          <a:xfrm>
            <a:off x="8087958" y="3727982"/>
            <a:ext cx="3280410" cy="1527529"/>
          </a:xfrm>
        </p:spPr>
        <p:txBody>
          <a:bodyPr/>
          <a:lstStyle>
            <a:lvl1pPr>
              <a:lnSpc>
                <a:spcPct val="100000"/>
              </a:lnSpc>
              <a:spcAft>
                <a:spcPts val="0"/>
              </a:spcAft>
              <a:defRPr sz="4500" b="0"/>
            </a:lvl1pPr>
            <a:lvl2pPr>
              <a:lnSpc>
                <a:spcPct val="100000"/>
              </a:lnSpc>
              <a:spcBef>
                <a:spcPts val="0"/>
              </a:spcBef>
              <a:defRPr sz="1200"/>
            </a:lvl2pPr>
            <a:lvl3pPr marL="0" indent="0">
              <a:spcBef>
                <a:spcPts val="100"/>
              </a:spcBef>
              <a:buNone/>
              <a:defRPr sz="1200"/>
            </a:lvl3pPr>
            <a:lvl4pPr>
              <a:defRPr sz="1200"/>
            </a:lvl4pPr>
            <a:lvl5pPr>
              <a:defRPr sz="1200"/>
            </a:lvl5pPr>
          </a:lstStyle>
          <a:p>
            <a:pPr lvl="0"/>
            <a:r>
              <a:rPr lang="en-US"/>
              <a:t>First level</a:t>
            </a:r>
          </a:p>
          <a:p>
            <a:pPr lvl="1"/>
            <a:r>
              <a:rPr lang="en-US"/>
              <a:t>Second level</a:t>
            </a:r>
          </a:p>
        </p:txBody>
      </p:sp>
      <p:sp>
        <p:nvSpPr>
          <p:cNvPr id="3" name="Footer Placeholder 4">
            <a:extLst>
              <a:ext uri="{FF2B5EF4-FFF2-40B4-BE49-F238E27FC236}">
                <a16:creationId xmlns:a16="http://schemas.microsoft.com/office/drawing/2014/main" id="{3279AEC2-3D38-AA3C-D9ED-F56066F0252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1F2E443D-FB19-EC91-F034-92383A4D9EA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758522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ntent Two Small Images">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9CDDF52B-DBF3-6EA5-316F-86B168D5B385}"/>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440338"/>
            <a:ext cx="3448050" cy="4498500"/>
          </a:xfrm>
        </p:spPr>
        <p:txBody>
          <a:bodyPr/>
          <a:lstStyle>
            <a:lvl1pPr>
              <a:lnSpc>
                <a:spcPct val="100000"/>
              </a:lnSpc>
              <a:spcBef>
                <a:spcPts val="0"/>
              </a:spcBef>
              <a:spcAft>
                <a:spcPts val="1300"/>
              </a:spcAft>
              <a:defRPr sz="2000" b="1">
                <a:latin typeface="+mn-l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440338"/>
            <a:ext cx="3280410" cy="1929924"/>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689588"/>
            <a:ext cx="3621405" cy="2257189"/>
          </a:xfrm>
          <a:solidFill>
            <a:schemeClr val="bg2"/>
          </a:solidFill>
        </p:spPr>
        <p:txBody>
          <a:bodyPr tIns="731520"/>
          <a:lstStyle>
            <a:lvl1pPr algn="ctr">
              <a:defRPr/>
            </a:lvl1pPr>
          </a:lstStyle>
          <a:p>
            <a:r>
              <a:rPr lang="en-US"/>
              <a:t>Click icon to add picture</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440339"/>
            <a:ext cx="3280410" cy="1929924"/>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3689588"/>
            <a:ext cx="3621405" cy="2257189"/>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E67D3849-C8CD-8658-1466-0AC905A3290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45FB2FC1-37EA-E80B-8E2C-5BB79F82C54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1985979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Images Three Content">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12157443-656C-E355-D086-838984BEEC17}"/>
              </a:ext>
            </a:extLst>
          </p:cNvPr>
          <p:cNvSpPr>
            <a:spLocks noGrp="1"/>
          </p:cNvSpPr>
          <p:nvPr>
            <p:ph type="title"/>
          </p:nvPr>
        </p:nvSpPr>
        <p:spPr>
          <a:xfrm>
            <a:off x="397667" y="402336"/>
            <a:ext cx="5645946" cy="908940"/>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4FF4641-ED6B-EA6B-E1D6-5913E5D1C4A7}"/>
              </a:ext>
              <a:ext uri="{C183D7F6-B498-43B3-948B-1728B52AA6E4}">
                <adec:decorative xmlns:adec="http://schemas.microsoft.com/office/drawing/2017/decorative" val="1"/>
              </a:ext>
            </a:extLst>
          </p:cNvPr>
          <p:cNvSpPr>
            <a:spLocks noGrp="1"/>
          </p:cNvSpPr>
          <p:nvPr>
            <p:ph type="pic" sz="quarter" idx="12"/>
          </p:nvPr>
        </p:nvSpPr>
        <p:spPr>
          <a:xfrm>
            <a:off x="400050" y="1434783"/>
            <a:ext cx="3621405" cy="2449830"/>
          </a:xfrm>
          <a:solidFill>
            <a:schemeClr val="bg2"/>
          </a:solidFill>
        </p:spPr>
        <p:txBody>
          <a:bodyPr tIns="731520"/>
          <a:lstStyle>
            <a:lvl1pPr algn="ctr">
              <a:defRPr/>
            </a:lvl1pPr>
          </a:lstStyle>
          <a:p>
            <a:r>
              <a:rPr lang="en-US"/>
              <a:t>Click icon to add picture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738BD24F-B7A9-6A5E-4B91-293E35C96245}"/>
              </a:ext>
              <a:ext uri="{C183D7F6-B498-43B3-948B-1728B52AA6E4}">
                <adec:decorative xmlns:adec="http://schemas.microsoft.com/office/drawing/2017/decorative" val="1"/>
              </a:ext>
            </a:extLst>
          </p:cNvPr>
          <p:cNvSpPr>
            <a:spLocks noGrp="1"/>
          </p:cNvSpPr>
          <p:nvPr>
            <p:ph type="pic" sz="quarter" idx="13"/>
          </p:nvPr>
        </p:nvSpPr>
        <p:spPr>
          <a:xfrm>
            <a:off x="4247197" y="1434783"/>
            <a:ext cx="3621405" cy="2449830"/>
          </a:xfrm>
          <a:solidFill>
            <a:schemeClr val="bg2"/>
          </a:solidFill>
        </p:spPr>
        <p:txBody>
          <a:bodyPr tIns="731520"/>
          <a:lstStyle>
            <a:lvl1pPr algn="ctr">
              <a:defRPr/>
            </a:lvl1pPr>
          </a:lstStyle>
          <a:p>
            <a:r>
              <a:rPr lang="en-US"/>
              <a:t>Click icon to add picture</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4">
            <a:extLst>
              <a:ext uri="{FF2B5EF4-FFF2-40B4-BE49-F238E27FC236}">
                <a16:creationId xmlns:a16="http://schemas.microsoft.com/office/drawing/2014/main" id="{3EA62964-C972-788F-A145-641910913B5F}"/>
              </a:ext>
              <a:ext uri="{C183D7F6-B498-43B3-948B-1728B52AA6E4}">
                <adec:decorative xmlns:adec="http://schemas.microsoft.com/office/drawing/2017/decorative" val="1"/>
              </a:ext>
            </a:extLst>
          </p:cNvPr>
          <p:cNvSpPr>
            <a:spLocks noGrp="1"/>
          </p:cNvSpPr>
          <p:nvPr>
            <p:ph type="pic" sz="quarter" idx="14"/>
          </p:nvPr>
        </p:nvSpPr>
        <p:spPr>
          <a:xfrm>
            <a:off x="8084820" y="1434783"/>
            <a:ext cx="3621405" cy="2449830"/>
          </a:xfrm>
          <a:solidFill>
            <a:schemeClr val="bg2"/>
          </a:solidFill>
        </p:spPr>
        <p:txBody>
          <a:bodyPr tIns="731520"/>
          <a:lstStyle>
            <a:lvl1pPr algn="ctr">
              <a:defRPr/>
            </a:lvl1pPr>
          </a:lstStyle>
          <a:p>
            <a:r>
              <a:rPr lang="en-US"/>
              <a:t>Click icon to add picture</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E6D39F23-E441-3514-2A4F-F9CCA291192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FE222EB9-6543-2E06-6048-C32D6D58FBC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2648502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de TItle Two Images Two Content">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32898A4C-932E-23E9-DC30-A54F1747D7DA}"/>
              </a:ext>
            </a:extLst>
          </p:cNvPr>
          <p:cNvSpPr>
            <a:spLocks noGrp="1"/>
          </p:cNvSpPr>
          <p:nvPr>
            <p:ph type="title"/>
          </p:nvPr>
        </p:nvSpPr>
        <p:spPr>
          <a:xfrm>
            <a:off x="397667" y="4002723"/>
            <a:ext cx="3389473" cy="1929924"/>
          </a:xfrm>
          <a:prstGeom prst="rect">
            <a:avLst/>
          </a:prstGeom>
        </p:spPr>
        <p:txBody>
          <a:bodyPr vert="horz" lIns="0" tIns="0" rIns="0" bIns="0" rtlCol="0" anchor="t" anchorCtr="0">
            <a:noAutofit/>
          </a:bodyPr>
          <a:lstStyle>
            <a:lvl1pPr>
              <a:defRPr sz="2400"/>
            </a:lvl1pPr>
          </a:lstStyle>
          <a:p>
            <a:r>
              <a:rPr lang="en-US"/>
              <a:t>Click to edit Master title style</a:t>
            </a:r>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410052"/>
            <a:ext cx="3621405" cy="3474561"/>
          </a:xfrm>
          <a:solidFill>
            <a:schemeClr val="bg2"/>
          </a:solidFill>
        </p:spPr>
        <p:txBody>
          <a:bodyPr tIns="731520"/>
          <a:lstStyle>
            <a:lvl1pPr algn="ctr">
              <a:defRPr/>
            </a:lvl1pPr>
          </a:lstStyle>
          <a:p>
            <a:r>
              <a:rPr lang="en-US"/>
              <a:t>Click icon to add picture</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4007380"/>
            <a:ext cx="3280410" cy="193992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410052"/>
            <a:ext cx="3621405" cy="3474561"/>
          </a:xfrm>
          <a:solidFill>
            <a:schemeClr val="bg2"/>
          </a:solidFill>
        </p:spPr>
        <p:txBody>
          <a:bodyPr tIns="731520"/>
          <a:lstStyle>
            <a:lvl1pPr algn="ctr">
              <a:defRPr/>
            </a:lvl1pPr>
          </a:lstStyle>
          <a:p>
            <a:r>
              <a:rPr lang="en-US"/>
              <a:t>Click icon to add picture</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4007380"/>
            <a:ext cx="3280410" cy="193992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4BD5BA45-6FFD-0692-0F0F-E110F28E680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6A0EF6EA-3F57-5496-E0F3-4864ED1104A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7324505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7669" y="1946275"/>
            <a:ext cx="2757805"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89821" y="1946275"/>
            <a:ext cx="2752324"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66511" y="1946275"/>
            <a:ext cx="2749927"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48456" y="1946275"/>
            <a:ext cx="2749927"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4278286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Content Infographics">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FDAB432F-854F-42B3-F530-13E74D7AAA8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3B9F6906-FD55-4ECF-BC68-21EDA9D4716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5983146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Content Infographics">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393617" y="3484563"/>
            <a:ext cx="2757805"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75769" y="3484563"/>
            <a:ext cx="2752324"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52459" y="3484563"/>
            <a:ext cx="2749927"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48456" y="3484563"/>
            <a:ext cx="2749927"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15B11690-3DC6-7B4C-5196-E388A511468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408A6C4D-3F5E-1CC8-64FD-F01177BD1E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43578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 Intro Four Content Four Infographic Boxes">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36A1FE59-52D8-7819-FCA0-4B8512415F68}"/>
              </a:ext>
            </a:extLst>
          </p:cNvPr>
          <p:cNvSpPr>
            <a:spLocks noGrp="1"/>
          </p:cNvSpPr>
          <p:nvPr>
            <p:ph type="title"/>
          </p:nvPr>
        </p:nvSpPr>
        <p:spPr>
          <a:xfrm>
            <a:off x="397667" y="402336"/>
            <a:ext cx="5645946" cy="908837"/>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908"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3" name="Content Placeholder 2">
            <a:extLst>
              <a:ext uri="{FF2B5EF4-FFF2-40B4-BE49-F238E27FC236}">
                <a16:creationId xmlns:a16="http://schemas.microsoft.com/office/drawing/2014/main" id="{A27F624C-8E74-64EA-25D6-81C018D703C7}"/>
              </a:ext>
            </a:extLst>
          </p:cNvPr>
          <p:cNvSpPr>
            <a:spLocks noGrp="1"/>
          </p:cNvSpPr>
          <p:nvPr>
            <p:ph idx="14"/>
          </p:nvPr>
        </p:nvSpPr>
        <p:spPr>
          <a:xfrm>
            <a:off x="3292401"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0" name="Content Placeholder 2">
            <a:extLst>
              <a:ext uri="{FF2B5EF4-FFF2-40B4-BE49-F238E27FC236}">
                <a16:creationId xmlns:a16="http://schemas.microsoft.com/office/drawing/2014/main" id="{95BA71C3-8B98-CBAD-967B-B8C200A9F9DB}"/>
              </a:ext>
            </a:extLst>
          </p:cNvPr>
          <p:cNvSpPr>
            <a:spLocks noGrp="1"/>
          </p:cNvSpPr>
          <p:nvPr>
            <p:ph idx="15"/>
          </p:nvPr>
        </p:nvSpPr>
        <p:spPr>
          <a:xfrm>
            <a:off x="6181894"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2" name="Content Placeholder 2">
            <a:extLst>
              <a:ext uri="{FF2B5EF4-FFF2-40B4-BE49-F238E27FC236}">
                <a16:creationId xmlns:a16="http://schemas.microsoft.com/office/drawing/2014/main" id="{583A7053-6A7D-A8F8-4656-87270953BD60}"/>
              </a:ext>
            </a:extLst>
          </p:cNvPr>
          <p:cNvSpPr>
            <a:spLocks noGrp="1"/>
          </p:cNvSpPr>
          <p:nvPr>
            <p:ph idx="16"/>
          </p:nvPr>
        </p:nvSpPr>
        <p:spPr>
          <a:xfrm>
            <a:off x="9071386"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7A4C48D2-B18D-75C7-0C7E-1D9DB139609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9EBCD51-8DA2-A863-38B9-4D39E92CBC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8" name="Content Placeholder 2">
            <a:extLst>
              <a:ext uri="{FF2B5EF4-FFF2-40B4-BE49-F238E27FC236}">
                <a16:creationId xmlns:a16="http://schemas.microsoft.com/office/drawing/2014/main" id="{AD80E08F-9CFF-A0A0-CB3A-AC9CDC3AD14B}"/>
              </a:ext>
            </a:extLst>
          </p:cNvPr>
          <p:cNvSpPr>
            <a:spLocks noGrp="1"/>
          </p:cNvSpPr>
          <p:nvPr>
            <p:ph idx="12"/>
          </p:nvPr>
        </p:nvSpPr>
        <p:spPr>
          <a:xfrm>
            <a:off x="393617" y="1428750"/>
            <a:ext cx="5645947" cy="1428750"/>
          </a:xfrm>
        </p:spPr>
        <p:txBody>
          <a:bodyPr rIns="91440"/>
          <a:lstStyle>
            <a:lvl1pPr>
              <a:defRPr sz="20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6356772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our Content Four Images">
    <p:spTree>
      <p:nvGrpSpPr>
        <p:cNvPr id="1" name=""/>
        <p:cNvGrpSpPr/>
        <p:nvPr/>
      </p:nvGrpSpPr>
      <p:grpSpPr>
        <a:xfrm>
          <a:off x="0" y="0"/>
          <a:ext cx="0" cy="0"/>
          <a:chOff x="0" y="0"/>
          <a:chExt cx="0" cy="0"/>
        </a:xfrm>
      </p:grpSpPr>
      <p:sp>
        <p:nvSpPr>
          <p:cNvPr id="16" name="Title Placeholder 1">
            <a:extLst>
              <a:ext uri="{FF2B5EF4-FFF2-40B4-BE49-F238E27FC236}">
                <a16:creationId xmlns:a16="http://schemas.microsoft.com/office/drawing/2014/main" id="{68A701A6-89AB-4B4D-0870-B17023D69CCD}"/>
              </a:ext>
            </a:extLst>
          </p:cNvPr>
          <p:cNvSpPr>
            <a:spLocks noGrp="1"/>
          </p:cNvSpPr>
          <p:nvPr>
            <p:ph type="title"/>
          </p:nvPr>
        </p:nvSpPr>
        <p:spPr>
          <a:xfrm>
            <a:off x="397667" y="402336"/>
            <a:ext cx="5644478" cy="915289"/>
          </a:xfrm>
          <a:prstGeom prst="rect">
            <a:avLst/>
          </a:prstGeom>
        </p:spPr>
        <p:txBody>
          <a:bodyPr vert="horz" lIns="0" tIns="0" rIns="0" bIns="0" rtlCol="0" anchor="t" anchorCtr="0">
            <a:noAutofit/>
          </a:bodyPr>
          <a:lstStyle/>
          <a:p>
            <a:r>
              <a:rPr lang="en-US"/>
              <a:t>Click to edit Master title style</a:t>
            </a:r>
          </a:p>
        </p:txBody>
      </p:sp>
      <p:sp>
        <p:nvSpPr>
          <p:cNvPr id="11" name="Picture Placeholder 14">
            <a:extLst>
              <a:ext uri="{FF2B5EF4-FFF2-40B4-BE49-F238E27FC236}">
                <a16:creationId xmlns:a16="http://schemas.microsoft.com/office/drawing/2014/main" id="{5F5E5E69-4FFF-DFC2-659C-7E55787A02F4}"/>
              </a:ext>
              <a:ext uri="{C183D7F6-B498-43B3-948B-1728B52AA6E4}">
                <adec:decorative xmlns:adec="http://schemas.microsoft.com/office/drawing/2017/decorative" val="1"/>
              </a:ext>
            </a:extLst>
          </p:cNvPr>
          <p:cNvSpPr>
            <a:spLocks noGrp="1"/>
          </p:cNvSpPr>
          <p:nvPr>
            <p:ph type="pic" sz="quarter" idx="13"/>
          </p:nvPr>
        </p:nvSpPr>
        <p:spPr>
          <a:xfrm>
            <a:off x="407669" y="1428750"/>
            <a:ext cx="2647951" cy="2455863"/>
          </a:xfrm>
          <a:solidFill>
            <a:schemeClr val="bg2"/>
          </a:solidFill>
        </p:spPr>
        <p:txBody>
          <a:bodyPr tIns="731520"/>
          <a:lstStyle>
            <a:lvl1pPr algn="ctr">
              <a:defRPr/>
            </a:lvl1pPr>
          </a:lstStyle>
          <a:p>
            <a:r>
              <a:rPr lang="en-US"/>
              <a:t>Click icon to add picture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7669" y="3998913"/>
            <a:ext cx="2757805"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4">
            <a:extLst>
              <a:ext uri="{FF2B5EF4-FFF2-40B4-BE49-F238E27FC236}">
                <a16:creationId xmlns:a16="http://schemas.microsoft.com/office/drawing/2014/main" id="{FEE2C3B1-D32B-2DC8-8154-D81D141486BF}"/>
              </a:ext>
              <a:ext uri="{C183D7F6-B498-43B3-948B-1728B52AA6E4}">
                <adec:decorative xmlns:adec="http://schemas.microsoft.com/office/drawing/2017/decorative" val="1"/>
              </a:ext>
            </a:extLst>
          </p:cNvPr>
          <p:cNvSpPr>
            <a:spLocks noGrp="1"/>
          </p:cNvSpPr>
          <p:nvPr>
            <p:ph type="pic" sz="quarter" idx="14"/>
          </p:nvPr>
        </p:nvSpPr>
        <p:spPr>
          <a:xfrm>
            <a:off x="3289821" y="1428750"/>
            <a:ext cx="2647951" cy="2455863"/>
          </a:xfrm>
          <a:solidFill>
            <a:schemeClr val="bg2"/>
          </a:solidFill>
        </p:spPr>
        <p:txBody>
          <a:bodyPr tIns="731520"/>
          <a:lstStyle>
            <a:lvl1pPr algn="ctr">
              <a:defRPr/>
            </a:lvl1pPr>
          </a:lstStyle>
          <a:p>
            <a:r>
              <a:rPr lang="en-US"/>
              <a:t>Click icon to add picture</a:t>
            </a:r>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89821" y="3998913"/>
            <a:ext cx="2752324"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4">
            <a:extLst>
              <a:ext uri="{FF2B5EF4-FFF2-40B4-BE49-F238E27FC236}">
                <a16:creationId xmlns:a16="http://schemas.microsoft.com/office/drawing/2014/main" id="{E4143737-9FAE-4BEB-0906-D059D53A4E5C}"/>
              </a:ext>
              <a:ext uri="{C183D7F6-B498-43B3-948B-1728B52AA6E4}">
                <adec:decorative xmlns:adec="http://schemas.microsoft.com/office/drawing/2017/decorative" val="1"/>
              </a:ext>
            </a:extLst>
          </p:cNvPr>
          <p:cNvSpPr>
            <a:spLocks noGrp="1"/>
          </p:cNvSpPr>
          <p:nvPr>
            <p:ph type="pic" sz="quarter" idx="15"/>
          </p:nvPr>
        </p:nvSpPr>
        <p:spPr>
          <a:xfrm>
            <a:off x="6166511" y="1428750"/>
            <a:ext cx="2647951" cy="2455863"/>
          </a:xfrm>
          <a:solidFill>
            <a:schemeClr val="bg2"/>
          </a:solidFill>
        </p:spPr>
        <p:txBody>
          <a:bodyPr tIns="731520"/>
          <a:lstStyle>
            <a:lvl1pPr algn="ctr">
              <a:defRPr/>
            </a:lvl1pPr>
          </a:lstStyle>
          <a:p>
            <a:r>
              <a:rPr lang="en-US"/>
              <a:t>Click icon to add picture</a:t>
            </a:r>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66511" y="3998913"/>
            <a:ext cx="2749927"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4">
            <a:extLst>
              <a:ext uri="{FF2B5EF4-FFF2-40B4-BE49-F238E27FC236}">
                <a16:creationId xmlns:a16="http://schemas.microsoft.com/office/drawing/2014/main" id="{5FAA5E52-06C6-50C6-842F-09B2897EBA20}"/>
              </a:ext>
              <a:ext uri="{C183D7F6-B498-43B3-948B-1728B52AA6E4}">
                <adec:decorative xmlns:adec="http://schemas.microsoft.com/office/drawing/2017/decorative" val="1"/>
              </a:ext>
            </a:extLst>
          </p:cNvPr>
          <p:cNvSpPr>
            <a:spLocks noGrp="1"/>
          </p:cNvSpPr>
          <p:nvPr>
            <p:ph type="pic" sz="quarter" idx="16"/>
          </p:nvPr>
        </p:nvSpPr>
        <p:spPr>
          <a:xfrm>
            <a:off x="9048456" y="1428750"/>
            <a:ext cx="2647951" cy="2455863"/>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48456" y="3998913"/>
            <a:ext cx="2749927"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9C3E4A20-48E1-6B96-207C-2A01DD8E971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404392E8-8FC9-D8AC-538E-69F5A15C16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8798695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ntent One Imag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3858E610-9BD2-B05C-EB3A-1A76DB512C18}"/>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399482" y="1443674"/>
            <a:ext cx="2597467" cy="3980813"/>
          </a:xfrm>
        </p:spPr>
        <p:txBody>
          <a:bodyPr/>
          <a:lstStyle>
            <a:lvl1pPr>
              <a:lnSpc>
                <a:spcPct val="100000"/>
              </a:lnSpc>
              <a:spcAft>
                <a:spcPts val="1300"/>
              </a:spcAft>
              <a:defRPr sz="2000" b="1">
                <a:latin typeface="+mn-lt"/>
              </a:defRPr>
            </a:lvl1pPr>
            <a:lvl2pPr>
              <a:defRPr sz="1200"/>
            </a:lvl2pPr>
            <a:lvl3pPr>
              <a:defRPr sz="1200"/>
            </a:lvl3pPr>
            <a:lvl4pPr>
              <a:defRPr sz="1200"/>
            </a:lvl4pPr>
            <a:lvl5pPr>
              <a:defRPr sz="1200"/>
            </a:lvl5pPr>
          </a:lstStyle>
          <a:p>
            <a:pPr lvl="0"/>
            <a:r>
              <a:rPr lang="en-US"/>
              <a:t>Click to edit Master text styles</a:t>
            </a:r>
          </a:p>
        </p:txBody>
      </p:sp>
      <p:sp>
        <p:nvSpPr>
          <p:cNvPr id="9" name="Content Placeholder 2">
            <a:extLst>
              <a:ext uri="{FF2B5EF4-FFF2-40B4-BE49-F238E27FC236}">
                <a16:creationId xmlns:a16="http://schemas.microsoft.com/office/drawing/2014/main" id="{E3C981AC-1133-16A2-C7BE-8EEEC24A1CC8}"/>
              </a:ext>
            </a:extLst>
          </p:cNvPr>
          <p:cNvSpPr>
            <a:spLocks noGrp="1"/>
          </p:cNvSpPr>
          <p:nvPr>
            <p:ph idx="14"/>
          </p:nvPr>
        </p:nvSpPr>
        <p:spPr>
          <a:xfrm>
            <a:off x="3293938" y="1443674"/>
            <a:ext cx="2597467" cy="398081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6157914" y="1428750"/>
            <a:ext cx="5634604" cy="2455863"/>
          </a:xfrm>
          <a:solidFill>
            <a:schemeClr val="bg2"/>
          </a:solidFill>
        </p:spPr>
        <p:txBody>
          <a:bodyPr tIns="731520"/>
          <a:lstStyle>
            <a:lvl1pPr algn="ctr">
              <a:defRPr/>
            </a:lvl1pPr>
          </a:lstStyle>
          <a:p>
            <a:r>
              <a:rPr lang="en-US"/>
              <a:t>Click icon to add picture</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6157913" y="4041936"/>
            <a:ext cx="2765425" cy="1929924"/>
          </a:xfrm>
        </p:spPr>
        <p:txBody>
          <a:bodyPr/>
          <a:lstStyle>
            <a:lvl1pPr>
              <a:lnSpc>
                <a:spcPct val="100000"/>
              </a:lnSpc>
              <a:spcAft>
                <a:spcPts val="1300"/>
              </a:spcAft>
              <a:defRPr sz="18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10" name="Content Placeholder 2">
            <a:extLst>
              <a:ext uri="{FF2B5EF4-FFF2-40B4-BE49-F238E27FC236}">
                <a16:creationId xmlns:a16="http://schemas.microsoft.com/office/drawing/2014/main" id="{ADA732D9-8671-5C81-D1CA-1C96F66F29CB}"/>
              </a:ext>
            </a:extLst>
          </p:cNvPr>
          <p:cNvSpPr>
            <a:spLocks noGrp="1"/>
          </p:cNvSpPr>
          <p:nvPr>
            <p:ph idx="15"/>
          </p:nvPr>
        </p:nvSpPr>
        <p:spPr>
          <a:xfrm>
            <a:off x="9044749" y="4041936"/>
            <a:ext cx="2765425" cy="1929924"/>
          </a:xfrm>
        </p:spPr>
        <p:txBody>
          <a:bodyPr/>
          <a:lstStyle>
            <a:lvl1pPr>
              <a:lnSpc>
                <a:spcPct val="100000"/>
              </a:lnSpc>
              <a:spcAft>
                <a:spcPts val="1300"/>
              </a:spcAft>
              <a:defRPr sz="1200" b="0">
                <a:latin typeface="+mj-l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 name="Footer Placeholder 4">
            <a:extLst>
              <a:ext uri="{FF2B5EF4-FFF2-40B4-BE49-F238E27FC236}">
                <a16:creationId xmlns:a16="http://schemas.microsoft.com/office/drawing/2014/main" id="{15361E65-8489-022E-9A46-0B36035A11B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6F60ED92-61BC-58F9-6255-C99E6BFB73B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8966264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18" name="Title Placeholder 1">
            <a:extLst>
              <a:ext uri="{FF2B5EF4-FFF2-40B4-BE49-F238E27FC236}">
                <a16:creationId xmlns:a16="http://schemas.microsoft.com/office/drawing/2014/main" id="{5F55CA50-833E-6AD7-FF00-933528ACEA69}"/>
              </a:ext>
            </a:extLst>
          </p:cNvPr>
          <p:cNvSpPr>
            <a:spLocks noGrp="1"/>
          </p:cNvSpPr>
          <p:nvPr>
            <p:ph type="title"/>
          </p:nvPr>
        </p:nvSpPr>
        <p:spPr>
          <a:xfrm>
            <a:off x="397667" y="402336"/>
            <a:ext cx="5648072" cy="915289"/>
          </a:xfrm>
          <a:prstGeom prst="rect">
            <a:avLst/>
          </a:prstGeom>
        </p:spPr>
        <p:txBody>
          <a:bodyPr vert="horz" lIns="0" tIns="0" rIns="0" bIns="0" rtlCol="0" anchor="t" anchorCtr="0">
            <a:noAutofit/>
          </a:bodyPr>
          <a:lstStyle/>
          <a:p>
            <a:r>
              <a:rPr lang="en-US"/>
              <a:t>Click to edit Master title style</a:t>
            </a:r>
          </a:p>
        </p:txBody>
      </p:sp>
      <p:sp>
        <p:nvSpPr>
          <p:cNvPr id="9" name="Content Placeholder 2">
            <a:extLst>
              <a:ext uri="{FF2B5EF4-FFF2-40B4-BE49-F238E27FC236}">
                <a16:creationId xmlns:a16="http://schemas.microsoft.com/office/drawing/2014/main" id="{3677C545-7EB4-7043-6F4E-6EF59E44A38E}"/>
              </a:ext>
            </a:extLst>
          </p:cNvPr>
          <p:cNvSpPr>
            <a:spLocks noGrp="1"/>
          </p:cNvSpPr>
          <p:nvPr>
            <p:ph idx="1"/>
          </p:nvPr>
        </p:nvSpPr>
        <p:spPr>
          <a:xfrm>
            <a:off x="411480"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B1DE2265-798C-4C34-2F7A-9E37AD0B72E0}"/>
              </a:ext>
            </a:extLst>
          </p:cNvPr>
          <p:cNvSpPr>
            <a:spLocks noGrp="1"/>
          </p:cNvSpPr>
          <p:nvPr>
            <p:ph idx="10"/>
          </p:nvPr>
        </p:nvSpPr>
        <p:spPr>
          <a:xfrm>
            <a:off x="2330243"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9929FFD-F8B6-8070-3AC3-1EF5C988CD65}"/>
              </a:ext>
            </a:extLst>
          </p:cNvPr>
          <p:cNvSpPr>
            <a:spLocks noGrp="1"/>
          </p:cNvSpPr>
          <p:nvPr>
            <p:ph idx="11"/>
          </p:nvPr>
        </p:nvSpPr>
        <p:spPr>
          <a:xfrm>
            <a:off x="4249006"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EA70EFDA-9453-BCA5-D941-12F2ACA2074F}"/>
              </a:ext>
            </a:extLst>
          </p:cNvPr>
          <p:cNvSpPr>
            <a:spLocks noGrp="1"/>
          </p:cNvSpPr>
          <p:nvPr>
            <p:ph idx="12"/>
          </p:nvPr>
        </p:nvSpPr>
        <p:spPr>
          <a:xfrm>
            <a:off x="6167769"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13C9BD80-9837-E8C2-7515-BE852BF7BDF4}"/>
              </a:ext>
            </a:extLst>
          </p:cNvPr>
          <p:cNvSpPr>
            <a:spLocks noGrp="1"/>
          </p:cNvSpPr>
          <p:nvPr>
            <p:ph idx="13"/>
          </p:nvPr>
        </p:nvSpPr>
        <p:spPr>
          <a:xfrm>
            <a:off x="8086532"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28414709-ADE5-C602-1625-C637F6C5FB12}"/>
              </a:ext>
            </a:extLst>
          </p:cNvPr>
          <p:cNvSpPr>
            <a:spLocks noGrp="1"/>
          </p:cNvSpPr>
          <p:nvPr>
            <p:ph idx="14"/>
          </p:nvPr>
        </p:nvSpPr>
        <p:spPr>
          <a:xfrm>
            <a:off x="10005295"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423894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x Content Six Numbers">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C59803B-BF63-6637-E0C7-431792EDF84B}"/>
              </a:ext>
            </a:extLst>
          </p:cNvPr>
          <p:cNvSpPr>
            <a:spLocks noGrp="1"/>
          </p:cNvSpPr>
          <p:nvPr>
            <p:ph type="title"/>
          </p:nvPr>
        </p:nvSpPr>
        <p:spPr>
          <a:xfrm>
            <a:off x="397667" y="402336"/>
            <a:ext cx="5648072" cy="915289"/>
          </a:xfrm>
          <a:prstGeom prst="rect">
            <a:avLst/>
          </a:prstGeom>
        </p:spPr>
        <p:txBody>
          <a:bodyPr vert="horz" lIns="0" tIns="0" rIns="0" bIns="0" rtlCol="0" anchor="t" anchorCtr="0">
            <a:noAutofit/>
          </a:bodyPr>
          <a:lstStyle/>
          <a:p>
            <a:r>
              <a:rPr lang="en-US"/>
              <a:t>Click to edit Master title style</a:t>
            </a:r>
          </a:p>
        </p:txBody>
      </p:sp>
      <p:sp>
        <p:nvSpPr>
          <p:cNvPr id="11" name="Text Placeholder 2">
            <a:extLst>
              <a:ext uri="{FF2B5EF4-FFF2-40B4-BE49-F238E27FC236}">
                <a16:creationId xmlns:a16="http://schemas.microsoft.com/office/drawing/2014/main" id="{93E53EE2-D031-FB0F-FA32-18DFB38D8530}"/>
              </a:ext>
            </a:extLst>
          </p:cNvPr>
          <p:cNvSpPr>
            <a:spLocks noGrp="1"/>
          </p:cNvSpPr>
          <p:nvPr>
            <p:ph type="body" idx="15" hasCustomPrompt="1"/>
          </p:nvPr>
        </p:nvSpPr>
        <p:spPr>
          <a:xfrm>
            <a:off x="407670"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9" name="Content Placeholder 2">
            <a:extLst>
              <a:ext uri="{FF2B5EF4-FFF2-40B4-BE49-F238E27FC236}">
                <a16:creationId xmlns:a16="http://schemas.microsoft.com/office/drawing/2014/main" id="{3677C545-7EB4-7043-6F4E-6EF59E44A38E}"/>
              </a:ext>
            </a:extLst>
          </p:cNvPr>
          <p:cNvSpPr>
            <a:spLocks noGrp="1"/>
          </p:cNvSpPr>
          <p:nvPr>
            <p:ph idx="1"/>
          </p:nvPr>
        </p:nvSpPr>
        <p:spPr>
          <a:xfrm>
            <a:off x="411480"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3544A30F-D4EB-D59A-37AC-6229A950B4EE}"/>
              </a:ext>
            </a:extLst>
          </p:cNvPr>
          <p:cNvSpPr>
            <a:spLocks noGrp="1"/>
          </p:cNvSpPr>
          <p:nvPr>
            <p:ph type="body" idx="16" hasCustomPrompt="1"/>
          </p:nvPr>
        </p:nvSpPr>
        <p:spPr>
          <a:xfrm>
            <a:off x="2326433"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4" name="Content Placeholder 2">
            <a:extLst>
              <a:ext uri="{FF2B5EF4-FFF2-40B4-BE49-F238E27FC236}">
                <a16:creationId xmlns:a16="http://schemas.microsoft.com/office/drawing/2014/main" id="{C604CA07-6A61-6EE7-9AB7-5D1AC3E61585}"/>
              </a:ext>
            </a:extLst>
          </p:cNvPr>
          <p:cNvSpPr>
            <a:spLocks noGrp="1"/>
          </p:cNvSpPr>
          <p:nvPr>
            <p:ph idx="21"/>
          </p:nvPr>
        </p:nvSpPr>
        <p:spPr>
          <a:xfrm>
            <a:off x="2326433"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CC17F671-8B9C-F9FE-AEDA-9A8FBDDADA36}"/>
              </a:ext>
            </a:extLst>
          </p:cNvPr>
          <p:cNvSpPr>
            <a:spLocks noGrp="1"/>
          </p:cNvSpPr>
          <p:nvPr>
            <p:ph type="body" idx="17" hasCustomPrompt="1"/>
          </p:nvPr>
        </p:nvSpPr>
        <p:spPr>
          <a:xfrm>
            <a:off x="4249006"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5" name="Content Placeholder 2">
            <a:extLst>
              <a:ext uri="{FF2B5EF4-FFF2-40B4-BE49-F238E27FC236}">
                <a16:creationId xmlns:a16="http://schemas.microsoft.com/office/drawing/2014/main" id="{89B651F7-7166-CE84-83FD-8A58F6870DE8}"/>
              </a:ext>
            </a:extLst>
          </p:cNvPr>
          <p:cNvSpPr>
            <a:spLocks noGrp="1"/>
          </p:cNvSpPr>
          <p:nvPr>
            <p:ph idx="22"/>
          </p:nvPr>
        </p:nvSpPr>
        <p:spPr>
          <a:xfrm>
            <a:off x="4249006"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ECE30FE5-2A66-1ECD-730E-80C2B769357F}"/>
              </a:ext>
            </a:extLst>
          </p:cNvPr>
          <p:cNvSpPr>
            <a:spLocks noGrp="1"/>
          </p:cNvSpPr>
          <p:nvPr>
            <p:ph type="body" idx="18" hasCustomPrompt="1"/>
          </p:nvPr>
        </p:nvSpPr>
        <p:spPr>
          <a:xfrm>
            <a:off x="6167769"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6" name="Content Placeholder 2">
            <a:extLst>
              <a:ext uri="{FF2B5EF4-FFF2-40B4-BE49-F238E27FC236}">
                <a16:creationId xmlns:a16="http://schemas.microsoft.com/office/drawing/2014/main" id="{590F1832-1857-55DA-5830-56D2E0B84073}"/>
              </a:ext>
            </a:extLst>
          </p:cNvPr>
          <p:cNvSpPr>
            <a:spLocks noGrp="1"/>
          </p:cNvSpPr>
          <p:nvPr>
            <p:ph idx="23"/>
          </p:nvPr>
        </p:nvSpPr>
        <p:spPr>
          <a:xfrm>
            <a:off x="6167769"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067701D3-6751-E230-8414-4D83FACD1903}"/>
              </a:ext>
            </a:extLst>
          </p:cNvPr>
          <p:cNvSpPr>
            <a:spLocks noGrp="1"/>
          </p:cNvSpPr>
          <p:nvPr>
            <p:ph type="body" idx="19" hasCustomPrompt="1"/>
          </p:nvPr>
        </p:nvSpPr>
        <p:spPr>
          <a:xfrm>
            <a:off x="8086532"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7" name="Content Placeholder 2">
            <a:extLst>
              <a:ext uri="{FF2B5EF4-FFF2-40B4-BE49-F238E27FC236}">
                <a16:creationId xmlns:a16="http://schemas.microsoft.com/office/drawing/2014/main" id="{FD9D2967-C22A-B1DF-008F-37A536CDA2A4}"/>
              </a:ext>
            </a:extLst>
          </p:cNvPr>
          <p:cNvSpPr>
            <a:spLocks noGrp="1"/>
          </p:cNvSpPr>
          <p:nvPr>
            <p:ph idx="24"/>
          </p:nvPr>
        </p:nvSpPr>
        <p:spPr>
          <a:xfrm>
            <a:off x="8086532"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2">
            <a:extLst>
              <a:ext uri="{FF2B5EF4-FFF2-40B4-BE49-F238E27FC236}">
                <a16:creationId xmlns:a16="http://schemas.microsoft.com/office/drawing/2014/main" id="{464E5050-91BD-1F8D-DCE3-AFCCBA5D49FE}"/>
              </a:ext>
            </a:extLst>
          </p:cNvPr>
          <p:cNvSpPr>
            <a:spLocks noGrp="1"/>
          </p:cNvSpPr>
          <p:nvPr>
            <p:ph type="body" idx="20" hasCustomPrompt="1"/>
          </p:nvPr>
        </p:nvSpPr>
        <p:spPr>
          <a:xfrm>
            <a:off x="10005295"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8" name="Content Placeholder 2">
            <a:extLst>
              <a:ext uri="{FF2B5EF4-FFF2-40B4-BE49-F238E27FC236}">
                <a16:creationId xmlns:a16="http://schemas.microsoft.com/office/drawing/2014/main" id="{50B501A3-4C30-D139-31F2-53CC077019FD}"/>
              </a:ext>
            </a:extLst>
          </p:cNvPr>
          <p:cNvSpPr>
            <a:spLocks noGrp="1"/>
          </p:cNvSpPr>
          <p:nvPr>
            <p:ph idx="25"/>
          </p:nvPr>
        </p:nvSpPr>
        <p:spPr>
          <a:xfrm>
            <a:off x="10005295"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953C0A1-993D-3C98-C331-16749B76A8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15441E1C-321B-0C48-3C86-6A2676A09A5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9156705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1883" y="-300748"/>
            <a:ext cx="5638005" cy="249299"/>
          </a:xfrm>
        </p:spPr>
        <p:txBody>
          <a:bodyPr wrap="square">
            <a:spAutoFit/>
          </a:bodyPr>
          <a:lstStyle>
            <a:lvl1pPr>
              <a:defRPr sz="1800" b="0"/>
            </a:lvl1pPr>
          </a:lstStyle>
          <a:p>
            <a:r>
              <a:rPr lang="en-US"/>
              <a:t>Title for accessibility</a:t>
            </a:r>
          </a:p>
        </p:txBody>
      </p:sp>
      <p:sp>
        <p:nvSpPr>
          <p:cNvPr id="10" name="TextBox 9">
            <a:extLst>
              <a:ext uri="{FF2B5EF4-FFF2-40B4-BE49-F238E27FC236}">
                <a16:creationId xmlns:a16="http://schemas.microsoft.com/office/drawing/2014/main" id="{83340C10-F5A2-1E40-474D-C57EC62F0F33}"/>
              </a:ext>
              <a:ext uri="{C183D7F6-B498-43B3-948B-1728B52AA6E4}">
                <adec:decorative xmlns:adec="http://schemas.microsoft.com/office/drawing/2017/decorative" val="1"/>
              </a:ext>
            </a:extLst>
          </p:cNvPr>
          <p:cNvSpPr txBox="1"/>
          <p:nvPr userDrawn="1"/>
        </p:nvSpPr>
        <p:spPr>
          <a:xfrm>
            <a:off x="6039888" y="593396"/>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63135" y="1317530"/>
            <a:ext cx="5668962" cy="3758184"/>
          </a:xfrm>
        </p:spPr>
        <p:txBody>
          <a:bodyPr/>
          <a:lstStyle>
            <a:lvl1pPr>
              <a:lnSpc>
                <a:spcPct val="100000"/>
              </a:lnSpc>
              <a:spcBef>
                <a:spcPts val="900"/>
              </a:spcBef>
              <a:spcAft>
                <a:spcPts val="0"/>
              </a:spcAft>
              <a:defRPr sz="4000" b="0" spc="-50" baseline="0">
                <a:latin typeface="+mj-lt"/>
              </a:defRPr>
            </a:lvl1pPr>
          </a:lstStyle>
          <a:p>
            <a:pPr lvl="0"/>
            <a:r>
              <a:rPr lang="en-US"/>
              <a:t>Click to edit Master text styles</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353829" y="4983333"/>
            <a:ext cx="4702359" cy="1014843"/>
          </a:xfrm>
        </p:spPr>
        <p:txBody>
          <a:bodyPr/>
          <a:lstStyle>
            <a:lvl1pPr>
              <a:lnSpc>
                <a:spcPct val="100000"/>
              </a:lnSpc>
              <a:spcBef>
                <a:spcPts val="0"/>
              </a:spcBef>
              <a:spcAft>
                <a:spcPts val="0"/>
              </a:spcAft>
              <a:defRPr sz="1600"/>
            </a:lvl1pPr>
            <a:lvl2pPr>
              <a:lnSpc>
                <a:spcPct val="100000"/>
              </a:lnSpc>
              <a:spcBef>
                <a:spcPts val="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D2B9EA5E-E423-D219-6037-CCB61AE3B50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C901CE32-26BB-268E-2590-66DB5ADDFD9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180153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with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72991"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396516" y="3485571"/>
            <a:ext cx="5498502" cy="2503272"/>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9" name="Picture Placeholder 14">
            <a:extLst>
              <a:ext uri="{FF2B5EF4-FFF2-40B4-BE49-F238E27FC236}">
                <a16:creationId xmlns:a16="http://schemas.microsoft.com/office/drawing/2014/main" id="{60655EE7-5FC0-8DDF-88F0-21ECCBD7D31D}"/>
              </a:ext>
              <a:ext uri="{C183D7F6-B498-43B3-948B-1728B52AA6E4}">
                <adec:decorative xmlns:adec="http://schemas.microsoft.com/office/drawing/2017/decorative" val="1"/>
              </a:ext>
            </a:extLst>
          </p:cNvPr>
          <p:cNvSpPr>
            <a:spLocks noGrp="1"/>
          </p:cNvSpPr>
          <p:nvPr>
            <p:ph type="pic" sz="quarter" idx="11" hasCustomPrompt="1"/>
          </p:nvPr>
        </p:nvSpPr>
        <p:spPr>
          <a:xfrm>
            <a:off x="6150276" y="393871"/>
            <a:ext cx="5660724" cy="4544842"/>
          </a:xfrm>
          <a:custGeom>
            <a:avLst/>
            <a:gdLst>
              <a:gd name="connsiteX0" fmla="*/ 0 w 5660724"/>
              <a:gd name="connsiteY0" fmla="*/ 0 h 4544842"/>
              <a:gd name="connsiteX1" fmla="*/ 5660724 w 5660724"/>
              <a:gd name="connsiteY1" fmla="*/ 0 h 4544842"/>
              <a:gd name="connsiteX2" fmla="*/ 5660724 w 5660724"/>
              <a:gd name="connsiteY2" fmla="*/ 4544842 h 4544842"/>
              <a:gd name="connsiteX3" fmla="*/ 0 w 5660724"/>
              <a:gd name="connsiteY3" fmla="*/ 4544842 h 4544842"/>
              <a:gd name="connsiteX4" fmla="*/ 0 w 5660724"/>
              <a:gd name="connsiteY4" fmla="*/ 0 h 4544842"/>
              <a:gd name="connsiteX0" fmla="*/ 0 w 5660724"/>
              <a:gd name="connsiteY0" fmla="*/ 0 h 4544842"/>
              <a:gd name="connsiteX1" fmla="*/ 5660724 w 5660724"/>
              <a:gd name="connsiteY1" fmla="*/ 0 h 4544842"/>
              <a:gd name="connsiteX2" fmla="*/ 5660724 w 5660724"/>
              <a:gd name="connsiteY2" fmla="*/ 4544842 h 4544842"/>
              <a:gd name="connsiteX3" fmla="*/ 2056464 w 5660724"/>
              <a:gd name="connsiteY3" fmla="*/ 4536269 h 4544842"/>
              <a:gd name="connsiteX4" fmla="*/ 0 w 5660724"/>
              <a:gd name="connsiteY4" fmla="*/ 4544842 h 4544842"/>
              <a:gd name="connsiteX5" fmla="*/ 0 w 5660724"/>
              <a:gd name="connsiteY5" fmla="*/ 0 h 4544842"/>
              <a:gd name="connsiteX0" fmla="*/ 0 w 5660724"/>
              <a:gd name="connsiteY0" fmla="*/ 0 h 4544842"/>
              <a:gd name="connsiteX1" fmla="*/ 5660724 w 5660724"/>
              <a:gd name="connsiteY1" fmla="*/ 0 h 4544842"/>
              <a:gd name="connsiteX2" fmla="*/ 5660724 w 5660724"/>
              <a:gd name="connsiteY2" fmla="*/ 4544842 h 4544842"/>
              <a:gd name="connsiteX3" fmla="*/ 2643204 w 5660724"/>
              <a:gd name="connsiteY3" fmla="*/ 452102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231724 w 5660724"/>
              <a:gd name="connsiteY3" fmla="*/ 40714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25144 w 5660724"/>
              <a:gd name="connsiteY3" fmla="*/ 378188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612724 w 5660724"/>
              <a:gd name="connsiteY4" fmla="*/ 452864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34143 w 5660724"/>
              <a:gd name="connsiteY4" fmla="*/ 4442924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771791 w 5660724"/>
              <a:gd name="connsiteY3" fmla="*/ 3971436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113836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72631"/>
              <a:gd name="connsiteY0" fmla="*/ 0 h 4544842"/>
              <a:gd name="connsiteX1" fmla="*/ 5660724 w 5672631"/>
              <a:gd name="connsiteY1" fmla="*/ 0 h 4544842"/>
              <a:gd name="connsiteX2" fmla="*/ 5672631 w 5672631"/>
              <a:gd name="connsiteY2" fmla="*/ 4054305 h 4544842"/>
              <a:gd name="connsiteX3" fmla="*/ 2874185 w 5672631"/>
              <a:gd name="connsiteY3" fmla="*/ 4114311 h 4544842"/>
              <a:gd name="connsiteX4" fmla="*/ 2593674 w 5672631"/>
              <a:gd name="connsiteY4" fmla="*/ 4535793 h 4544842"/>
              <a:gd name="connsiteX5" fmla="*/ 0 w 5672631"/>
              <a:gd name="connsiteY5" fmla="*/ 4544842 h 4544842"/>
              <a:gd name="connsiteX6" fmla="*/ 0 w 5672631"/>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21455 h 4544842"/>
              <a:gd name="connsiteX4" fmla="*/ 2593674 w 5660724"/>
              <a:gd name="connsiteY4" fmla="*/ 4535793 h 4544842"/>
              <a:gd name="connsiteX5" fmla="*/ 0 w 5660724"/>
              <a:gd name="connsiteY5" fmla="*/ 4544842 h 4544842"/>
              <a:gd name="connsiteX6" fmla="*/ 0 w 5660724"/>
              <a:gd name="connsiteY6" fmla="*/ 0 h 454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724" h="4544842">
                <a:moveTo>
                  <a:pt x="0" y="0"/>
                </a:moveTo>
                <a:lnTo>
                  <a:pt x="5660724" y="0"/>
                </a:lnTo>
                <a:lnTo>
                  <a:pt x="5655963" y="4120980"/>
                </a:lnTo>
                <a:lnTo>
                  <a:pt x="2874185" y="4121455"/>
                </a:lnTo>
                <a:lnTo>
                  <a:pt x="2593674" y="4535793"/>
                </a:lnTo>
                <a:lnTo>
                  <a:pt x="0" y="4544842"/>
                </a:lnTo>
                <a:lnTo>
                  <a:pt x="0" y="0"/>
                </a:lnTo>
                <a:close/>
              </a:path>
            </a:pathLst>
          </a:custGeom>
          <a:solidFill>
            <a:schemeClr val="bg2"/>
          </a:solidFill>
        </p:spPr>
        <p:txBody>
          <a:bodyPr tIns="1280160"/>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0276" y="4987818"/>
            <a:ext cx="5660724" cy="730266"/>
          </a:xfrm>
        </p:spPr>
        <p:txBody>
          <a:bodyPr/>
          <a:lstStyle>
            <a:lvl1pPr>
              <a:lnSpc>
                <a:spcPct val="100000"/>
              </a:lnSpc>
              <a:spcBef>
                <a:spcPts val="100"/>
              </a:spcBef>
              <a:spcAft>
                <a:spcPts val="0"/>
              </a:spcAft>
              <a:defRPr sz="1600"/>
            </a:lvl1pPr>
            <a:lvl2pPr>
              <a:lnSpc>
                <a:spcPct val="100000"/>
              </a:lnSpc>
              <a:spcBef>
                <a:spcPts val="10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AE32291E-24B4-2FB8-4B35-A439686DB95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61A378F0-4CD0-C4E0-D2F7-5959B577E1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720315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with Image Gra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72991"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396516" y="3485571"/>
            <a:ext cx="5498502" cy="2503272"/>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2AE626E5-51F6-0BEB-2AFE-FE78E1409E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6163970" y="400050"/>
            <a:ext cx="5637503" cy="4521510"/>
          </a:xfrm>
          <a:custGeom>
            <a:avLst/>
            <a:gdLst>
              <a:gd name="connsiteX0" fmla="*/ 0 w 5637503"/>
              <a:gd name="connsiteY0" fmla="*/ 0 h 4521510"/>
              <a:gd name="connsiteX1" fmla="*/ 5637503 w 5637503"/>
              <a:gd name="connsiteY1" fmla="*/ 0 h 4521510"/>
              <a:gd name="connsiteX2" fmla="*/ 5636321 w 5637503"/>
              <a:gd name="connsiteY2" fmla="*/ 2101892 h 4521510"/>
              <a:gd name="connsiteX3" fmla="*/ 5635136 w 5637503"/>
              <a:gd name="connsiteY3" fmla="*/ 4208474 h 4521510"/>
              <a:gd name="connsiteX4" fmla="*/ 2786509 w 5637503"/>
              <a:gd name="connsiteY4" fmla="*/ 4206576 h 4521510"/>
              <a:gd name="connsiteX5" fmla="*/ 2583036 w 5637503"/>
              <a:gd name="connsiteY5" fmla="*/ 4512498 h 4521510"/>
              <a:gd name="connsiteX6" fmla="*/ 0 w 5637503"/>
              <a:gd name="connsiteY6" fmla="*/ 4521510 h 452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37503" h="4521510">
                <a:moveTo>
                  <a:pt x="0" y="0"/>
                </a:moveTo>
                <a:lnTo>
                  <a:pt x="5637503" y="0"/>
                </a:lnTo>
                <a:lnTo>
                  <a:pt x="5636321" y="2101892"/>
                </a:lnTo>
                <a:cubicBezTo>
                  <a:pt x="5636518" y="2804481"/>
                  <a:pt x="5636716" y="3507070"/>
                  <a:pt x="5635136" y="4208474"/>
                </a:cubicBezTo>
                <a:lnTo>
                  <a:pt x="2786509" y="4206576"/>
                </a:lnTo>
                <a:lnTo>
                  <a:pt x="2583036" y="4512498"/>
                </a:lnTo>
                <a:lnTo>
                  <a:pt x="0" y="4521510"/>
                </a:lnTo>
                <a:close/>
              </a:path>
            </a:pathLst>
          </a:custGeom>
          <a:solidFill>
            <a:schemeClr val="bg2"/>
          </a:solidFill>
        </p:spPr>
        <p:txBody>
          <a:bodyPr wrap="square" tIns="1280160" bIns="2743200" anchor="t" anchorCtr="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0276" y="4987818"/>
            <a:ext cx="5660724" cy="730266"/>
          </a:xfrm>
        </p:spPr>
        <p:txBody>
          <a:bodyPr/>
          <a:lstStyle>
            <a:lvl1pPr>
              <a:lnSpc>
                <a:spcPct val="100000"/>
              </a:lnSpc>
              <a:spcBef>
                <a:spcPts val="100"/>
              </a:spcBef>
              <a:spcAft>
                <a:spcPts val="0"/>
              </a:spcAft>
              <a:defRPr sz="1600"/>
            </a:lvl1pPr>
            <a:lvl2pPr>
              <a:lnSpc>
                <a:spcPct val="100000"/>
              </a:lnSpc>
              <a:spcBef>
                <a:spcPts val="10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0605F451-C7FA-B67A-7A4E-B4953B3BFEC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07A1FB0A-E7CA-63CD-DB09-C9F16CA915E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9809881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Over Image">
    <p:spTree>
      <p:nvGrpSpPr>
        <p:cNvPr id="1" name=""/>
        <p:cNvGrpSpPr/>
        <p:nvPr/>
      </p:nvGrpSpPr>
      <p:grpSpPr>
        <a:xfrm>
          <a:off x="0" y="0"/>
          <a:ext cx="0" cy="0"/>
          <a:chOff x="0" y="0"/>
          <a:chExt cx="0" cy="0"/>
        </a:xfrm>
      </p:grpSpPr>
      <p:sp>
        <p:nvSpPr>
          <p:cNvPr id="13" name="Picture Placeholder 14">
            <a:extLst>
              <a:ext uri="{FF2B5EF4-FFF2-40B4-BE49-F238E27FC236}">
                <a16:creationId xmlns:a16="http://schemas.microsoft.com/office/drawing/2014/main" id="{743AD5A7-567D-9EC7-BECB-71D2480F2498}"/>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2"/>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34788" cy="249299"/>
          </a:xfrm>
        </p:spPr>
        <p:txBody>
          <a:bodyPr wrap="square">
            <a:spAutoFit/>
          </a:bodyPr>
          <a:lstStyle>
            <a:lvl1pPr>
              <a:defRPr sz="1800" b="0"/>
            </a:lvl1pPr>
          </a:lstStyle>
          <a:p>
            <a:r>
              <a:rPr lang="en-US"/>
              <a:t>Title for accessibility</a:t>
            </a:r>
          </a:p>
        </p:txBody>
      </p:sp>
      <p:sp>
        <p:nvSpPr>
          <p:cNvPr id="9" name="Content Placeholder 8">
            <a:extLst>
              <a:ext uri="{FF2B5EF4-FFF2-40B4-BE49-F238E27FC236}">
                <a16:creationId xmlns:a16="http://schemas.microsoft.com/office/drawing/2014/main" id="{F7339CEB-91F9-B7FD-86D6-A4C114DA3002}"/>
              </a:ext>
            </a:extLst>
          </p:cNvPr>
          <p:cNvSpPr>
            <a:spLocks noGrp="1"/>
          </p:cNvSpPr>
          <p:nvPr>
            <p:ph idx="1"/>
          </p:nvPr>
        </p:nvSpPr>
        <p:spPr>
          <a:xfrm>
            <a:off x="5733536" y="400051"/>
            <a:ext cx="6078018" cy="5024273"/>
          </a:xfrm>
          <a:custGeom>
            <a:avLst/>
            <a:gdLst>
              <a:gd name="connsiteX0" fmla="*/ 0 w 6078018"/>
              <a:gd name="connsiteY0" fmla="*/ 0 h 5024273"/>
              <a:gd name="connsiteX1" fmla="*/ 6078018 w 6078018"/>
              <a:gd name="connsiteY1" fmla="*/ 0 h 5024273"/>
              <a:gd name="connsiteX2" fmla="*/ 6078018 w 6078018"/>
              <a:gd name="connsiteY2" fmla="*/ 4662902 h 5024273"/>
              <a:gd name="connsiteX3" fmla="*/ 3041951 w 6078018"/>
              <a:gd name="connsiteY3" fmla="*/ 4663975 h 5024273"/>
              <a:gd name="connsiteX4" fmla="*/ 2829053 w 6078018"/>
              <a:gd name="connsiteY4" fmla="*/ 5023866 h 5024273"/>
              <a:gd name="connsiteX5" fmla="*/ 0 w 6078018"/>
              <a:gd name="connsiteY5" fmla="*/ 5024273 h 50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8018" h="5024273">
                <a:moveTo>
                  <a:pt x="0" y="0"/>
                </a:moveTo>
                <a:lnTo>
                  <a:pt x="6078018" y="0"/>
                </a:lnTo>
                <a:lnTo>
                  <a:pt x="6078018" y="4662902"/>
                </a:lnTo>
                <a:lnTo>
                  <a:pt x="3041951" y="4663975"/>
                </a:lnTo>
                <a:lnTo>
                  <a:pt x="2829053" y="5023866"/>
                </a:lnTo>
                <a:lnTo>
                  <a:pt x="0" y="5024273"/>
                </a:lnTo>
                <a:close/>
              </a:path>
            </a:pathLst>
          </a:custGeom>
          <a:solidFill>
            <a:schemeClr val="bg1"/>
          </a:solidFill>
        </p:spPr>
        <p:txBody>
          <a:bodyPr wrap="square" lIns="411480" tIns="1170432" rIns="365760">
            <a:noAutofit/>
          </a:bodyPr>
          <a:lstStyle>
            <a:lvl1pPr>
              <a:lnSpc>
                <a:spcPct val="100000"/>
              </a:lnSpc>
              <a:spcBef>
                <a:spcPts val="900"/>
              </a:spcBef>
              <a:spcAft>
                <a:spcPts val="0"/>
              </a:spcAft>
              <a:defRPr sz="3200" b="0" spc="-50" baseline="0">
                <a:solidFill>
                  <a:schemeClr val="tx1"/>
                </a:solidFill>
                <a:latin typeface="+mj-lt"/>
              </a:defRPr>
            </a:lvl1pPr>
          </a:lstStyle>
          <a:p>
            <a:pPr lvl="0"/>
            <a:r>
              <a:rPr lang="en-US"/>
              <a:t>Click to edit Master text styles</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9197" y="4470739"/>
            <a:ext cx="4704858" cy="510836"/>
          </a:xfrm>
        </p:spPr>
        <p:txBody>
          <a:bodyPr/>
          <a:lstStyle>
            <a:lvl1pPr>
              <a:lnSpc>
                <a:spcPct val="100000"/>
              </a:lnSpc>
              <a:spcBef>
                <a:spcPts val="0"/>
              </a:spcBef>
              <a:spcAft>
                <a:spcPts val="0"/>
              </a:spcAft>
              <a:defRPr sz="1600">
                <a:solidFill>
                  <a:schemeClr val="tx1"/>
                </a:solidFill>
              </a:defRPr>
            </a:lvl1pPr>
            <a:lvl2pPr>
              <a:lnSpc>
                <a:spcPct val="100000"/>
              </a:lnSpc>
              <a:spcBef>
                <a:spcPts val="0"/>
              </a:spcBef>
              <a:spcAft>
                <a:spcPts val="0"/>
              </a:spcAft>
              <a:defRPr sz="16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7" name="Text Placeholder 15">
            <a:extLst>
              <a:ext uri="{FF2B5EF4-FFF2-40B4-BE49-F238E27FC236}">
                <a16:creationId xmlns:a16="http://schemas.microsoft.com/office/drawing/2014/main" id="{0D1BEFAC-D99F-7020-6110-CD8460311AFF}"/>
              </a:ext>
            </a:extLst>
          </p:cNvPr>
          <p:cNvSpPr>
            <a:spLocks noGrp="1"/>
          </p:cNvSpPr>
          <p:nvPr>
            <p:ph type="body" sz="quarter" idx="12" hasCustomPrompt="1"/>
          </p:nvPr>
        </p:nvSpPr>
        <p:spPr>
          <a:xfrm>
            <a:off x="394728" y="6501384"/>
            <a:ext cx="365760" cy="161583"/>
          </a:xfrm>
        </p:spPr>
        <p:txBody>
          <a:bodyPr anchor="b" anchorCtr="0">
            <a:noAutofit/>
          </a:bodyPr>
          <a:lstStyle>
            <a:lvl1pPr>
              <a:defRPr sz="1050">
                <a:solidFill>
                  <a:schemeClr val="bg1"/>
                </a:solidFill>
              </a:defRPr>
            </a:lvl1pPr>
          </a:lstStyle>
          <a:p>
            <a:pPr lvl="0"/>
            <a:r>
              <a:rPr lang="en-US"/>
              <a:t>PwC</a:t>
            </a:r>
          </a:p>
        </p:txBody>
      </p:sp>
      <p:sp>
        <p:nvSpPr>
          <p:cNvPr id="7" name="Footer Placeholder 4">
            <a:extLst>
              <a:ext uri="{FF2B5EF4-FFF2-40B4-BE49-F238E27FC236}">
                <a16:creationId xmlns:a16="http://schemas.microsoft.com/office/drawing/2014/main" id="{7DFE5ED4-420E-CADB-A68A-A7D421280793}"/>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961284F9-299F-5762-4D10-4246CB963FF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2" name="TextBox 11">
            <a:extLst>
              <a:ext uri="{FF2B5EF4-FFF2-40B4-BE49-F238E27FC236}">
                <a16:creationId xmlns:a16="http://schemas.microsoft.com/office/drawing/2014/main" id="{7AEFB371-D664-A7CF-D5EE-BB0684D60FED}"/>
              </a:ext>
            </a:extLst>
          </p:cNvPr>
          <p:cNvSpPr txBox="1"/>
          <p:nvPr userDrawn="1"/>
        </p:nvSpPr>
        <p:spPr>
          <a:xfrm>
            <a:off x="6034838" y="299570"/>
            <a:ext cx="762000" cy="838200"/>
          </a:xfrm>
          <a:prstGeom prst="rect">
            <a:avLst/>
          </a:prstGeom>
          <a:noFill/>
        </p:spPr>
        <p:txBody>
          <a:bodyPr wrap="square" lIns="0" tIns="0" rIns="0" bIns="0" rtlCol="0" anchor="t">
            <a:noAutofit/>
          </a:bodyPr>
          <a:lstStyle/>
          <a:p>
            <a:pPr marL="12700" marR="5080" lvl="0" indent="0" defTabSz="914400" eaLnBrk="1" fontAlgn="auto" latinLnBrk="0" hangingPunct="1">
              <a:spcBef>
                <a:spcPts val="900"/>
              </a:spcBef>
              <a:spcAft>
                <a:spcPts val="0"/>
              </a:spcAft>
              <a:buClrTx/>
              <a:buSzTx/>
              <a:buFontTx/>
              <a:buNone/>
              <a:tabLst/>
              <a:defRPr/>
            </a:pPr>
            <a:r>
              <a:rPr kumimoji="0" lang="en-US" sz="13800" b="1" u="none" strike="noStrike" kern="0" cap="none" spc="-105" normalizeH="0" baseline="0" noProof="0">
                <a:ln>
                  <a:noFill/>
                </a:ln>
                <a:solidFill>
                  <a:srgbClr val="FC5108"/>
                </a:solidFill>
                <a:effectLst/>
                <a:uLnTx/>
                <a:uFillTx/>
                <a:latin typeface="+mn-lt"/>
                <a:cs typeface="Arial" panose="020B0604020202020204" pitchFamily="34" charset="0"/>
              </a:rPr>
              <a:t>“</a:t>
            </a:r>
            <a:endParaRPr kumimoji="0" lang="en-US" sz="13800" b="1" u="none" strike="noStrike" kern="0" cap="none" spc="0" normalizeH="0" baseline="0" noProof="0">
              <a:ln>
                <a:noFill/>
              </a:ln>
              <a:solidFill>
                <a:srgbClr val="FC5108"/>
              </a:solidFill>
              <a:effectLst/>
              <a:uLnTx/>
              <a:uFillTx/>
              <a:latin typeface="+mn-lt"/>
              <a:cs typeface="Arial" panose="020B0604020202020204" pitchFamily="34" charset="0"/>
            </a:endParaRPr>
          </a:p>
          <a:p>
            <a:endParaRPr lang="en-US" sz="6000" b="1">
              <a:solidFill>
                <a:srgbClr val="FC5108"/>
              </a:solidFill>
              <a:latin typeface="Georgia" panose="02040502050405020303" pitchFamily="18" charset="0"/>
              <a:cs typeface="Arial" panose="020B0604020202020204" pitchFamily="34" charset="0"/>
            </a:endParaRPr>
          </a:p>
        </p:txBody>
      </p:sp>
    </p:spTree>
    <p:extLst>
      <p:ext uri="{BB962C8B-B14F-4D97-AF65-F5344CB8AC3E}">
        <p14:creationId xmlns:p14="http://schemas.microsoft.com/office/powerpoint/2010/main" val="18675920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ig 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1694" y="4463448"/>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1192" y="737608"/>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94CDF16A-3F0F-40AD-25BD-32F2F4A17D0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E1340CD9-3B8A-B030-B8FC-EAD510678C8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8449204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ig Statement 2">
    <p:bg>
      <p:bgPr>
        <a:solidFill>
          <a:srgbClr val="DFE3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A3CBD27D-46ED-F893-79F1-23481FEA9E3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8206B60F-A556-76A5-2FBC-4C736F4B16C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775457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ig Statement 3">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2336" y="-300748"/>
            <a:ext cx="5641277"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2465598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ig Statement 4">
    <p:bg>
      <p:bgPr>
        <a:solidFill>
          <a:schemeClr val="bg1"/>
        </a:solidFill>
        <a:effectLst/>
      </p:bgPr>
    </p:bg>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F2C136D6-EB53-8EAB-067D-F21D72B54E2A}"/>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47663" y="-319682"/>
            <a:ext cx="5695950"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bg1"/>
                </a:solidFill>
              </a:defRPr>
            </a:lvl1pPr>
            <a:lvl2pPr>
              <a:lnSpc>
                <a:spcPct val="100000"/>
              </a:lnSpc>
              <a:spcBef>
                <a:spcPts val="0"/>
              </a:spcBef>
              <a:spcAft>
                <a:spcPts val="0"/>
              </a:spcAft>
              <a:defRPr sz="1800">
                <a:solidFill>
                  <a:schemeClr val="bg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solidFill>
                  <a:schemeClr val="bg1"/>
                </a:solidFill>
                <a:latin typeface="+mj-lt"/>
              </a:defRPr>
            </a:lvl1pPr>
          </a:lstStyle>
          <a:p>
            <a:pPr lvl="0"/>
            <a:r>
              <a:rPr lang="en-US"/>
              <a:t>Click to edit Master text styles</a:t>
            </a:r>
          </a:p>
        </p:txBody>
      </p:sp>
      <p:sp>
        <p:nvSpPr>
          <p:cNvPr id="7" name="TextBox 6">
            <a:extLst>
              <a:ext uri="{FF2B5EF4-FFF2-40B4-BE49-F238E27FC236}">
                <a16:creationId xmlns:a16="http://schemas.microsoft.com/office/drawing/2014/main" id="{FDD3CF2F-7A33-6AA8-EBBC-3A558D724586}"/>
              </a:ext>
            </a:extLst>
          </p:cNvPr>
          <p:cNvSpPr txBox="1"/>
          <p:nvPr userDrawn="1"/>
        </p:nvSpPr>
        <p:spPr>
          <a:xfrm>
            <a:off x="394728" y="6501384"/>
            <a:ext cx="431483" cy="161583"/>
          </a:xfrm>
          <a:prstGeom prst="rect">
            <a:avLst/>
          </a:prstGeom>
          <a:noFill/>
        </p:spPr>
        <p:txBody>
          <a:bodyPr wrap="square" lIns="0" tIns="0" rIns="0" bIns="0" rtlCol="0" anchor="b" anchorCtr="0">
            <a:spAutoFit/>
          </a:bodyPr>
          <a:lstStyle/>
          <a:p>
            <a:pPr algn="l"/>
            <a:r>
              <a:rPr lang="en-US" sz="1050" b="1">
                <a:solidFill>
                  <a:schemeClr val="bg1"/>
                </a:solidFill>
              </a:rPr>
              <a:t>PwC</a:t>
            </a:r>
          </a:p>
        </p:txBody>
      </p:sp>
      <p:sp>
        <p:nvSpPr>
          <p:cNvPr id="8" name="Footer Placeholder 4">
            <a:extLst>
              <a:ext uri="{FF2B5EF4-FFF2-40B4-BE49-F238E27FC236}">
                <a16:creationId xmlns:a16="http://schemas.microsoft.com/office/drawing/2014/main" id="{694593D8-AEB6-3CA5-7E3B-6BA6D552DB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C1E67C1D-7D69-01C7-F212-8FD6EC41D5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8725353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D055151-7117-866F-6824-F774A7F56F66}"/>
              </a:ext>
            </a:extLst>
          </p:cNvPr>
          <p:cNvSpPr>
            <a:spLocks noGrp="1"/>
          </p:cNvSpPr>
          <p:nvPr>
            <p:ph type="title" hasCustomPrompt="1"/>
          </p:nvPr>
        </p:nvSpPr>
        <p:spPr>
          <a:xfrm>
            <a:off x="401284" y="3480486"/>
            <a:ext cx="4499480" cy="2458352"/>
          </a:xfrm>
        </p:spPr>
        <p:txBody>
          <a:bodyPr/>
          <a:lstStyle>
            <a:lvl1pPr>
              <a:lnSpc>
                <a:spcPct val="100000"/>
              </a:lnSpc>
              <a:defRPr sz="3200" b="0"/>
            </a:lvl1pPr>
          </a:lstStyle>
          <a:p>
            <a:r>
              <a:rPr lang="en-US"/>
              <a:t>Click to edit title style</a:t>
            </a:r>
          </a:p>
        </p:txBody>
      </p:sp>
      <p:sp>
        <p:nvSpPr>
          <p:cNvPr id="3" name="Picture Placeholder 2">
            <a:extLst>
              <a:ext uri="{FF2B5EF4-FFF2-40B4-BE49-F238E27FC236}">
                <a16:creationId xmlns:a16="http://schemas.microsoft.com/office/drawing/2014/main" id="{CAF96854-0B82-0332-CB0D-B653A0471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99063" y="400050"/>
            <a:ext cx="6614842" cy="5539040"/>
          </a:xfrm>
          <a:custGeom>
            <a:avLst/>
            <a:gdLst>
              <a:gd name="connsiteX0" fmla="*/ 2370 w 6614842"/>
              <a:gd name="connsiteY0" fmla="*/ 0 h 5539040"/>
              <a:gd name="connsiteX1" fmla="*/ 6614842 w 6614842"/>
              <a:gd name="connsiteY1" fmla="*/ 0 h 5539040"/>
              <a:gd name="connsiteX2" fmla="*/ 6611213 w 6614842"/>
              <a:gd name="connsiteY2" fmla="*/ 5179084 h 5539040"/>
              <a:gd name="connsiteX3" fmla="*/ 3320084 w 6614842"/>
              <a:gd name="connsiteY3" fmla="*/ 5175675 h 5539040"/>
              <a:gd name="connsiteX4" fmla="*/ 3075776 w 6614842"/>
              <a:gd name="connsiteY4" fmla="*/ 5539040 h 5539040"/>
              <a:gd name="connsiteX5" fmla="*/ 0 w 6614842"/>
              <a:gd name="connsiteY5" fmla="*/ 5536403 h 5539040"/>
              <a:gd name="connsiteX6" fmla="*/ 2078 w 6614842"/>
              <a:gd name="connsiteY6" fmla="*/ 2755139 h 553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42" h="5539040">
                <a:moveTo>
                  <a:pt x="2370" y="0"/>
                </a:moveTo>
                <a:lnTo>
                  <a:pt x="6614842" y="0"/>
                </a:lnTo>
                <a:lnTo>
                  <a:pt x="6611213" y="5179084"/>
                </a:lnTo>
                <a:lnTo>
                  <a:pt x="3320084" y="5175675"/>
                </a:lnTo>
                <a:lnTo>
                  <a:pt x="3075776" y="5539040"/>
                </a:lnTo>
                <a:lnTo>
                  <a:pt x="0" y="5536403"/>
                </a:lnTo>
                <a:cubicBezTo>
                  <a:pt x="1583" y="4615367"/>
                  <a:pt x="1979" y="3686592"/>
                  <a:pt x="2078" y="2755139"/>
                </a:cubicBezTo>
                <a:close/>
              </a:path>
            </a:pathLst>
          </a:custGeom>
          <a:solidFill>
            <a:schemeClr val="bg2"/>
          </a:solidFill>
        </p:spPr>
        <p:txBody>
          <a:bodyPr wrap="square" lIns="914400" tIns="1554480" rIns="9144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4" name="Footer Placeholder 4">
            <a:extLst>
              <a:ext uri="{FF2B5EF4-FFF2-40B4-BE49-F238E27FC236}">
                <a16:creationId xmlns:a16="http://schemas.microsoft.com/office/drawing/2014/main" id="{629E8A37-B7AE-34F5-AC2C-2C3307E4530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83E901E5-0C0F-02C2-6E8B-66E81BE06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093725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With Image 2">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402336" y="402336"/>
            <a:ext cx="3737453" cy="1295399"/>
          </a:xfrm>
          <a:prstGeom prst="rect">
            <a:avLst/>
          </a:prstGeom>
        </p:spPr>
        <p:txBody>
          <a:bodyPr vert="horz" lIns="0" tIns="0" rIns="0" bIns="0" rtlCol="0" anchor="t" anchorCtr="0">
            <a:noAutofit/>
          </a:bodyPr>
          <a:lstStyle>
            <a:lvl1pPr>
              <a:defRPr b="0"/>
            </a:lvl1pPr>
          </a:lstStyle>
          <a:p>
            <a:r>
              <a:rPr lang="en-US"/>
              <a:t>Click to edit Master title style</a:t>
            </a:r>
          </a:p>
        </p:txBody>
      </p:sp>
      <p:sp>
        <p:nvSpPr>
          <p:cNvPr id="6" name="Text Placeholder 5">
            <a:extLst>
              <a:ext uri="{FF2B5EF4-FFF2-40B4-BE49-F238E27FC236}">
                <a16:creationId xmlns:a16="http://schemas.microsoft.com/office/drawing/2014/main" id="{00E1A1E6-6268-D4D9-C145-1013364B1CD8}"/>
              </a:ext>
            </a:extLst>
          </p:cNvPr>
          <p:cNvSpPr>
            <a:spLocks noGrp="1"/>
          </p:cNvSpPr>
          <p:nvPr>
            <p:ph type="body" sz="quarter" idx="12"/>
          </p:nvPr>
        </p:nvSpPr>
        <p:spPr>
          <a:xfrm>
            <a:off x="407670" y="2979420"/>
            <a:ext cx="3727450" cy="2620963"/>
          </a:xfrm>
        </p:spPr>
        <p:txBody>
          <a:bodyPr/>
          <a:lstStyle>
            <a:lvl1pPr>
              <a:lnSpc>
                <a:spcPct val="100000"/>
              </a:lnSpc>
              <a:spcBef>
                <a:spcPts val="0"/>
              </a:spcBef>
              <a:defRPr sz="1500"/>
            </a:lvl1pPr>
            <a:lvl2pPr>
              <a:defRPr sz="1200">
                <a:latin typeface="+mj-lt"/>
              </a:defRPr>
            </a:lvl2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20FA2383-F769-2E5D-64C9-71C8F2AC6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99063" y="402336"/>
            <a:ext cx="6614837" cy="5532376"/>
          </a:xfrm>
          <a:custGeom>
            <a:avLst/>
            <a:gdLst>
              <a:gd name="connsiteX0" fmla="*/ 2369 w 6614837"/>
              <a:gd name="connsiteY0" fmla="*/ 0 h 5532376"/>
              <a:gd name="connsiteX1" fmla="*/ 6614837 w 6614837"/>
              <a:gd name="connsiteY1" fmla="*/ 0 h 5532376"/>
              <a:gd name="connsiteX2" fmla="*/ 6611213 w 6614837"/>
              <a:gd name="connsiteY2" fmla="*/ 5172420 h 5532376"/>
              <a:gd name="connsiteX3" fmla="*/ 3320084 w 6614837"/>
              <a:gd name="connsiteY3" fmla="*/ 5169011 h 5532376"/>
              <a:gd name="connsiteX4" fmla="*/ 3075776 w 6614837"/>
              <a:gd name="connsiteY4" fmla="*/ 5532376 h 5532376"/>
              <a:gd name="connsiteX5" fmla="*/ 0 w 6614837"/>
              <a:gd name="connsiteY5" fmla="*/ 5529739 h 5532376"/>
              <a:gd name="connsiteX6" fmla="*/ 2078 w 6614837"/>
              <a:gd name="connsiteY6" fmla="*/ 2748475 h 553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37" h="5532376">
                <a:moveTo>
                  <a:pt x="2369" y="0"/>
                </a:moveTo>
                <a:lnTo>
                  <a:pt x="6614837" y="0"/>
                </a:lnTo>
                <a:lnTo>
                  <a:pt x="6611213" y="5172420"/>
                </a:lnTo>
                <a:lnTo>
                  <a:pt x="3320084" y="5169011"/>
                </a:lnTo>
                <a:lnTo>
                  <a:pt x="3075776" y="5532376"/>
                </a:lnTo>
                <a:lnTo>
                  <a:pt x="0" y="5529739"/>
                </a:lnTo>
                <a:cubicBezTo>
                  <a:pt x="1583" y="4608703"/>
                  <a:pt x="1979" y="3679928"/>
                  <a:pt x="2078" y="2748475"/>
                </a:cubicBezTo>
                <a:close/>
              </a:path>
            </a:pathLst>
          </a:custGeom>
          <a:solidFill>
            <a:schemeClr val="bg2"/>
          </a:solidFill>
        </p:spPr>
        <p:txBody>
          <a:bodyPr wrap="square" lIns="914400" tIns="1554480" rIns="9144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4" name="Footer Placeholder 4">
            <a:extLst>
              <a:ext uri="{FF2B5EF4-FFF2-40B4-BE49-F238E27FC236}">
                <a16:creationId xmlns:a16="http://schemas.microsoft.com/office/drawing/2014/main" id="{4619E784-11F4-A104-BB77-5E8F8D397AE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BF37CFFA-3D80-3409-C50E-D2A382F2618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3111066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With Image 3">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397668" y="2457451"/>
            <a:ext cx="2767808" cy="765810"/>
          </a:xfrm>
          <a:prstGeom prst="rect">
            <a:avLst/>
          </a:prstGeom>
        </p:spPr>
        <p:txBody>
          <a:bodyPr vert="horz" lIns="0" tIns="0" rIns="0" bIns="0" rtlCol="0" anchor="t" anchorCtr="0">
            <a:noAutofit/>
          </a:bodyPr>
          <a:lstStyle>
            <a:lvl1pPr>
              <a:defRPr b="0"/>
            </a:lvl1pPr>
          </a:lstStyle>
          <a:p>
            <a:r>
              <a:rPr lang="en-US"/>
              <a:t>Click to edit Master title style</a:t>
            </a:r>
          </a:p>
        </p:txBody>
      </p:sp>
      <p:sp>
        <p:nvSpPr>
          <p:cNvPr id="6" name="Text Placeholder 5">
            <a:extLst>
              <a:ext uri="{FF2B5EF4-FFF2-40B4-BE49-F238E27FC236}">
                <a16:creationId xmlns:a16="http://schemas.microsoft.com/office/drawing/2014/main" id="{00E1A1E6-6268-D4D9-C145-1013364B1CD8}"/>
              </a:ext>
            </a:extLst>
          </p:cNvPr>
          <p:cNvSpPr>
            <a:spLocks noGrp="1"/>
          </p:cNvSpPr>
          <p:nvPr>
            <p:ph type="body" sz="quarter" idx="12"/>
          </p:nvPr>
        </p:nvSpPr>
        <p:spPr>
          <a:xfrm>
            <a:off x="407669" y="3492183"/>
            <a:ext cx="2757805" cy="2115820"/>
          </a:xfrm>
        </p:spPr>
        <p:txBody>
          <a:bodyPr/>
          <a:lstStyle>
            <a:lvl1pPr>
              <a:lnSpc>
                <a:spcPct val="120000"/>
              </a:lnSpc>
              <a:spcBef>
                <a:spcPts val="0"/>
              </a:spcBef>
              <a:defRPr sz="1200" b="0">
                <a:latin typeface="+mj-lt"/>
              </a:defRPr>
            </a:lvl1pPr>
            <a:lvl2pPr>
              <a:defRPr sz="1200">
                <a:latin typeface="+mn-lt"/>
              </a:defRPr>
            </a:lvl2pPr>
          </a:lstStyle>
          <a:p>
            <a:pPr lvl="0"/>
            <a:r>
              <a:rPr lang="en-US"/>
              <a:t>Click to edit Master text styles</a:t>
            </a:r>
          </a:p>
        </p:txBody>
      </p:sp>
      <p:sp>
        <p:nvSpPr>
          <p:cNvPr id="4" name="Footer Placeholder 4">
            <a:extLst>
              <a:ext uri="{FF2B5EF4-FFF2-40B4-BE49-F238E27FC236}">
                <a16:creationId xmlns:a16="http://schemas.microsoft.com/office/drawing/2014/main" id="{665F8295-3C5A-A1AE-F43F-1FA6D8B2F4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30A1C61F-1977-8EC5-355B-66B6908EB52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Picture Placeholder 9">
            <a:extLst>
              <a:ext uri="{FF2B5EF4-FFF2-40B4-BE49-F238E27FC236}">
                <a16:creationId xmlns:a16="http://schemas.microsoft.com/office/drawing/2014/main" id="{C8FF515D-AF08-494F-FFD1-C5F2FEFB42C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ph type="pic" sz="quarter" idx="13" hasCustomPrompt="1"/>
          </p:nvPr>
        </p:nvSpPr>
        <p:spPr>
          <a:xfrm>
            <a:off x="3288471" y="400050"/>
            <a:ext cx="8513514" cy="5540196"/>
          </a:xfrm>
          <a:custGeom>
            <a:avLst/>
            <a:gdLst>
              <a:gd name="connsiteX0" fmla="*/ 3049 w 8513514"/>
              <a:gd name="connsiteY0" fmla="*/ 0 h 5540196"/>
              <a:gd name="connsiteX1" fmla="*/ 8513003 w 8513514"/>
              <a:gd name="connsiteY1" fmla="*/ 0 h 5540196"/>
              <a:gd name="connsiteX2" fmla="*/ 8512994 w 8513514"/>
              <a:gd name="connsiteY2" fmla="*/ 10458 h 5540196"/>
              <a:gd name="connsiteX3" fmla="*/ 8513514 w 8513514"/>
              <a:gd name="connsiteY3" fmla="*/ 10458 h 5540196"/>
              <a:gd name="connsiteX4" fmla="*/ 8508849 w 8513514"/>
              <a:gd name="connsiteY4" fmla="*/ 5182877 h 5540196"/>
              <a:gd name="connsiteX5" fmla="*/ 4273312 w 8513514"/>
              <a:gd name="connsiteY5" fmla="*/ 5179468 h 5540196"/>
              <a:gd name="connsiteX6" fmla="*/ 4037481 w 8513514"/>
              <a:gd name="connsiteY6" fmla="*/ 5538070 h 5540196"/>
              <a:gd name="connsiteX7" fmla="*/ 511 w 8513514"/>
              <a:gd name="connsiteY7" fmla="*/ 5540196 h 5540196"/>
              <a:gd name="connsiteX8" fmla="*/ 527 w 8513514"/>
              <a:gd name="connsiteY8" fmla="*/ 5529738 h 5540196"/>
              <a:gd name="connsiteX9" fmla="*/ 0 w 8513514"/>
              <a:gd name="connsiteY9" fmla="*/ 5529738 h 5540196"/>
              <a:gd name="connsiteX10" fmla="*/ 2674 w 8513514"/>
              <a:gd name="connsiteY10" fmla="*/ 2748474 h 554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514" h="5540196">
                <a:moveTo>
                  <a:pt x="3049" y="0"/>
                </a:moveTo>
                <a:lnTo>
                  <a:pt x="8513003" y="0"/>
                </a:lnTo>
                <a:lnTo>
                  <a:pt x="8512994" y="10458"/>
                </a:lnTo>
                <a:lnTo>
                  <a:pt x="8513514" y="10458"/>
                </a:lnTo>
                <a:lnTo>
                  <a:pt x="8508849" y="5182877"/>
                </a:lnTo>
                <a:lnTo>
                  <a:pt x="4273312" y="5179468"/>
                </a:lnTo>
                <a:lnTo>
                  <a:pt x="4037481" y="5538070"/>
                </a:lnTo>
                <a:lnTo>
                  <a:pt x="511" y="5540196"/>
                </a:lnTo>
                <a:lnTo>
                  <a:pt x="527" y="5529738"/>
                </a:lnTo>
                <a:lnTo>
                  <a:pt x="0" y="5529738"/>
                </a:lnTo>
                <a:cubicBezTo>
                  <a:pt x="2037" y="4608702"/>
                  <a:pt x="2547" y="3679927"/>
                  <a:pt x="2674" y="2748474"/>
                </a:cubicBezTo>
                <a:close/>
              </a:path>
            </a:pathLst>
          </a:custGeom>
          <a:solidFill>
            <a:schemeClr val="bg2"/>
          </a:solidFill>
        </p:spPr>
        <p:txBody>
          <a:bodyPr wrap="square" lIns="1188720" tIns="1554480" rIns="118872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Tree>
    <p:extLst>
      <p:ext uri="{BB962C8B-B14F-4D97-AF65-F5344CB8AC3E}">
        <p14:creationId xmlns:p14="http://schemas.microsoft.com/office/powerpoint/2010/main" val="269206852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ig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918220"/>
            <a:ext cx="5660723"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9B293083-8587-219C-C524-D809D6A866A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5AC9A00F-F989-8AFC-7652-904E0B2E41F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Content Placeholder 2">
            <a:extLst>
              <a:ext uri="{FF2B5EF4-FFF2-40B4-BE49-F238E27FC236}">
                <a16:creationId xmlns:a16="http://schemas.microsoft.com/office/drawing/2014/main" id="{F37C9592-01FB-4A3C-B7D0-60D0B86B7CC8}"/>
              </a:ext>
            </a:extLst>
          </p:cNvPr>
          <p:cNvSpPr>
            <a:spLocks noGrp="1"/>
          </p:cNvSpPr>
          <p:nvPr>
            <p:ph idx="10"/>
          </p:nvPr>
        </p:nvSpPr>
        <p:spPr>
          <a:xfrm>
            <a:off x="401967" y="4513993"/>
            <a:ext cx="4684384" cy="1432717"/>
          </a:xfrm>
        </p:spPr>
        <p:txBody>
          <a:bodyPr/>
          <a:lstStyle>
            <a:lvl1pPr>
              <a:lnSpc>
                <a:spcPct val="100000"/>
              </a:lnSpc>
              <a:spcBef>
                <a:spcPts val="0"/>
              </a:spcBef>
              <a:spcAft>
                <a:spcPts val="0"/>
              </a:spcAft>
              <a:defRPr sz="1800" b="1"/>
            </a:lvl1pPr>
            <a:lvl2pPr>
              <a:lnSpc>
                <a:spcPct val="100000"/>
              </a:lnSpc>
              <a:spcBef>
                <a:spcPts val="0"/>
              </a:spcBef>
              <a:spcAft>
                <a:spcPts val="0"/>
              </a:spcAft>
              <a:defRPr sz="1800" b="0">
                <a:latin typeface="+mj-lt"/>
              </a:defRPr>
            </a:lvl2pPr>
            <a:lvl3pPr marL="0" indent="0">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8135966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ig Dat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1967" y="4513993"/>
            <a:ext cx="4684384" cy="1432717"/>
          </a:xfrm>
        </p:spPr>
        <p:txBody>
          <a:bodyPr/>
          <a:lstStyle>
            <a:lvl1pPr>
              <a:lnSpc>
                <a:spcPct val="100000"/>
              </a:lnSpc>
              <a:spcBef>
                <a:spcPts val="0"/>
              </a:spcBef>
              <a:spcAft>
                <a:spcPts val="0"/>
              </a:spcAft>
              <a:defRPr sz="1800" b="1"/>
            </a:lvl1pPr>
            <a:lvl2pPr>
              <a:lnSpc>
                <a:spcPct val="100000"/>
              </a:lnSpc>
              <a:spcBef>
                <a:spcPts val="0"/>
              </a:spcBef>
              <a:spcAft>
                <a:spcPts val="0"/>
              </a:spcAft>
              <a:defRPr sz="1800" b="0">
                <a:latin typeface="+mj-lt"/>
              </a:defRPr>
            </a:lvl2pPr>
            <a:lvl3pPr marL="0" indent="0">
              <a:buNone/>
              <a:defRPr/>
            </a:lvl3pPr>
          </a:lstStyle>
          <a:p>
            <a:pPr lvl="0"/>
            <a:r>
              <a:rPr lang="en-US"/>
              <a:t>Click to edit Master text styles</a:t>
            </a:r>
          </a:p>
          <a:p>
            <a:pPr lvl="1"/>
            <a:r>
              <a:rPr lang="en-US"/>
              <a:t>Second level</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918220"/>
            <a:ext cx="5651199"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D88750FF-80B0-EEE6-F89F-A76248A4F83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5E9F5B4A-B723-2879-D7EE-D016027E28B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565247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ree Images Stacked">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369B2012-7A09-E6A5-2473-4DB6823B0A7E}"/>
              </a:ext>
            </a:extLst>
          </p:cNvPr>
          <p:cNvSpPr>
            <a:spLocks noGrp="1"/>
          </p:cNvSpPr>
          <p:nvPr>
            <p:ph type="title"/>
          </p:nvPr>
        </p:nvSpPr>
        <p:spPr>
          <a:xfrm>
            <a:off x="397667" y="402336"/>
            <a:ext cx="4688683" cy="915289"/>
          </a:xfrm>
          <a:prstGeom prst="rect">
            <a:avLst/>
          </a:prstGeom>
        </p:spPr>
        <p:txBody>
          <a:bodyPr vert="horz" lIns="0" tIns="0" rIns="0" bIns="0" rtlCol="0" anchor="t" anchorCtr="0">
            <a:noAutofit/>
          </a:bodyPr>
          <a:lstStyle/>
          <a:p>
            <a:r>
              <a:rPr lang="en-US"/>
              <a:t>Click to edit Master title style</a:t>
            </a:r>
          </a:p>
        </p:txBody>
      </p:sp>
      <p:sp>
        <p:nvSpPr>
          <p:cNvPr id="22" name="Content Placeholder 2">
            <a:extLst>
              <a:ext uri="{FF2B5EF4-FFF2-40B4-BE49-F238E27FC236}">
                <a16:creationId xmlns:a16="http://schemas.microsoft.com/office/drawing/2014/main" id="{D806524E-A06F-7FE8-9CD5-2244991C1E3D}"/>
              </a:ext>
            </a:extLst>
          </p:cNvPr>
          <p:cNvSpPr>
            <a:spLocks noGrp="1"/>
          </p:cNvSpPr>
          <p:nvPr>
            <p:ph idx="17"/>
          </p:nvPr>
        </p:nvSpPr>
        <p:spPr>
          <a:xfrm>
            <a:off x="407670" y="3492183"/>
            <a:ext cx="3719830" cy="2446655"/>
          </a:xfrm>
        </p:spPr>
        <p:txBody>
          <a:bodyPr/>
          <a:lstStyle>
            <a:lvl1pPr>
              <a:lnSpc>
                <a:spcPct val="95000"/>
              </a:lnSpc>
              <a:spcBef>
                <a:spcPts val="0"/>
              </a:spcBef>
              <a:spcAft>
                <a:spcPts val="0"/>
              </a:spcAft>
              <a:defRPr sz="2400" b="1">
                <a:latin typeface="+mn-lt"/>
              </a:defRPr>
            </a:lvl1pPr>
            <a:lvl2pPr>
              <a:defRPr sz="1200"/>
            </a:lvl2pPr>
            <a:lvl3pPr>
              <a:defRPr sz="1200"/>
            </a:lvl3pPr>
            <a:lvl4pPr>
              <a:defRPr sz="1200"/>
            </a:lvl4pPr>
            <a:lvl5pPr>
              <a:defRPr sz="1200"/>
            </a:lvl5pPr>
          </a:lstStyle>
          <a:p>
            <a:pPr lvl="0"/>
            <a:r>
              <a:rPr lang="en-US"/>
              <a:t>Click to edit Master text styles</a:t>
            </a:r>
          </a:p>
        </p:txBody>
      </p:sp>
      <p:sp>
        <p:nvSpPr>
          <p:cNvPr id="13" name="Picture Placeholder 14">
            <a:extLst>
              <a:ext uri="{FF2B5EF4-FFF2-40B4-BE49-F238E27FC236}">
                <a16:creationId xmlns:a16="http://schemas.microsoft.com/office/drawing/2014/main" id="{099A4469-274E-EB1F-F85D-D95E959AA143}"/>
              </a:ext>
            </a:extLst>
          </p:cNvPr>
          <p:cNvSpPr>
            <a:spLocks noGrp="1"/>
          </p:cNvSpPr>
          <p:nvPr>
            <p:ph type="pic" sz="quarter" idx="12"/>
          </p:nvPr>
        </p:nvSpPr>
        <p:spPr>
          <a:xfrm>
            <a:off x="5199978" y="1424941"/>
            <a:ext cx="1804072" cy="1432560"/>
          </a:xfrm>
          <a:solidFill>
            <a:schemeClr val="bg2"/>
          </a:solidFill>
        </p:spPr>
        <p:txBody>
          <a:bodyPr tIns="457200"/>
          <a:lstStyle>
            <a:lvl1pPr algn="ctr">
              <a:defRPr/>
            </a:lvl1pPr>
          </a:lstStyle>
          <a:p>
            <a:r>
              <a:rPr lang="en-US"/>
              <a:t>Click icon to add picture</a:t>
            </a:r>
          </a:p>
        </p:txBody>
      </p:sp>
      <p:sp>
        <p:nvSpPr>
          <p:cNvPr id="17" name="Content Placeholder 2">
            <a:extLst>
              <a:ext uri="{FF2B5EF4-FFF2-40B4-BE49-F238E27FC236}">
                <a16:creationId xmlns:a16="http://schemas.microsoft.com/office/drawing/2014/main" id="{E0678072-A6EC-A7CF-E412-0D3F27A1A0A0}"/>
              </a:ext>
            </a:extLst>
          </p:cNvPr>
          <p:cNvSpPr>
            <a:spLocks noGrp="1"/>
          </p:cNvSpPr>
          <p:nvPr>
            <p:ph idx="10"/>
          </p:nvPr>
        </p:nvSpPr>
        <p:spPr>
          <a:xfrm>
            <a:off x="7127838" y="1446213"/>
            <a:ext cx="3711612" cy="14112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0" name="Picture Placeholder 14">
            <a:extLst>
              <a:ext uri="{FF2B5EF4-FFF2-40B4-BE49-F238E27FC236}">
                <a16:creationId xmlns:a16="http://schemas.microsoft.com/office/drawing/2014/main" id="{750FAC0A-93E6-9A08-7990-0346002AB7C9}"/>
              </a:ext>
            </a:extLst>
          </p:cNvPr>
          <p:cNvSpPr>
            <a:spLocks noGrp="1"/>
          </p:cNvSpPr>
          <p:nvPr>
            <p:ph type="pic" sz="quarter" idx="15"/>
          </p:nvPr>
        </p:nvSpPr>
        <p:spPr>
          <a:xfrm>
            <a:off x="5199978" y="2981643"/>
            <a:ext cx="1804072" cy="1432560"/>
          </a:xfrm>
          <a:solidFill>
            <a:schemeClr val="bg2"/>
          </a:solidFill>
        </p:spPr>
        <p:txBody>
          <a:bodyPr tIns="457200"/>
          <a:lstStyle>
            <a:lvl1pPr algn="ctr">
              <a:defRPr/>
            </a:lvl1pPr>
          </a:lstStyle>
          <a:p>
            <a:r>
              <a:rPr lang="en-US"/>
              <a:t>Click icon to add picture</a:t>
            </a:r>
          </a:p>
        </p:txBody>
      </p:sp>
      <p:sp>
        <p:nvSpPr>
          <p:cNvPr id="18" name="Content Placeholder 2">
            <a:extLst>
              <a:ext uri="{FF2B5EF4-FFF2-40B4-BE49-F238E27FC236}">
                <a16:creationId xmlns:a16="http://schemas.microsoft.com/office/drawing/2014/main" id="{F62FE28B-1451-7A6D-A415-8DE9235897A9}"/>
              </a:ext>
            </a:extLst>
          </p:cNvPr>
          <p:cNvSpPr>
            <a:spLocks noGrp="1"/>
          </p:cNvSpPr>
          <p:nvPr>
            <p:ph idx="13"/>
          </p:nvPr>
        </p:nvSpPr>
        <p:spPr>
          <a:xfrm>
            <a:off x="7127838" y="2979420"/>
            <a:ext cx="3711612" cy="14112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Picture Placeholder 14">
            <a:extLst>
              <a:ext uri="{FF2B5EF4-FFF2-40B4-BE49-F238E27FC236}">
                <a16:creationId xmlns:a16="http://schemas.microsoft.com/office/drawing/2014/main" id="{C66DD72C-97BB-14F2-361C-2441F75A4327}"/>
              </a:ext>
            </a:extLst>
          </p:cNvPr>
          <p:cNvSpPr>
            <a:spLocks noGrp="1"/>
          </p:cNvSpPr>
          <p:nvPr>
            <p:ph type="pic" sz="quarter" idx="16"/>
          </p:nvPr>
        </p:nvSpPr>
        <p:spPr>
          <a:xfrm>
            <a:off x="5199978" y="4521518"/>
            <a:ext cx="1804072" cy="1432560"/>
          </a:xfrm>
          <a:solidFill>
            <a:schemeClr val="bg2"/>
          </a:solidFill>
        </p:spPr>
        <p:txBody>
          <a:bodyPr tIns="457200"/>
          <a:lstStyle>
            <a:lvl1pPr algn="ctr">
              <a:defRPr/>
            </a:lvl1pPr>
          </a:lstStyle>
          <a:p>
            <a:r>
              <a:rPr lang="en-US"/>
              <a:t>Click icon to add picture</a:t>
            </a:r>
          </a:p>
        </p:txBody>
      </p:sp>
      <p:sp>
        <p:nvSpPr>
          <p:cNvPr id="19" name="Content Placeholder 2">
            <a:extLst>
              <a:ext uri="{FF2B5EF4-FFF2-40B4-BE49-F238E27FC236}">
                <a16:creationId xmlns:a16="http://schemas.microsoft.com/office/drawing/2014/main" id="{ADD78EAE-A704-D3CE-D6AA-6E6E52DCA211}"/>
              </a:ext>
            </a:extLst>
          </p:cNvPr>
          <p:cNvSpPr>
            <a:spLocks noGrp="1"/>
          </p:cNvSpPr>
          <p:nvPr>
            <p:ph idx="14"/>
          </p:nvPr>
        </p:nvSpPr>
        <p:spPr>
          <a:xfrm>
            <a:off x="7127838" y="4519931"/>
            <a:ext cx="3711612" cy="14112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7" name="Footer Placeholder 4">
            <a:extLst>
              <a:ext uri="{FF2B5EF4-FFF2-40B4-BE49-F238E27FC236}">
                <a16:creationId xmlns:a16="http://schemas.microsoft.com/office/drawing/2014/main" id="{0A56C71D-1695-AE64-7C05-4DD0750A3DD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3EB5F658-B8CE-7FB5-990E-79F690D1E17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34665348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and Large Sta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97667" y="3444092"/>
            <a:ext cx="4688683" cy="244902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6165533" y="880660"/>
            <a:ext cx="5636494" cy="2045420"/>
          </a:xfrm>
        </p:spPr>
        <p:txBody>
          <a:bodyPr/>
          <a:lstStyle>
            <a:lvl1pPr>
              <a:lnSpc>
                <a:spcPct val="80000"/>
              </a:lnSpc>
              <a:spcBef>
                <a:spcPts val="0"/>
              </a:spcBef>
              <a:spcAft>
                <a:spcPts val="0"/>
              </a:spcAft>
              <a:defRPr sz="20000" b="0" spc="-390" baseline="0">
                <a:solidFill>
                  <a:schemeClr val="accent1"/>
                </a:solidFill>
              </a:defRPr>
            </a:lvl1pPr>
          </a:lstStyle>
          <a:p>
            <a:pPr lvl="0"/>
            <a:r>
              <a:rPr lang="en-US"/>
              <a:t>00</a:t>
            </a:r>
          </a:p>
        </p:txBody>
      </p:sp>
      <p:sp>
        <p:nvSpPr>
          <p:cNvPr id="4" name="Footer Placeholder 4">
            <a:extLst>
              <a:ext uri="{FF2B5EF4-FFF2-40B4-BE49-F238E27FC236}">
                <a16:creationId xmlns:a16="http://schemas.microsoft.com/office/drawing/2014/main" id="{505126B4-5061-ACE1-29DB-F4E4B930507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A318CA9E-32E8-938F-0187-CE5990310D1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9" name="Text Placeholder 8">
            <a:extLst>
              <a:ext uri="{FF2B5EF4-FFF2-40B4-BE49-F238E27FC236}">
                <a16:creationId xmlns:a16="http://schemas.microsoft.com/office/drawing/2014/main" id="{9D440408-8D82-6FAB-8574-86AD0978A5D2}"/>
              </a:ext>
            </a:extLst>
          </p:cNvPr>
          <p:cNvSpPr>
            <a:spLocks noGrp="1"/>
          </p:cNvSpPr>
          <p:nvPr>
            <p:ph type="body" sz="quarter" idx="10"/>
          </p:nvPr>
        </p:nvSpPr>
        <p:spPr>
          <a:xfrm>
            <a:off x="6165850" y="3500447"/>
            <a:ext cx="5635625" cy="2438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67741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and Sidebar">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97667" y="3492183"/>
            <a:ext cx="5645946" cy="244665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7118350" y="400050"/>
            <a:ext cx="4683125" cy="2970213"/>
          </a:xfrm>
          <a:solidFill>
            <a:schemeClr val="accent1"/>
          </a:solidFill>
        </p:spPr>
        <p:txBody>
          <a:bodyPr lIns="274320" tIns="274320"/>
          <a:lstStyle>
            <a:lvl1pPr>
              <a:spcAft>
                <a:spcPts val="6000"/>
              </a:spcAft>
              <a:defRPr sz="8600" b="0">
                <a:solidFill>
                  <a:schemeClr val="bg1"/>
                </a:solidFill>
              </a:defRPr>
            </a:lvl1pPr>
            <a:lvl2pPr>
              <a:spcBef>
                <a:spcPts val="0"/>
              </a:spcBef>
              <a:defRPr b="1">
                <a:latin typeface="+mn-lt"/>
              </a:defRPr>
            </a:lvl2pPr>
          </a:lstStyle>
          <a:p>
            <a:pPr lvl="0"/>
            <a:r>
              <a:rPr lang="en-US"/>
              <a:t>0,000</a:t>
            </a:r>
          </a:p>
          <a:p>
            <a:pPr lvl="1"/>
            <a:r>
              <a:rPr lang="en-US"/>
              <a:t>Second level</a:t>
            </a:r>
          </a:p>
        </p:txBody>
      </p:sp>
      <p:sp>
        <p:nvSpPr>
          <p:cNvPr id="4" name="Footer Placeholder 4">
            <a:extLst>
              <a:ext uri="{FF2B5EF4-FFF2-40B4-BE49-F238E27FC236}">
                <a16:creationId xmlns:a16="http://schemas.microsoft.com/office/drawing/2014/main" id="{E2A3DA15-4C69-255A-358A-480458D2DFE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B39A73BF-92D5-1C5F-A374-82FF2405936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Text Placeholder 9">
            <a:extLst>
              <a:ext uri="{FF2B5EF4-FFF2-40B4-BE49-F238E27FC236}">
                <a16:creationId xmlns:a16="http://schemas.microsoft.com/office/drawing/2014/main" id="{5B8C705A-7501-8BB2-360F-85F75D8C5472}"/>
              </a:ext>
            </a:extLst>
          </p:cNvPr>
          <p:cNvSpPr>
            <a:spLocks noGrp="1"/>
          </p:cNvSpPr>
          <p:nvPr>
            <p:ph type="body" sz="quarter" idx="12"/>
          </p:nvPr>
        </p:nvSpPr>
        <p:spPr>
          <a:xfrm>
            <a:off x="9037638" y="3484563"/>
            <a:ext cx="2757487" cy="193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539548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Stat Boxes">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97667" y="3492183"/>
            <a:ext cx="5241133" cy="244665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6157914" y="400050"/>
            <a:ext cx="2765424" cy="2777490"/>
          </a:xfrm>
          <a:solidFill>
            <a:srgbClr val="B5BCC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10" name="Text Placeholder 9">
            <a:extLst>
              <a:ext uri="{FF2B5EF4-FFF2-40B4-BE49-F238E27FC236}">
                <a16:creationId xmlns:a16="http://schemas.microsoft.com/office/drawing/2014/main" id="{BCA5BD2F-F935-E22A-B6DD-EB0D8C3A4750}"/>
              </a:ext>
            </a:extLst>
          </p:cNvPr>
          <p:cNvSpPr>
            <a:spLocks noGrp="1"/>
          </p:cNvSpPr>
          <p:nvPr>
            <p:ph type="body" sz="quarter" idx="12"/>
          </p:nvPr>
        </p:nvSpPr>
        <p:spPr>
          <a:xfrm>
            <a:off x="6320155" y="2457450"/>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16" name="Text Placeholder 6">
            <a:extLst>
              <a:ext uri="{FF2B5EF4-FFF2-40B4-BE49-F238E27FC236}">
                <a16:creationId xmlns:a16="http://schemas.microsoft.com/office/drawing/2014/main" id="{8C582E75-9A43-D86C-AB0D-17BB800A571C}"/>
              </a:ext>
            </a:extLst>
          </p:cNvPr>
          <p:cNvSpPr>
            <a:spLocks noGrp="1"/>
          </p:cNvSpPr>
          <p:nvPr>
            <p:ph type="body" sz="quarter" idx="13" hasCustomPrompt="1"/>
          </p:nvPr>
        </p:nvSpPr>
        <p:spPr>
          <a:xfrm>
            <a:off x="9036051" y="400050"/>
            <a:ext cx="2765424" cy="2777490"/>
          </a:xfrm>
          <a:solidFill>
            <a:schemeClr val="accent1"/>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18" name="Text Placeholder 9">
            <a:extLst>
              <a:ext uri="{FF2B5EF4-FFF2-40B4-BE49-F238E27FC236}">
                <a16:creationId xmlns:a16="http://schemas.microsoft.com/office/drawing/2014/main" id="{2F01FD17-7652-99C0-4EF4-C1ABF553BDA4}"/>
              </a:ext>
            </a:extLst>
          </p:cNvPr>
          <p:cNvSpPr>
            <a:spLocks noGrp="1"/>
          </p:cNvSpPr>
          <p:nvPr>
            <p:ph type="body" sz="quarter" idx="14"/>
          </p:nvPr>
        </p:nvSpPr>
        <p:spPr>
          <a:xfrm>
            <a:off x="9198292" y="2457450"/>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19" name="Text Placeholder 6">
            <a:extLst>
              <a:ext uri="{FF2B5EF4-FFF2-40B4-BE49-F238E27FC236}">
                <a16:creationId xmlns:a16="http://schemas.microsoft.com/office/drawing/2014/main" id="{DED57F60-7B48-DB96-E422-6BF4821C028A}"/>
              </a:ext>
            </a:extLst>
          </p:cNvPr>
          <p:cNvSpPr>
            <a:spLocks noGrp="1"/>
          </p:cNvSpPr>
          <p:nvPr>
            <p:ph type="body" sz="quarter" idx="15" hasCustomPrompt="1"/>
          </p:nvPr>
        </p:nvSpPr>
        <p:spPr>
          <a:xfrm>
            <a:off x="6157914" y="3308287"/>
            <a:ext cx="2765424" cy="2777490"/>
          </a:xfrm>
          <a:solidFill>
            <a:srgbClr val="FFE8D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1" name="Text Placeholder 9">
            <a:extLst>
              <a:ext uri="{FF2B5EF4-FFF2-40B4-BE49-F238E27FC236}">
                <a16:creationId xmlns:a16="http://schemas.microsoft.com/office/drawing/2014/main" id="{3EC6947C-841E-3FA9-114B-E3D478A0F9F5}"/>
              </a:ext>
            </a:extLst>
          </p:cNvPr>
          <p:cNvSpPr>
            <a:spLocks noGrp="1"/>
          </p:cNvSpPr>
          <p:nvPr>
            <p:ph type="body" sz="quarter" idx="16"/>
          </p:nvPr>
        </p:nvSpPr>
        <p:spPr>
          <a:xfrm>
            <a:off x="6320155" y="5365687"/>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22" name="Text Placeholder 6">
            <a:extLst>
              <a:ext uri="{FF2B5EF4-FFF2-40B4-BE49-F238E27FC236}">
                <a16:creationId xmlns:a16="http://schemas.microsoft.com/office/drawing/2014/main" id="{4E2EFFE0-4881-5E4A-962D-11FF92C9F877}"/>
              </a:ext>
            </a:extLst>
          </p:cNvPr>
          <p:cNvSpPr>
            <a:spLocks noGrp="1"/>
          </p:cNvSpPr>
          <p:nvPr>
            <p:ph type="body" sz="quarter" idx="17" hasCustomPrompt="1"/>
          </p:nvPr>
        </p:nvSpPr>
        <p:spPr>
          <a:xfrm>
            <a:off x="9036051" y="3308287"/>
            <a:ext cx="2765424" cy="2777490"/>
          </a:xfrm>
          <a:solidFill>
            <a:srgbClr val="DFE3E6"/>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4" name="Text Placeholder 9">
            <a:extLst>
              <a:ext uri="{FF2B5EF4-FFF2-40B4-BE49-F238E27FC236}">
                <a16:creationId xmlns:a16="http://schemas.microsoft.com/office/drawing/2014/main" id="{C5905E4E-9C03-893D-2D65-9DF29B1CD2BF}"/>
              </a:ext>
            </a:extLst>
          </p:cNvPr>
          <p:cNvSpPr>
            <a:spLocks noGrp="1"/>
          </p:cNvSpPr>
          <p:nvPr>
            <p:ph type="body" sz="quarter" idx="18"/>
          </p:nvPr>
        </p:nvSpPr>
        <p:spPr>
          <a:xfrm>
            <a:off x="9198292" y="5365687"/>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4" name="Footer Placeholder 4">
            <a:extLst>
              <a:ext uri="{FF2B5EF4-FFF2-40B4-BE49-F238E27FC236}">
                <a16:creationId xmlns:a16="http://schemas.microsoft.com/office/drawing/2014/main" id="{8DEF9E9E-37B4-DAB9-8C1D-1576E02EB06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B40D576B-0FB8-2293-FB69-1C5178F9E41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765173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ree Content Infographic">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DACEF0AF-E2A8-B95F-9038-793C9FF94FBE}"/>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407448"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5" name="Content Placeholder 2">
            <a:extLst>
              <a:ext uri="{FF2B5EF4-FFF2-40B4-BE49-F238E27FC236}">
                <a16:creationId xmlns:a16="http://schemas.microsoft.com/office/drawing/2014/main" id="{1A99FF79-E280-3938-1C31-43318E483BD3}"/>
              </a:ext>
            </a:extLst>
          </p:cNvPr>
          <p:cNvSpPr>
            <a:spLocks noGrp="1"/>
          </p:cNvSpPr>
          <p:nvPr>
            <p:ph idx="10"/>
          </p:nvPr>
        </p:nvSpPr>
        <p:spPr>
          <a:xfrm>
            <a:off x="407448" y="3497972"/>
            <a:ext cx="3310128"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4247643"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6" name="Content Placeholder 2">
            <a:extLst>
              <a:ext uri="{FF2B5EF4-FFF2-40B4-BE49-F238E27FC236}">
                <a16:creationId xmlns:a16="http://schemas.microsoft.com/office/drawing/2014/main" id="{1110A441-AAF8-956B-4228-2D18EE689485}"/>
              </a:ext>
            </a:extLst>
          </p:cNvPr>
          <p:cNvSpPr>
            <a:spLocks noGrp="1"/>
          </p:cNvSpPr>
          <p:nvPr>
            <p:ph idx="11"/>
          </p:nvPr>
        </p:nvSpPr>
        <p:spPr>
          <a:xfrm>
            <a:off x="4247643" y="3497972"/>
            <a:ext cx="3310128"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8087598"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7" name="Content Placeholder 2">
            <a:extLst>
              <a:ext uri="{FF2B5EF4-FFF2-40B4-BE49-F238E27FC236}">
                <a16:creationId xmlns:a16="http://schemas.microsoft.com/office/drawing/2014/main" id="{9E0B2565-5D1B-BDBB-F14A-0C38A487F366}"/>
              </a:ext>
            </a:extLst>
          </p:cNvPr>
          <p:cNvSpPr>
            <a:spLocks noGrp="1"/>
          </p:cNvSpPr>
          <p:nvPr>
            <p:ph idx="12"/>
          </p:nvPr>
        </p:nvSpPr>
        <p:spPr>
          <a:xfrm>
            <a:off x="8087598" y="3497972"/>
            <a:ext cx="3310128"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90104545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Four Content Infographic">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25B5614F-1512-8F64-6245-6374F3844E2C}"/>
              </a:ext>
            </a:extLst>
          </p:cNvPr>
          <p:cNvSpPr>
            <a:spLocks noGrp="1"/>
          </p:cNvSpPr>
          <p:nvPr>
            <p:ph type="title"/>
          </p:nvPr>
        </p:nvSpPr>
        <p:spPr>
          <a:xfrm>
            <a:off x="397667" y="402335"/>
            <a:ext cx="5645946" cy="915289"/>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407448"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5" name="Content Placeholder 2">
            <a:extLst>
              <a:ext uri="{FF2B5EF4-FFF2-40B4-BE49-F238E27FC236}">
                <a16:creationId xmlns:a16="http://schemas.microsoft.com/office/drawing/2014/main" id="{1A99FF79-E280-3938-1C31-43318E483BD3}"/>
              </a:ext>
            </a:extLst>
          </p:cNvPr>
          <p:cNvSpPr>
            <a:spLocks noGrp="1"/>
          </p:cNvSpPr>
          <p:nvPr>
            <p:ph idx="10"/>
          </p:nvPr>
        </p:nvSpPr>
        <p:spPr>
          <a:xfrm>
            <a:off x="407448"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3288624"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6" name="Content Placeholder 2">
            <a:extLst>
              <a:ext uri="{FF2B5EF4-FFF2-40B4-BE49-F238E27FC236}">
                <a16:creationId xmlns:a16="http://schemas.microsoft.com/office/drawing/2014/main" id="{1110A441-AAF8-956B-4228-2D18EE689485}"/>
              </a:ext>
            </a:extLst>
          </p:cNvPr>
          <p:cNvSpPr>
            <a:spLocks noGrp="1"/>
          </p:cNvSpPr>
          <p:nvPr>
            <p:ph idx="11"/>
          </p:nvPr>
        </p:nvSpPr>
        <p:spPr>
          <a:xfrm>
            <a:off x="3288624"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6169800"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7" name="Content Placeholder 2">
            <a:extLst>
              <a:ext uri="{FF2B5EF4-FFF2-40B4-BE49-F238E27FC236}">
                <a16:creationId xmlns:a16="http://schemas.microsoft.com/office/drawing/2014/main" id="{9E0B2565-5D1B-BDBB-F14A-0C38A487F366}"/>
              </a:ext>
            </a:extLst>
          </p:cNvPr>
          <p:cNvSpPr>
            <a:spLocks noGrp="1"/>
          </p:cNvSpPr>
          <p:nvPr>
            <p:ph idx="12"/>
          </p:nvPr>
        </p:nvSpPr>
        <p:spPr>
          <a:xfrm>
            <a:off x="6169800"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a:extLst>
              <a:ext uri="{FF2B5EF4-FFF2-40B4-BE49-F238E27FC236}">
                <a16:creationId xmlns:a16="http://schemas.microsoft.com/office/drawing/2014/main" id="{11C89EB2-461C-D9DB-DBF2-EA17EA40A6C1}"/>
              </a:ext>
            </a:extLst>
          </p:cNvPr>
          <p:cNvSpPr>
            <a:spLocks noGrp="1"/>
          </p:cNvSpPr>
          <p:nvPr>
            <p:ph idx="16" hasCustomPrompt="1"/>
          </p:nvPr>
        </p:nvSpPr>
        <p:spPr>
          <a:xfrm>
            <a:off x="9050976"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4" name="Content Placeholder 2">
            <a:extLst>
              <a:ext uri="{FF2B5EF4-FFF2-40B4-BE49-F238E27FC236}">
                <a16:creationId xmlns:a16="http://schemas.microsoft.com/office/drawing/2014/main" id="{B19B3672-1BF6-5E8D-DC7D-048381D2695A}"/>
              </a:ext>
            </a:extLst>
          </p:cNvPr>
          <p:cNvSpPr>
            <a:spLocks noGrp="1"/>
          </p:cNvSpPr>
          <p:nvPr>
            <p:ph idx="15"/>
          </p:nvPr>
        </p:nvSpPr>
        <p:spPr>
          <a:xfrm>
            <a:off x="9050976"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850DA203-9211-4FDA-05C5-46A210422AC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13" name="Slide Number Placeholder 13">
            <a:extLst>
              <a:ext uri="{FF2B5EF4-FFF2-40B4-BE49-F238E27FC236}">
                <a16:creationId xmlns:a16="http://schemas.microsoft.com/office/drawing/2014/main" id="{B4612D97-4010-1226-69CD-B037A384C2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89749986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09F1385C-E183-4949-1E52-945BDAAEC82D}"/>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p:nvPr>
        </p:nvSpPr>
        <p:spPr>
          <a:xfrm>
            <a:off x="408425" y="3495320"/>
            <a:ext cx="3719076" cy="2451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hart Placeholder 5">
            <a:extLst>
              <a:ext uri="{FF2B5EF4-FFF2-40B4-BE49-F238E27FC236}">
                <a16:creationId xmlns:a16="http://schemas.microsoft.com/office/drawing/2014/main" id="{DCC47810-5636-CCFE-D491-CAD999BC70CF}"/>
              </a:ext>
            </a:extLst>
          </p:cNvPr>
          <p:cNvSpPr>
            <a:spLocks noGrp="1"/>
          </p:cNvSpPr>
          <p:nvPr>
            <p:ph type="chart" sz="quarter" idx="10"/>
          </p:nvPr>
        </p:nvSpPr>
        <p:spPr>
          <a:xfrm>
            <a:off x="5199063" y="1946275"/>
            <a:ext cx="5640387" cy="3992563"/>
          </a:xfrm>
        </p:spPr>
        <p:txBody>
          <a:bodyPr/>
          <a:lstStyle>
            <a:lvl1pPr algn="ctr">
              <a:defRPr/>
            </a:lvl1pPr>
          </a:lstStyle>
          <a:p>
            <a:r>
              <a:rPr lang="en-US"/>
              <a:t>Click icon to add chart</a:t>
            </a:r>
          </a:p>
        </p:txBody>
      </p:sp>
      <p:sp>
        <p:nvSpPr>
          <p:cNvPr id="2" name="Footer Placeholder 4">
            <a:extLst>
              <a:ext uri="{FF2B5EF4-FFF2-40B4-BE49-F238E27FC236}">
                <a16:creationId xmlns:a16="http://schemas.microsoft.com/office/drawing/2014/main" id="{6125A049-51AB-8CE0-1E82-0861CFA1A20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3" name="Slide Number Placeholder 13">
            <a:extLst>
              <a:ext uri="{FF2B5EF4-FFF2-40B4-BE49-F238E27FC236}">
                <a16:creationId xmlns:a16="http://schemas.microsoft.com/office/drawing/2014/main" id="{370151B8-84D5-0F32-8BA4-AF23D992BD3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5556618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our Team Images">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11484"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11" name="Content Placeholder 2">
            <a:extLst>
              <a:ext uri="{FF2B5EF4-FFF2-40B4-BE49-F238E27FC236}">
                <a16:creationId xmlns:a16="http://schemas.microsoft.com/office/drawing/2014/main" id="{CE07336A-CA43-BA10-15BC-4A7C003A2346}"/>
              </a:ext>
            </a:extLst>
          </p:cNvPr>
          <p:cNvSpPr>
            <a:spLocks noGrp="1"/>
          </p:cNvSpPr>
          <p:nvPr>
            <p:ph idx="10"/>
          </p:nvPr>
        </p:nvSpPr>
        <p:spPr>
          <a:xfrm>
            <a:off x="411484"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288643"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00288663-0E16-0C59-085F-F9A84A37B9FB}"/>
              </a:ext>
            </a:extLst>
          </p:cNvPr>
          <p:cNvSpPr>
            <a:spLocks noGrp="1"/>
          </p:cNvSpPr>
          <p:nvPr>
            <p:ph idx="24"/>
          </p:nvPr>
        </p:nvSpPr>
        <p:spPr>
          <a:xfrm>
            <a:off x="3288643"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7" name="Picture Placeholder 14">
            <a:extLst>
              <a:ext uri="{FF2B5EF4-FFF2-40B4-BE49-F238E27FC236}">
                <a16:creationId xmlns:a16="http://schemas.microsoft.com/office/drawing/2014/main" id="{CD839F68-5525-1FC6-7F47-6058F961EBE1}"/>
              </a:ext>
              <a:ext uri="{C183D7F6-B498-43B3-948B-1728B52AA6E4}">
                <adec:decorative xmlns:adec="http://schemas.microsoft.com/office/drawing/2017/decorative" val="1"/>
              </a:ext>
            </a:extLst>
          </p:cNvPr>
          <p:cNvSpPr>
            <a:spLocks noGrp="1"/>
          </p:cNvSpPr>
          <p:nvPr>
            <p:ph type="pic" sz="quarter" idx="21"/>
          </p:nvPr>
        </p:nvSpPr>
        <p:spPr>
          <a:xfrm>
            <a:off x="6165802"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21" name="Content Placeholder 2">
            <a:extLst>
              <a:ext uri="{FF2B5EF4-FFF2-40B4-BE49-F238E27FC236}">
                <a16:creationId xmlns:a16="http://schemas.microsoft.com/office/drawing/2014/main" id="{E38614DA-316C-FC85-3F42-B262BEAC7A89}"/>
              </a:ext>
            </a:extLst>
          </p:cNvPr>
          <p:cNvSpPr>
            <a:spLocks noGrp="1"/>
          </p:cNvSpPr>
          <p:nvPr>
            <p:ph idx="26"/>
          </p:nvPr>
        </p:nvSpPr>
        <p:spPr>
          <a:xfrm>
            <a:off x="6165805"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9" name="Picture Placeholder 14">
            <a:extLst>
              <a:ext uri="{FF2B5EF4-FFF2-40B4-BE49-F238E27FC236}">
                <a16:creationId xmlns:a16="http://schemas.microsoft.com/office/drawing/2014/main" id="{AEC3DEC0-C14C-0D3D-E77D-C65F7FA1089D}"/>
              </a:ext>
              <a:ext uri="{C183D7F6-B498-43B3-948B-1728B52AA6E4}">
                <adec:decorative xmlns:adec="http://schemas.microsoft.com/office/drawing/2017/decorative" val="1"/>
              </a:ext>
            </a:extLst>
          </p:cNvPr>
          <p:cNvSpPr>
            <a:spLocks noGrp="1"/>
          </p:cNvSpPr>
          <p:nvPr>
            <p:ph type="pic" sz="quarter" idx="23"/>
          </p:nvPr>
        </p:nvSpPr>
        <p:spPr>
          <a:xfrm>
            <a:off x="9042961"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23" name="Content Placeholder 2">
            <a:extLst>
              <a:ext uri="{FF2B5EF4-FFF2-40B4-BE49-F238E27FC236}">
                <a16:creationId xmlns:a16="http://schemas.microsoft.com/office/drawing/2014/main" id="{519D1C7E-BE40-062C-9607-4651359E8EAD}"/>
              </a:ext>
            </a:extLst>
          </p:cNvPr>
          <p:cNvSpPr>
            <a:spLocks noGrp="1"/>
          </p:cNvSpPr>
          <p:nvPr>
            <p:ph idx="28"/>
          </p:nvPr>
        </p:nvSpPr>
        <p:spPr>
          <a:xfrm>
            <a:off x="9050247"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4" name="Footer Placeholder 4">
            <a:extLst>
              <a:ext uri="{FF2B5EF4-FFF2-40B4-BE49-F238E27FC236}">
                <a16:creationId xmlns:a16="http://schemas.microsoft.com/office/drawing/2014/main" id="{9475B69A-CAC3-88B9-5B3E-2AF1362EFDB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07859335-E39D-1388-375F-FAA342F28BB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494150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Four Team Images 2">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11484" y="1442398"/>
            <a:ext cx="2696610" cy="1927865"/>
          </a:xfrm>
          <a:solidFill>
            <a:schemeClr val="bg1">
              <a:lumMod val="85000"/>
            </a:schemeClr>
          </a:solidFill>
        </p:spPr>
        <p:txBody>
          <a:bodyPr tIns="36576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00288663-0E16-0C59-085F-F9A84A37B9FB}"/>
              </a:ext>
            </a:extLst>
          </p:cNvPr>
          <p:cNvSpPr>
            <a:spLocks noGrp="1"/>
          </p:cNvSpPr>
          <p:nvPr>
            <p:ph idx="24"/>
          </p:nvPr>
        </p:nvSpPr>
        <p:spPr>
          <a:xfrm>
            <a:off x="3288643" y="1433352"/>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411484" y="3494738"/>
            <a:ext cx="2696610" cy="1927865"/>
          </a:xfrm>
          <a:solidFill>
            <a:schemeClr val="bg1">
              <a:lumMod val="85000"/>
            </a:schemeClr>
          </a:solidFill>
        </p:spPr>
        <p:txBody>
          <a:bodyPr tIns="365760"/>
          <a:lstStyle>
            <a:lvl1pPr algn="ctr">
              <a:defRPr/>
            </a:lvl1pPr>
          </a:lstStyle>
          <a:p>
            <a:r>
              <a:rPr lang="en-US"/>
              <a:t>Click icon to add picture</a:t>
            </a:r>
          </a:p>
        </p:txBody>
      </p:sp>
      <p:sp>
        <p:nvSpPr>
          <p:cNvPr id="4" name="Content Placeholder 2">
            <a:extLst>
              <a:ext uri="{FF2B5EF4-FFF2-40B4-BE49-F238E27FC236}">
                <a16:creationId xmlns:a16="http://schemas.microsoft.com/office/drawing/2014/main" id="{7C31502B-FAB9-8313-90B7-D7C06363AE17}"/>
              </a:ext>
            </a:extLst>
          </p:cNvPr>
          <p:cNvSpPr>
            <a:spLocks noGrp="1"/>
          </p:cNvSpPr>
          <p:nvPr>
            <p:ph idx="25"/>
          </p:nvPr>
        </p:nvSpPr>
        <p:spPr>
          <a:xfrm>
            <a:off x="3288643" y="3495709"/>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6" name="Picture Placeholder 14">
            <a:extLst>
              <a:ext uri="{FF2B5EF4-FFF2-40B4-BE49-F238E27FC236}">
                <a16:creationId xmlns:a16="http://schemas.microsoft.com/office/drawing/2014/main" id="{62EEDF93-D482-938D-D6D4-B8B66CA7643D}"/>
              </a:ext>
              <a:ext uri="{C183D7F6-B498-43B3-948B-1728B52AA6E4}">
                <adec:decorative xmlns:adec="http://schemas.microsoft.com/office/drawing/2017/decorative" val="1"/>
              </a:ext>
            </a:extLst>
          </p:cNvPr>
          <p:cNvSpPr>
            <a:spLocks noGrp="1"/>
          </p:cNvSpPr>
          <p:nvPr>
            <p:ph type="pic" sz="quarter" idx="26"/>
          </p:nvPr>
        </p:nvSpPr>
        <p:spPr>
          <a:xfrm>
            <a:off x="6166924" y="1442398"/>
            <a:ext cx="2696610" cy="1927865"/>
          </a:xfrm>
          <a:solidFill>
            <a:schemeClr val="bg1">
              <a:lumMod val="85000"/>
            </a:schemeClr>
          </a:solidFill>
        </p:spPr>
        <p:txBody>
          <a:bodyPr tIns="365760"/>
          <a:lstStyle>
            <a:lvl1pPr algn="ctr">
              <a:defRPr/>
            </a:lvl1pPr>
          </a:lstStyle>
          <a:p>
            <a:r>
              <a:rPr lang="en-US"/>
              <a:t>Click icon to add picture</a:t>
            </a:r>
          </a:p>
        </p:txBody>
      </p:sp>
      <p:sp>
        <p:nvSpPr>
          <p:cNvPr id="10" name="Content Placeholder 2">
            <a:extLst>
              <a:ext uri="{FF2B5EF4-FFF2-40B4-BE49-F238E27FC236}">
                <a16:creationId xmlns:a16="http://schemas.microsoft.com/office/drawing/2014/main" id="{3DF40A1F-2110-372D-0359-94789B6D9CD7}"/>
              </a:ext>
            </a:extLst>
          </p:cNvPr>
          <p:cNvSpPr>
            <a:spLocks noGrp="1"/>
          </p:cNvSpPr>
          <p:nvPr>
            <p:ph idx="28"/>
          </p:nvPr>
        </p:nvSpPr>
        <p:spPr>
          <a:xfrm>
            <a:off x="9049151" y="1433352"/>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9" name="Picture Placeholder 14">
            <a:extLst>
              <a:ext uri="{FF2B5EF4-FFF2-40B4-BE49-F238E27FC236}">
                <a16:creationId xmlns:a16="http://schemas.microsoft.com/office/drawing/2014/main" id="{AA220CD4-7D0B-916C-42A1-97C04399E704}"/>
              </a:ext>
              <a:ext uri="{C183D7F6-B498-43B3-948B-1728B52AA6E4}">
                <adec:decorative xmlns:adec="http://schemas.microsoft.com/office/drawing/2017/decorative" val="1"/>
              </a:ext>
            </a:extLst>
          </p:cNvPr>
          <p:cNvSpPr>
            <a:spLocks noGrp="1"/>
          </p:cNvSpPr>
          <p:nvPr>
            <p:ph type="pic" sz="quarter" idx="27"/>
          </p:nvPr>
        </p:nvSpPr>
        <p:spPr>
          <a:xfrm>
            <a:off x="6166924" y="3494738"/>
            <a:ext cx="2696610" cy="1927865"/>
          </a:xfrm>
          <a:solidFill>
            <a:schemeClr val="bg1">
              <a:lumMod val="85000"/>
            </a:schemeClr>
          </a:solidFill>
        </p:spPr>
        <p:txBody>
          <a:bodyPr tIns="365760"/>
          <a:lstStyle>
            <a:lvl1pPr algn="ctr">
              <a:defRPr/>
            </a:lvl1pPr>
          </a:lstStyle>
          <a:p>
            <a:r>
              <a:rPr lang="en-US"/>
              <a:t>Click icon to add picture</a:t>
            </a:r>
          </a:p>
        </p:txBody>
      </p:sp>
      <p:sp>
        <p:nvSpPr>
          <p:cNvPr id="14" name="Content Placeholder 2">
            <a:extLst>
              <a:ext uri="{FF2B5EF4-FFF2-40B4-BE49-F238E27FC236}">
                <a16:creationId xmlns:a16="http://schemas.microsoft.com/office/drawing/2014/main" id="{FCAFF494-77C5-F797-6FAA-D4D42743AB5D}"/>
              </a:ext>
            </a:extLst>
          </p:cNvPr>
          <p:cNvSpPr>
            <a:spLocks noGrp="1"/>
          </p:cNvSpPr>
          <p:nvPr>
            <p:ph idx="29"/>
          </p:nvPr>
        </p:nvSpPr>
        <p:spPr>
          <a:xfrm>
            <a:off x="9044083" y="3495709"/>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3" name="Footer Placeholder 4">
            <a:extLst>
              <a:ext uri="{FF2B5EF4-FFF2-40B4-BE49-F238E27FC236}">
                <a16:creationId xmlns:a16="http://schemas.microsoft.com/office/drawing/2014/main" id="{1CE233FD-F166-12B7-E028-644C10A7A4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6D9BE817-73F1-BA98-D196-7E3B7737E8E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24232993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E5D8444-089B-403E-0473-39C61239140F}"/>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6778987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F688FCD4-650D-9754-A431-CE452572FB6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E49962D1-3866-8382-AE37-FC366FF574B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8096424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pic>
        <p:nvPicPr>
          <p:cNvPr id="9" name="object 2">
            <a:extLst>
              <a:ext uri="{FF2B5EF4-FFF2-40B4-BE49-F238E27FC236}">
                <a16:creationId xmlns:a16="http://schemas.microsoft.com/office/drawing/2014/main" id="{F8F99880-94B3-9D84-6F85-4EE14C59C385}"/>
              </a:ext>
            </a:extLst>
          </p:cNvPr>
          <p:cNvPicPr/>
          <p:nvPr userDrawn="1"/>
        </p:nvPicPr>
        <p:blipFill>
          <a:blip r:embed="rId2" cstate="print"/>
          <a:stretch>
            <a:fillRect/>
          </a:stretch>
        </p:blipFill>
        <p:spPr>
          <a:xfrm>
            <a:off x="0" y="0"/>
            <a:ext cx="12188952"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53658" y="1946275"/>
            <a:ext cx="6629400" cy="1482725"/>
          </a:xfrm>
        </p:spPr>
        <p:txBody>
          <a:bodyPr anchor="t" anchorCtr="0"/>
          <a:lstStyle>
            <a:lvl1pPr algn="l">
              <a:lnSpc>
                <a:spcPct val="80000"/>
              </a:lnSpc>
              <a:spcBef>
                <a:spcPts val="1200"/>
              </a:spcBef>
              <a:defRPr sz="6600"/>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hasCustomPrompt="1"/>
          </p:nvPr>
        </p:nvSpPr>
        <p:spPr>
          <a:xfrm>
            <a:off x="5197150" y="4823926"/>
            <a:ext cx="6604325" cy="1655540"/>
          </a:xfrm>
        </p:spPr>
        <p:txBody>
          <a:bodyPr bIns="36576" anchor="b" anchorCtr="0"/>
          <a:lstStyle>
            <a:lvl1pPr marL="0" indent="0" algn="l">
              <a:lnSpc>
                <a:spcPct val="125000"/>
              </a:lnSpc>
              <a:spcBef>
                <a:spcPts val="100"/>
              </a:spcBef>
              <a:spcAft>
                <a:spcPts val="0"/>
              </a:spcAft>
              <a:buNone/>
              <a:defRPr sz="1100" b="0">
                <a:latin typeface="+mj-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legal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349554448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2431" y="1428750"/>
            <a:ext cx="8520907" cy="1933344"/>
          </a:xfrm>
        </p:spPr>
        <p:txBody>
          <a:bodyPr anchor="b"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402432" y="3490335"/>
            <a:ext cx="8520908" cy="1422978"/>
          </a:xfrm>
        </p:spPr>
        <p:txBody>
          <a:bodyPr/>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96186466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2431" y="1957425"/>
            <a:ext cx="5229304" cy="2441537"/>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6157914" y="1957425"/>
            <a:ext cx="4681536" cy="2441538"/>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25632328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Conclusion Photo 1">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0978934B-5525-9236-62EF-C2B06F0BCC18}"/>
              </a:ext>
              <a:ext uri="{C183D7F6-B498-43B3-948B-1728B52AA6E4}">
                <adec:decorative xmlns:adec="http://schemas.microsoft.com/office/drawing/2017/decorative" val="1"/>
              </a:ext>
            </a:extLst>
          </p:cNvPr>
          <p:cNvSpPr>
            <a:spLocks noGrp="1"/>
          </p:cNvSpPr>
          <p:nvPr>
            <p:ph type="pic" sz="quarter" idx="11"/>
          </p:nvPr>
        </p:nvSpPr>
        <p:spPr>
          <a:xfrm>
            <a:off x="413582" y="400050"/>
            <a:ext cx="11387893" cy="3484563"/>
          </a:xfrm>
          <a:solidFill>
            <a:schemeClr val="bg2"/>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13582" y="4410115"/>
            <a:ext cx="5630031" cy="1541462"/>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7119939" y="4410114"/>
            <a:ext cx="4681536" cy="1541463"/>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422520253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clusion 5">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1873B9CA-C271-768C-0B16-88845540153B}"/>
              </a:ext>
            </a:extLst>
          </p:cNvPr>
          <p:cNvPicPr/>
          <p:nvPr userDrawn="1"/>
        </p:nvPicPr>
        <p:blipFill>
          <a:blip r:embed="rId2" cstate="print"/>
          <a:stretch>
            <a:fillRect/>
          </a:stretch>
        </p:blipFill>
        <p:spPr>
          <a:xfrm>
            <a:off x="0" y="0"/>
            <a:ext cx="12188952" cy="6858000"/>
          </a:xfrm>
          <a:prstGeom prst="rect">
            <a:avLst/>
          </a:prstGeom>
        </p:spPr>
      </p:pic>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6" y="402337"/>
            <a:ext cx="6606383" cy="915288"/>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397665" y="1946276"/>
            <a:ext cx="9482935" cy="3992562"/>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0556A229-FEBB-D152-453C-CB7311E22927}"/>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368046155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cSld name="1_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2913" y="432000"/>
            <a:ext cx="11306175" cy="1387275"/>
          </a:xfrm>
        </p:spPr>
        <p:txBody>
          <a:bodyPr/>
          <a:lstStyle>
            <a:lvl1pPr>
              <a:defRPr/>
            </a:lvl1pPr>
          </a:lstStyle>
          <a:p>
            <a:r>
              <a:rPr lang="en-US"/>
              <a:t>[Slide title]</a:t>
            </a:r>
          </a:p>
        </p:txBody>
      </p:sp>
      <p:sp>
        <p:nvSpPr>
          <p:cNvPr id="3" name="Content Placeholder 2"/>
          <p:cNvSpPr>
            <a:spLocks noGrp="1"/>
          </p:cNvSpPr>
          <p:nvPr>
            <p:ph idx="1"/>
          </p:nvPr>
        </p:nvSpPr>
        <p:spPr>
          <a:xfrm>
            <a:off x="442912" y="2103120"/>
            <a:ext cx="11306175" cy="4073842"/>
          </a:xfrm>
        </p:spPr>
        <p:txBody>
          <a:bodyPr/>
          <a:lstStyle>
            <a:lvl1pPr marL="730250" indent="-730250">
              <a:lnSpc>
                <a:spcPct val="90000"/>
              </a:lnSpc>
              <a:spcBef>
                <a:spcPts val="0"/>
              </a:spcBef>
              <a:spcAft>
                <a:spcPts val="600"/>
              </a:spcAft>
              <a:buClr>
                <a:schemeClr val="accent1"/>
              </a:buClr>
              <a:buFont typeface="+mj-lt"/>
              <a:buAutoNum type="arabicPeriod"/>
              <a:tabLst>
                <a:tab pos="10623550" algn="r"/>
              </a:tabLst>
              <a:defRPr sz="2800" b="0">
                <a:solidFill>
                  <a:schemeClr val="tx1"/>
                </a:solidFill>
              </a:defRPr>
            </a:lvl1pPr>
            <a:lvl2pPr marL="730250" indent="0">
              <a:buClr>
                <a:schemeClr val="accent4"/>
              </a:buClr>
              <a:buFont typeface="+mj-lt"/>
              <a:buNone/>
              <a:tabLst>
                <a:tab pos="10623550" algn="r"/>
              </a:tabLst>
              <a:defRPr sz="1600"/>
            </a:lvl2pPr>
            <a:lvl3pPr marL="914400" indent="-182563">
              <a:lnSpc>
                <a:spcPct val="100000"/>
              </a:lnSpc>
              <a:tabLst>
                <a:tab pos="10623550" algn="r"/>
              </a:tabLst>
              <a:defRPr/>
            </a:lvl3pPr>
            <a:lvl4pPr marL="1096963" indent="-182563">
              <a:lnSpc>
                <a:spcPct val="100000"/>
              </a:lnSpc>
              <a:tabLst>
                <a:tab pos="10623550" algn="r"/>
              </a:tabLst>
              <a:defRPr/>
            </a:lvl4pPr>
            <a:lvl5pPr marL="1279525" indent="-182563">
              <a:lnSpc>
                <a:spcPct val="100000"/>
              </a:lnSpc>
              <a:tabLst>
                <a:tab pos="10623550" algn="r"/>
              </a:tabLst>
              <a:defRPr/>
            </a:lvl5pPr>
            <a:lvl6pPr marL="1462088" indent="-182563">
              <a:lnSpc>
                <a:spcPct val="100000"/>
              </a:lnSpc>
              <a:tabLst>
                <a:tab pos="10623550" algn="r"/>
              </a:tabLst>
              <a:defRPr/>
            </a:lvl6pPr>
            <a:lvl7pPr marL="1644650" indent="-182563">
              <a:lnSpc>
                <a:spcPct val="100000"/>
              </a:lnSpc>
              <a:tabLst>
                <a:tab pos="10623550" algn="r"/>
              </a:tabLst>
              <a:defRPr/>
            </a:lvl7pPr>
            <a:lvl8pPr marL="1828800" indent="-182563">
              <a:lnSpc>
                <a:spcPct val="100000"/>
              </a:lnSpc>
              <a:tabLst>
                <a:tab pos="10623550" algn="r"/>
              </a:tabLst>
              <a:defRPr/>
            </a:lvl8pPr>
            <a:lvl9pPr marL="2011363" indent="-182563">
              <a:lnSpc>
                <a:spcPct val="100000"/>
              </a:lnSpc>
              <a:tabLst>
                <a:tab pos="10623550"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Date Placeholder 6">
            <a:extLst>
              <a:ext uri="{FF2B5EF4-FFF2-40B4-BE49-F238E27FC236}">
                <a16:creationId xmlns:a16="http://schemas.microsoft.com/office/drawing/2014/main" id="{252A924E-1562-4C41-BBA5-121C8367BC2C}"/>
              </a:ext>
            </a:extLst>
          </p:cNvPr>
          <p:cNvSpPr>
            <a:spLocks noGrp="1"/>
          </p:cNvSpPr>
          <p:nvPr>
            <p:ph type="dt" sz="half" idx="10"/>
          </p:nvPr>
        </p:nvSpPr>
        <p:spPr>
          <a:xfrm>
            <a:off x="9984296" y="6355080"/>
            <a:ext cx="1764792" cy="137160"/>
          </a:xfrm>
        </p:spPr>
        <p:txBody>
          <a:bodyPr vert="horz" lIns="0" tIns="0" rIns="0" bIns="0" rtlCol="0" anchor="b" anchorCtr="0"/>
          <a:lstStyle>
            <a:lvl1pPr algn="r">
              <a:defRPr lang="en-US" smtClean="0"/>
            </a:lvl1pPr>
          </a:lstStyle>
          <a:p>
            <a:r>
              <a:rPr lang="en-US"/>
              <a:t>April 2022</a:t>
            </a:r>
          </a:p>
        </p:txBody>
      </p:sp>
      <p:sp>
        <p:nvSpPr>
          <p:cNvPr id="8" name="Footer Placeholder 7">
            <a:extLst>
              <a:ext uri="{FF2B5EF4-FFF2-40B4-BE49-F238E27FC236}">
                <a16:creationId xmlns:a16="http://schemas.microsoft.com/office/drawing/2014/main" id="{3F422FBF-3705-4C63-924C-33BBACC7C3F3}"/>
              </a:ext>
            </a:extLst>
          </p:cNvPr>
          <p:cNvSpPr>
            <a:spLocks noGrp="1"/>
          </p:cNvSpPr>
          <p:nvPr>
            <p:ph type="ftr" sz="quarter" idx="11"/>
          </p:nvPr>
        </p:nvSpPr>
        <p:spPr>
          <a:xfrm>
            <a:off x="442912" y="6355080"/>
            <a:ext cx="5473701" cy="137160"/>
          </a:xfrm>
        </p:spPr>
        <p:txBody>
          <a:bodyPr vert="horz" lIns="0" tIns="0" rIns="0" bIns="0" rtlCol="0" anchor="b" anchorCtr="0"/>
          <a:lstStyle>
            <a:lvl1pPr algn="l">
              <a:defRPr lang="en-US"/>
            </a:lvl1pPr>
          </a:lstStyle>
          <a:p>
            <a:r>
              <a:rPr lang="en-US"/>
              <a:t>Shell India Director Training - Companies Act, 2013</a:t>
            </a:r>
          </a:p>
        </p:txBody>
      </p:sp>
      <p:sp>
        <p:nvSpPr>
          <p:cNvPr id="9" name="Slide Number Placeholder 8">
            <a:extLst>
              <a:ext uri="{FF2B5EF4-FFF2-40B4-BE49-F238E27FC236}">
                <a16:creationId xmlns:a16="http://schemas.microsoft.com/office/drawing/2014/main" id="{B89A9AF3-A686-4C10-A6E2-ABBC1E862912}"/>
              </a:ext>
            </a:extLst>
          </p:cNvPr>
          <p:cNvSpPr>
            <a:spLocks noGrp="1"/>
          </p:cNvSpPr>
          <p:nvPr>
            <p:ph type="sldNum" sz="quarter" idx="12"/>
          </p:nvPr>
        </p:nvSpPr>
        <p:spPr>
          <a:xfrm>
            <a:off x="9984296" y="6492240"/>
            <a:ext cx="1764792" cy="137160"/>
          </a:xfrm>
        </p:spPr>
        <p:txBody>
          <a:bodyPr vert="horz" lIns="0" tIns="0" rIns="0" bIns="0" rtlCol="0" anchor="b" anchorCtr="0">
            <a:noAutofit/>
          </a:bodyPr>
          <a:lstStyle>
            <a:lvl1pPr algn="r">
              <a:defRPr lang="en-US" smtClean="0"/>
            </a:lvl1pPr>
          </a:lstStyle>
          <a:p>
            <a:fld id="{32F6B986-86D2-4C9F-915D-36CA89413E86}" type="slidenum">
              <a:rPr lang="en-US" smtClean="0"/>
              <a:pPr/>
              <a:t>‹#›</a:t>
            </a:fld>
            <a:endParaRPr lang="en-US"/>
          </a:p>
        </p:txBody>
      </p:sp>
    </p:spTree>
    <p:extLst>
      <p:ext uri="{BB962C8B-B14F-4D97-AF65-F5344CB8AC3E}">
        <p14:creationId xmlns:p14="http://schemas.microsoft.com/office/powerpoint/2010/main" val="835706544"/>
      </p:ext>
    </p:extLst>
  </p:cSld>
  <p:clrMapOvr>
    <a:masterClrMapping/>
  </p:clrMapOvr>
  <p:hf hdr="0"/>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CV-Two people">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5ECC09D1-D416-9CC2-AE0F-767B5D629195}"/>
              </a:ext>
            </a:extLst>
          </p:cNvPr>
          <p:cNvSpPr>
            <a:spLocks noGrp="1"/>
          </p:cNvSpPr>
          <p:nvPr>
            <p:ph type="title"/>
          </p:nvPr>
        </p:nvSpPr>
        <p:spPr/>
        <p:txBody>
          <a:bodyPr/>
          <a:lstStyle/>
          <a:p>
            <a:r>
              <a:rPr lang="en-US"/>
              <a:t>Click to edit Master title style</a:t>
            </a:r>
            <a:endParaRPr lang="en-GB"/>
          </a:p>
        </p:txBody>
      </p:sp>
      <p:sp>
        <p:nvSpPr>
          <p:cNvPr id="5" name="Picture Placeholder 4">
            <a:extLst>
              <a:ext uri="{FF2B5EF4-FFF2-40B4-BE49-F238E27FC236}">
                <a16:creationId xmlns:a16="http://schemas.microsoft.com/office/drawing/2014/main" id="{D7563439-724C-2457-DE6C-1D6DFEC7B42F}"/>
              </a:ext>
            </a:extLst>
          </p:cNvPr>
          <p:cNvSpPr>
            <a:spLocks noGrp="1"/>
          </p:cNvSpPr>
          <p:nvPr>
            <p:ph type="pic" sz="quarter" idx="10"/>
          </p:nvPr>
        </p:nvSpPr>
        <p:spPr>
          <a:xfrm>
            <a:off x="407988" y="1953154"/>
            <a:ext cx="1800225" cy="1938338"/>
          </a:xfrm>
          <a:solidFill>
            <a:srgbClr val="EEEFF1"/>
          </a:solidFill>
        </p:spPr>
        <p:txBody>
          <a:bodyPr/>
          <a:lstStyle/>
          <a:p>
            <a:r>
              <a:rPr lang="en-US"/>
              <a:t>Click icon to add picture</a:t>
            </a:r>
            <a:endParaRPr lang="en-GB"/>
          </a:p>
        </p:txBody>
      </p:sp>
      <p:sp>
        <p:nvSpPr>
          <p:cNvPr id="8" name="Content Placeholder 7">
            <a:extLst>
              <a:ext uri="{FF2B5EF4-FFF2-40B4-BE49-F238E27FC236}">
                <a16:creationId xmlns:a16="http://schemas.microsoft.com/office/drawing/2014/main" id="{5EF96802-B1ED-64D7-1B0C-B613133475BE}"/>
              </a:ext>
            </a:extLst>
          </p:cNvPr>
          <p:cNvSpPr>
            <a:spLocks noGrp="1"/>
          </p:cNvSpPr>
          <p:nvPr>
            <p:ph sz="quarter" idx="11"/>
          </p:nvPr>
        </p:nvSpPr>
        <p:spPr>
          <a:xfrm>
            <a:off x="398463" y="3998913"/>
            <a:ext cx="1800225" cy="1939925"/>
          </a:xfrm>
        </p:spPr>
        <p:txBody>
          <a:bodyPr/>
          <a:lstStyle/>
          <a:p>
            <a:pPr lvl="0"/>
            <a:r>
              <a:rPr lang="en-US"/>
              <a:t>Click to edit Master text styles</a:t>
            </a:r>
          </a:p>
          <a:p>
            <a:pPr lvl="1"/>
            <a:r>
              <a:rPr lang="en-US"/>
              <a:t>Second level</a:t>
            </a:r>
          </a:p>
        </p:txBody>
      </p:sp>
      <p:sp>
        <p:nvSpPr>
          <p:cNvPr id="12" name="Content Placeholder 11">
            <a:extLst>
              <a:ext uri="{FF2B5EF4-FFF2-40B4-BE49-F238E27FC236}">
                <a16:creationId xmlns:a16="http://schemas.microsoft.com/office/drawing/2014/main" id="{09220BB3-7853-D956-8C4C-B3FD38875615}"/>
              </a:ext>
            </a:extLst>
          </p:cNvPr>
          <p:cNvSpPr>
            <a:spLocks noGrp="1"/>
          </p:cNvSpPr>
          <p:nvPr>
            <p:ph sz="quarter" idx="13"/>
          </p:nvPr>
        </p:nvSpPr>
        <p:spPr>
          <a:xfrm>
            <a:off x="2508918" y="1946275"/>
            <a:ext cx="3276935" cy="3992563"/>
          </a:xfrm>
        </p:spPr>
        <p:txBody>
          <a:bodyPr/>
          <a:lstStyle>
            <a:lvl1pPr>
              <a:spcAft>
                <a:spcPts val="400"/>
              </a:spcAft>
              <a:defRPr/>
            </a:lvl1pPr>
          </a:lstStyle>
          <a:p>
            <a:pPr lvl="0"/>
            <a:r>
              <a:rPr lang="en-US"/>
              <a:t>Click to edit Master text styles</a:t>
            </a:r>
          </a:p>
          <a:p>
            <a:pPr lvl="1"/>
            <a:r>
              <a:rPr lang="en-US"/>
              <a:t>Second level</a:t>
            </a:r>
          </a:p>
        </p:txBody>
      </p:sp>
      <p:sp>
        <p:nvSpPr>
          <p:cNvPr id="3" name="Picture Placeholder 4">
            <a:extLst>
              <a:ext uri="{FF2B5EF4-FFF2-40B4-BE49-F238E27FC236}">
                <a16:creationId xmlns:a16="http://schemas.microsoft.com/office/drawing/2014/main" id="{2BA4CE36-EFF2-1254-C89C-04B58ADD5437}"/>
              </a:ext>
            </a:extLst>
          </p:cNvPr>
          <p:cNvSpPr>
            <a:spLocks noGrp="1"/>
          </p:cNvSpPr>
          <p:nvPr>
            <p:ph type="pic" sz="quarter" idx="14"/>
          </p:nvPr>
        </p:nvSpPr>
        <p:spPr>
          <a:xfrm>
            <a:off x="6161756" y="1953154"/>
            <a:ext cx="1800225" cy="1938338"/>
          </a:xfrm>
          <a:solidFill>
            <a:srgbClr val="EEEFF1"/>
          </a:solidFill>
        </p:spPr>
        <p:txBody>
          <a:bodyPr/>
          <a:lstStyle/>
          <a:p>
            <a:r>
              <a:rPr lang="en-US"/>
              <a:t>Click icon to add picture</a:t>
            </a:r>
            <a:endParaRPr lang="en-GB"/>
          </a:p>
        </p:txBody>
      </p:sp>
      <p:sp>
        <p:nvSpPr>
          <p:cNvPr id="7" name="Content Placeholder 7">
            <a:extLst>
              <a:ext uri="{FF2B5EF4-FFF2-40B4-BE49-F238E27FC236}">
                <a16:creationId xmlns:a16="http://schemas.microsoft.com/office/drawing/2014/main" id="{888EBCEF-BA40-9584-6AE5-C7A98252EEB8}"/>
              </a:ext>
            </a:extLst>
          </p:cNvPr>
          <p:cNvSpPr>
            <a:spLocks noGrp="1"/>
          </p:cNvSpPr>
          <p:nvPr>
            <p:ph sz="quarter" idx="15"/>
          </p:nvPr>
        </p:nvSpPr>
        <p:spPr>
          <a:xfrm>
            <a:off x="6161756" y="3998913"/>
            <a:ext cx="1800225" cy="1939925"/>
          </a:xfrm>
        </p:spPr>
        <p:txBody>
          <a:bodyPr/>
          <a:lstStyle/>
          <a:p>
            <a:pPr lvl="0"/>
            <a:r>
              <a:rPr lang="en-US"/>
              <a:t>Click to edit Master text styles</a:t>
            </a:r>
          </a:p>
          <a:p>
            <a:pPr lvl="1"/>
            <a:r>
              <a:rPr lang="en-US"/>
              <a:t>Second level</a:t>
            </a:r>
          </a:p>
        </p:txBody>
      </p:sp>
      <p:sp>
        <p:nvSpPr>
          <p:cNvPr id="9" name="Content Placeholder 11">
            <a:extLst>
              <a:ext uri="{FF2B5EF4-FFF2-40B4-BE49-F238E27FC236}">
                <a16:creationId xmlns:a16="http://schemas.microsoft.com/office/drawing/2014/main" id="{B9101461-B876-7D7A-B834-0387E08CC08E}"/>
              </a:ext>
            </a:extLst>
          </p:cNvPr>
          <p:cNvSpPr>
            <a:spLocks noGrp="1"/>
          </p:cNvSpPr>
          <p:nvPr>
            <p:ph sz="quarter" idx="16"/>
          </p:nvPr>
        </p:nvSpPr>
        <p:spPr>
          <a:xfrm>
            <a:off x="8262686" y="1946275"/>
            <a:ext cx="3276935" cy="3992563"/>
          </a:xfrm>
        </p:spPr>
        <p:txBody>
          <a:bodyPr/>
          <a:lstStyle>
            <a:lvl1pPr>
              <a:spcAft>
                <a:spcPts val="400"/>
              </a:spcAft>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06032381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CV-One person">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5ECC09D1-D416-9CC2-AE0F-767B5D629195}"/>
              </a:ext>
            </a:extLst>
          </p:cNvPr>
          <p:cNvSpPr>
            <a:spLocks noGrp="1"/>
          </p:cNvSpPr>
          <p:nvPr>
            <p:ph type="title"/>
          </p:nvPr>
        </p:nvSpPr>
        <p:spPr/>
        <p:txBody>
          <a:bodyPr/>
          <a:lstStyle/>
          <a:p>
            <a:r>
              <a:rPr lang="en-US"/>
              <a:t>Click to edit Master title style</a:t>
            </a:r>
            <a:endParaRPr lang="en-GB"/>
          </a:p>
        </p:txBody>
      </p:sp>
      <p:sp>
        <p:nvSpPr>
          <p:cNvPr id="5" name="Picture Placeholder 4">
            <a:extLst>
              <a:ext uri="{FF2B5EF4-FFF2-40B4-BE49-F238E27FC236}">
                <a16:creationId xmlns:a16="http://schemas.microsoft.com/office/drawing/2014/main" id="{D7563439-724C-2457-DE6C-1D6DFEC7B42F}"/>
              </a:ext>
            </a:extLst>
          </p:cNvPr>
          <p:cNvSpPr>
            <a:spLocks noGrp="1"/>
          </p:cNvSpPr>
          <p:nvPr>
            <p:ph type="pic" sz="quarter" idx="10"/>
          </p:nvPr>
        </p:nvSpPr>
        <p:spPr>
          <a:xfrm>
            <a:off x="407988" y="1953154"/>
            <a:ext cx="1800225" cy="1938338"/>
          </a:xfrm>
          <a:solidFill>
            <a:srgbClr val="EEEFF1"/>
          </a:solidFill>
        </p:spPr>
        <p:txBody>
          <a:bodyPr/>
          <a:lstStyle/>
          <a:p>
            <a:r>
              <a:rPr lang="en-US"/>
              <a:t>Click icon to add picture</a:t>
            </a:r>
            <a:endParaRPr lang="en-GB"/>
          </a:p>
        </p:txBody>
      </p:sp>
      <p:sp>
        <p:nvSpPr>
          <p:cNvPr id="8" name="Content Placeholder 7">
            <a:extLst>
              <a:ext uri="{FF2B5EF4-FFF2-40B4-BE49-F238E27FC236}">
                <a16:creationId xmlns:a16="http://schemas.microsoft.com/office/drawing/2014/main" id="{5EF96802-B1ED-64D7-1B0C-B613133475BE}"/>
              </a:ext>
            </a:extLst>
          </p:cNvPr>
          <p:cNvSpPr>
            <a:spLocks noGrp="1"/>
          </p:cNvSpPr>
          <p:nvPr>
            <p:ph sz="quarter" idx="11"/>
          </p:nvPr>
        </p:nvSpPr>
        <p:spPr>
          <a:xfrm>
            <a:off x="401638" y="4002088"/>
            <a:ext cx="1800225" cy="1939925"/>
          </a:xfrm>
        </p:spPr>
        <p:txBody>
          <a:bodyPr/>
          <a:lstStyle/>
          <a:p>
            <a:pPr lvl="0"/>
            <a:r>
              <a:rPr lang="en-US"/>
              <a:t>Click to edit Master text styles</a:t>
            </a:r>
          </a:p>
          <a:p>
            <a:pPr lvl="1"/>
            <a:r>
              <a:rPr lang="en-US"/>
              <a:t>Second level</a:t>
            </a:r>
          </a:p>
        </p:txBody>
      </p:sp>
      <p:sp>
        <p:nvSpPr>
          <p:cNvPr id="10" name="Content Placeholder 9">
            <a:extLst>
              <a:ext uri="{FF2B5EF4-FFF2-40B4-BE49-F238E27FC236}">
                <a16:creationId xmlns:a16="http://schemas.microsoft.com/office/drawing/2014/main" id="{97537C81-8D77-5257-7438-91D290209EF0}"/>
              </a:ext>
            </a:extLst>
          </p:cNvPr>
          <p:cNvSpPr>
            <a:spLocks noGrp="1"/>
          </p:cNvSpPr>
          <p:nvPr>
            <p:ph sz="quarter" idx="12" hasCustomPrompt="1"/>
          </p:nvPr>
        </p:nvSpPr>
        <p:spPr>
          <a:xfrm>
            <a:off x="3286710" y="1949450"/>
            <a:ext cx="2762250" cy="3471863"/>
          </a:xfrm>
        </p:spPr>
        <p:txBody>
          <a:bodyPr/>
          <a:lstStyle/>
          <a:p>
            <a:pPr lvl="1"/>
            <a:r>
              <a:rPr lang="en-GB"/>
              <a:t>Second level</a:t>
            </a:r>
          </a:p>
          <a:p>
            <a:pPr lvl="2"/>
            <a:r>
              <a:rPr lang="en-GB"/>
              <a:t>Third level</a:t>
            </a:r>
          </a:p>
          <a:p>
            <a:pPr lvl="3"/>
            <a:r>
              <a:rPr lang="en-GB"/>
              <a:t>Fourth level</a:t>
            </a:r>
          </a:p>
          <a:p>
            <a:pPr lvl="4"/>
            <a:r>
              <a:rPr lang="en-GB"/>
              <a:t>Fifth level</a:t>
            </a:r>
          </a:p>
        </p:txBody>
      </p:sp>
      <p:sp>
        <p:nvSpPr>
          <p:cNvPr id="12" name="Content Placeholder 11">
            <a:extLst>
              <a:ext uri="{FF2B5EF4-FFF2-40B4-BE49-F238E27FC236}">
                <a16:creationId xmlns:a16="http://schemas.microsoft.com/office/drawing/2014/main" id="{09220BB3-7853-D956-8C4C-B3FD38875615}"/>
              </a:ext>
            </a:extLst>
          </p:cNvPr>
          <p:cNvSpPr>
            <a:spLocks noGrp="1"/>
          </p:cNvSpPr>
          <p:nvPr>
            <p:ph sz="quarter" idx="13"/>
          </p:nvPr>
        </p:nvSpPr>
        <p:spPr>
          <a:xfrm>
            <a:off x="7118350" y="1946275"/>
            <a:ext cx="4683125" cy="3478213"/>
          </a:xfrm>
        </p:spPr>
        <p:txBody>
          <a:bodyPr/>
          <a:lstStyle>
            <a:lvl1pPr>
              <a:spcAft>
                <a:spcPts val="400"/>
              </a:spcAft>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17855903"/>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97667" y="402336"/>
            <a:ext cx="5645946" cy="1295399"/>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97668" y="1953895"/>
            <a:ext cx="6606382" cy="398494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2" name="Date Placeholder 71">
            <a:extLst>
              <a:ext uri="{FF2B5EF4-FFF2-40B4-BE49-F238E27FC236}">
                <a16:creationId xmlns:a16="http://schemas.microsoft.com/office/drawing/2014/main" id="{DAB00A56-EB9F-33C3-88B3-D8EB0A54BA49}"/>
              </a:ext>
            </a:extLst>
          </p:cNvPr>
          <p:cNvSpPr>
            <a:spLocks noGrp="1"/>
          </p:cNvSpPr>
          <p:nvPr>
            <p:ph type="dt" sz="half" idx="2"/>
          </p:nvPr>
        </p:nvSpPr>
        <p:spPr>
          <a:xfrm>
            <a:off x="5265850" y="7056786"/>
            <a:ext cx="2743200" cy="161583"/>
          </a:xfrm>
          <a:prstGeom prst="rect">
            <a:avLst/>
          </a:prstGeom>
        </p:spPr>
        <p:txBody>
          <a:bodyPr vert="horz" lIns="0" tIns="0" rIns="0" bIns="0" rtlCol="0" anchor="ctr">
            <a:spAutoFit/>
          </a:bodyPr>
          <a:lstStyle>
            <a:lvl1pPr algn="l">
              <a:defRPr sz="1050">
                <a:solidFill>
                  <a:schemeClr val="tx1"/>
                </a:solidFill>
              </a:defRPr>
            </a:lvl1pPr>
          </a:lstStyle>
          <a:p>
            <a:endParaRPr lang="en-US"/>
          </a:p>
        </p:txBody>
      </p:sp>
    </p:spTree>
    <p:extLst>
      <p:ext uri="{BB962C8B-B14F-4D97-AF65-F5344CB8AC3E}">
        <p14:creationId xmlns:p14="http://schemas.microsoft.com/office/powerpoint/2010/main" val="1643058329"/>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683" r:id="rId3"/>
    <p:sldLayoutId id="2147483743" r:id="rId4"/>
    <p:sldLayoutId id="2147483744" r:id="rId5"/>
    <p:sldLayoutId id="2147483745" r:id="rId6"/>
    <p:sldLayoutId id="2147483746" r:id="rId7"/>
    <p:sldLayoutId id="2147483651" r:id="rId8"/>
    <p:sldLayoutId id="2147483659" r:id="rId9"/>
    <p:sldLayoutId id="2147483660" r:id="rId10"/>
    <p:sldLayoutId id="2147483733" r:id="rId11"/>
    <p:sldLayoutId id="2147483738" r:id="rId12"/>
    <p:sldLayoutId id="2147483739" r:id="rId13"/>
    <p:sldLayoutId id="2147483741" r:id="rId14"/>
    <p:sldLayoutId id="2147483740" r:id="rId15"/>
    <p:sldLayoutId id="2147483696" r:id="rId16"/>
    <p:sldLayoutId id="2147483697" r:id="rId17"/>
    <p:sldLayoutId id="2147483723" r:id="rId18"/>
    <p:sldLayoutId id="2147483724" r:id="rId19"/>
    <p:sldLayoutId id="2147483702" r:id="rId20"/>
    <p:sldLayoutId id="2147483684" r:id="rId21"/>
    <p:sldLayoutId id="2147483703" r:id="rId22"/>
    <p:sldLayoutId id="2147483704" r:id="rId23"/>
    <p:sldLayoutId id="2147483705" r:id="rId24"/>
    <p:sldLayoutId id="2147483685" r:id="rId25"/>
    <p:sldLayoutId id="2147483706" r:id="rId26"/>
    <p:sldLayoutId id="2147483719" r:id="rId27"/>
    <p:sldLayoutId id="2147483717" r:id="rId28"/>
    <p:sldLayoutId id="2147483718" r:id="rId29"/>
    <p:sldLayoutId id="2147483707" r:id="rId30"/>
    <p:sldLayoutId id="2147483708" r:id="rId31"/>
    <p:sldLayoutId id="2147483709" r:id="rId32"/>
    <p:sldLayoutId id="2147483686" r:id="rId33"/>
    <p:sldLayoutId id="2147483722" r:id="rId34"/>
    <p:sldLayoutId id="2147483721" r:id="rId35"/>
    <p:sldLayoutId id="2147483714" r:id="rId36"/>
    <p:sldLayoutId id="2147483710" r:id="rId37"/>
    <p:sldLayoutId id="2147483711" r:id="rId38"/>
    <p:sldLayoutId id="2147483687" r:id="rId39"/>
    <p:sldLayoutId id="2147483713" r:id="rId40"/>
    <p:sldLayoutId id="2147483662" r:id="rId41"/>
    <p:sldLayoutId id="2147483699" r:id="rId42"/>
    <p:sldLayoutId id="2147483663" r:id="rId43"/>
    <p:sldLayoutId id="2147483689" r:id="rId44"/>
    <p:sldLayoutId id="2147483664" r:id="rId45"/>
    <p:sldLayoutId id="2147483690" r:id="rId46"/>
    <p:sldLayoutId id="2147483691" r:id="rId47"/>
    <p:sldLayoutId id="2147483692" r:id="rId48"/>
    <p:sldLayoutId id="2147483671" r:id="rId49"/>
    <p:sldLayoutId id="2147483700" r:id="rId50"/>
    <p:sldLayoutId id="2147483701" r:id="rId51"/>
    <p:sldLayoutId id="2147483693" r:id="rId52"/>
    <p:sldLayoutId id="2147483694" r:id="rId53"/>
    <p:sldLayoutId id="2147483673" r:id="rId54"/>
    <p:sldLayoutId id="2147483676" r:id="rId55"/>
    <p:sldLayoutId id="2147483715" r:id="rId56"/>
    <p:sldLayoutId id="2147483716" r:id="rId57"/>
    <p:sldLayoutId id="2147483678" r:id="rId58"/>
    <p:sldLayoutId id="2147483679" r:id="rId59"/>
    <p:sldLayoutId id="2147483680" r:id="rId60"/>
    <p:sldLayoutId id="2147483666" r:id="rId61"/>
    <p:sldLayoutId id="2147483720" r:id="rId62"/>
    <p:sldLayoutId id="2147483654" r:id="rId63"/>
    <p:sldLayoutId id="2147483655" r:id="rId64"/>
    <p:sldLayoutId id="2147483681" r:id="rId65"/>
    <p:sldLayoutId id="2147483725" r:id="rId66"/>
    <p:sldLayoutId id="2147483726" r:id="rId67"/>
    <p:sldLayoutId id="2147483727" r:id="rId68"/>
    <p:sldLayoutId id="2147483742" r:id="rId69"/>
    <p:sldLayoutId id="2147483751" r:id="rId70"/>
    <p:sldLayoutId id="2147483752" r:id="rId71"/>
    <p:sldLayoutId id="2147483755" r:id="rId72"/>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userDrawn="1">
          <p15:clr>
            <a:srgbClr val="F26B43"/>
          </p15:clr>
        </p15:guide>
        <p15:guide id="3" pos="252" userDrawn="1">
          <p15:clr>
            <a:srgbClr val="F26B43"/>
          </p15:clr>
        </p15:guide>
        <p15:guide id="4" pos="7434" userDrawn="1">
          <p15:clr>
            <a:srgbClr val="F26B43"/>
          </p15:clr>
        </p15:guide>
        <p15:guide id="11" orient="horz" pos="4065" userDrawn="1">
          <p15:clr>
            <a:srgbClr val="F26B43"/>
          </p15:clr>
        </p15:guide>
        <p15:guide id="12" pos="786" userDrawn="1">
          <p15:clr>
            <a:srgbClr val="F26B43"/>
          </p15:clr>
        </p15:guide>
        <p15:guide id="13" pos="858" userDrawn="1">
          <p15:clr>
            <a:srgbClr val="F26B43"/>
          </p15:clr>
        </p15:guide>
        <p15:guide id="14" pos="1391" userDrawn="1">
          <p15:clr>
            <a:srgbClr val="F26B43"/>
          </p15:clr>
        </p15:guide>
        <p15:guide id="15" pos="1461" userDrawn="1">
          <p15:clr>
            <a:srgbClr val="F26B43"/>
          </p15:clr>
        </p15:guide>
        <p15:guide id="16" pos="1994" userDrawn="1">
          <p15:clr>
            <a:srgbClr val="F26B43"/>
          </p15:clr>
        </p15:guide>
        <p15:guide id="17" pos="2067" userDrawn="1">
          <p15:clr>
            <a:srgbClr val="F26B43"/>
          </p15:clr>
        </p15:guide>
        <p15:guide id="18" pos="2600" userDrawn="1">
          <p15:clr>
            <a:srgbClr val="F26B43"/>
          </p15:clr>
        </p15:guide>
        <p15:guide id="19" pos="2670" userDrawn="1">
          <p15:clr>
            <a:srgbClr val="F26B43"/>
          </p15:clr>
        </p15:guide>
        <p15:guide id="20" pos="3204" userDrawn="1">
          <p15:clr>
            <a:srgbClr val="F26B43"/>
          </p15:clr>
        </p15:guide>
        <p15:guide id="21" pos="3275" userDrawn="1">
          <p15:clr>
            <a:srgbClr val="F26B43"/>
          </p15:clr>
        </p15:guide>
        <p15:guide id="22" pos="3807" userDrawn="1">
          <p15:clr>
            <a:srgbClr val="F26B43"/>
          </p15:clr>
        </p15:guide>
        <p15:guide id="23" pos="3879" userDrawn="1">
          <p15:clr>
            <a:srgbClr val="F26B43"/>
          </p15:clr>
        </p15:guide>
        <p15:guide id="24" pos="4412" userDrawn="1">
          <p15:clr>
            <a:srgbClr val="F26B43"/>
          </p15:clr>
        </p15:guide>
        <p15:guide id="25" pos="5016" userDrawn="1">
          <p15:clr>
            <a:srgbClr val="F26B43"/>
          </p15:clr>
        </p15:guide>
        <p15:guide id="26" pos="4484" userDrawn="1">
          <p15:clr>
            <a:srgbClr val="F26B43"/>
          </p15:clr>
        </p15:guide>
        <p15:guide id="27" pos="5088" userDrawn="1">
          <p15:clr>
            <a:srgbClr val="F26B43"/>
          </p15:clr>
        </p15:guide>
        <p15:guide id="28" pos="5621" userDrawn="1">
          <p15:clr>
            <a:srgbClr val="F26B43"/>
          </p15:clr>
        </p15:guide>
        <p15:guide id="29" pos="5693" userDrawn="1">
          <p15:clr>
            <a:srgbClr val="F26B43"/>
          </p15:clr>
        </p15:guide>
        <p15:guide id="30" pos="6224" userDrawn="1">
          <p15:clr>
            <a:srgbClr val="F26B43"/>
          </p15:clr>
        </p15:guide>
        <p15:guide id="31" pos="6297" userDrawn="1">
          <p15:clr>
            <a:srgbClr val="F26B43"/>
          </p15:clr>
        </p15:guide>
        <p15:guide id="32" pos="6828" userDrawn="1">
          <p15:clr>
            <a:srgbClr val="F26B43"/>
          </p15:clr>
        </p15:guide>
        <p15:guide id="33" pos="6900" userDrawn="1">
          <p15:clr>
            <a:srgbClr val="F26B43"/>
          </p15:clr>
        </p15:guide>
        <p15:guide id="34" orient="horz" pos="506" userDrawn="1">
          <p15:clr>
            <a:srgbClr val="F26B43"/>
          </p15:clr>
        </p15:guide>
        <p15:guide id="35" orient="horz" pos="578" userDrawn="1">
          <p15:clr>
            <a:srgbClr val="F26B43"/>
          </p15:clr>
        </p15:guide>
        <p15:guide id="36" orient="horz" pos="830" userDrawn="1">
          <p15:clr>
            <a:srgbClr val="F26B43"/>
          </p15:clr>
        </p15:guide>
        <p15:guide id="37" orient="horz" pos="900" userDrawn="1">
          <p15:clr>
            <a:srgbClr val="F26B43"/>
          </p15:clr>
        </p15:guide>
        <p15:guide id="38" orient="horz" pos="1152" userDrawn="1">
          <p15:clr>
            <a:srgbClr val="F26B43"/>
          </p15:clr>
        </p15:guide>
        <p15:guide id="39" orient="horz" pos="1226" userDrawn="1">
          <p15:clr>
            <a:srgbClr val="F26B43"/>
          </p15:clr>
        </p15:guide>
        <p15:guide id="40" orient="horz" pos="1476" userDrawn="1">
          <p15:clr>
            <a:srgbClr val="F26B43"/>
          </p15:clr>
        </p15:guide>
        <p15:guide id="41" orient="horz" pos="1800" userDrawn="1">
          <p15:clr>
            <a:srgbClr val="F26B43"/>
          </p15:clr>
        </p15:guide>
        <p15:guide id="42" orient="horz" pos="1872" userDrawn="1">
          <p15:clr>
            <a:srgbClr val="F26B43"/>
          </p15:clr>
        </p15:guide>
        <p15:guide id="43" orient="horz" pos="2123" userDrawn="1">
          <p15:clr>
            <a:srgbClr val="F26B43"/>
          </p15:clr>
        </p15:guide>
        <p15:guide id="44" orient="horz" pos="2195" userDrawn="1">
          <p15:clr>
            <a:srgbClr val="F26B43"/>
          </p15:clr>
        </p15:guide>
        <p15:guide id="45" orient="horz" pos="2447" userDrawn="1">
          <p15:clr>
            <a:srgbClr val="F26B43"/>
          </p15:clr>
        </p15:guide>
        <p15:guide id="46" orient="horz" pos="2519" userDrawn="1">
          <p15:clr>
            <a:srgbClr val="F26B43"/>
          </p15:clr>
        </p15:guide>
        <p15:guide id="47" orient="horz" pos="2771" userDrawn="1">
          <p15:clr>
            <a:srgbClr val="F26B43"/>
          </p15:clr>
        </p15:guide>
        <p15:guide id="48" orient="horz" pos="2843" userDrawn="1">
          <p15:clr>
            <a:srgbClr val="F26B43"/>
          </p15:clr>
        </p15:guide>
        <p15:guide id="49" orient="horz" pos="3095" userDrawn="1">
          <p15:clr>
            <a:srgbClr val="F26B43"/>
          </p15:clr>
        </p15:guide>
        <p15:guide id="50" orient="horz" pos="3167" userDrawn="1">
          <p15:clr>
            <a:srgbClr val="F26B43"/>
          </p15:clr>
        </p15:guide>
        <p15:guide id="51" orient="horz" pos="3417" userDrawn="1">
          <p15:clr>
            <a:srgbClr val="F26B43"/>
          </p15:clr>
        </p15:guide>
        <p15:guide id="52" orient="horz" pos="3489" userDrawn="1">
          <p15:clr>
            <a:srgbClr val="F26B43"/>
          </p15:clr>
        </p15:guide>
        <p15:guide id="53" orient="horz" pos="3741" userDrawn="1">
          <p15:clr>
            <a:srgbClr val="F26B43"/>
          </p15:clr>
        </p15:guide>
        <p15:guide id="54" orient="horz" pos="3813" userDrawn="1">
          <p15:clr>
            <a:srgbClr val="F26B43"/>
          </p15:clr>
        </p15:guide>
        <p15:guide id="55" orient="horz" pos="15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customXml" Target="../../customXml/item60.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9.svg"/><Relationship Id="rId2" Type="http://schemas.openxmlformats.org/officeDocument/2006/relationships/slideLayout" Target="../slideLayouts/slideLayout70.xml"/><Relationship Id="rId1" Type="http://schemas.openxmlformats.org/officeDocument/2006/relationships/customXml" Target="../../customXml/item49.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customXml" Target="../../customXml/item5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0.xml"/><Relationship Id="rId1" Type="http://schemas.openxmlformats.org/officeDocument/2006/relationships/customXml" Target="../../customXml/item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0.xml"/><Relationship Id="rId1" Type="http://schemas.openxmlformats.org/officeDocument/2006/relationships/customXml" Target="../../customXml/item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0.xml"/><Relationship Id="rId1" Type="http://schemas.openxmlformats.org/officeDocument/2006/relationships/customXml" Target="../../customXml/item1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0.xml"/><Relationship Id="rId1" Type="http://schemas.openxmlformats.org/officeDocument/2006/relationships/customXml" Target="../../customXml/item30.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0.xml"/><Relationship Id="rId1" Type="http://schemas.openxmlformats.org/officeDocument/2006/relationships/customXml" Target="../../customXml/item39.xml"/><Relationship Id="rId6" Type="http://schemas.openxmlformats.org/officeDocument/2006/relationships/image" Target="../media/image13.jpeg"/><Relationship Id="rId5" Type="http://schemas.openxmlformats.org/officeDocument/2006/relationships/image" Target="../media/image12.sv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notesSlide" Target="../notesSlides/notesSlide9.xml"/><Relationship Id="rId7" Type="http://schemas.openxmlformats.org/officeDocument/2006/relationships/image" Target="../media/image15.png"/><Relationship Id="rId2" Type="http://schemas.openxmlformats.org/officeDocument/2006/relationships/slideLayout" Target="../slideLayouts/slideLayout70.xml"/><Relationship Id="rId1" Type="http://schemas.openxmlformats.org/officeDocument/2006/relationships/customXml" Target="../../customXml/item66.xml"/><Relationship Id="rId6" Type="http://schemas.openxmlformats.org/officeDocument/2006/relationships/image" Target="../media/image14.jpeg"/><Relationship Id="rId5" Type="http://schemas.openxmlformats.org/officeDocument/2006/relationships/image" Target="../media/image12.sv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notesSlide" Target="../notesSlides/notesSlide10.xml"/><Relationship Id="rId7" Type="http://schemas.openxmlformats.org/officeDocument/2006/relationships/image" Target="../media/image18.png"/><Relationship Id="rId2" Type="http://schemas.openxmlformats.org/officeDocument/2006/relationships/slideLayout" Target="../slideLayouts/slideLayout70.xml"/><Relationship Id="rId1" Type="http://schemas.openxmlformats.org/officeDocument/2006/relationships/customXml" Target="../../customXml/item65.xml"/><Relationship Id="rId6" Type="http://schemas.openxmlformats.org/officeDocument/2006/relationships/image" Target="../media/image17.jpeg"/><Relationship Id="rId5" Type="http://schemas.openxmlformats.org/officeDocument/2006/relationships/image" Target="../media/image12.sv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customXml" Target="../../customXml/item34.xml"/></Relationships>
</file>

<file path=ppt/slides/_rels/slide1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slideLayout" Target="../slideLayouts/slideLayout70.xml"/><Relationship Id="rId1" Type="http://schemas.openxmlformats.org/officeDocument/2006/relationships/customXml" Target="../../customXml/item61.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customXml" Target="../../customXml/item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31.svg"/><Relationship Id="rId2" Type="http://schemas.openxmlformats.org/officeDocument/2006/relationships/slideLayout" Target="../slideLayouts/slideLayout63.xml"/><Relationship Id="rId1" Type="http://schemas.openxmlformats.org/officeDocument/2006/relationships/customXml" Target="../../customXml/item55.xml"/><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3.xml"/><Relationship Id="rId1" Type="http://schemas.openxmlformats.org/officeDocument/2006/relationships/customXml" Target="../../customXml/item40.xml"/></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notesSlide" Target="../notesSlides/notesSlide13.xml"/><Relationship Id="rId7" Type="http://schemas.openxmlformats.org/officeDocument/2006/relationships/diagramQuickStyle" Target="../diagrams/quickStyle1.xml"/><Relationship Id="rId2" Type="http://schemas.openxmlformats.org/officeDocument/2006/relationships/slideLayout" Target="../slideLayouts/slideLayout63.xml"/><Relationship Id="rId1" Type="http://schemas.openxmlformats.org/officeDocument/2006/relationships/customXml" Target="../../customXml/item50.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chart" Target="../charts/chart1.xml"/><Relationship Id="rId9" Type="http://schemas.microsoft.com/office/2007/relationships/diagramDrawing" Target="../diagrams/drawing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customXml" Target="../../customXml/item25.xml"/></Relationships>
</file>

<file path=ppt/slides/_rels/slide1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svg"/><Relationship Id="rId3" Type="http://schemas.openxmlformats.org/officeDocument/2006/relationships/notesSlide" Target="../notesSlides/notesSlide14.xml"/><Relationship Id="rId7" Type="http://schemas.openxmlformats.org/officeDocument/2006/relationships/image" Target="../media/image35.svg"/><Relationship Id="rId12" Type="http://schemas.openxmlformats.org/officeDocument/2006/relationships/image" Target="../media/image40.png"/><Relationship Id="rId2" Type="http://schemas.openxmlformats.org/officeDocument/2006/relationships/slideLayout" Target="../slideLayouts/slideLayout63.xml"/><Relationship Id="rId1" Type="http://schemas.openxmlformats.org/officeDocument/2006/relationships/customXml" Target="../../customXml/item15.xml"/><Relationship Id="rId6" Type="http://schemas.openxmlformats.org/officeDocument/2006/relationships/image" Target="../media/image34.png"/><Relationship Id="rId11" Type="http://schemas.openxmlformats.org/officeDocument/2006/relationships/image" Target="../media/image39.svg"/><Relationship Id="rId5" Type="http://schemas.openxmlformats.org/officeDocument/2006/relationships/image" Target="../media/image33.sv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svg"/></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Data" Target="../diagrams/data4.xml"/><Relationship Id="rId18" Type="http://schemas.openxmlformats.org/officeDocument/2006/relationships/image" Target="../media/image52.png"/><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17" Type="http://schemas.microsoft.com/office/2007/relationships/diagramDrawing" Target="../diagrams/drawing4.xml"/><Relationship Id="rId2" Type="http://schemas.openxmlformats.org/officeDocument/2006/relationships/slideLayout" Target="../slideLayouts/slideLayout64.xml"/><Relationship Id="rId16" Type="http://schemas.openxmlformats.org/officeDocument/2006/relationships/diagramColors" Target="../diagrams/colors4.xml"/><Relationship Id="rId1" Type="http://schemas.openxmlformats.org/officeDocument/2006/relationships/customXml" Target="../../customXml/item11.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5" Type="http://schemas.openxmlformats.org/officeDocument/2006/relationships/diagramQuickStyle" Target="../diagrams/quickStyle4.xml"/><Relationship Id="rId10" Type="http://schemas.openxmlformats.org/officeDocument/2006/relationships/diagramQuickStyle" Target="../diagrams/quickStyle3.xml"/><Relationship Id="rId19" Type="http://schemas.openxmlformats.org/officeDocument/2006/relationships/image" Target="../media/image53.svg"/><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customXml" Target="../../customXml/item24.xml"/></Relationships>
</file>

<file path=ppt/slides/_rels/slide21.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notesSlide" Target="../notesSlides/notesSlide15.xml"/><Relationship Id="rId7" Type="http://schemas.openxmlformats.org/officeDocument/2006/relationships/image" Target="../media/image57.svg"/><Relationship Id="rId2" Type="http://schemas.openxmlformats.org/officeDocument/2006/relationships/slideLayout" Target="../slideLayouts/slideLayout63.xml"/><Relationship Id="rId1" Type="http://schemas.openxmlformats.org/officeDocument/2006/relationships/customXml" Target="../../customXml/item38.xml"/><Relationship Id="rId6" Type="http://schemas.openxmlformats.org/officeDocument/2006/relationships/image" Target="../media/image56.png"/><Relationship Id="rId5" Type="http://schemas.openxmlformats.org/officeDocument/2006/relationships/image" Target="../media/image55.svg"/><Relationship Id="rId4" Type="http://schemas.openxmlformats.org/officeDocument/2006/relationships/image" Target="../media/image54.png"/><Relationship Id="rId9" Type="http://schemas.openxmlformats.org/officeDocument/2006/relationships/image" Target="../media/image59.sv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customXml" Target="../../customXml/item16.xml"/></Relationships>
</file>

<file path=ppt/slides/_rels/slide23.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slideLayout" Target="../slideLayouts/slideLayout8.xml"/><Relationship Id="rId1" Type="http://schemas.openxmlformats.org/officeDocument/2006/relationships/customXml" Target="../../customXml/item45.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slides/_rels/slide24.xml.rels><?xml version="1.0" encoding="UTF-8" standalone="yes"?>
<Relationships xmlns="http://schemas.openxmlformats.org/package/2006/relationships"><Relationship Id="rId8" Type="http://schemas.openxmlformats.org/officeDocument/2006/relationships/image" Target="../media/image70.svg"/><Relationship Id="rId13" Type="http://schemas.openxmlformats.org/officeDocument/2006/relationships/image" Target="../media/image75.png"/><Relationship Id="rId3" Type="http://schemas.openxmlformats.org/officeDocument/2006/relationships/notesSlide" Target="../notesSlides/notesSlide16.xml"/><Relationship Id="rId7" Type="http://schemas.openxmlformats.org/officeDocument/2006/relationships/image" Target="../media/image69.png"/><Relationship Id="rId12" Type="http://schemas.openxmlformats.org/officeDocument/2006/relationships/image" Target="../media/image74.svg"/><Relationship Id="rId2" Type="http://schemas.openxmlformats.org/officeDocument/2006/relationships/slideLayout" Target="../slideLayouts/slideLayout63.xml"/><Relationship Id="rId16" Type="http://schemas.openxmlformats.org/officeDocument/2006/relationships/image" Target="../media/image78.svg"/><Relationship Id="rId1" Type="http://schemas.openxmlformats.org/officeDocument/2006/relationships/customXml" Target="../../customXml/item64.xml"/><Relationship Id="rId6" Type="http://schemas.openxmlformats.org/officeDocument/2006/relationships/image" Target="../media/image68.svg"/><Relationship Id="rId11" Type="http://schemas.openxmlformats.org/officeDocument/2006/relationships/image" Target="../media/image73.png"/><Relationship Id="rId5" Type="http://schemas.openxmlformats.org/officeDocument/2006/relationships/image" Target="../media/image67.png"/><Relationship Id="rId15" Type="http://schemas.openxmlformats.org/officeDocument/2006/relationships/image" Target="../media/image77.png"/><Relationship Id="rId10" Type="http://schemas.openxmlformats.org/officeDocument/2006/relationships/image" Target="../media/image72.svg"/><Relationship Id="rId4" Type="http://schemas.openxmlformats.org/officeDocument/2006/relationships/image" Target="../media/image66.jpeg"/><Relationship Id="rId9" Type="http://schemas.openxmlformats.org/officeDocument/2006/relationships/image" Target="../media/image71.png"/><Relationship Id="rId14" Type="http://schemas.openxmlformats.org/officeDocument/2006/relationships/image" Target="../media/image76.svg"/></Relationships>
</file>

<file path=ppt/slides/_rels/slide25.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svg"/><Relationship Id="rId3" Type="http://schemas.openxmlformats.org/officeDocument/2006/relationships/notesSlide" Target="../notesSlides/notesSlide17.xml"/><Relationship Id="rId7" Type="http://schemas.openxmlformats.org/officeDocument/2006/relationships/image" Target="../media/image82.svg"/><Relationship Id="rId12" Type="http://schemas.openxmlformats.org/officeDocument/2006/relationships/image" Target="../media/image87.png"/><Relationship Id="rId17" Type="http://schemas.openxmlformats.org/officeDocument/2006/relationships/image" Target="../media/image78.svg"/><Relationship Id="rId2" Type="http://schemas.openxmlformats.org/officeDocument/2006/relationships/slideLayout" Target="../slideLayouts/slideLayout63.xml"/><Relationship Id="rId16" Type="http://schemas.openxmlformats.org/officeDocument/2006/relationships/image" Target="../media/image77.png"/><Relationship Id="rId1" Type="http://schemas.openxmlformats.org/officeDocument/2006/relationships/customXml" Target="../../customXml/item42.xml"/><Relationship Id="rId6" Type="http://schemas.openxmlformats.org/officeDocument/2006/relationships/image" Target="../media/image81.png"/><Relationship Id="rId11" Type="http://schemas.openxmlformats.org/officeDocument/2006/relationships/image" Target="../media/image86.svg"/><Relationship Id="rId5" Type="http://schemas.openxmlformats.org/officeDocument/2006/relationships/image" Target="../media/image80.svg"/><Relationship Id="rId15" Type="http://schemas.openxmlformats.org/officeDocument/2006/relationships/image" Target="../media/image76.sv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svg"/><Relationship Id="rId14" Type="http://schemas.openxmlformats.org/officeDocument/2006/relationships/image" Target="../media/image7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customXml" Target="../../customXml/item35.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slideLayout" Target="../slideLayouts/slideLayout63.xml"/><Relationship Id="rId1" Type="http://schemas.openxmlformats.org/officeDocument/2006/relationships/customXml" Target="../../customXml/item59.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3.xml"/><Relationship Id="rId1" Type="http://schemas.openxmlformats.org/officeDocument/2006/relationships/customXml" Target="../../customXml/item19.xml"/><Relationship Id="rId5" Type="http://schemas.openxmlformats.org/officeDocument/2006/relationships/image" Target="../media/image90.svg"/><Relationship Id="rId4" Type="http://schemas.openxmlformats.org/officeDocument/2006/relationships/image" Target="../media/image89.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customXml" Target="../../customXml/item56.xml"/></Relationships>
</file>

<file path=ppt/slides/_rels/slide30.xml.rels><?xml version="1.0" encoding="UTF-8" standalone="yes"?>
<Relationships xmlns="http://schemas.openxmlformats.org/package/2006/relationships"><Relationship Id="rId8" Type="http://schemas.openxmlformats.org/officeDocument/2006/relationships/diagramData" Target="../diagrams/data6.xml"/><Relationship Id="rId13" Type="http://schemas.openxmlformats.org/officeDocument/2006/relationships/image" Target="../media/image93.jpeg"/><Relationship Id="rId3" Type="http://schemas.openxmlformats.org/officeDocument/2006/relationships/notesSlide" Target="../notesSlides/notesSlide19.xml"/><Relationship Id="rId7" Type="http://schemas.openxmlformats.org/officeDocument/2006/relationships/image" Target="../media/image92.svg"/><Relationship Id="rId12" Type="http://schemas.microsoft.com/office/2007/relationships/diagramDrawing" Target="../diagrams/drawing6.xml"/><Relationship Id="rId2" Type="http://schemas.openxmlformats.org/officeDocument/2006/relationships/slideLayout" Target="../slideLayouts/slideLayout70.xml"/><Relationship Id="rId1" Type="http://schemas.openxmlformats.org/officeDocument/2006/relationships/customXml" Target="../../customXml/item20.xml"/><Relationship Id="rId6" Type="http://schemas.openxmlformats.org/officeDocument/2006/relationships/image" Target="../media/image91.png"/><Relationship Id="rId11" Type="http://schemas.openxmlformats.org/officeDocument/2006/relationships/diagramColors" Target="../diagrams/colors6.xml"/><Relationship Id="rId5" Type="http://schemas.openxmlformats.org/officeDocument/2006/relationships/image" Target="../media/image7.svg"/><Relationship Id="rId10" Type="http://schemas.openxmlformats.org/officeDocument/2006/relationships/diagramQuickStyle" Target="../diagrams/quickStyle6.xml"/><Relationship Id="rId4" Type="http://schemas.openxmlformats.org/officeDocument/2006/relationships/image" Target="../media/image6.png"/><Relationship Id="rId9" Type="http://schemas.openxmlformats.org/officeDocument/2006/relationships/diagramLayout" Target="../diagrams/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slideLayout" Target="../slideLayouts/slideLayout44.xml"/><Relationship Id="rId1" Type="http://schemas.openxmlformats.org/officeDocument/2006/relationships/customXml" Target="../../customXml/item6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customXml" Target="../../customXml/item1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8.xml"/><Relationship Id="rId1" Type="http://schemas.openxmlformats.org/officeDocument/2006/relationships/customXml" Target="../../customXml/item13.xml"/><Relationship Id="rId4" Type="http://schemas.openxmlformats.org/officeDocument/2006/relationships/image" Target="../media/image95.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8.xml"/><Relationship Id="rId1" Type="http://schemas.openxmlformats.org/officeDocument/2006/relationships/customXml" Target="../../customXml/item2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customXml" Target="../../customXml/item53.xml"/></Relationships>
</file>

<file path=ppt/slides/_rels/slide36.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notesSlide" Target="../notesSlides/notesSlide22.xml"/><Relationship Id="rId7" Type="http://schemas.openxmlformats.org/officeDocument/2006/relationships/diagramColors" Target="../diagrams/colors7.xml"/><Relationship Id="rId2" Type="http://schemas.openxmlformats.org/officeDocument/2006/relationships/slideLayout" Target="../slideLayouts/slideLayout72.xml"/><Relationship Id="rId1" Type="http://schemas.openxmlformats.org/officeDocument/2006/relationships/customXml" Target="../../customXml/item23.xml"/><Relationship Id="rId6" Type="http://schemas.openxmlformats.org/officeDocument/2006/relationships/diagramQuickStyle" Target="../diagrams/quickStyle7.xml"/><Relationship Id="rId5" Type="http://schemas.openxmlformats.org/officeDocument/2006/relationships/diagramLayout" Target="../diagrams/layout7.xml"/><Relationship Id="rId10" Type="http://schemas.openxmlformats.org/officeDocument/2006/relationships/image" Target="../media/image97.svg"/><Relationship Id="rId4" Type="http://schemas.openxmlformats.org/officeDocument/2006/relationships/diagramData" Target="../diagrams/data7.xml"/><Relationship Id="rId9" Type="http://schemas.openxmlformats.org/officeDocument/2006/relationships/image" Target="../media/image96.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8.xml"/><Relationship Id="rId1" Type="http://schemas.openxmlformats.org/officeDocument/2006/relationships/customXml" Target="../../customXml/item5.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customXml" Target="../../customXml/item3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3.xml"/><Relationship Id="rId1" Type="http://schemas.openxmlformats.org/officeDocument/2006/relationships/customXml" Target="../../customXml/item6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3.xml"/><Relationship Id="rId1" Type="http://schemas.openxmlformats.org/officeDocument/2006/relationships/customXml" Target="../../customXml/item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customXml" Target="../../customXml/item3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3.xml"/><Relationship Id="rId1" Type="http://schemas.openxmlformats.org/officeDocument/2006/relationships/customXml" Target="../../customXml/item41.xml"/><Relationship Id="rId4" Type="http://schemas.openxmlformats.org/officeDocument/2006/relationships/image" Target="../media/image98.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3.xml"/><Relationship Id="rId1" Type="http://schemas.openxmlformats.org/officeDocument/2006/relationships/customXml" Target="../../customXml/item18.xml"/></Relationships>
</file>

<file path=ppt/slides/_rels/slide44.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08.svg"/><Relationship Id="rId3" Type="http://schemas.openxmlformats.org/officeDocument/2006/relationships/notesSlide" Target="../notesSlides/notesSlide28.xml"/><Relationship Id="rId7" Type="http://schemas.openxmlformats.org/officeDocument/2006/relationships/image" Target="../media/image102.svg"/><Relationship Id="rId12" Type="http://schemas.openxmlformats.org/officeDocument/2006/relationships/image" Target="../media/image107.png"/><Relationship Id="rId2" Type="http://schemas.openxmlformats.org/officeDocument/2006/relationships/slideLayout" Target="../slideLayouts/slideLayout63.xml"/><Relationship Id="rId1" Type="http://schemas.openxmlformats.org/officeDocument/2006/relationships/customXml" Target="../../customXml/item31.xml"/><Relationship Id="rId6" Type="http://schemas.openxmlformats.org/officeDocument/2006/relationships/image" Target="../media/image101.png"/><Relationship Id="rId11" Type="http://schemas.openxmlformats.org/officeDocument/2006/relationships/image" Target="../media/image106.svg"/><Relationship Id="rId5" Type="http://schemas.openxmlformats.org/officeDocument/2006/relationships/image" Target="../media/image100.svg"/><Relationship Id="rId10" Type="http://schemas.openxmlformats.org/officeDocument/2006/relationships/image" Target="../media/image105.png"/><Relationship Id="rId4" Type="http://schemas.openxmlformats.org/officeDocument/2006/relationships/image" Target="../media/image99.png"/><Relationship Id="rId9" Type="http://schemas.openxmlformats.org/officeDocument/2006/relationships/image" Target="../media/image104.svg"/></Relationships>
</file>

<file path=ppt/slides/_rels/slide45.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notesSlide" Target="../notesSlides/notesSlide29.xml"/><Relationship Id="rId7" Type="http://schemas.openxmlformats.org/officeDocument/2006/relationships/image" Target="../media/image112.png"/><Relationship Id="rId2" Type="http://schemas.openxmlformats.org/officeDocument/2006/relationships/slideLayout" Target="../slideLayouts/slideLayout35.xml"/><Relationship Id="rId1" Type="http://schemas.openxmlformats.org/officeDocument/2006/relationships/customXml" Target="../../customXml/item22.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46.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notesSlide" Target="../notesSlides/notesSlide30.xml"/><Relationship Id="rId7" Type="http://schemas.openxmlformats.org/officeDocument/2006/relationships/image" Target="../media/image117.png"/><Relationship Id="rId2" Type="http://schemas.openxmlformats.org/officeDocument/2006/relationships/slideLayout" Target="../slideLayouts/slideLayout35.xml"/><Relationship Id="rId1" Type="http://schemas.openxmlformats.org/officeDocument/2006/relationships/customXml" Target="../../customXml/item51.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47.xml.rels><?xml version="1.0" encoding="UTF-8" standalone="yes"?>
<Relationships xmlns="http://schemas.openxmlformats.org/package/2006/relationships"><Relationship Id="rId3" Type="http://schemas.openxmlformats.org/officeDocument/2006/relationships/hyperlink" Target="https://www.oecd.org/content/dam/oecd/en/publications/reports/2025/10/oecd-corporate-governance-factbook-2025_56febc0d/f4f43735-en.pdf" TargetMode="External"/><Relationship Id="rId2" Type="http://schemas.openxmlformats.org/officeDocument/2006/relationships/slideLayout" Target="../slideLayouts/slideLayout51.xml"/><Relationship Id="rId1" Type="http://schemas.openxmlformats.org/officeDocument/2006/relationships/customXml" Target="../../customXml/item52.xml"/><Relationship Id="rId4" Type="http://schemas.openxmlformats.org/officeDocument/2006/relationships/image" Target="../media/image119.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63.xml"/><Relationship Id="rId1" Type="http://schemas.openxmlformats.org/officeDocument/2006/relationships/customXml" Target="../../customXml/item1.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3.xml"/><Relationship Id="rId1" Type="http://schemas.openxmlformats.org/officeDocument/2006/relationships/customXml" Target="../../customXml/item4.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8.xml"/><Relationship Id="rId1" Type="http://schemas.openxmlformats.org/officeDocument/2006/relationships/customXml" Target="../../customXml/item7.xml"/><Relationship Id="rId4" Type="http://schemas.openxmlformats.org/officeDocument/2006/relationships/image" Target="../media/image120.jpe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customXml" Target="../../customXml/item44.xml"/></Relationships>
</file>

<file path=ppt/slides/_rels/slide52.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slideLayout" Target="../slideLayouts/slideLayout63.xml"/><Relationship Id="rId1" Type="http://schemas.openxmlformats.org/officeDocument/2006/relationships/customXml" Target="../../customXml/item27.xml"/><Relationship Id="rId5" Type="http://schemas.openxmlformats.org/officeDocument/2006/relationships/image" Target="../media/image122.svg"/><Relationship Id="rId4" Type="http://schemas.openxmlformats.org/officeDocument/2006/relationships/image" Target="../media/image79.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65.xml"/><Relationship Id="rId1" Type="http://schemas.openxmlformats.org/officeDocument/2006/relationships/customXml" Target="../../customXml/item3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customXml" Target="../../customXml/item47.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slideLayout" Target="../slideLayouts/slideLayout70.xml"/><Relationship Id="rId1" Type="http://schemas.openxmlformats.org/officeDocument/2006/relationships/customXml" Target="../../customXml/item46.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A9E4A6-2A28-3D47-1EB3-5FDD537612F5}"/>
              </a:ext>
            </a:extLst>
          </p:cNvPr>
          <p:cNvSpPr/>
          <p:nvPr/>
        </p:nvSpPr>
        <p:spPr>
          <a:xfrm>
            <a:off x="0" y="5504688"/>
            <a:ext cx="8467344" cy="5394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DB58C90D-FB2B-C2BB-DC97-9D68D0E4A3F7}"/>
              </a:ext>
            </a:extLst>
          </p:cNvPr>
          <p:cNvSpPr txBox="1"/>
          <p:nvPr/>
        </p:nvSpPr>
        <p:spPr>
          <a:xfrm>
            <a:off x="137160" y="4032504"/>
            <a:ext cx="8330184" cy="1472184"/>
          </a:xfrm>
          <a:prstGeom prst="rect">
            <a:avLst/>
          </a:prstGeom>
          <a:noFill/>
        </p:spPr>
        <p:txBody>
          <a:bodyPr wrap="square" lIns="0" tIns="0" rIns="0" bIns="0" rtlCol="0">
            <a:noAutofit/>
          </a:bodyPr>
          <a:lstStyle/>
          <a:p>
            <a:pPr algn="l"/>
            <a:r>
              <a:rPr lang="en-GB" sz="4000" b="1">
                <a:latin typeface="+mj-lt"/>
              </a:rPr>
              <a:t>Corporate Governance, Ethics &amp; Regulatory</a:t>
            </a:r>
          </a:p>
        </p:txBody>
      </p:sp>
      <p:pic>
        <p:nvPicPr>
          <p:cNvPr id="8" name="Graphic 7">
            <a:extLst>
              <a:ext uri="{FF2B5EF4-FFF2-40B4-BE49-F238E27FC236}">
                <a16:creationId xmlns:a16="http://schemas.microsoft.com/office/drawing/2014/main" id="{01DA07FF-8C89-8116-4134-447D590E997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3391" y="383381"/>
            <a:ext cx="1064007" cy="517902"/>
          </a:xfrm>
          <a:prstGeom prst="rect">
            <a:avLst/>
          </a:prstGeom>
        </p:spPr>
      </p:pic>
      <p:pic>
        <p:nvPicPr>
          <p:cNvPr id="12" name="Picture Placeholder 11" descr="Person using tablet and digital pen">
            <a:extLst>
              <a:ext uri="{FF2B5EF4-FFF2-40B4-BE49-F238E27FC236}">
                <a16:creationId xmlns:a16="http://schemas.microsoft.com/office/drawing/2014/main" id="{69E33AA9-B018-8279-99FE-25FE36060713}"/>
              </a:ext>
            </a:extLst>
          </p:cNvPr>
          <p:cNvPicPr>
            <a:picLocks noGrp="1" noChangeAspect="1"/>
          </p:cNvPicPr>
          <p:nvPr>
            <p:ph type="pic" sz="quarter" idx="10"/>
          </p:nvPr>
        </p:nvPicPr>
        <p:blipFill>
          <a:blip r:embed="rId6">
            <a:extLst>
              <a:ext uri="{BEBA8EAE-BF5A-486C-A8C5-ECC9F3942E4B}">
                <a14:imgProps xmlns:a14="http://schemas.microsoft.com/office/drawing/2010/main">
                  <a14:imgLayer r:embed="rId7">
                    <a14:imgEffect>
                      <a14:brightnessContrast bright="-32000" contrast="40000"/>
                    </a14:imgEffect>
                  </a14:imgLayer>
                </a14:imgProps>
              </a:ext>
              <a:ext uri="{28A0092B-C50C-407E-A947-70E740481C1C}">
                <a14:useLocalDpi xmlns:a14="http://schemas.microsoft.com/office/drawing/2010/main" val="0"/>
              </a:ext>
            </a:extLst>
          </a:blip>
          <a:srcRect t="7833" b="7833"/>
          <a:stretch>
            <a:fillRect/>
          </a:stretch>
        </p:blipFill>
        <p:spPr/>
      </p:pic>
      <p:sp>
        <p:nvSpPr>
          <p:cNvPr id="13" name="Rectangle 12">
            <a:extLst>
              <a:ext uri="{FF2B5EF4-FFF2-40B4-BE49-F238E27FC236}">
                <a16:creationId xmlns:a16="http://schemas.microsoft.com/office/drawing/2014/main" id="{52D4A70E-75AC-142B-F86A-1BDDC4FB6D00}"/>
              </a:ext>
            </a:extLst>
          </p:cNvPr>
          <p:cNvSpPr/>
          <p:nvPr/>
        </p:nvSpPr>
        <p:spPr>
          <a:xfrm>
            <a:off x="0" y="5125212"/>
            <a:ext cx="8613648" cy="61722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41648E87-368E-1927-0ADA-017217244486}"/>
              </a:ext>
            </a:extLst>
          </p:cNvPr>
          <p:cNvSpPr txBox="1"/>
          <p:nvPr/>
        </p:nvSpPr>
        <p:spPr>
          <a:xfrm>
            <a:off x="137160" y="3776472"/>
            <a:ext cx="9171432" cy="1225296"/>
          </a:xfrm>
          <a:prstGeom prst="rect">
            <a:avLst/>
          </a:prstGeom>
          <a:noFill/>
        </p:spPr>
        <p:txBody>
          <a:bodyPr wrap="square" lIns="0" tIns="0" rIns="0" bIns="0" rtlCol="0" anchor="t">
            <a:noAutofit/>
          </a:bodyPr>
          <a:lstStyle/>
          <a:p>
            <a:r>
              <a:rPr lang="en-GB" sz="4000" b="1">
                <a:solidFill>
                  <a:schemeClr val="bg1"/>
                </a:solidFill>
                <a:latin typeface="+mj-lt"/>
              </a:rPr>
              <a:t>Corporate Governance, Ethics &amp; Regulatory Frameworks</a:t>
            </a:r>
          </a:p>
        </p:txBody>
      </p:sp>
    </p:spTree>
    <p:custDataLst>
      <p:custData r:id="rId1"/>
    </p:custDataLst>
    <p:extLst>
      <p:ext uri="{BB962C8B-B14F-4D97-AF65-F5344CB8AC3E}">
        <p14:creationId xmlns:p14="http://schemas.microsoft.com/office/powerpoint/2010/main" val="3432792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461BC7-5710-CE5F-9A74-6DD966BD5158}"/>
            </a:ext>
          </a:extLst>
        </p:cNvPr>
        <p:cNvGrpSpPr/>
        <p:nvPr/>
      </p:nvGrpSpPr>
      <p:grpSpPr>
        <a:xfrm>
          <a:off x="0" y="0"/>
          <a:ext cx="0" cy="0"/>
          <a:chOff x="0" y="0"/>
          <a:chExt cx="0" cy="0"/>
        </a:xfrm>
      </p:grpSpPr>
      <p:sp>
        <p:nvSpPr>
          <p:cNvPr id="23" name="Flowchart: Process 22">
            <a:extLst>
              <a:ext uri="{FF2B5EF4-FFF2-40B4-BE49-F238E27FC236}">
                <a16:creationId xmlns:a16="http://schemas.microsoft.com/office/drawing/2014/main" id="{D4806D81-D037-9AE4-60DC-82CD1F180A04}"/>
              </a:ext>
            </a:extLst>
          </p:cNvPr>
          <p:cNvSpPr/>
          <p:nvPr/>
        </p:nvSpPr>
        <p:spPr>
          <a:xfrm>
            <a:off x="-10496" y="-12254"/>
            <a:ext cx="6115278" cy="6858000"/>
          </a:xfrm>
          <a:prstGeom prst="flowChartProcess">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lowchart: Process 23">
            <a:extLst>
              <a:ext uri="{FF2B5EF4-FFF2-40B4-BE49-F238E27FC236}">
                <a16:creationId xmlns:a16="http://schemas.microsoft.com/office/drawing/2014/main" id="{9B076605-4239-4A86-7A88-31CE624DC7D0}"/>
              </a:ext>
            </a:extLst>
          </p:cNvPr>
          <p:cNvSpPr/>
          <p:nvPr/>
        </p:nvSpPr>
        <p:spPr>
          <a:xfrm>
            <a:off x="6106135" y="0"/>
            <a:ext cx="6076722" cy="6858000"/>
          </a:xfrm>
          <a:prstGeom prst="flowChartProcess">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just">
              <a:lnSpc>
                <a:spcPct val="100000"/>
              </a:lnSpc>
              <a:buFont typeface="Wingdings" panose="05000000000000000000" pitchFamily="2" charset="2"/>
              <a:buChar char="q"/>
            </a:pPr>
            <a:endParaRPr lang="en-US">
              <a:solidFill>
                <a:schemeClr val="tx1"/>
              </a:solidFill>
            </a:endParaRPr>
          </a:p>
        </p:txBody>
      </p:sp>
      <p:sp>
        <p:nvSpPr>
          <p:cNvPr id="28" name="Flowchart: Process 27">
            <a:extLst>
              <a:ext uri="{FF2B5EF4-FFF2-40B4-BE49-F238E27FC236}">
                <a16:creationId xmlns:a16="http://schemas.microsoft.com/office/drawing/2014/main" id="{3AC2E499-CB4E-3089-54BE-8C4D828B83E3}"/>
              </a:ext>
            </a:extLst>
          </p:cNvPr>
          <p:cNvSpPr/>
          <p:nvPr/>
        </p:nvSpPr>
        <p:spPr>
          <a:xfrm>
            <a:off x="-1" y="0"/>
            <a:ext cx="6095999" cy="1339702"/>
          </a:xfrm>
          <a:prstGeom prst="flowChartProcess">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Flowchart: Process 29">
            <a:extLst>
              <a:ext uri="{FF2B5EF4-FFF2-40B4-BE49-F238E27FC236}">
                <a16:creationId xmlns:a16="http://schemas.microsoft.com/office/drawing/2014/main" id="{14A71A2C-BF7E-612F-0EF5-72E0A3F46A43}"/>
              </a:ext>
            </a:extLst>
          </p:cNvPr>
          <p:cNvSpPr/>
          <p:nvPr/>
        </p:nvSpPr>
        <p:spPr>
          <a:xfrm>
            <a:off x="6095998" y="0"/>
            <a:ext cx="6115281" cy="1339702"/>
          </a:xfrm>
          <a:prstGeom prst="flowChartProcess">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
              <a:lnSpc>
                <a:spcPct val="100000"/>
              </a:lnSpc>
              <a:spcBef>
                <a:spcPts val="100"/>
              </a:spcBef>
            </a:pPr>
            <a:endParaRPr lang="en-US" b="1" spc="-10">
              <a:solidFill>
                <a:schemeClr val="accent1"/>
              </a:solidFill>
            </a:endParaRPr>
          </a:p>
        </p:txBody>
      </p:sp>
      <p:sp>
        <p:nvSpPr>
          <p:cNvPr id="31" name="Title 2">
            <a:extLst>
              <a:ext uri="{FF2B5EF4-FFF2-40B4-BE49-F238E27FC236}">
                <a16:creationId xmlns:a16="http://schemas.microsoft.com/office/drawing/2014/main" id="{0153156F-D392-8CDB-B694-C417A2CF03C5}"/>
              </a:ext>
            </a:extLst>
          </p:cNvPr>
          <p:cNvSpPr>
            <a:spLocks noGrp="1"/>
          </p:cNvSpPr>
          <p:nvPr>
            <p:ph type="title"/>
          </p:nvPr>
        </p:nvSpPr>
        <p:spPr>
          <a:xfrm>
            <a:off x="811991" y="446983"/>
            <a:ext cx="4093535" cy="518569"/>
          </a:xfrm>
        </p:spPr>
        <p:txBody>
          <a:bodyPr/>
          <a:lstStyle/>
          <a:p>
            <a:r>
              <a:rPr lang="en-GB" sz="2400" b="1">
                <a:solidFill>
                  <a:schemeClr val="bg1"/>
                </a:solidFill>
              </a:rPr>
              <a:t>What will we cover today?</a:t>
            </a:r>
          </a:p>
        </p:txBody>
      </p:sp>
      <p:pic>
        <p:nvPicPr>
          <p:cNvPr id="34" name="Graphic 33" descr="Bullseye with solid fill">
            <a:extLst>
              <a:ext uri="{FF2B5EF4-FFF2-40B4-BE49-F238E27FC236}">
                <a16:creationId xmlns:a16="http://schemas.microsoft.com/office/drawing/2014/main" id="{271BD1C8-AD5C-C420-23B6-12C2AEEB495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282" y="278697"/>
            <a:ext cx="831273" cy="831273"/>
          </a:xfrm>
          <a:prstGeom prst="rect">
            <a:avLst/>
          </a:prstGeom>
        </p:spPr>
      </p:pic>
      <p:cxnSp>
        <p:nvCxnSpPr>
          <p:cNvPr id="36" name="Straight Connector 35">
            <a:extLst>
              <a:ext uri="{FF2B5EF4-FFF2-40B4-BE49-F238E27FC236}">
                <a16:creationId xmlns:a16="http://schemas.microsoft.com/office/drawing/2014/main" id="{CEAB29A2-2459-7AEE-AA70-34DEC975AD6F}"/>
              </a:ext>
            </a:extLst>
          </p:cNvPr>
          <p:cNvCxnSpPr/>
          <p:nvPr/>
        </p:nvCxnSpPr>
        <p:spPr>
          <a:xfrm>
            <a:off x="914400" y="965552"/>
            <a:ext cx="2264735"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3DA6609A-18D5-6F33-D3C3-DB3AB24F8BF0}"/>
              </a:ext>
            </a:extLst>
          </p:cNvPr>
          <p:cNvSpPr txBox="1"/>
          <p:nvPr/>
        </p:nvSpPr>
        <p:spPr>
          <a:xfrm>
            <a:off x="240682" y="2118243"/>
            <a:ext cx="4490796" cy="518569"/>
          </a:xfrm>
          <a:prstGeom prst="rect">
            <a:avLst/>
          </a:prstGeom>
          <a:noFill/>
        </p:spPr>
        <p:txBody>
          <a:bodyPr wrap="square" lIns="0" tIns="0" rIns="0" bIns="0" rtlCol="0">
            <a:noAutofit/>
          </a:bodyPr>
          <a:lstStyle/>
          <a:p>
            <a:pPr marL="342900" indent="-342900" algn="l">
              <a:buFont typeface="Wingdings" panose="05000000000000000000" pitchFamily="2" charset="2"/>
              <a:buChar char="q"/>
            </a:pPr>
            <a:r>
              <a:rPr lang="en-GB" b="1"/>
              <a:t>Corporate Governance </a:t>
            </a:r>
            <a:r>
              <a:rPr lang="en-GB"/>
              <a:t>under the Lens</a:t>
            </a:r>
          </a:p>
          <a:p>
            <a:pPr marL="285750" indent="-285750" algn="l">
              <a:buFont typeface="Wingdings" panose="05000000000000000000" pitchFamily="2" charset="2"/>
              <a:buChar char="ü"/>
            </a:pPr>
            <a:endParaRPr lang="en-GB"/>
          </a:p>
          <a:p>
            <a:pPr marL="285750" indent="-285750" algn="l">
              <a:buFont typeface="Wingdings" panose="05000000000000000000" pitchFamily="2" charset="2"/>
              <a:buChar char="ü"/>
            </a:pPr>
            <a:endParaRPr lang="en-GB"/>
          </a:p>
          <a:p>
            <a:pPr marL="285750" indent="-285750" algn="l">
              <a:buFont typeface="Wingdings" panose="05000000000000000000" pitchFamily="2" charset="2"/>
              <a:buChar char="ü"/>
            </a:pPr>
            <a:endParaRPr lang="en-GB"/>
          </a:p>
        </p:txBody>
      </p:sp>
      <p:sp>
        <p:nvSpPr>
          <p:cNvPr id="38" name="TextBox 37">
            <a:extLst>
              <a:ext uri="{FF2B5EF4-FFF2-40B4-BE49-F238E27FC236}">
                <a16:creationId xmlns:a16="http://schemas.microsoft.com/office/drawing/2014/main" id="{4F42FE77-5F49-618B-C696-4D2F423E02C8}"/>
              </a:ext>
            </a:extLst>
          </p:cNvPr>
          <p:cNvSpPr txBox="1"/>
          <p:nvPr/>
        </p:nvSpPr>
        <p:spPr>
          <a:xfrm>
            <a:off x="240682" y="2900359"/>
            <a:ext cx="4876981" cy="518569"/>
          </a:xfrm>
          <a:prstGeom prst="rect">
            <a:avLst/>
          </a:prstGeom>
          <a:noFill/>
        </p:spPr>
        <p:txBody>
          <a:bodyPr wrap="square" lIns="0" tIns="0" rIns="0" bIns="0" rtlCol="0">
            <a:noAutofit/>
          </a:bodyPr>
          <a:lstStyle/>
          <a:p>
            <a:pPr marL="342900" indent="-342900">
              <a:buFont typeface="Wingdings" panose="05000000000000000000" pitchFamily="2" charset="2"/>
              <a:buChar char="q"/>
            </a:pPr>
            <a:r>
              <a:rPr lang="en-GB" b="1"/>
              <a:t>Principles</a:t>
            </a:r>
            <a:r>
              <a:rPr lang="en-GB"/>
              <a:t> for building </a:t>
            </a:r>
            <a:r>
              <a:rPr lang="en-IN"/>
              <a:t>the trust</a:t>
            </a:r>
            <a:r>
              <a:rPr lang="en-GB"/>
              <a:t> in Governance</a:t>
            </a:r>
          </a:p>
          <a:p>
            <a:pPr marL="285750" indent="-285750" algn="l">
              <a:buFont typeface="Wingdings" panose="05000000000000000000" pitchFamily="2" charset="2"/>
              <a:buChar char="ü"/>
            </a:pPr>
            <a:endParaRPr lang="en-GB"/>
          </a:p>
          <a:p>
            <a:pPr marL="285750" indent="-285750" algn="l">
              <a:buFont typeface="Wingdings" panose="05000000000000000000" pitchFamily="2" charset="2"/>
              <a:buChar char="ü"/>
            </a:pPr>
            <a:endParaRPr lang="en-GB"/>
          </a:p>
          <a:p>
            <a:pPr marL="285750" indent="-285750" algn="l">
              <a:buFont typeface="Wingdings" panose="05000000000000000000" pitchFamily="2" charset="2"/>
              <a:buChar char="ü"/>
            </a:pPr>
            <a:endParaRPr lang="en-GB"/>
          </a:p>
        </p:txBody>
      </p:sp>
      <p:sp>
        <p:nvSpPr>
          <p:cNvPr id="39" name="TextBox 38">
            <a:extLst>
              <a:ext uri="{FF2B5EF4-FFF2-40B4-BE49-F238E27FC236}">
                <a16:creationId xmlns:a16="http://schemas.microsoft.com/office/drawing/2014/main" id="{A7105249-FEB6-8888-BA0C-1A81C4A831D8}"/>
              </a:ext>
            </a:extLst>
          </p:cNvPr>
          <p:cNvSpPr txBox="1"/>
          <p:nvPr/>
        </p:nvSpPr>
        <p:spPr>
          <a:xfrm>
            <a:off x="276131" y="5533340"/>
            <a:ext cx="4876981" cy="518569"/>
          </a:xfrm>
          <a:prstGeom prst="rect">
            <a:avLst/>
          </a:prstGeom>
          <a:noFill/>
        </p:spPr>
        <p:txBody>
          <a:bodyPr wrap="square" lIns="0" tIns="0" rIns="0" bIns="0" rtlCol="0">
            <a:noAutofit/>
          </a:bodyPr>
          <a:lstStyle/>
          <a:p>
            <a:pPr marL="342900" indent="-342900" algn="l">
              <a:buFont typeface="Wingdings" panose="05000000000000000000" pitchFamily="2" charset="2"/>
              <a:buChar char="q"/>
            </a:pPr>
            <a:r>
              <a:rPr lang="en-US" b="1"/>
              <a:t>Regulatory frameworks </a:t>
            </a:r>
            <a:r>
              <a:rPr lang="en-US"/>
              <a:t>covering global and Indian governance standards</a:t>
            </a:r>
            <a:endParaRPr lang="en-GB"/>
          </a:p>
          <a:p>
            <a:pPr marL="285750" indent="-285750" algn="l">
              <a:buFont typeface="Wingdings" panose="05000000000000000000" pitchFamily="2" charset="2"/>
              <a:buChar char="ü"/>
            </a:pPr>
            <a:endParaRPr lang="en-GB"/>
          </a:p>
          <a:p>
            <a:pPr marL="285750" indent="-285750" algn="l">
              <a:buFont typeface="Wingdings" panose="05000000000000000000" pitchFamily="2" charset="2"/>
              <a:buChar char="ü"/>
            </a:pPr>
            <a:endParaRPr lang="en-GB"/>
          </a:p>
        </p:txBody>
      </p:sp>
      <p:sp>
        <p:nvSpPr>
          <p:cNvPr id="40" name="TextBox 39">
            <a:extLst>
              <a:ext uri="{FF2B5EF4-FFF2-40B4-BE49-F238E27FC236}">
                <a16:creationId xmlns:a16="http://schemas.microsoft.com/office/drawing/2014/main" id="{ECB5180C-CC5E-A3C8-00F4-3AF3969D3A5E}"/>
              </a:ext>
            </a:extLst>
          </p:cNvPr>
          <p:cNvSpPr txBox="1"/>
          <p:nvPr/>
        </p:nvSpPr>
        <p:spPr>
          <a:xfrm>
            <a:off x="240682" y="4754799"/>
            <a:ext cx="5801581" cy="518569"/>
          </a:xfrm>
          <a:prstGeom prst="rect">
            <a:avLst/>
          </a:prstGeom>
          <a:noFill/>
        </p:spPr>
        <p:txBody>
          <a:bodyPr wrap="square" lIns="0" tIns="0" rIns="0" bIns="0" rtlCol="0">
            <a:noAutofit/>
          </a:bodyPr>
          <a:lstStyle/>
          <a:p>
            <a:pPr marL="342900" indent="-342900">
              <a:buFont typeface="Wingdings" panose="05000000000000000000" pitchFamily="2" charset="2"/>
              <a:buChar char="q"/>
            </a:pPr>
            <a:r>
              <a:rPr lang="en-US" b="1"/>
              <a:t>Best practices </a:t>
            </a:r>
            <a:r>
              <a:rPr lang="en-US"/>
              <a:t>for enhancing corporate governance </a:t>
            </a:r>
            <a:endParaRPr lang="en-GB"/>
          </a:p>
          <a:p>
            <a:pPr marL="285750" indent="-285750" algn="l">
              <a:buFont typeface="Wingdings" panose="05000000000000000000" pitchFamily="2" charset="2"/>
              <a:buChar char="ü"/>
            </a:pPr>
            <a:endParaRPr lang="en-GB"/>
          </a:p>
          <a:p>
            <a:pPr marL="285750" indent="-285750" algn="l">
              <a:buFont typeface="Wingdings" panose="05000000000000000000" pitchFamily="2" charset="2"/>
              <a:buChar char="ü"/>
            </a:pPr>
            <a:endParaRPr lang="en-GB"/>
          </a:p>
        </p:txBody>
      </p:sp>
      <p:pic>
        <p:nvPicPr>
          <p:cNvPr id="3" name="Graphic 2" descr="Bullseye with solid fill">
            <a:extLst>
              <a:ext uri="{FF2B5EF4-FFF2-40B4-BE49-F238E27FC236}">
                <a16:creationId xmlns:a16="http://schemas.microsoft.com/office/drawing/2014/main" id="{79654724-3314-31C3-7CFD-618DF9AAADE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278697"/>
            <a:ext cx="831273" cy="831273"/>
          </a:xfrm>
          <a:prstGeom prst="rect">
            <a:avLst/>
          </a:prstGeom>
        </p:spPr>
      </p:pic>
      <p:sp>
        <p:nvSpPr>
          <p:cNvPr id="4" name="Title 2">
            <a:extLst>
              <a:ext uri="{FF2B5EF4-FFF2-40B4-BE49-F238E27FC236}">
                <a16:creationId xmlns:a16="http://schemas.microsoft.com/office/drawing/2014/main" id="{737766AD-9165-207F-F03A-A152865B9CD7}"/>
              </a:ext>
            </a:extLst>
          </p:cNvPr>
          <p:cNvSpPr txBox="1">
            <a:spLocks/>
          </p:cNvSpPr>
          <p:nvPr/>
        </p:nvSpPr>
        <p:spPr>
          <a:xfrm>
            <a:off x="7305946" y="322120"/>
            <a:ext cx="4779369" cy="51856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r>
              <a:rPr lang="en-GB" sz="2400" b="1">
                <a:solidFill>
                  <a:schemeClr val="bg1"/>
                </a:solidFill>
              </a:rPr>
              <a:t>Expected outcomes from this session</a:t>
            </a:r>
          </a:p>
        </p:txBody>
      </p:sp>
      <p:cxnSp>
        <p:nvCxnSpPr>
          <p:cNvPr id="5" name="Straight Connector 4">
            <a:extLst>
              <a:ext uri="{FF2B5EF4-FFF2-40B4-BE49-F238E27FC236}">
                <a16:creationId xmlns:a16="http://schemas.microsoft.com/office/drawing/2014/main" id="{710F2061-15EB-3210-7323-94B3E982713C}"/>
              </a:ext>
            </a:extLst>
          </p:cNvPr>
          <p:cNvCxnSpPr/>
          <p:nvPr/>
        </p:nvCxnSpPr>
        <p:spPr>
          <a:xfrm>
            <a:off x="7305946" y="983840"/>
            <a:ext cx="2264735"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pic>
        <p:nvPicPr>
          <p:cNvPr id="8" name="Graphic 7" descr="Checklist with solid fill">
            <a:extLst>
              <a:ext uri="{FF2B5EF4-FFF2-40B4-BE49-F238E27FC236}">
                <a16:creationId xmlns:a16="http://schemas.microsoft.com/office/drawing/2014/main" id="{D26576F9-833F-280C-17FD-E7BE48031EA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72264" y="237133"/>
            <a:ext cx="914400" cy="914400"/>
          </a:xfrm>
          <a:prstGeom prst="rect">
            <a:avLst/>
          </a:prstGeom>
        </p:spPr>
      </p:pic>
      <p:sp>
        <p:nvSpPr>
          <p:cNvPr id="9" name="TextBox 8">
            <a:extLst>
              <a:ext uri="{FF2B5EF4-FFF2-40B4-BE49-F238E27FC236}">
                <a16:creationId xmlns:a16="http://schemas.microsoft.com/office/drawing/2014/main" id="{FED2121F-2D34-8E0F-B289-977D0CABB779}"/>
              </a:ext>
            </a:extLst>
          </p:cNvPr>
          <p:cNvSpPr txBox="1"/>
          <p:nvPr/>
        </p:nvSpPr>
        <p:spPr>
          <a:xfrm>
            <a:off x="6409834" y="2091844"/>
            <a:ext cx="5468332" cy="518569"/>
          </a:xfrm>
          <a:prstGeom prst="rect">
            <a:avLst/>
          </a:prstGeom>
          <a:noFill/>
        </p:spPr>
        <p:txBody>
          <a:bodyPr wrap="square" lIns="0" tIns="0" rIns="0" bIns="0" rtlCol="0">
            <a:noAutofit/>
          </a:bodyPr>
          <a:lstStyle/>
          <a:p>
            <a:pPr marL="285750" indent="-285750">
              <a:buFont typeface="Wingdings" panose="05000000000000000000" pitchFamily="2" charset="2"/>
              <a:buChar char="q"/>
            </a:pPr>
            <a:r>
              <a:rPr lang="en-US" b="1"/>
              <a:t>Interpret</a:t>
            </a:r>
            <a:r>
              <a:rPr lang="en-US"/>
              <a:t> core principles of corporate governance and apply them to board-level decision-making</a:t>
            </a:r>
            <a:endParaRPr lang="en-GB"/>
          </a:p>
          <a:p>
            <a:pPr marL="285750" indent="-285750" algn="l">
              <a:buFont typeface="Wingdings" panose="05000000000000000000" pitchFamily="2" charset="2"/>
              <a:buChar char="ü"/>
            </a:pPr>
            <a:endParaRPr lang="en-GB"/>
          </a:p>
          <a:p>
            <a:pPr marL="285750" indent="-285750" algn="l">
              <a:buFont typeface="Wingdings" panose="05000000000000000000" pitchFamily="2" charset="2"/>
              <a:buChar char="ü"/>
            </a:pPr>
            <a:endParaRPr lang="en-GB"/>
          </a:p>
        </p:txBody>
      </p:sp>
      <p:sp>
        <p:nvSpPr>
          <p:cNvPr id="10" name="TextBox 9">
            <a:extLst>
              <a:ext uri="{FF2B5EF4-FFF2-40B4-BE49-F238E27FC236}">
                <a16:creationId xmlns:a16="http://schemas.microsoft.com/office/drawing/2014/main" id="{A0B2E301-A002-2881-5B6D-042FF5887B51}"/>
              </a:ext>
            </a:extLst>
          </p:cNvPr>
          <p:cNvSpPr txBox="1"/>
          <p:nvPr/>
        </p:nvSpPr>
        <p:spPr>
          <a:xfrm>
            <a:off x="6409834" y="3018944"/>
            <a:ext cx="5675481" cy="518569"/>
          </a:xfrm>
          <a:prstGeom prst="rect">
            <a:avLst/>
          </a:prstGeom>
          <a:noFill/>
        </p:spPr>
        <p:txBody>
          <a:bodyPr wrap="square" lIns="0" tIns="0" rIns="0" bIns="0" rtlCol="0">
            <a:noAutofit/>
          </a:bodyPr>
          <a:lstStyle/>
          <a:p>
            <a:pPr marL="285750" indent="-285750">
              <a:buFont typeface="Wingdings" panose="05000000000000000000" pitchFamily="2" charset="2"/>
              <a:buChar char="q"/>
            </a:pPr>
            <a:r>
              <a:rPr lang="en-US" b="1"/>
              <a:t>Compare</a:t>
            </a:r>
            <a:r>
              <a:rPr lang="en-US"/>
              <a:t> global and Indian governance frameworks to strengthen compliance and strategic oversight</a:t>
            </a:r>
            <a:endParaRPr lang="en-GB"/>
          </a:p>
          <a:p>
            <a:pPr marL="285750" indent="-285750" algn="l">
              <a:buFont typeface="Wingdings" panose="05000000000000000000" pitchFamily="2" charset="2"/>
              <a:buChar char="ü"/>
            </a:pPr>
            <a:endParaRPr lang="en-GB"/>
          </a:p>
        </p:txBody>
      </p:sp>
      <p:sp>
        <p:nvSpPr>
          <p:cNvPr id="11" name="TextBox 10">
            <a:extLst>
              <a:ext uri="{FF2B5EF4-FFF2-40B4-BE49-F238E27FC236}">
                <a16:creationId xmlns:a16="http://schemas.microsoft.com/office/drawing/2014/main" id="{226EDB8E-A855-833E-A107-ECA09940BDE2}"/>
              </a:ext>
            </a:extLst>
          </p:cNvPr>
          <p:cNvSpPr txBox="1"/>
          <p:nvPr/>
        </p:nvSpPr>
        <p:spPr>
          <a:xfrm>
            <a:off x="6409834" y="4106065"/>
            <a:ext cx="5243337" cy="518569"/>
          </a:xfrm>
          <a:prstGeom prst="rect">
            <a:avLst/>
          </a:prstGeom>
          <a:noFill/>
        </p:spPr>
        <p:txBody>
          <a:bodyPr wrap="square" lIns="0" tIns="0" rIns="0" bIns="0" rtlCol="0">
            <a:noAutofit/>
          </a:bodyPr>
          <a:lstStyle/>
          <a:p>
            <a:pPr marL="285750" indent="-285750">
              <a:buFont typeface="Wingdings" panose="05000000000000000000" pitchFamily="2" charset="2"/>
              <a:buChar char="q"/>
            </a:pPr>
            <a:r>
              <a:rPr lang="en-US" b="1"/>
              <a:t>Analyze</a:t>
            </a:r>
            <a:r>
              <a:rPr lang="en-US"/>
              <a:t> Global best practices and benchmarks to strengthen governance within organizations</a:t>
            </a:r>
            <a:endParaRPr lang="en-GB"/>
          </a:p>
        </p:txBody>
      </p:sp>
      <p:sp>
        <p:nvSpPr>
          <p:cNvPr id="12" name="TextBox 11">
            <a:extLst>
              <a:ext uri="{FF2B5EF4-FFF2-40B4-BE49-F238E27FC236}">
                <a16:creationId xmlns:a16="http://schemas.microsoft.com/office/drawing/2014/main" id="{1CB4208A-9F90-29EC-595A-4562E2F3928F}"/>
              </a:ext>
            </a:extLst>
          </p:cNvPr>
          <p:cNvSpPr txBox="1"/>
          <p:nvPr/>
        </p:nvSpPr>
        <p:spPr>
          <a:xfrm>
            <a:off x="6409834" y="5101746"/>
            <a:ext cx="5243337" cy="518569"/>
          </a:xfrm>
          <a:prstGeom prst="rect">
            <a:avLst/>
          </a:prstGeom>
          <a:noFill/>
        </p:spPr>
        <p:txBody>
          <a:bodyPr wrap="square" lIns="0" tIns="0" rIns="0" bIns="0" rtlCol="0">
            <a:noAutofit/>
          </a:bodyPr>
          <a:lstStyle/>
          <a:p>
            <a:pPr marL="285750" indent="-285750">
              <a:buFont typeface="Wingdings" panose="05000000000000000000" pitchFamily="2" charset="2"/>
              <a:buChar char="q"/>
            </a:pPr>
            <a:r>
              <a:rPr lang="en-US" b="1"/>
              <a:t>Integrate</a:t>
            </a:r>
            <a:r>
              <a:rPr lang="en-US"/>
              <a:t> governance with strategy and value creation for long-term stakeholder impact</a:t>
            </a:r>
            <a:endParaRPr lang="en-GB"/>
          </a:p>
        </p:txBody>
      </p:sp>
      <p:sp>
        <p:nvSpPr>
          <p:cNvPr id="2" name="TextBox 1">
            <a:extLst>
              <a:ext uri="{FF2B5EF4-FFF2-40B4-BE49-F238E27FC236}">
                <a16:creationId xmlns:a16="http://schemas.microsoft.com/office/drawing/2014/main" id="{E7B2DD1F-2EC6-3E65-4DB9-7D3B65BF1C10}"/>
              </a:ext>
            </a:extLst>
          </p:cNvPr>
          <p:cNvSpPr txBox="1"/>
          <p:nvPr/>
        </p:nvSpPr>
        <p:spPr>
          <a:xfrm>
            <a:off x="276131" y="3794666"/>
            <a:ext cx="5335767" cy="518569"/>
          </a:xfrm>
          <a:prstGeom prst="rect">
            <a:avLst/>
          </a:prstGeom>
          <a:noFill/>
        </p:spPr>
        <p:txBody>
          <a:bodyPr wrap="square" lIns="0" tIns="0" rIns="0" bIns="0" rtlCol="0">
            <a:noAutofit/>
          </a:bodyPr>
          <a:lstStyle/>
          <a:p>
            <a:pPr marL="285750" indent="-285750">
              <a:buFont typeface="Wingdings" panose="05000000000000000000" pitchFamily="2" charset="2"/>
              <a:buChar char="q"/>
            </a:pPr>
            <a:r>
              <a:rPr lang="en-US"/>
              <a:t> Governance Beyond Compliance: </a:t>
            </a:r>
            <a:r>
              <a:rPr lang="en-US" b="1"/>
              <a:t>Culture, Ethics &amp; Value Creation</a:t>
            </a:r>
          </a:p>
          <a:p>
            <a:r>
              <a:rPr lang="en-US"/>
              <a:t> </a:t>
            </a:r>
            <a:endParaRPr lang="en-GB"/>
          </a:p>
          <a:p>
            <a:pPr marL="285750" indent="-285750" algn="l">
              <a:buFont typeface="Wingdings" panose="05000000000000000000" pitchFamily="2" charset="2"/>
              <a:buChar char="ü"/>
            </a:pPr>
            <a:endParaRPr lang="en-GB"/>
          </a:p>
        </p:txBody>
      </p:sp>
      <p:sp>
        <p:nvSpPr>
          <p:cNvPr id="6" name="object 28">
            <a:extLst>
              <a:ext uri="{FF2B5EF4-FFF2-40B4-BE49-F238E27FC236}">
                <a16:creationId xmlns:a16="http://schemas.microsoft.com/office/drawing/2014/main" id="{50300CE9-E2C2-F009-2B7A-C8D1189DA368}"/>
              </a:ext>
            </a:extLst>
          </p:cNvPr>
          <p:cNvSpPr txBox="1">
            <a:spLocks/>
          </p:cNvSpPr>
          <p:nvPr/>
        </p:nvSpPr>
        <p:spPr>
          <a:xfrm>
            <a:off x="11802491" y="6620276"/>
            <a:ext cx="202438" cy="187248"/>
          </a:xfrm>
          <a:prstGeom prst="rect">
            <a:avLst/>
          </a:prstGeom>
        </p:spPr>
        <p:txBody>
          <a:bodyPr vert="horz" wrap="square" lIns="0" tIns="0" rIns="0" bIns="0" rtlCol="0">
            <a:spAutoFit/>
          </a:bodyPr>
          <a:lstStyle>
            <a:defPPr>
              <a:defRPr lang="en-US" kern="0"/>
            </a:defPPr>
            <a:lvl1pPr marL="0" algn="l" defTabSz="914400" rtl="0" eaLnBrk="1" latinLnBrk="0" hangingPunct="1">
              <a:defRPr sz="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3980">
              <a:spcBef>
                <a:spcPts val="25"/>
              </a:spcBef>
            </a:pPr>
            <a:fld id="{81D60167-4931-47E6-BA6A-407CBD079E47}" type="slidenum">
              <a:rPr lang="en-US" spc="-50" smtClean="0"/>
              <a:pPr marL="93980">
                <a:spcBef>
                  <a:spcPts val="25"/>
                </a:spcBef>
              </a:pPr>
              <a:t>2</a:t>
            </a:fld>
            <a:endParaRPr lang="en-US" spc="-50"/>
          </a:p>
        </p:txBody>
      </p:sp>
    </p:spTree>
    <p:custDataLst>
      <p:custData r:id="rId1"/>
    </p:custDataLst>
    <p:extLst>
      <p:ext uri="{BB962C8B-B14F-4D97-AF65-F5344CB8AC3E}">
        <p14:creationId xmlns:p14="http://schemas.microsoft.com/office/powerpoint/2010/main" val="691434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diagBrick">
          <a:fgClr>
            <a:schemeClr val="accent1">
              <a:lumMod val="40000"/>
              <a:lumOff val="60000"/>
            </a:schemeClr>
          </a:fgClr>
          <a:bgClr>
            <a:schemeClr val="bg1"/>
          </a:bgClr>
        </a:pattFill>
        <a:effectLst/>
      </p:bgPr>
    </p:bg>
    <p:spTree>
      <p:nvGrpSpPr>
        <p:cNvPr id="1" name="">
          <a:extLst>
            <a:ext uri="{FF2B5EF4-FFF2-40B4-BE49-F238E27FC236}">
              <a16:creationId xmlns:a16="http://schemas.microsoft.com/office/drawing/2014/main" id="{F12F969B-B8DF-736A-15C3-675FBA9DB6E8}"/>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C94EE16F-5302-AB07-CA8B-F7591C5BA697}"/>
              </a:ext>
            </a:extLst>
          </p:cNvPr>
          <p:cNvSpPr>
            <a:spLocks noGrp="1"/>
          </p:cNvSpPr>
          <p:nvPr>
            <p:ph type="body" idx="1"/>
          </p:nvPr>
        </p:nvSpPr>
        <p:spPr>
          <a:xfrm>
            <a:off x="7864214" y="434185"/>
            <a:ext cx="3462095" cy="4924425"/>
          </a:xfrm>
        </p:spPr>
        <p:txBody>
          <a:bodyPr/>
          <a:lstStyle/>
          <a:p>
            <a:r>
              <a:rPr lang="en-GB" sz="40000">
                <a:latin typeface="+mj-lt"/>
              </a:rPr>
              <a:t>1</a:t>
            </a:r>
            <a:endParaRPr lang="en-GB" sz="40000" noProof="0">
              <a:latin typeface="+mj-lt"/>
            </a:endParaRPr>
          </a:p>
        </p:txBody>
      </p:sp>
      <p:sp>
        <p:nvSpPr>
          <p:cNvPr id="2" name="TextBox 1">
            <a:extLst>
              <a:ext uri="{FF2B5EF4-FFF2-40B4-BE49-F238E27FC236}">
                <a16:creationId xmlns:a16="http://schemas.microsoft.com/office/drawing/2014/main" id="{ED73CADB-C8CF-9A79-E968-24526B9BCF35}"/>
              </a:ext>
            </a:extLst>
          </p:cNvPr>
          <p:cNvSpPr txBox="1"/>
          <p:nvPr/>
        </p:nvSpPr>
        <p:spPr>
          <a:xfrm>
            <a:off x="536792" y="4052744"/>
            <a:ext cx="8330762" cy="1222102"/>
          </a:xfrm>
          <a:prstGeom prst="rect">
            <a:avLst/>
          </a:prstGeom>
          <a:noFill/>
        </p:spPr>
        <p:txBody>
          <a:bodyPr wrap="square" lIns="0" tIns="0" rIns="0" bIns="0" rtlCol="0">
            <a:noAutofit/>
          </a:bodyPr>
          <a:lstStyle/>
          <a:p>
            <a:pPr algn="l"/>
            <a:r>
              <a:rPr lang="en-GB" sz="4000" b="1">
                <a:latin typeface="+mj-lt"/>
              </a:rPr>
              <a:t>Corporate Governance under the Lens</a:t>
            </a:r>
          </a:p>
        </p:txBody>
      </p:sp>
    </p:spTree>
    <p:custDataLst>
      <p:custData r:id="rId1"/>
    </p:custDataLst>
    <p:extLst>
      <p:ext uri="{BB962C8B-B14F-4D97-AF65-F5344CB8AC3E}">
        <p14:creationId xmlns:p14="http://schemas.microsoft.com/office/powerpoint/2010/main" val="2812206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661AA-5EAB-412F-9F28-EF653A16D8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FABFA03-EF19-A609-5702-A16E31796763}"/>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spc="-10">
                <a:latin typeface="+mj-lt"/>
              </a:rPr>
              <a:t>Corporate Governance: What it means? </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grpSp>
        <p:nvGrpSpPr>
          <p:cNvPr id="22" name="Group 21">
            <a:extLst>
              <a:ext uri="{FF2B5EF4-FFF2-40B4-BE49-F238E27FC236}">
                <a16:creationId xmlns:a16="http://schemas.microsoft.com/office/drawing/2014/main" id="{3AADE160-D73F-3C78-97C2-1562398C7057}"/>
              </a:ext>
            </a:extLst>
          </p:cNvPr>
          <p:cNvGrpSpPr/>
          <p:nvPr/>
        </p:nvGrpSpPr>
        <p:grpSpPr>
          <a:xfrm>
            <a:off x="9133291" y="1383020"/>
            <a:ext cx="3058709" cy="4977834"/>
            <a:chOff x="8818142" y="1769627"/>
            <a:chExt cx="2808179" cy="4416569"/>
          </a:xfrm>
          <a:solidFill>
            <a:schemeClr val="accent1"/>
          </a:solidFill>
        </p:grpSpPr>
        <p:sp>
          <p:nvSpPr>
            <p:cNvPr id="23" name="Rectangle 22">
              <a:extLst>
                <a:ext uri="{FF2B5EF4-FFF2-40B4-BE49-F238E27FC236}">
                  <a16:creationId xmlns:a16="http://schemas.microsoft.com/office/drawing/2014/main" id="{C3B55C1F-6765-6ACB-9B03-88B6AEC17428}"/>
                </a:ext>
              </a:extLst>
            </p:cNvPr>
            <p:cNvSpPr/>
            <p:nvPr/>
          </p:nvSpPr>
          <p:spPr>
            <a:xfrm>
              <a:off x="8818142" y="1769627"/>
              <a:ext cx="2808179" cy="4416569"/>
            </a:xfrm>
            <a:prstGeom prst="rect">
              <a:avLst/>
            </a:pr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5">
              <a:extLst>
                <a:ext uri="{FF2B5EF4-FFF2-40B4-BE49-F238E27FC236}">
                  <a16:creationId xmlns:a16="http://schemas.microsoft.com/office/drawing/2014/main" id="{A7A46AB1-B420-0111-E441-E98B2060C095}"/>
                </a:ext>
              </a:extLst>
            </p:cNvPr>
            <p:cNvSpPr txBox="1">
              <a:spLocks/>
            </p:cNvSpPr>
            <p:nvPr/>
          </p:nvSpPr>
          <p:spPr>
            <a:xfrm>
              <a:off x="8830664" y="1785099"/>
              <a:ext cx="1872594" cy="1415772"/>
            </a:xfrm>
            <a:prstGeom prst="rect">
              <a:avLst/>
            </a:prstGeom>
            <a:grpFill/>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6600" b="0"/>
            </a:p>
          </p:txBody>
        </p:sp>
        <p:sp>
          <p:nvSpPr>
            <p:cNvPr id="25" name="TextBox 24">
              <a:extLst>
                <a:ext uri="{FF2B5EF4-FFF2-40B4-BE49-F238E27FC236}">
                  <a16:creationId xmlns:a16="http://schemas.microsoft.com/office/drawing/2014/main" id="{E615E523-FFF0-F4AA-7759-18029C9DE6EB}"/>
                </a:ext>
              </a:extLst>
            </p:cNvPr>
            <p:cNvSpPr txBox="1"/>
            <p:nvPr/>
          </p:nvSpPr>
          <p:spPr>
            <a:xfrm>
              <a:off x="8980016" y="2007270"/>
              <a:ext cx="2484429" cy="318601"/>
            </a:xfrm>
            <a:prstGeom prst="rect">
              <a:avLst/>
            </a:prstGeom>
            <a:grpFill/>
          </p:spPr>
          <p:txBody>
            <a:bodyPr wrap="square" lIns="91440" tIns="0" rIns="0" bIns="0" rtlCol="0">
              <a:noAutofit/>
            </a:bodyPr>
            <a:lstStyle/>
            <a:p>
              <a:pPr algn="ctr">
                <a:spcAft>
                  <a:spcPts val="600"/>
                </a:spcAft>
              </a:pPr>
              <a:r>
                <a:rPr lang="en-GB" b="1">
                  <a:solidFill>
                    <a:schemeClr val="bg1"/>
                  </a:solidFill>
                </a:rPr>
                <a:t>Securities and Exchange Board of India</a:t>
              </a:r>
            </a:p>
          </p:txBody>
        </p:sp>
      </p:grpSp>
      <p:grpSp>
        <p:nvGrpSpPr>
          <p:cNvPr id="26" name="Group 25">
            <a:extLst>
              <a:ext uri="{FF2B5EF4-FFF2-40B4-BE49-F238E27FC236}">
                <a16:creationId xmlns:a16="http://schemas.microsoft.com/office/drawing/2014/main" id="{E0A4C2B3-5CE6-C5CF-10A4-5AD2A04651B1}"/>
              </a:ext>
            </a:extLst>
          </p:cNvPr>
          <p:cNvGrpSpPr/>
          <p:nvPr/>
        </p:nvGrpSpPr>
        <p:grpSpPr>
          <a:xfrm>
            <a:off x="6090086" y="1373876"/>
            <a:ext cx="3354773" cy="4977834"/>
            <a:chOff x="6018451" y="1769627"/>
            <a:chExt cx="3079993" cy="4416570"/>
          </a:xfrm>
          <a:solidFill>
            <a:schemeClr val="accent1">
              <a:lumMod val="60000"/>
              <a:lumOff val="40000"/>
            </a:schemeClr>
          </a:solidFill>
        </p:grpSpPr>
        <p:sp>
          <p:nvSpPr>
            <p:cNvPr id="27" name="Freeform 45">
              <a:extLst>
                <a:ext uri="{FF2B5EF4-FFF2-40B4-BE49-F238E27FC236}">
                  <a16:creationId xmlns:a16="http://schemas.microsoft.com/office/drawing/2014/main" id="{AF760584-8077-3F9D-628B-99944DFE385A}"/>
                </a:ext>
              </a:extLst>
            </p:cNvPr>
            <p:cNvSpPr/>
            <p:nvPr/>
          </p:nvSpPr>
          <p:spPr>
            <a:xfrm rot="5400000">
              <a:off x="5350163" y="2437916"/>
              <a:ext cx="4416569" cy="3079993"/>
            </a:xfrm>
            <a:custGeom>
              <a:avLst/>
              <a:gdLst>
                <a:gd name="connsiteX0" fmla="*/ 0 w 4416569"/>
                <a:gd name="connsiteY0" fmla="*/ 3079993 h 3079993"/>
                <a:gd name="connsiteX1" fmla="*/ 0 w 4416569"/>
                <a:gd name="connsiteY1" fmla="*/ 271814 h 3079993"/>
                <a:gd name="connsiteX2" fmla="*/ 1940025 w 4416569"/>
                <a:gd name="connsiteY2" fmla="*/ 271814 h 3079993"/>
                <a:gd name="connsiteX3" fmla="*/ 2097678 w 4416569"/>
                <a:gd name="connsiteY3" fmla="*/ 0 h 3079993"/>
                <a:gd name="connsiteX4" fmla="*/ 2255330 w 4416569"/>
                <a:gd name="connsiteY4" fmla="*/ 271814 h 3079993"/>
                <a:gd name="connsiteX5" fmla="*/ 4416569 w 4416569"/>
                <a:gd name="connsiteY5" fmla="*/ 271814 h 3079993"/>
                <a:gd name="connsiteX6" fmla="*/ 4416568 w 4416569"/>
                <a:gd name="connsiteY6" fmla="*/ 3079993 h 3079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6569" h="3079993">
                  <a:moveTo>
                    <a:pt x="0" y="3079993"/>
                  </a:moveTo>
                  <a:lnTo>
                    <a:pt x="0" y="271814"/>
                  </a:lnTo>
                  <a:lnTo>
                    <a:pt x="1940025" y="271814"/>
                  </a:lnTo>
                  <a:lnTo>
                    <a:pt x="2097678" y="0"/>
                  </a:lnTo>
                  <a:lnTo>
                    <a:pt x="2255330" y="271814"/>
                  </a:lnTo>
                  <a:lnTo>
                    <a:pt x="4416569" y="271814"/>
                  </a:lnTo>
                  <a:lnTo>
                    <a:pt x="4416568" y="3079993"/>
                  </a:lnTo>
                  <a:close/>
                </a:path>
              </a:pathLst>
            </a:cu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solidFill>
              </a:endParaRPr>
            </a:p>
          </p:txBody>
        </p:sp>
        <p:sp>
          <p:nvSpPr>
            <p:cNvPr id="30" name="Text Placeholder 25">
              <a:extLst>
                <a:ext uri="{FF2B5EF4-FFF2-40B4-BE49-F238E27FC236}">
                  <a16:creationId xmlns:a16="http://schemas.microsoft.com/office/drawing/2014/main" id="{01BB39C1-6289-3EC1-EEC0-8AC5F6BAC7B1}"/>
                </a:ext>
              </a:extLst>
            </p:cNvPr>
            <p:cNvSpPr txBox="1">
              <a:spLocks/>
            </p:cNvSpPr>
            <p:nvPr/>
          </p:nvSpPr>
          <p:spPr>
            <a:xfrm>
              <a:off x="6035427" y="1769627"/>
              <a:ext cx="1872594" cy="1415772"/>
            </a:xfrm>
            <a:prstGeom prst="rect">
              <a:avLst/>
            </a:prstGeom>
            <a:grpFill/>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6600" b="0"/>
            </a:p>
          </p:txBody>
        </p:sp>
        <p:sp>
          <p:nvSpPr>
            <p:cNvPr id="32" name="TextBox 31">
              <a:extLst>
                <a:ext uri="{FF2B5EF4-FFF2-40B4-BE49-F238E27FC236}">
                  <a16:creationId xmlns:a16="http://schemas.microsoft.com/office/drawing/2014/main" id="{2A1B560D-C7FD-6F86-208A-A36F2152EF8F}"/>
                </a:ext>
              </a:extLst>
            </p:cNvPr>
            <p:cNvSpPr txBox="1"/>
            <p:nvPr/>
          </p:nvSpPr>
          <p:spPr>
            <a:xfrm>
              <a:off x="6162146" y="2007270"/>
              <a:ext cx="2484429" cy="286712"/>
            </a:xfrm>
            <a:prstGeom prst="rect">
              <a:avLst/>
            </a:prstGeom>
            <a:grpFill/>
          </p:spPr>
          <p:txBody>
            <a:bodyPr wrap="square" lIns="91440" tIns="0" rIns="0" bIns="0" rtlCol="0">
              <a:noAutofit/>
            </a:bodyPr>
            <a:lstStyle/>
            <a:p>
              <a:pPr algn="ctr">
                <a:spcAft>
                  <a:spcPts val="600"/>
                </a:spcAft>
              </a:pPr>
              <a:r>
                <a:rPr lang="en-US" b="1"/>
                <a:t>World Bank </a:t>
              </a:r>
            </a:p>
            <a:p>
              <a:pPr>
                <a:spcAft>
                  <a:spcPts val="600"/>
                </a:spcAft>
              </a:pPr>
              <a:endParaRPr lang="en-US" sz="1200" b="1">
                <a:latin typeface="+mj-lt"/>
              </a:endParaRPr>
            </a:p>
            <a:p>
              <a:pPr>
                <a:spcAft>
                  <a:spcPts val="600"/>
                </a:spcAft>
              </a:pPr>
              <a:endParaRPr lang="en-US" sz="1200" b="1">
                <a:latin typeface="+mj-lt"/>
              </a:endParaRPr>
            </a:p>
          </p:txBody>
        </p:sp>
      </p:grpSp>
      <p:sp>
        <p:nvSpPr>
          <p:cNvPr id="37" name="Freeform 49">
            <a:extLst>
              <a:ext uri="{FF2B5EF4-FFF2-40B4-BE49-F238E27FC236}">
                <a16:creationId xmlns:a16="http://schemas.microsoft.com/office/drawing/2014/main" id="{89D97D2D-6545-91C7-5F79-F1229E449E5A}"/>
              </a:ext>
            </a:extLst>
          </p:cNvPr>
          <p:cNvSpPr/>
          <p:nvPr/>
        </p:nvSpPr>
        <p:spPr>
          <a:xfrm rot="5400000">
            <a:off x="2234148" y="2177035"/>
            <a:ext cx="4977832" cy="3349647"/>
          </a:xfrm>
          <a:custGeom>
            <a:avLst/>
            <a:gdLst>
              <a:gd name="connsiteX0" fmla="*/ 0 w 4416568"/>
              <a:gd name="connsiteY0" fmla="*/ 3075287 h 3075287"/>
              <a:gd name="connsiteX1" fmla="*/ 0 w 4416568"/>
              <a:gd name="connsiteY1" fmla="*/ 267108 h 3075287"/>
              <a:gd name="connsiteX2" fmla="*/ 1942754 w 4416568"/>
              <a:gd name="connsiteY2" fmla="*/ 267108 h 3075287"/>
              <a:gd name="connsiteX3" fmla="*/ 2097677 w 4416568"/>
              <a:gd name="connsiteY3" fmla="*/ 0 h 3075287"/>
              <a:gd name="connsiteX4" fmla="*/ 2252599 w 4416568"/>
              <a:gd name="connsiteY4" fmla="*/ 267108 h 3075287"/>
              <a:gd name="connsiteX5" fmla="*/ 4416568 w 4416568"/>
              <a:gd name="connsiteY5" fmla="*/ 267108 h 3075287"/>
              <a:gd name="connsiteX6" fmla="*/ 4416568 w 4416568"/>
              <a:gd name="connsiteY6" fmla="*/ 3075287 h 307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6568" h="3075287">
                <a:moveTo>
                  <a:pt x="0" y="3075287"/>
                </a:moveTo>
                <a:lnTo>
                  <a:pt x="0" y="267108"/>
                </a:lnTo>
                <a:lnTo>
                  <a:pt x="1942754" y="267108"/>
                </a:lnTo>
                <a:lnTo>
                  <a:pt x="2097677" y="0"/>
                </a:lnTo>
                <a:lnTo>
                  <a:pt x="2252599" y="267108"/>
                </a:lnTo>
                <a:lnTo>
                  <a:pt x="4416568" y="267108"/>
                </a:lnTo>
                <a:lnTo>
                  <a:pt x="4416568" y="3075287"/>
                </a:lnTo>
                <a:close/>
              </a:path>
            </a:pathLst>
          </a:custGeom>
          <a:solidFill>
            <a:schemeClr val="accent1">
              <a:lumMod val="40000"/>
              <a:lumOff val="6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0" name="Group 39">
            <a:extLst>
              <a:ext uri="{FF2B5EF4-FFF2-40B4-BE49-F238E27FC236}">
                <a16:creationId xmlns:a16="http://schemas.microsoft.com/office/drawing/2014/main" id="{A14C8A2F-47FB-E396-8F5F-3AB0814FE18D}"/>
              </a:ext>
            </a:extLst>
          </p:cNvPr>
          <p:cNvGrpSpPr/>
          <p:nvPr/>
        </p:nvGrpSpPr>
        <p:grpSpPr>
          <a:xfrm>
            <a:off x="0" y="1352007"/>
            <a:ext cx="3404098" cy="4977834"/>
            <a:chOff x="414446" y="1769627"/>
            <a:chExt cx="3079910" cy="4416569"/>
          </a:xfrm>
          <a:solidFill>
            <a:schemeClr val="accent1">
              <a:lumMod val="20000"/>
              <a:lumOff val="80000"/>
            </a:schemeClr>
          </a:solidFill>
        </p:grpSpPr>
        <p:sp>
          <p:nvSpPr>
            <p:cNvPr id="44" name="Text Placeholder 25">
              <a:extLst>
                <a:ext uri="{FF2B5EF4-FFF2-40B4-BE49-F238E27FC236}">
                  <a16:creationId xmlns:a16="http://schemas.microsoft.com/office/drawing/2014/main" id="{F030A578-B472-7CF3-1098-8DE36907CAE8}"/>
                </a:ext>
              </a:extLst>
            </p:cNvPr>
            <p:cNvSpPr txBox="1">
              <a:spLocks/>
            </p:cNvSpPr>
            <p:nvPr/>
          </p:nvSpPr>
          <p:spPr>
            <a:xfrm>
              <a:off x="427892" y="1769627"/>
              <a:ext cx="2622596" cy="1415772"/>
            </a:xfrm>
            <a:prstGeom prst="rect">
              <a:avLst/>
            </a:prstGeom>
            <a:grpFill/>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6600" b="0"/>
            </a:p>
          </p:txBody>
        </p:sp>
        <p:sp>
          <p:nvSpPr>
            <p:cNvPr id="43" name="Freeform 53">
              <a:extLst>
                <a:ext uri="{FF2B5EF4-FFF2-40B4-BE49-F238E27FC236}">
                  <a16:creationId xmlns:a16="http://schemas.microsoft.com/office/drawing/2014/main" id="{7D0BAE52-E475-270D-FD8B-3CEE8F61265B}"/>
                </a:ext>
              </a:extLst>
            </p:cNvPr>
            <p:cNvSpPr/>
            <p:nvPr/>
          </p:nvSpPr>
          <p:spPr>
            <a:xfrm rot="5400000">
              <a:off x="-253884" y="2437957"/>
              <a:ext cx="4416569" cy="3079910"/>
            </a:xfrm>
            <a:custGeom>
              <a:avLst/>
              <a:gdLst>
                <a:gd name="connsiteX0" fmla="*/ 0 w 4416569"/>
                <a:gd name="connsiteY0" fmla="*/ 3079910 h 3079910"/>
                <a:gd name="connsiteX1" fmla="*/ 0 w 4416569"/>
                <a:gd name="connsiteY1" fmla="*/ 271732 h 3079910"/>
                <a:gd name="connsiteX2" fmla="*/ 1940071 w 4416569"/>
                <a:gd name="connsiteY2" fmla="*/ 271732 h 3079910"/>
                <a:gd name="connsiteX3" fmla="*/ 2097676 w 4416569"/>
                <a:gd name="connsiteY3" fmla="*/ 0 h 3079910"/>
                <a:gd name="connsiteX4" fmla="*/ 2255280 w 4416569"/>
                <a:gd name="connsiteY4" fmla="*/ 271732 h 3079910"/>
                <a:gd name="connsiteX5" fmla="*/ 4416569 w 4416569"/>
                <a:gd name="connsiteY5" fmla="*/ 271732 h 3079910"/>
                <a:gd name="connsiteX6" fmla="*/ 4416569 w 4416569"/>
                <a:gd name="connsiteY6" fmla="*/ 3079910 h 307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6569" h="3079910">
                  <a:moveTo>
                    <a:pt x="0" y="3079910"/>
                  </a:moveTo>
                  <a:lnTo>
                    <a:pt x="0" y="271732"/>
                  </a:lnTo>
                  <a:lnTo>
                    <a:pt x="1940071" y="271732"/>
                  </a:lnTo>
                  <a:lnTo>
                    <a:pt x="2097676" y="0"/>
                  </a:lnTo>
                  <a:lnTo>
                    <a:pt x="2255280" y="271732"/>
                  </a:lnTo>
                  <a:lnTo>
                    <a:pt x="4416569" y="271732"/>
                  </a:lnTo>
                  <a:lnTo>
                    <a:pt x="4416569" y="3079910"/>
                  </a:lnTo>
                  <a:close/>
                </a:path>
              </a:pathLst>
            </a:custGeom>
            <a:grp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TextBox 44">
              <a:extLst>
                <a:ext uri="{FF2B5EF4-FFF2-40B4-BE49-F238E27FC236}">
                  <a16:creationId xmlns:a16="http://schemas.microsoft.com/office/drawing/2014/main" id="{6B9E6D12-FD36-EDEB-B554-189929B04852}"/>
                </a:ext>
              </a:extLst>
            </p:cNvPr>
            <p:cNvSpPr txBox="1"/>
            <p:nvPr/>
          </p:nvSpPr>
          <p:spPr>
            <a:xfrm>
              <a:off x="445952" y="3342578"/>
              <a:ext cx="2684871" cy="1719313"/>
            </a:xfrm>
            <a:prstGeom prst="rect">
              <a:avLst/>
            </a:prstGeom>
            <a:grpFill/>
          </p:spPr>
          <p:txBody>
            <a:bodyPr wrap="square" lIns="91440" tIns="0" rIns="0" bIns="0" rtlCol="0">
              <a:noAutofit/>
            </a:bodyPr>
            <a:lstStyle/>
            <a:p>
              <a:pPr algn="ctr">
                <a:spcAft>
                  <a:spcPts val="600"/>
                </a:spcAft>
              </a:pPr>
              <a:endParaRPr lang="en-GB" sz="1400" b="1"/>
            </a:p>
          </p:txBody>
        </p:sp>
      </p:grpSp>
      <p:sp>
        <p:nvSpPr>
          <p:cNvPr id="58" name="TextBox 57">
            <a:extLst>
              <a:ext uri="{FF2B5EF4-FFF2-40B4-BE49-F238E27FC236}">
                <a16:creationId xmlns:a16="http://schemas.microsoft.com/office/drawing/2014/main" id="{5AB8E110-B9B1-2CB5-F6C1-7165C6992D71}"/>
              </a:ext>
            </a:extLst>
          </p:cNvPr>
          <p:cNvSpPr txBox="1"/>
          <p:nvPr/>
        </p:nvSpPr>
        <p:spPr>
          <a:xfrm>
            <a:off x="49416" y="3237156"/>
            <a:ext cx="2910311" cy="738664"/>
          </a:xfrm>
          <a:prstGeom prst="rect">
            <a:avLst/>
          </a:prstGeom>
          <a:noFill/>
        </p:spPr>
        <p:txBody>
          <a:bodyPr wrap="square">
            <a:spAutoFit/>
          </a:bodyPr>
          <a:lstStyle/>
          <a:p>
            <a:pPr algn="ctr"/>
            <a:r>
              <a:rPr lang="en-US" sz="1400"/>
              <a:t>Corporate Governance is the system by which companies are directed and controlled.</a:t>
            </a:r>
            <a:endParaRPr lang="en-GB" sz="1400"/>
          </a:p>
        </p:txBody>
      </p:sp>
      <p:sp>
        <p:nvSpPr>
          <p:cNvPr id="62" name="TextBox 61">
            <a:extLst>
              <a:ext uri="{FF2B5EF4-FFF2-40B4-BE49-F238E27FC236}">
                <a16:creationId xmlns:a16="http://schemas.microsoft.com/office/drawing/2014/main" id="{FA9AFF9C-BD9A-2673-2D32-E7CD907770BC}"/>
              </a:ext>
            </a:extLst>
          </p:cNvPr>
          <p:cNvSpPr txBox="1"/>
          <p:nvPr/>
        </p:nvSpPr>
        <p:spPr>
          <a:xfrm>
            <a:off x="6192222" y="3267083"/>
            <a:ext cx="2954708" cy="1384995"/>
          </a:xfrm>
          <a:prstGeom prst="rect">
            <a:avLst/>
          </a:prstGeom>
          <a:noFill/>
        </p:spPr>
        <p:txBody>
          <a:bodyPr wrap="square">
            <a:spAutoFit/>
          </a:bodyPr>
          <a:lstStyle/>
          <a:p>
            <a:pPr algn="ctr"/>
            <a:r>
              <a:rPr lang="en-US" sz="1400"/>
              <a:t>Corporate Governance refers to the system that ensures companies, owners and regulators are accountable, efficient and transparent, building trust and confidence.</a:t>
            </a:r>
            <a:endParaRPr lang="en-GB" sz="1400"/>
          </a:p>
        </p:txBody>
      </p:sp>
      <p:sp>
        <p:nvSpPr>
          <p:cNvPr id="65" name="AutoShape 14" descr="SebiLoginWeb">
            <a:extLst>
              <a:ext uri="{FF2B5EF4-FFF2-40B4-BE49-F238E27FC236}">
                <a16:creationId xmlns:a16="http://schemas.microsoft.com/office/drawing/2014/main" id="{783145F2-6B87-1D44-6A82-7A74F84B9AC7}"/>
              </a:ext>
            </a:extLst>
          </p:cNvPr>
          <p:cNvSpPr>
            <a:spLocks noChangeAspect="1" noChangeArrowheads="1"/>
          </p:cNvSpPr>
          <p:nvPr/>
        </p:nvSpPr>
        <p:spPr bwMode="auto">
          <a:xfrm>
            <a:off x="6032312" y="3802999"/>
            <a:ext cx="331238" cy="32758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7" name="AutoShape 22" descr="SebiLoginWeb">
            <a:extLst>
              <a:ext uri="{FF2B5EF4-FFF2-40B4-BE49-F238E27FC236}">
                <a16:creationId xmlns:a16="http://schemas.microsoft.com/office/drawing/2014/main" id="{6C7D0592-E9AB-D6F3-4392-24CDAF515357}"/>
              </a:ext>
            </a:extLst>
          </p:cNvPr>
          <p:cNvSpPr>
            <a:spLocks noChangeAspect="1" noChangeArrowheads="1"/>
          </p:cNvSpPr>
          <p:nvPr/>
        </p:nvSpPr>
        <p:spPr bwMode="auto">
          <a:xfrm>
            <a:off x="6197931" y="3966794"/>
            <a:ext cx="331238" cy="32758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8" name="TextBox 107">
            <a:extLst>
              <a:ext uri="{FF2B5EF4-FFF2-40B4-BE49-F238E27FC236}">
                <a16:creationId xmlns:a16="http://schemas.microsoft.com/office/drawing/2014/main" id="{AA8B992E-263E-EAB9-B9BD-C448D9F3916A}"/>
              </a:ext>
            </a:extLst>
          </p:cNvPr>
          <p:cNvSpPr txBox="1"/>
          <p:nvPr/>
        </p:nvSpPr>
        <p:spPr>
          <a:xfrm>
            <a:off x="9388872" y="3268367"/>
            <a:ext cx="2553447" cy="1815882"/>
          </a:xfrm>
          <a:prstGeom prst="rect">
            <a:avLst/>
          </a:prstGeom>
          <a:noFill/>
        </p:spPr>
        <p:txBody>
          <a:bodyPr wrap="square">
            <a:spAutoFit/>
          </a:bodyPr>
          <a:lstStyle/>
          <a:p>
            <a:pPr algn="ctr"/>
            <a:r>
              <a:rPr lang="en-US" sz="1400">
                <a:solidFill>
                  <a:schemeClr val="bg1"/>
                </a:solidFill>
              </a:rPr>
              <a:t>Corporate governance is about management respecting shareholder rights and acting as trustees. It promotes ethical conduct, value-driven decisions and a clear line between personal and corporate interests.</a:t>
            </a:r>
            <a:endParaRPr lang="en-GB" sz="1400">
              <a:solidFill>
                <a:schemeClr val="bg1"/>
              </a:solidFill>
            </a:endParaRPr>
          </a:p>
        </p:txBody>
      </p:sp>
      <p:sp>
        <p:nvSpPr>
          <p:cNvPr id="3" name="object 28">
            <a:extLst>
              <a:ext uri="{FF2B5EF4-FFF2-40B4-BE49-F238E27FC236}">
                <a16:creationId xmlns:a16="http://schemas.microsoft.com/office/drawing/2014/main" id="{71C14177-1DB1-67F3-DEB1-03A4B28A0712}"/>
              </a:ext>
            </a:extLst>
          </p:cNvPr>
          <p:cNvSpPr txBox="1">
            <a:spLocks/>
          </p:cNvSpPr>
          <p:nvPr/>
        </p:nvSpPr>
        <p:spPr>
          <a:xfrm>
            <a:off x="11802491" y="6620276"/>
            <a:ext cx="202438" cy="187248"/>
          </a:xfrm>
          <a:prstGeom prst="rect">
            <a:avLst/>
          </a:prstGeom>
        </p:spPr>
        <p:txBody>
          <a:bodyPr vert="horz" wrap="square" lIns="0" tIns="0" rIns="0" bIns="0" rtlCol="0">
            <a:spAutoFit/>
          </a:bodyPr>
          <a:lstStyle>
            <a:defPPr>
              <a:defRPr lang="en-US" kern="0"/>
            </a:defPPr>
            <a:lvl1pPr marL="0" algn="l" defTabSz="914400" rtl="0" eaLnBrk="1" latinLnBrk="0" hangingPunct="1">
              <a:defRPr sz="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3980">
              <a:spcBef>
                <a:spcPts val="25"/>
              </a:spcBef>
            </a:pPr>
            <a:fld id="{81D60167-4931-47E6-BA6A-407CBD079E47}" type="slidenum">
              <a:rPr lang="en-US" spc="-50" smtClean="0"/>
              <a:pPr marL="93980">
                <a:spcBef>
                  <a:spcPts val="25"/>
                </a:spcBef>
              </a:pPr>
              <a:t>4</a:t>
            </a:fld>
            <a:endParaRPr lang="en-US" spc="-50"/>
          </a:p>
        </p:txBody>
      </p:sp>
      <p:sp>
        <p:nvSpPr>
          <p:cNvPr id="4" name="TextBox 3">
            <a:extLst>
              <a:ext uri="{FF2B5EF4-FFF2-40B4-BE49-F238E27FC236}">
                <a16:creationId xmlns:a16="http://schemas.microsoft.com/office/drawing/2014/main" id="{E4DB7C13-685A-7386-AFDB-6B65E751CADB}"/>
              </a:ext>
            </a:extLst>
          </p:cNvPr>
          <p:cNvSpPr txBox="1"/>
          <p:nvPr/>
        </p:nvSpPr>
        <p:spPr>
          <a:xfrm>
            <a:off x="116736" y="1803293"/>
            <a:ext cx="2706076" cy="705381"/>
          </a:xfrm>
          <a:prstGeom prst="rect">
            <a:avLst/>
          </a:prstGeom>
          <a:solidFill>
            <a:schemeClr val="accent1">
              <a:lumMod val="20000"/>
              <a:lumOff val="80000"/>
            </a:schemeClr>
          </a:solidFill>
        </p:spPr>
        <p:txBody>
          <a:bodyPr wrap="square" lIns="91440" tIns="0" rIns="0" bIns="0" rtlCol="0" anchor="t">
            <a:noAutofit/>
          </a:bodyPr>
          <a:lstStyle/>
          <a:p>
            <a:pPr algn="ctr"/>
            <a:r>
              <a:rPr lang="en-US" b="1"/>
              <a:t>Cadbury Report </a:t>
            </a:r>
          </a:p>
        </p:txBody>
      </p:sp>
      <p:sp>
        <p:nvSpPr>
          <p:cNvPr id="6" name="TextBox 5">
            <a:extLst>
              <a:ext uri="{FF2B5EF4-FFF2-40B4-BE49-F238E27FC236}">
                <a16:creationId xmlns:a16="http://schemas.microsoft.com/office/drawing/2014/main" id="{6A04BC95-6BD3-C905-A051-2215FD3F6EF3}"/>
              </a:ext>
            </a:extLst>
          </p:cNvPr>
          <p:cNvSpPr txBox="1"/>
          <p:nvPr/>
        </p:nvSpPr>
        <p:spPr>
          <a:xfrm>
            <a:off x="3150124" y="1641719"/>
            <a:ext cx="2856569" cy="923330"/>
          </a:xfrm>
          <a:prstGeom prst="rect">
            <a:avLst/>
          </a:prstGeom>
          <a:noFill/>
        </p:spPr>
        <p:txBody>
          <a:bodyPr wrap="square" lIns="91440" tIns="45720" rIns="91440" bIns="45720" anchor="t">
            <a:spAutoFit/>
          </a:bodyPr>
          <a:lstStyle/>
          <a:p>
            <a:pPr algn="ctr">
              <a:spcAft>
                <a:spcPts val="600"/>
              </a:spcAft>
            </a:pPr>
            <a:r>
              <a:rPr lang="en-US" b="1"/>
              <a:t>Organization</a:t>
            </a:r>
            <a:r>
              <a:rPr lang="en-US" sz="1800" b="1"/>
              <a:t> for Economic Co-operation and Development</a:t>
            </a:r>
          </a:p>
        </p:txBody>
      </p:sp>
      <p:sp>
        <p:nvSpPr>
          <p:cNvPr id="7" name="TextBox 6">
            <a:extLst>
              <a:ext uri="{FF2B5EF4-FFF2-40B4-BE49-F238E27FC236}">
                <a16:creationId xmlns:a16="http://schemas.microsoft.com/office/drawing/2014/main" id="{95CE5112-FF44-B9BE-CE3B-F94D50386DAC}"/>
              </a:ext>
            </a:extLst>
          </p:cNvPr>
          <p:cNvSpPr txBox="1"/>
          <p:nvPr/>
        </p:nvSpPr>
        <p:spPr>
          <a:xfrm>
            <a:off x="3424376" y="2921449"/>
            <a:ext cx="2386272" cy="1761642"/>
          </a:xfrm>
          <a:prstGeom prst="rect">
            <a:avLst/>
          </a:prstGeom>
          <a:solidFill>
            <a:schemeClr val="accent1">
              <a:lumMod val="40000"/>
              <a:lumOff val="60000"/>
            </a:schemeClr>
          </a:solidFill>
        </p:spPr>
        <p:txBody>
          <a:bodyPr wrap="square" lIns="91440" tIns="0" rIns="0" bIns="0" rtlCol="0">
            <a:noAutofit/>
          </a:bodyPr>
          <a:lstStyle/>
          <a:p>
            <a:pPr algn="ctr">
              <a:spcAft>
                <a:spcPts val="600"/>
              </a:spcAft>
            </a:pPr>
            <a:r>
              <a:rPr lang="en-US" sz="1400"/>
              <a:t>Corporate governance defines how a company is directed and managed in relation to its shareholders and stakeholders. Strong governance builds trust, transparency and accountability, encouraging long-term investment, financial stability, and sustainable growth. </a:t>
            </a:r>
            <a:endParaRPr lang="en-GB" sz="1400" b="1"/>
          </a:p>
        </p:txBody>
      </p:sp>
    </p:spTree>
    <p:custDataLst>
      <p:custData r:id="rId1"/>
    </p:custDataLst>
    <p:extLst>
      <p:ext uri="{BB962C8B-B14F-4D97-AF65-F5344CB8AC3E}">
        <p14:creationId xmlns:p14="http://schemas.microsoft.com/office/powerpoint/2010/main" val="86355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4D01C-0CE5-C1C6-5638-A6EDD25EEE6A}"/>
            </a:ext>
          </a:extLst>
        </p:cNvPr>
        <p:cNvGrpSpPr/>
        <p:nvPr/>
      </p:nvGrpSpPr>
      <p:grpSpPr>
        <a:xfrm>
          <a:off x="0" y="0"/>
          <a:ext cx="0" cy="0"/>
          <a:chOff x="0" y="0"/>
          <a:chExt cx="0" cy="0"/>
        </a:xfrm>
      </p:grpSpPr>
      <p:sp>
        <p:nvSpPr>
          <p:cNvPr id="28" name="object 28">
            <a:extLst>
              <a:ext uri="{FF2B5EF4-FFF2-40B4-BE49-F238E27FC236}">
                <a16:creationId xmlns:a16="http://schemas.microsoft.com/office/drawing/2014/main" id="{411EC065-6E38-6F34-33A5-A031364DF2C8}"/>
              </a:ext>
            </a:extLst>
          </p:cNvPr>
          <p:cNvSpPr txBox="1">
            <a:spLocks noGrp="1"/>
          </p:cNvSpPr>
          <p:nvPr>
            <p:ph type="sldNum" sz="quarter" idx="7"/>
          </p:nvPr>
        </p:nvSpPr>
        <p:spPr>
          <a:xfrm>
            <a:off x="11802491" y="6620276"/>
            <a:ext cx="202438" cy="187248"/>
          </a:xfrm>
          <a:prstGeom prst="rect">
            <a:avLst/>
          </a:prstGeom>
        </p:spPr>
        <p:txBody>
          <a:bodyPr vert="horz" wrap="square" lIns="0" tIns="0" rIns="0" bIns="0" rtlCol="0">
            <a:spAutoFit/>
          </a:bodyPr>
          <a:lstStyle>
            <a:defPPr>
              <a:defRPr kern="0"/>
            </a:defPPr>
            <a:lvl1pPr>
              <a:defRPr sz="800" b="0" i="0">
                <a:solidFill>
                  <a:schemeClr val="tx1"/>
                </a:solidFill>
                <a:latin typeface="Arial"/>
                <a:cs typeface="Arial"/>
              </a:defRPr>
            </a:lvl1pPr>
          </a:lstStyle>
          <a:p>
            <a:pPr marL="93980">
              <a:lnSpc>
                <a:spcPct val="100000"/>
              </a:lnSpc>
              <a:spcBef>
                <a:spcPts val="25"/>
              </a:spcBef>
            </a:pPr>
            <a:fld id="{81D60167-4931-47E6-BA6A-407CBD079E47}" type="slidenum">
              <a:rPr lang="en-US" spc="-50" smtClean="0"/>
              <a:pPr marL="93980">
                <a:lnSpc>
                  <a:spcPct val="100000"/>
                </a:lnSpc>
                <a:spcBef>
                  <a:spcPts val="25"/>
                </a:spcBef>
              </a:pPr>
              <a:t>5</a:t>
            </a:fld>
            <a:endParaRPr spc="-50"/>
          </a:p>
        </p:txBody>
      </p:sp>
      <p:sp>
        <p:nvSpPr>
          <p:cNvPr id="47" name="Content Placeholder 10">
            <a:extLst>
              <a:ext uri="{FF2B5EF4-FFF2-40B4-BE49-F238E27FC236}">
                <a16:creationId xmlns:a16="http://schemas.microsoft.com/office/drawing/2014/main" id="{70558797-F395-E0DE-9954-B7098B7FEEBF}"/>
              </a:ext>
            </a:extLst>
          </p:cNvPr>
          <p:cNvSpPr txBox="1">
            <a:spLocks/>
          </p:cNvSpPr>
          <p:nvPr/>
        </p:nvSpPr>
        <p:spPr>
          <a:xfrm>
            <a:off x="2128914" y="5464970"/>
            <a:ext cx="3130410" cy="980864"/>
          </a:xfrm>
          <a:prstGeom prst="rect">
            <a:avLst/>
          </a:prstGeom>
          <a:solidFill>
            <a:srgbClr val="FFFFFF"/>
          </a:solidFill>
          <a:ln w="12700">
            <a:solidFill>
              <a:schemeClr val="tx1"/>
            </a:solidFill>
            <a:prstDash val="dash"/>
          </a:ln>
          <a:effectLst>
            <a:outerShdw blurRad="63500" sx="102000" sy="102000" algn="ctr" rotWithShape="0">
              <a:prstClr val="black">
                <a:alpha val="40000"/>
              </a:prstClr>
            </a:outerShdw>
          </a:effectLst>
        </p:spPr>
        <p:txBody>
          <a:bodyPr vert="horz" wrap="square" lIns="91440" tIns="91440" rIns="91440" bIns="91440" rtlCol="0" anchor="ctr">
            <a:noAutofit/>
          </a:bodyPr>
          <a:lstStyle>
            <a:defPPr>
              <a:defRPr lang="en-US"/>
            </a:defPPr>
            <a:lvl1pPr marL="171450" indent="-171450" defTabSz="1018824">
              <a:spcAft>
                <a:spcPts val="1200"/>
              </a:spcAft>
              <a:buFont typeface="Arial" panose="020B0604020202020204" pitchFamily="34" charset="0"/>
              <a:buChar char="•"/>
              <a:defRPr sz="1400" kern="0"/>
            </a:lvl1pPr>
            <a:lvl2pPr indent="0">
              <a:defRPr sz="1100">
                <a:solidFill>
                  <a:schemeClr val="lt1"/>
                </a:solidFill>
              </a:defRPr>
            </a:lvl2pPr>
            <a:lvl3pPr indent="0">
              <a:defRPr sz="1100">
                <a:solidFill>
                  <a:schemeClr val="lt1"/>
                </a:solidFill>
              </a:defRPr>
            </a:lvl3pPr>
            <a:lvl4pPr indent="0">
              <a:defRPr sz="1100">
                <a:solidFill>
                  <a:schemeClr val="lt1"/>
                </a:solidFill>
              </a:defRPr>
            </a:lvl4pPr>
            <a:lvl5pPr indent="0">
              <a:defRPr sz="1100">
                <a:solidFill>
                  <a:schemeClr val="lt1"/>
                </a:solidFill>
              </a:defRPr>
            </a:lvl5pPr>
            <a:lvl6pPr indent="0">
              <a:defRPr sz="1100">
                <a:solidFill>
                  <a:schemeClr val="lt1"/>
                </a:solidFill>
              </a:defRPr>
            </a:lvl6pPr>
            <a:lvl7pPr indent="0">
              <a:defRPr sz="1100">
                <a:solidFill>
                  <a:schemeClr val="lt1"/>
                </a:solidFill>
              </a:defRPr>
            </a:lvl7pPr>
            <a:lvl8pPr indent="0">
              <a:defRPr sz="1100">
                <a:solidFill>
                  <a:schemeClr val="lt1"/>
                </a:solidFill>
              </a:defRPr>
            </a:lvl8pPr>
            <a:lvl9pPr indent="0">
              <a:defRPr sz="1100">
                <a:solidFill>
                  <a:schemeClr val="lt1"/>
                </a:solidFill>
              </a:defRPr>
            </a:lvl9pPr>
          </a:lstStyle>
          <a:p>
            <a:pPr marL="0" indent="0" defTabSz="914400" fontAlgn="base">
              <a:spcAft>
                <a:spcPts val="300"/>
              </a:spcAft>
              <a:buClr>
                <a:srgbClr val="602320"/>
              </a:buClr>
              <a:buSzPts val="1200"/>
              <a:buNone/>
              <a:defRPr/>
            </a:pPr>
            <a:endParaRPr lang="en-US" sz="1200" kern="1200">
              <a:solidFill>
                <a:schemeClr val="tx1">
                  <a:lumMod val="75000"/>
                  <a:lumOff val="25000"/>
                </a:schemeClr>
              </a:solidFill>
            </a:endParaRPr>
          </a:p>
          <a:p>
            <a:pPr marL="0" indent="0" defTabSz="914400" fontAlgn="base">
              <a:spcAft>
                <a:spcPts val="300"/>
              </a:spcAft>
              <a:buClr>
                <a:srgbClr val="602320"/>
              </a:buClr>
              <a:buSzPts val="1200"/>
              <a:buNone/>
              <a:defRPr/>
            </a:pPr>
            <a:endParaRPr lang="en-US" sz="1200" kern="1200">
              <a:solidFill>
                <a:schemeClr val="tx1">
                  <a:lumMod val="75000"/>
                  <a:lumOff val="25000"/>
                </a:schemeClr>
              </a:solidFill>
            </a:endParaRPr>
          </a:p>
          <a:p>
            <a:pPr marL="0" indent="0" defTabSz="914400" fontAlgn="base">
              <a:spcAft>
                <a:spcPts val="300"/>
              </a:spcAft>
              <a:buClr>
                <a:srgbClr val="602320"/>
              </a:buClr>
              <a:buSzPts val="1200"/>
              <a:buNone/>
              <a:defRPr/>
            </a:pPr>
            <a:r>
              <a:rPr lang="en-US" sz="1200" kern="1200">
                <a:solidFill>
                  <a:schemeClr val="tx1">
                    <a:lumMod val="75000"/>
                    <a:lumOff val="25000"/>
                  </a:schemeClr>
                </a:solidFill>
              </a:rPr>
              <a:t>United States, United Kingdom, Canada, Australia etc. </a:t>
            </a:r>
          </a:p>
          <a:p>
            <a:pPr defTabSz="914400" fontAlgn="base">
              <a:spcAft>
                <a:spcPts val="300"/>
              </a:spcAft>
              <a:buClr>
                <a:srgbClr val="602320"/>
              </a:buClr>
              <a:buSzPts val="1200"/>
              <a:defRPr/>
            </a:pPr>
            <a:endParaRPr lang="en-US" sz="1200" kern="1200">
              <a:solidFill>
                <a:schemeClr val="tx1">
                  <a:lumMod val="75000"/>
                  <a:lumOff val="25000"/>
                </a:schemeClr>
              </a:solidFill>
            </a:endParaRPr>
          </a:p>
          <a:p>
            <a:pPr marL="0" indent="0" defTabSz="914400" fontAlgn="base">
              <a:spcAft>
                <a:spcPts val="300"/>
              </a:spcAft>
              <a:buClr>
                <a:srgbClr val="602320"/>
              </a:buClr>
              <a:buSzPts val="1200"/>
              <a:buNone/>
              <a:defRPr/>
            </a:pPr>
            <a:endParaRPr lang="en-US" sz="1200" kern="1200">
              <a:solidFill>
                <a:schemeClr val="tx1">
                  <a:lumMod val="75000"/>
                  <a:lumOff val="25000"/>
                </a:schemeClr>
              </a:solidFill>
            </a:endParaRPr>
          </a:p>
        </p:txBody>
      </p:sp>
      <p:sp>
        <p:nvSpPr>
          <p:cNvPr id="49" name="Content Placeholder 10">
            <a:extLst>
              <a:ext uri="{FF2B5EF4-FFF2-40B4-BE49-F238E27FC236}">
                <a16:creationId xmlns:a16="http://schemas.microsoft.com/office/drawing/2014/main" id="{9DBBB66C-521A-EF96-F649-A1EEDF1F575F}"/>
              </a:ext>
            </a:extLst>
          </p:cNvPr>
          <p:cNvSpPr txBox="1">
            <a:spLocks/>
          </p:cNvSpPr>
          <p:nvPr/>
        </p:nvSpPr>
        <p:spPr>
          <a:xfrm>
            <a:off x="5454281" y="5465571"/>
            <a:ext cx="3130410" cy="998578"/>
          </a:xfrm>
          <a:prstGeom prst="rect">
            <a:avLst/>
          </a:prstGeom>
          <a:solidFill>
            <a:srgbClr val="FFFFFF"/>
          </a:solidFill>
          <a:ln w="12700">
            <a:solidFill>
              <a:schemeClr val="tx1"/>
            </a:solidFill>
            <a:prstDash val="dash"/>
          </a:ln>
          <a:effectLst>
            <a:outerShdw blurRad="63500" sx="102000" sy="102000" algn="ctr" rotWithShape="0">
              <a:prstClr val="black">
                <a:alpha val="40000"/>
              </a:prstClr>
            </a:outerShdw>
          </a:effectLst>
        </p:spPr>
        <p:txBody>
          <a:bodyPr vert="horz" wrap="square" lIns="91440" tIns="91440" rIns="91440" bIns="91440" rtlCol="0" anchor="ctr">
            <a:noAutofit/>
          </a:bodyPr>
          <a:lstStyle>
            <a:defPPr>
              <a:defRPr lang="en-US"/>
            </a:defPPr>
            <a:lvl1pPr marL="171450" indent="-171450" defTabSz="1018824">
              <a:spcAft>
                <a:spcPts val="1200"/>
              </a:spcAft>
              <a:buFont typeface="Arial" panose="020B0604020202020204" pitchFamily="34" charset="0"/>
              <a:buChar char="•"/>
              <a:defRPr sz="1400" kern="0"/>
            </a:lvl1pPr>
            <a:lvl2pPr indent="0">
              <a:defRPr sz="1100">
                <a:solidFill>
                  <a:schemeClr val="lt1"/>
                </a:solidFill>
              </a:defRPr>
            </a:lvl2pPr>
            <a:lvl3pPr indent="0">
              <a:defRPr sz="1100">
                <a:solidFill>
                  <a:schemeClr val="lt1"/>
                </a:solidFill>
              </a:defRPr>
            </a:lvl3pPr>
            <a:lvl4pPr indent="0">
              <a:defRPr sz="1100">
                <a:solidFill>
                  <a:schemeClr val="lt1"/>
                </a:solidFill>
              </a:defRPr>
            </a:lvl4pPr>
            <a:lvl5pPr indent="0">
              <a:defRPr sz="1100">
                <a:solidFill>
                  <a:schemeClr val="lt1"/>
                </a:solidFill>
              </a:defRPr>
            </a:lvl5pPr>
            <a:lvl6pPr indent="0">
              <a:defRPr sz="1100">
                <a:solidFill>
                  <a:schemeClr val="lt1"/>
                </a:solidFill>
              </a:defRPr>
            </a:lvl6pPr>
            <a:lvl7pPr indent="0">
              <a:defRPr sz="1100">
                <a:solidFill>
                  <a:schemeClr val="lt1"/>
                </a:solidFill>
              </a:defRPr>
            </a:lvl7pPr>
            <a:lvl8pPr indent="0">
              <a:defRPr sz="1100">
                <a:solidFill>
                  <a:schemeClr val="lt1"/>
                </a:solidFill>
              </a:defRPr>
            </a:lvl8pPr>
            <a:lvl9pPr indent="0">
              <a:defRPr sz="1100">
                <a:solidFill>
                  <a:schemeClr val="lt1"/>
                </a:solidFill>
              </a:defRPr>
            </a:lvl9pPr>
          </a:lstStyle>
          <a:p>
            <a:pPr marL="0" indent="0" defTabSz="914400" fontAlgn="base">
              <a:spcAft>
                <a:spcPts val="300"/>
              </a:spcAft>
              <a:buClr>
                <a:srgbClr val="602320"/>
              </a:buClr>
              <a:buSzPts val="1200"/>
              <a:buNone/>
              <a:defRPr/>
            </a:pPr>
            <a:r>
              <a:rPr lang="en-US" sz="1200" kern="1200">
                <a:solidFill>
                  <a:schemeClr val="tx1">
                    <a:lumMod val="75000"/>
                    <a:lumOff val="25000"/>
                  </a:schemeClr>
                </a:solidFill>
              </a:rPr>
              <a:t>Germany, France, Netherlands etc.  </a:t>
            </a:r>
          </a:p>
        </p:txBody>
      </p:sp>
      <p:sp>
        <p:nvSpPr>
          <p:cNvPr id="51" name="Content Placeholder 10">
            <a:extLst>
              <a:ext uri="{FF2B5EF4-FFF2-40B4-BE49-F238E27FC236}">
                <a16:creationId xmlns:a16="http://schemas.microsoft.com/office/drawing/2014/main" id="{8694D2A9-426D-90BD-BB71-D9ABFB1BC972}"/>
              </a:ext>
            </a:extLst>
          </p:cNvPr>
          <p:cNvSpPr txBox="1">
            <a:spLocks/>
          </p:cNvSpPr>
          <p:nvPr/>
        </p:nvSpPr>
        <p:spPr>
          <a:xfrm>
            <a:off x="8733929" y="5472504"/>
            <a:ext cx="3130410" cy="1018432"/>
          </a:xfrm>
          <a:prstGeom prst="rect">
            <a:avLst/>
          </a:prstGeom>
          <a:solidFill>
            <a:srgbClr val="FFFFFF"/>
          </a:solidFill>
          <a:ln w="12700">
            <a:solidFill>
              <a:schemeClr val="tx1"/>
            </a:solidFill>
            <a:prstDash val="dash"/>
          </a:ln>
          <a:effectLst>
            <a:outerShdw blurRad="63500" sx="102000" sy="102000" algn="ctr" rotWithShape="0">
              <a:prstClr val="black">
                <a:alpha val="40000"/>
              </a:prstClr>
            </a:outerShdw>
          </a:effectLst>
        </p:spPr>
        <p:txBody>
          <a:bodyPr vert="horz" wrap="square" lIns="91440" tIns="91440" rIns="91440" bIns="91440" rtlCol="0" anchor="ctr">
            <a:noAutofit/>
          </a:bodyPr>
          <a:lstStyle>
            <a:defPPr>
              <a:defRPr lang="en-US"/>
            </a:defPPr>
            <a:lvl1pPr marL="171450" indent="-171450" defTabSz="1018824">
              <a:spcAft>
                <a:spcPts val="1200"/>
              </a:spcAft>
              <a:buFont typeface="Arial" panose="020B0604020202020204" pitchFamily="34" charset="0"/>
              <a:buChar char="•"/>
              <a:defRPr sz="1400" kern="0"/>
            </a:lvl1pPr>
            <a:lvl2pPr indent="0">
              <a:defRPr sz="1100">
                <a:solidFill>
                  <a:schemeClr val="lt1"/>
                </a:solidFill>
              </a:defRPr>
            </a:lvl2pPr>
            <a:lvl3pPr indent="0">
              <a:defRPr sz="1100">
                <a:solidFill>
                  <a:schemeClr val="lt1"/>
                </a:solidFill>
              </a:defRPr>
            </a:lvl3pPr>
            <a:lvl4pPr indent="0">
              <a:defRPr sz="1100">
                <a:solidFill>
                  <a:schemeClr val="lt1"/>
                </a:solidFill>
              </a:defRPr>
            </a:lvl4pPr>
            <a:lvl5pPr indent="0">
              <a:defRPr sz="1100">
                <a:solidFill>
                  <a:schemeClr val="lt1"/>
                </a:solidFill>
              </a:defRPr>
            </a:lvl5pPr>
            <a:lvl6pPr indent="0">
              <a:defRPr sz="1100">
                <a:solidFill>
                  <a:schemeClr val="lt1"/>
                </a:solidFill>
              </a:defRPr>
            </a:lvl6pPr>
            <a:lvl7pPr indent="0">
              <a:defRPr sz="1100">
                <a:solidFill>
                  <a:schemeClr val="lt1"/>
                </a:solidFill>
              </a:defRPr>
            </a:lvl7pPr>
            <a:lvl8pPr indent="0">
              <a:defRPr sz="1100">
                <a:solidFill>
                  <a:schemeClr val="lt1"/>
                </a:solidFill>
              </a:defRPr>
            </a:lvl8pPr>
            <a:lvl9pPr indent="0">
              <a:defRPr sz="1100">
                <a:solidFill>
                  <a:schemeClr val="lt1"/>
                </a:solidFill>
              </a:defRPr>
            </a:lvl9pPr>
          </a:lstStyle>
          <a:p>
            <a:pPr marL="0" indent="0" defTabSz="914400" fontAlgn="base">
              <a:spcAft>
                <a:spcPts val="300"/>
              </a:spcAft>
              <a:buClr>
                <a:srgbClr val="602320"/>
              </a:buClr>
              <a:buSzPts val="1200"/>
              <a:buNone/>
              <a:defRPr/>
            </a:pPr>
            <a:r>
              <a:rPr lang="en-US" sz="1200" kern="1200">
                <a:solidFill>
                  <a:schemeClr val="tx1">
                    <a:lumMod val="75000"/>
                    <a:lumOff val="25000"/>
                  </a:schemeClr>
                </a:solidFill>
              </a:rPr>
              <a:t>India</a:t>
            </a:r>
          </a:p>
        </p:txBody>
      </p:sp>
      <p:sp>
        <p:nvSpPr>
          <p:cNvPr id="17" name="Rectangle 16">
            <a:extLst>
              <a:ext uri="{FF2B5EF4-FFF2-40B4-BE49-F238E27FC236}">
                <a16:creationId xmlns:a16="http://schemas.microsoft.com/office/drawing/2014/main" id="{58BA43FA-AD9B-43A8-13FC-C121D8F96BD8}"/>
              </a:ext>
            </a:extLst>
          </p:cNvPr>
          <p:cNvSpPr/>
          <p:nvPr/>
        </p:nvSpPr>
        <p:spPr>
          <a:xfrm>
            <a:off x="372848" y="2970455"/>
            <a:ext cx="1479480" cy="985946"/>
          </a:xfrm>
          <a:prstGeom prst="rect">
            <a:avLst/>
          </a:prstGeom>
          <a:solidFill>
            <a:schemeClr val="tx2">
              <a:lumMod val="50000"/>
              <a:lumOff val="50000"/>
            </a:schemeClr>
          </a:solidFill>
          <a:ln w="6350">
            <a:solidFill>
              <a:schemeClr val="tx1">
                <a:lumMod val="50000"/>
                <a:lumOff val="50000"/>
              </a:schemeClr>
            </a:solidFill>
            <a:prstDash val="solid"/>
          </a:ln>
          <a:effectLst/>
        </p:spPr>
        <p:txBody>
          <a:bodyPr vert="horz" wrap="square" lIns="91440" tIns="91440" rIns="91440" bIns="91440" rtlCol="0" anchor="ctr">
            <a:noAutofit/>
          </a:bodyPr>
          <a:lstStyle/>
          <a:p>
            <a:pPr algn="ctr">
              <a:buClr>
                <a:srgbClr val="000000"/>
              </a:buClr>
            </a:pPr>
            <a:r>
              <a:rPr lang="en-US" sz="1400" b="1" kern="0">
                <a:solidFill>
                  <a:schemeClr val="bg1"/>
                </a:solidFill>
                <a:cs typeface="Arial"/>
              </a:rPr>
              <a:t>Board</a:t>
            </a:r>
          </a:p>
        </p:txBody>
      </p:sp>
      <p:sp>
        <p:nvSpPr>
          <p:cNvPr id="22" name="Content Placeholder 10">
            <a:extLst>
              <a:ext uri="{FF2B5EF4-FFF2-40B4-BE49-F238E27FC236}">
                <a16:creationId xmlns:a16="http://schemas.microsoft.com/office/drawing/2014/main" id="{CEB0384C-0EB6-7675-A51C-85B38F67CDF5}"/>
              </a:ext>
            </a:extLst>
          </p:cNvPr>
          <p:cNvSpPr txBox="1">
            <a:spLocks/>
          </p:cNvSpPr>
          <p:nvPr/>
        </p:nvSpPr>
        <p:spPr>
          <a:xfrm>
            <a:off x="2122818" y="2988771"/>
            <a:ext cx="3130410" cy="985946"/>
          </a:xfrm>
          <a:prstGeom prst="rect">
            <a:avLst/>
          </a:prstGeom>
          <a:solidFill>
            <a:srgbClr val="FFFFFF"/>
          </a:solidFill>
          <a:ln w="12700">
            <a:solidFill>
              <a:schemeClr val="tx1"/>
            </a:solidFill>
            <a:prstDash val="dash"/>
          </a:ln>
          <a:effectLst>
            <a:outerShdw blurRad="63500" sx="102000" sy="102000" algn="ctr" rotWithShape="0">
              <a:prstClr val="black">
                <a:alpha val="40000"/>
              </a:prstClr>
            </a:outerShdw>
          </a:effectLst>
        </p:spPr>
        <p:txBody>
          <a:bodyPr vert="horz" wrap="square" lIns="91440" tIns="91440" rIns="91440" bIns="91440" rtlCol="0" anchor="ctr">
            <a:noAutofit/>
          </a:bodyPr>
          <a:lstStyle>
            <a:defPPr>
              <a:defRPr lang="en-US"/>
            </a:defPPr>
            <a:lvl1pPr marL="171450" indent="-171450" defTabSz="1018824">
              <a:spcAft>
                <a:spcPts val="1200"/>
              </a:spcAft>
              <a:buFont typeface="Arial" panose="020B0604020202020204" pitchFamily="34" charset="0"/>
              <a:buChar char="•"/>
              <a:defRPr sz="1400" kern="0"/>
            </a:lvl1pPr>
            <a:lvl2pPr indent="0">
              <a:defRPr sz="1100">
                <a:solidFill>
                  <a:schemeClr val="lt1"/>
                </a:solidFill>
              </a:defRPr>
            </a:lvl2pPr>
            <a:lvl3pPr indent="0">
              <a:defRPr sz="1100">
                <a:solidFill>
                  <a:schemeClr val="lt1"/>
                </a:solidFill>
              </a:defRPr>
            </a:lvl3pPr>
            <a:lvl4pPr indent="0">
              <a:defRPr sz="1100">
                <a:solidFill>
                  <a:schemeClr val="lt1"/>
                </a:solidFill>
              </a:defRPr>
            </a:lvl4pPr>
            <a:lvl5pPr indent="0">
              <a:defRPr sz="1100">
                <a:solidFill>
                  <a:schemeClr val="lt1"/>
                </a:solidFill>
              </a:defRPr>
            </a:lvl5pPr>
            <a:lvl6pPr indent="0">
              <a:defRPr sz="1100">
                <a:solidFill>
                  <a:schemeClr val="lt1"/>
                </a:solidFill>
              </a:defRPr>
            </a:lvl6pPr>
            <a:lvl7pPr indent="0">
              <a:defRPr sz="1100">
                <a:solidFill>
                  <a:schemeClr val="lt1"/>
                </a:solidFill>
              </a:defRPr>
            </a:lvl7pPr>
            <a:lvl8pPr indent="0">
              <a:defRPr sz="1100">
                <a:solidFill>
                  <a:schemeClr val="lt1"/>
                </a:solidFill>
              </a:defRPr>
            </a:lvl8pPr>
            <a:lvl9pPr indent="0">
              <a:defRPr sz="1100">
                <a:solidFill>
                  <a:schemeClr val="lt1"/>
                </a:solidFill>
              </a:defRPr>
            </a:lvl9pPr>
          </a:lstStyle>
          <a:p>
            <a:pPr defTabSz="914400" fontAlgn="base">
              <a:spcAft>
                <a:spcPts val="300"/>
              </a:spcAft>
              <a:buClr>
                <a:srgbClr val="602320"/>
              </a:buClr>
              <a:buSzPts val="1200"/>
              <a:defRPr/>
            </a:pPr>
            <a:r>
              <a:rPr lang="en-US" sz="1200" b="1" kern="1200">
                <a:solidFill>
                  <a:schemeClr val="tx1">
                    <a:lumMod val="75000"/>
                    <a:lumOff val="25000"/>
                  </a:schemeClr>
                </a:solidFill>
              </a:rPr>
              <a:t>One-tier Board </a:t>
            </a:r>
            <a:r>
              <a:rPr lang="en-US" sz="1200" kern="1200">
                <a:solidFill>
                  <a:schemeClr val="tx1">
                    <a:lumMod val="75000"/>
                    <a:lumOff val="25000"/>
                  </a:schemeClr>
                </a:solidFill>
              </a:rPr>
              <a:t>with executive and non-executive director</a:t>
            </a:r>
          </a:p>
        </p:txBody>
      </p:sp>
      <p:sp>
        <p:nvSpPr>
          <p:cNvPr id="32" name="Rectangle 31">
            <a:extLst>
              <a:ext uri="{FF2B5EF4-FFF2-40B4-BE49-F238E27FC236}">
                <a16:creationId xmlns:a16="http://schemas.microsoft.com/office/drawing/2014/main" id="{7C707D99-E1E1-A0B2-3F5A-BDF4CF50A6D8}"/>
              </a:ext>
            </a:extLst>
          </p:cNvPr>
          <p:cNvSpPr/>
          <p:nvPr/>
        </p:nvSpPr>
        <p:spPr>
          <a:xfrm>
            <a:off x="386483" y="2100029"/>
            <a:ext cx="1479480" cy="796435"/>
          </a:xfrm>
          <a:prstGeom prst="rect">
            <a:avLst/>
          </a:prstGeom>
          <a:solidFill>
            <a:schemeClr val="tx2">
              <a:lumMod val="50000"/>
              <a:lumOff val="50000"/>
            </a:schemeClr>
          </a:solidFill>
          <a:ln w="6350">
            <a:solidFill>
              <a:schemeClr val="tx1">
                <a:lumMod val="50000"/>
                <a:lumOff val="50000"/>
              </a:schemeClr>
            </a:solidFill>
            <a:prstDash val="solid"/>
          </a:ln>
          <a:effectLst/>
        </p:spPr>
        <p:txBody>
          <a:bodyPr vert="horz" wrap="square" lIns="91440" tIns="91440" rIns="91440" bIns="91440" rtlCol="0" anchor="ctr">
            <a:noAutofit/>
          </a:bodyPr>
          <a:lstStyle/>
          <a:p>
            <a:pPr algn="ctr">
              <a:lnSpc>
                <a:spcPct val="110000"/>
              </a:lnSpc>
            </a:pPr>
            <a:r>
              <a:rPr lang="en-GB" sz="1400" b="1">
                <a:solidFill>
                  <a:schemeClr val="bg1"/>
                </a:solidFill>
              </a:rPr>
              <a:t>Focus </a:t>
            </a:r>
          </a:p>
        </p:txBody>
      </p:sp>
      <p:sp>
        <p:nvSpPr>
          <p:cNvPr id="33" name="Content Placeholder 10">
            <a:extLst>
              <a:ext uri="{FF2B5EF4-FFF2-40B4-BE49-F238E27FC236}">
                <a16:creationId xmlns:a16="http://schemas.microsoft.com/office/drawing/2014/main" id="{88310DFC-AC22-0CB6-EC41-E7069BC3B30B}"/>
              </a:ext>
            </a:extLst>
          </p:cNvPr>
          <p:cNvSpPr txBox="1">
            <a:spLocks/>
          </p:cNvSpPr>
          <p:nvPr/>
        </p:nvSpPr>
        <p:spPr>
          <a:xfrm>
            <a:off x="2122818" y="2100029"/>
            <a:ext cx="3116695" cy="796435"/>
          </a:xfrm>
          <a:prstGeom prst="rect">
            <a:avLst/>
          </a:prstGeom>
          <a:solidFill>
            <a:srgbClr val="FFFFFF"/>
          </a:solidFill>
          <a:ln w="12700">
            <a:solidFill>
              <a:schemeClr val="tx1"/>
            </a:solidFill>
            <a:prstDash val="dash"/>
          </a:ln>
          <a:effectLst>
            <a:outerShdw blurRad="63500" sx="102000" sy="102000" algn="ctr" rotWithShape="0">
              <a:prstClr val="black">
                <a:alpha val="40000"/>
              </a:prstClr>
            </a:outerShdw>
          </a:effectLst>
        </p:spPr>
        <p:txBody>
          <a:bodyPr vert="horz" wrap="square" lIns="91440" tIns="91440" rIns="91440" bIns="91440" rtlCol="0" anchor="ctr">
            <a:noAutofit/>
          </a:bodyPr>
          <a:lstStyle>
            <a:defPPr>
              <a:defRPr lang="en-US"/>
            </a:defPPr>
            <a:lvl1pPr marL="171450" indent="-171450" defTabSz="1018824">
              <a:spcAft>
                <a:spcPts val="1200"/>
              </a:spcAft>
              <a:buFont typeface="Arial" panose="020B0604020202020204" pitchFamily="34" charset="0"/>
              <a:buChar char="•"/>
              <a:defRPr sz="1400" kern="0"/>
            </a:lvl1pPr>
            <a:lvl2pPr indent="0">
              <a:defRPr sz="1100">
                <a:solidFill>
                  <a:schemeClr val="lt1"/>
                </a:solidFill>
              </a:defRPr>
            </a:lvl2pPr>
            <a:lvl3pPr indent="0">
              <a:defRPr sz="1100">
                <a:solidFill>
                  <a:schemeClr val="lt1"/>
                </a:solidFill>
              </a:defRPr>
            </a:lvl3pPr>
            <a:lvl4pPr indent="0">
              <a:defRPr sz="1100">
                <a:solidFill>
                  <a:schemeClr val="lt1"/>
                </a:solidFill>
              </a:defRPr>
            </a:lvl4pPr>
            <a:lvl5pPr indent="0">
              <a:defRPr sz="1100">
                <a:solidFill>
                  <a:schemeClr val="lt1"/>
                </a:solidFill>
              </a:defRPr>
            </a:lvl5pPr>
            <a:lvl6pPr indent="0">
              <a:defRPr sz="1100">
                <a:solidFill>
                  <a:schemeClr val="lt1"/>
                </a:solidFill>
              </a:defRPr>
            </a:lvl6pPr>
            <a:lvl7pPr indent="0">
              <a:defRPr sz="1100">
                <a:solidFill>
                  <a:schemeClr val="lt1"/>
                </a:solidFill>
              </a:defRPr>
            </a:lvl7pPr>
            <a:lvl8pPr indent="0">
              <a:defRPr sz="1100">
                <a:solidFill>
                  <a:schemeClr val="lt1"/>
                </a:solidFill>
              </a:defRPr>
            </a:lvl8pPr>
            <a:lvl9pPr indent="0">
              <a:defRPr sz="1100">
                <a:solidFill>
                  <a:schemeClr val="lt1"/>
                </a:solidFill>
              </a:defRPr>
            </a:lvl9pPr>
          </a:lstStyle>
          <a:p>
            <a:pPr defTabSz="914400" fontAlgn="base">
              <a:spcAft>
                <a:spcPts val="300"/>
              </a:spcAft>
              <a:buClr>
                <a:srgbClr val="602320"/>
              </a:buClr>
              <a:buSzPts val="1200"/>
              <a:defRPr/>
            </a:pPr>
            <a:r>
              <a:rPr lang="en-US" sz="1200" b="1" kern="1200">
                <a:solidFill>
                  <a:schemeClr val="tx1">
                    <a:lumMod val="75000"/>
                    <a:lumOff val="25000"/>
                  </a:schemeClr>
                </a:solidFill>
                <a:sym typeface="Georgia"/>
              </a:rPr>
              <a:t>Shareholder primacy </a:t>
            </a:r>
            <a:r>
              <a:rPr lang="en-US" sz="1200" kern="1200">
                <a:solidFill>
                  <a:schemeClr val="tx1">
                    <a:lumMod val="75000"/>
                    <a:lumOff val="25000"/>
                  </a:schemeClr>
                </a:solidFill>
                <a:sym typeface="Georgia"/>
              </a:rPr>
              <a:t>and maximization of shareholders’ value</a:t>
            </a:r>
          </a:p>
        </p:txBody>
      </p:sp>
      <p:sp>
        <p:nvSpPr>
          <p:cNvPr id="37" name="Content Placeholder 10">
            <a:extLst>
              <a:ext uri="{FF2B5EF4-FFF2-40B4-BE49-F238E27FC236}">
                <a16:creationId xmlns:a16="http://schemas.microsoft.com/office/drawing/2014/main" id="{CD22B22E-D0BB-F17E-9453-AFF024BFF2B8}"/>
              </a:ext>
            </a:extLst>
          </p:cNvPr>
          <p:cNvSpPr txBox="1">
            <a:spLocks/>
          </p:cNvSpPr>
          <p:nvPr/>
        </p:nvSpPr>
        <p:spPr>
          <a:xfrm>
            <a:off x="5448185" y="3006341"/>
            <a:ext cx="3130410" cy="985946"/>
          </a:xfrm>
          <a:prstGeom prst="rect">
            <a:avLst/>
          </a:prstGeom>
          <a:solidFill>
            <a:srgbClr val="FFFFFF"/>
          </a:solidFill>
          <a:ln w="12700">
            <a:solidFill>
              <a:schemeClr val="tx1"/>
            </a:solidFill>
            <a:prstDash val="dash"/>
          </a:ln>
          <a:effectLst>
            <a:outerShdw blurRad="63500" sx="102000" sy="102000" algn="ctr" rotWithShape="0">
              <a:prstClr val="black">
                <a:alpha val="40000"/>
              </a:prstClr>
            </a:outerShdw>
          </a:effectLst>
        </p:spPr>
        <p:txBody>
          <a:bodyPr vert="horz" wrap="square" lIns="91440" tIns="91440" rIns="91440" bIns="91440" rtlCol="0" anchor="ctr">
            <a:noAutofit/>
          </a:bodyPr>
          <a:lstStyle>
            <a:defPPr>
              <a:defRPr lang="en-US"/>
            </a:defPPr>
            <a:lvl1pPr marL="171450" indent="-171450" defTabSz="1018824">
              <a:spcAft>
                <a:spcPts val="1200"/>
              </a:spcAft>
              <a:buFont typeface="Arial" panose="020B0604020202020204" pitchFamily="34" charset="0"/>
              <a:buChar char="•"/>
              <a:defRPr sz="1400" kern="0"/>
            </a:lvl1pPr>
            <a:lvl2pPr indent="0">
              <a:defRPr sz="1100">
                <a:solidFill>
                  <a:schemeClr val="lt1"/>
                </a:solidFill>
              </a:defRPr>
            </a:lvl2pPr>
            <a:lvl3pPr indent="0">
              <a:defRPr sz="1100">
                <a:solidFill>
                  <a:schemeClr val="lt1"/>
                </a:solidFill>
              </a:defRPr>
            </a:lvl3pPr>
            <a:lvl4pPr indent="0">
              <a:defRPr sz="1100">
                <a:solidFill>
                  <a:schemeClr val="lt1"/>
                </a:solidFill>
              </a:defRPr>
            </a:lvl4pPr>
            <a:lvl5pPr indent="0">
              <a:defRPr sz="1100">
                <a:solidFill>
                  <a:schemeClr val="lt1"/>
                </a:solidFill>
              </a:defRPr>
            </a:lvl5pPr>
            <a:lvl6pPr indent="0">
              <a:defRPr sz="1100">
                <a:solidFill>
                  <a:schemeClr val="lt1"/>
                </a:solidFill>
              </a:defRPr>
            </a:lvl6pPr>
            <a:lvl7pPr indent="0">
              <a:defRPr sz="1100">
                <a:solidFill>
                  <a:schemeClr val="lt1"/>
                </a:solidFill>
              </a:defRPr>
            </a:lvl7pPr>
            <a:lvl8pPr indent="0">
              <a:defRPr sz="1100">
                <a:solidFill>
                  <a:schemeClr val="lt1"/>
                </a:solidFill>
              </a:defRPr>
            </a:lvl8pPr>
            <a:lvl9pPr indent="0">
              <a:defRPr sz="1100">
                <a:solidFill>
                  <a:schemeClr val="lt1"/>
                </a:solidFill>
              </a:defRPr>
            </a:lvl9pPr>
          </a:lstStyle>
          <a:p>
            <a:pPr defTabSz="914400" fontAlgn="base">
              <a:spcAft>
                <a:spcPts val="300"/>
              </a:spcAft>
              <a:buClr>
                <a:srgbClr val="602320"/>
              </a:buClr>
              <a:buSzPts val="1200"/>
              <a:defRPr/>
            </a:pPr>
            <a:r>
              <a:rPr lang="en-US" sz="1200" kern="1200">
                <a:solidFill>
                  <a:schemeClr val="tx1">
                    <a:lumMod val="75000"/>
                    <a:lumOff val="25000"/>
                  </a:schemeClr>
                </a:solidFill>
              </a:rPr>
              <a:t>Two-tier Board Structure (Supervisory and Management Board)</a:t>
            </a:r>
          </a:p>
        </p:txBody>
      </p:sp>
      <p:sp>
        <p:nvSpPr>
          <p:cNvPr id="39" name="Content Placeholder 10">
            <a:extLst>
              <a:ext uri="{FF2B5EF4-FFF2-40B4-BE49-F238E27FC236}">
                <a16:creationId xmlns:a16="http://schemas.microsoft.com/office/drawing/2014/main" id="{30E5BFA4-F6C8-7284-24BC-6C57D091C2D1}"/>
              </a:ext>
            </a:extLst>
          </p:cNvPr>
          <p:cNvSpPr txBox="1">
            <a:spLocks/>
          </p:cNvSpPr>
          <p:nvPr/>
        </p:nvSpPr>
        <p:spPr>
          <a:xfrm>
            <a:off x="5448185" y="2117361"/>
            <a:ext cx="3116695" cy="796435"/>
          </a:xfrm>
          <a:prstGeom prst="rect">
            <a:avLst/>
          </a:prstGeom>
          <a:solidFill>
            <a:srgbClr val="FFFFFF"/>
          </a:solidFill>
          <a:ln w="12700">
            <a:solidFill>
              <a:schemeClr val="tx1"/>
            </a:solidFill>
            <a:prstDash val="dash"/>
          </a:ln>
          <a:effectLst>
            <a:outerShdw blurRad="63500" sx="102000" sy="102000" algn="ctr" rotWithShape="0">
              <a:prstClr val="black">
                <a:alpha val="40000"/>
              </a:prstClr>
            </a:outerShdw>
          </a:effectLst>
        </p:spPr>
        <p:txBody>
          <a:bodyPr vert="horz" wrap="square" lIns="91440" tIns="91440" rIns="91440" bIns="91440" rtlCol="0" anchor="ctr">
            <a:noAutofit/>
          </a:bodyPr>
          <a:lstStyle>
            <a:defPPr>
              <a:defRPr lang="en-US"/>
            </a:defPPr>
            <a:lvl1pPr marL="171450" indent="-171450" defTabSz="1018824">
              <a:spcAft>
                <a:spcPts val="1200"/>
              </a:spcAft>
              <a:buFont typeface="Arial" panose="020B0604020202020204" pitchFamily="34" charset="0"/>
              <a:buChar char="•"/>
              <a:defRPr sz="1400" kern="0"/>
            </a:lvl1pPr>
            <a:lvl2pPr indent="0">
              <a:defRPr sz="1100">
                <a:solidFill>
                  <a:schemeClr val="lt1"/>
                </a:solidFill>
              </a:defRPr>
            </a:lvl2pPr>
            <a:lvl3pPr indent="0">
              <a:defRPr sz="1100">
                <a:solidFill>
                  <a:schemeClr val="lt1"/>
                </a:solidFill>
              </a:defRPr>
            </a:lvl3pPr>
            <a:lvl4pPr indent="0">
              <a:defRPr sz="1100">
                <a:solidFill>
                  <a:schemeClr val="lt1"/>
                </a:solidFill>
              </a:defRPr>
            </a:lvl4pPr>
            <a:lvl5pPr indent="0">
              <a:defRPr sz="1100">
                <a:solidFill>
                  <a:schemeClr val="lt1"/>
                </a:solidFill>
              </a:defRPr>
            </a:lvl5pPr>
            <a:lvl6pPr indent="0">
              <a:defRPr sz="1100">
                <a:solidFill>
                  <a:schemeClr val="lt1"/>
                </a:solidFill>
              </a:defRPr>
            </a:lvl6pPr>
            <a:lvl7pPr indent="0">
              <a:defRPr sz="1100">
                <a:solidFill>
                  <a:schemeClr val="lt1"/>
                </a:solidFill>
              </a:defRPr>
            </a:lvl7pPr>
            <a:lvl8pPr indent="0">
              <a:defRPr sz="1100">
                <a:solidFill>
                  <a:schemeClr val="lt1"/>
                </a:solidFill>
              </a:defRPr>
            </a:lvl8pPr>
            <a:lvl9pPr indent="0">
              <a:defRPr sz="1100">
                <a:solidFill>
                  <a:schemeClr val="lt1"/>
                </a:solidFill>
              </a:defRPr>
            </a:lvl9pPr>
          </a:lstStyle>
          <a:p>
            <a:pPr defTabSz="914400" fontAlgn="base">
              <a:spcAft>
                <a:spcPts val="300"/>
              </a:spcAft>
              <a:buClr>
                <a:srgbClr val="602320"/>
              </a:buClr>
              <a:buSzPts val="1200"/>
              <a:defRPr/>
            </a:pPr>
            <a:r>
              <a:rPr lang="en-US" sz="1200" kern="1200">
                <a:solidFill>
                  <a:schemeClr val="tx1">
                    <a:lumMod val="75000"/>
                    <a:lumOff val="25000"/>
                  </a:schemeClr>
                </a:solidFill>
                <a:sym typeface="Georgia"/>
              </a:rPr>
              <a:t>Balancing interest of shareholders, employees and other stakeholders</a:t>
            </a:r>
          </a:p>
        </p:txBody>
      </p:sp>
      <p:sp>
        <p:nvSpPr>
          <p:cNvPr id="43" name="Content Placeholder 10">
            <a:extLst>
              <a:ext uri="{FF2B5EF4-FFF2-40B4-BE49-F238E27FC236}">
                <a16:creationId xmlns:a16="http://schemas.microsoft.com/office/drawing/2014/main" id="{7B768265-8185-CF0A-1A9C-DFE1A9EC2A11}"/>
              </a:ext>
            </a:extLst>
          </p:cNvPr>
          <p:cNvSpPr txBox="1">
            <a:spLocks/>
          </p:cNvSpPr>
          <p:nvPr/>
        </p:nvSpPr>
        <p:spPr>
          <a:xfrm>
            <a:off x="8727833" y="3034537"/>
            <a:ext cx="3130410" cy="985946"/>
          </a:xfrm>
          <a:prstGeom prst="rect">
            <a:avLst/>
          </a:prstGeom>
          <a:solidFill>
            <a:srgbClr val="FFFFFF"/>
          </a:solidFill>
          <a:ln w="12700">
            <a:solidFill>
              <a:schemeClr val="tx1"/>
            </a:solidFill>
            <a:prstDash val="dash"/>
          </a:ln>
          <a:effectLst>
            <a:outerShdw blurRad="63500" sx="102000" sy="102000" algn="ctr" rotWithShape="0">
              <a:prstClr val="black">
                <a:alpha val="40000"/>
              </a:prstClr>
            </a:outerShdw>
          </a:effectLst>
        </p:spPr>
        <p:txBody>
          <a:bodyPr vert="horz" wrap="square" lIns="91440" tIns="91440" rIns="91440" bIns="91440" rtlCol="0" anchor="ctr">
            <a:noAutofit/>
          </a:bodyPr>
          <a:lstStyle>
            <a:defPPr>
              <a:defRPr lang="en-US"/>
            </a:defPPr>
            <a:lvl1pPr marL="171450" indent="-171450" defTabSz="1018824">
              <a:spcAft>
                <a:spcPts val="1200"/>
              </a:spcAft>
              <a:buFont typeface="Arial" panose="020B0604020202020204" pitchFamily="34" charset="0"/>
              <a:buChar char="•"/>
              <a:defRPr sz="1400" kern="0"/>
            </a:lvl1pPr>
            <a:lvl2pPr indent="0">
              <a:defRPr sz="1100">
                <a:solidFill>
                  <a:schemeClr val="lt1"/>
                </a:solidFill>
              </a:defRPr>
            </a:lvl2pPr>
            <a:lvl3pPr indent="0">
              <a:defRPr sz="1100">
                <a:solidFill>
                  <a:schemeClr val="lt1"/>
                </a:solidFill>
              </a:defRPr>
            </a:lvl3pPr>
            <a:lvl4pPr indent="0">
              <a:defRPr sz="1100">
                <a:solidFill>
                  <a:schemeClr val="lt1"/>
                </a:solidFill>
              </a:defRPr>
            </a:lvl4pPr>
            <a:lvl5pPr indent="0">
              <a:defRPr sz="1100">
                <a:solidFill>
                  <a:schemeClr val="lt1"/>
                </a:solidFill>
              </a:defRPr>
            </a:lvl5pPr>
            <a:lvl6pPr indent="0">
              <a:defRPr sz="1100">
                <a:solidFill>
                  <a:schemeClr val="lt1"/>
                </a:solidFill>
              </a:defRPr>
            </a:lvl6pPr>
            <a:lvl7pPr indent="0">
              <a:defRPr sz="1100">
                <a:solidFill>
                  <a:schemeClr val="lt1"/>
                </a:solidFill>
              </a:defRPr>
            </a:lvl7pPr>
            <a:lvl8pPr indent="0">
              <a:defRPr sz="1100">
                <a:solidFill>
                  <a:schemeClr val="lt1"/>
                </a:solidFill>
              </a:defRPr>
            </a:lvl8pPr>
            <a:lvl9pPr indent="0">
              <a:defRPr sz="1100">
                <a:solidFill>
                  <a:schemeClr val="lt1"/>
                </a:solidFill>
              </a:defRPr>
            </a:lvl9pPr>
          </a:lstStyle>
          <a:p>
            <a:pPr defTabSz="914400" fontAlgn="base">
              <a:spcAft>
                <a:spcPts val="300"/>
              </a:spcAft>
              <a:buClr>
                <a:srgbClr val="602320"/>
              </a:buClr>
              <a:buSzPts val="1200"/>
              <a:defRPr/>
            </a:pPr>
            <a:r>
              <a:rPr lang="en-US" sz="1200" kern="1200">
                <a:solidFill>
                  <a:schemeClr val="tx1">
                    <a:lumMod val="75000"/>
                    <a:lumOff val="25000"/>
                  </a:schemeClr>
                </a:solidFill>
              </a:rPr>
              <a:t>One-tier Board with executive and non-executive director</a:t>
            </a:r>
          </a:p>
        </p:txBody>
      </p:sp>
      <p:sp>
        <p:nvSpPr>
          <p:cNvPr id="45" name="Content Placeholder 10">
            <a:extLst>
              <a:ext uri="{FF2B5EF4-FFF2-40B4-BE49-F238E27FC236}">
                <a16:creationId xmlns:a16="http://schemas.microsoft.com/office/drawing/2014/main" id="{FFCBA986-7ACA-0F4E-BCFC-70A5C0D9CE24}"/>
              </a:ext>
            </a:extLst>
          </p:cNvPr>
          <p:cNvSpPr txBox="1">
            <a:spLocks/>
          </p:cNvSpPr>
          <p:nvPr/>
        </p:nvSpPr>
        <p:spPr>
          <a:xfrm>
            <a:off x="8727833" y="2124060"/>
            <a:ext cx="3116695" cy="796435"/>
          </a:xfrm>
          <a:prstGeom prst="rect">
            <a:avLst/>
          </a:prstGeom>
          <a:solidFill>
            <a:srgbClr val="FFFFFF"/>
          </a:solidFill>
          <a:ln w="12700">
            <a:solidFill>
              <a:schemeClr val="tx1"/>
            </a:solidFill>
            <a:prstDash val="dash"/>
          </a:ln>
          <a:effectLst>
            <a:outerShdw blurRad="63500" sx="102000" sy="102000" algn="ctr" rotWithShape="0">
              <a:prstClr val="black">
                <a:alpha val="40000"/>
              </a:prstClr>
            </a:outerShdw>
          </a:effectLst>
        </p:spPr>
        <p:txBody>
          <a:bodyPr vert="horz" wrap="square" lIns="91440" tIns="91440" rIns="91440" bIns="91440" rtlCol="0" anchor="ctr">
            <a:noAutofit/>
          </a:bodyPr>
          <a:lstStyle>
            <a:defPPr>
              <a:defRPr lang="en-US"/>
            </a:defPPr>
            <a:lvl1pPr marL="171450" indent="-171450" defTabSz="1018824">
              <a:spcAft>
                <a:spcPts val="1200"/>
              </a:spcAft>
              <a:buFont typeface="Arial" panose="020B0604020202020204" pitchFamily="34" charset="0"/>
              <a:buChar char="•"/>
              <a:defRPr sz="1400" kern="0"/>
            </a:lvl1pPr>
            <a:lvl2pPr indent="0">
              <a:defRPr sz="1100">
                <a:solidFill>
                  <a:schemeClr val="lt1"/>
                </a:solidFill>
              </a:defRPr>
            </a:lvl2pPr>
            <a:lvl3pPr indent="0">
              <a:defRPr sz="1100">
                <a:solidFill>
                  <a:schemeClr val="lt1"/>
                </a:solidFill>
              </a:defRPr>
            </a:lvl3pPr>
            <a:lvl4pPr indent="0">
              <a:defRPr sz="1100">
                <a:solidFill>
                  <a:schemeClr val="lt1"/>
                </a:solidFill>
              </a:defRPr>
            </a:lvl4pPr>
            <a:lvl5pPr indent="0">
              <a:defRPr sz="1100">
                <a:solidFill>
                  <a:schemeClr val="lt1"/>
                </a:solidFill>
              </a:defRPr>
            </a:lvl5pPr>
            <a:lvl6pPr indent="0">
              <a:defRPr sz="1100">
                <a:solidFill>
                  <a:schemeClr val="lt1"/>
                </a:solidFill>
              </a:defRPr>
            </a:lvl6pPr>
            <a:lvl7pPr indent="0">
              <a:defRPr sz="1100">
                <a:solidFill>
                  <a:schemeClr val="lt1"/>
                </a:solidFill>
              </a:defRPr>
            </a:lvl7pPr>
            <a:lvl8pPr indent="0">
              <a:defRPr sz="1100">
                <a:solidFill>
                  <a:schemeClr val="lt1"/>
                </a:solidFill>
              </a:defRPr>
            </a:lvl8pPr>
            <a:lvl9pPr indent="0">
              <a:defRPr sz="1100">
                <a:solidFill>
                  <a:schemeClr val="lt1"/>
                </a:solidFill>
              </a:defRPr>
            </a:lvl9pPr>
          </a:lstStyle>
          <a:p>
            <a:pPr defTabSz="914400" fontAlgn="base">
              <a:spcAft>
                <a:spcPts val="300"/>
              </a:spcAft>
              <a:buClr>
                <a:srgbClr val="602320"/>
              </a:buClr>
              <a:buSzPts val="1200"/>
              <a:defRPr/>
            </a:pPr>
            <a:r>
              <a:rPr lang="en-US" sz="1200" kern="1200">
                <a:solidFill>
                  <a:schemeClr val="tx1">
                    <a:lumMod val="75000"/>
                    <a:lumOff val="25000"/>
                  </a:schemeClr>
                </a:solidFill>
              </a:rPr>
              <a:t>Pre-dominantly follows Anglo-American Model, but moving towards stakeholder approach</a:t>
            </a:r>
            <a:endParaRPr lang="en-US" sz="1200" kern="1200">
              <a:solidFill>
                <a:schemeClr val="tx1">
                  <a:lumMod val="75000"/>
                  <a:lumOff val="25000"/>
                </a:schemeClr>
              </a:solidFill>
              <a:sym typeface="Georgia"/>
            </a:endParaRPr>
          </a:p>
        </p:txBody>
      </p:sp>
      <p:sp>
        <p:nvSpPr>
          <p:cNvPr id="46" name="Rectangle 45">
            <a:extLst>
              <a:ext uri="{FF2B5EF4-FFF2-40B4-BE49-F238E27FC236}">
                <a16:creationId xmlns:a16="http://schemas.microsoft.com/office/drawing/2014/main" id="{FF9138FA-E7DC-AC6B-F1B8-2461E6C36ACF}"/>
              </a:ext>
            </a:extLst>
          </p:cNvPr>
          <p:cNvSpPr/>
          <p:nvPr/>
        </p:nvSpPr>
        <p:spPr>
          <a:xfrm>
            <a:off x="375966" y="4058581"/>
            <a:ext cx="1479480" cy="1267175"/>
          </a:xfrm>
          <a:prstGeom prst="rect">
            <a:avLst/>
          </a:prstGeom>
          <a:solidFill>
            <a:schemeClr val="tx2">
              <a:lumMod val="50000"/>
              <a:lumOff val="50000"/>
            </a:schemeClr>
          </a:solidFill>
          <a:ln w="6350">
            <a:solidFill>
              <a:schemeClr val="tx1">
                <a:lumMod val="50000"/>
                <a:lumOff val="50000"/>
              </a:schemeClr>
            </a:solidFill>
            <a:prstDash val="solid"/>
          </a:ln>
          <a:effectLst/>
        </p:spPr>
        <p:txBody>
          <a:bodyPr vert="horz" wrap="square" lIns="91440" tIns="91440" rIns="91440" bIns="91440" rtlCol="0" anchor="ctr">
            <a:noAutofit/>
          </a:bodyPr>
          <a:lstStyle/>
          <a:p>
            <a:pPr algn="ctr">
              <a:buClr>
                <a:srgbClr val="000000"/>
              </a:buClr>
            </a:pPr>
            <a:r>
              <a:rPr lang="en-US" sz="1400" b="1" kern="0">
                <a:solidFill>
                  <a:schemeClr val="bg1"/>
                </a:solidFill>
                <a:cs typeface="Arial"/>
              </a:rPr>
              <a:t>Key Features</a:t>
            </a:r>
          </a:p>
        </p:txBody>
      </p:sp>
      <p:sp>
        <p:nvSpPr>
          <p:cNvPr id="48" name="Content Placeholder 10">
            <a:extLst>
              <a:ext uri="{FF2B5EF4-FFF2-40B4-BE49-F238E27FC236}">
                <a16:creationId xmlns:a16="http://schemas.microsoft.com/office/drawing/2014/main" id="{B9C9F78B-B658-8737-DEB5-B0566596E4E0}"/>
              </a:ext>
            </a:extLst>
          </p:cNvPr>
          <p:cNvSpPr txBox="1">
            <a:spLocks/>
          </p:cNvSpPr>
          <p:nvPr/>
        </p:nvSpPr>
        <p:spPr>
          <a:xfrm>
            <a:off x="2128914" y="4071469"/>
            <a:ext cx="3116695" cy="1305756"/>
          </a:xfrm>
          <a:prstGeom prst="rect">
            <a:avLst/>
          </a:prstGeom>
          <a:solidFill>
            <a:srgbClr val="FFFFFF"/>
          </a:solidFill>
          <a:ln w="12700">
            <a:solidFill>
              <a:schemeClr val="tx1"/>
            </a:solidFill>
            <a:prstDash val="dash"/>
          </a:ln>
          <a:effectLst>
            <a:outerShdw blurRad="63500" sx="102000" sy="102000" algn="ctr" rotWithShape="0">
              <a:prstClr val="black">
                <a:alpha val="40000"/>
              </a:prstClr>
            </a:outerShdw>
          </a:effectLst>
        </p:spPr>
        <p:txBody>
          <a:bodyPr vert="horz" wrap="square" lIns="91440" tIns="91440" rIns="91440" bIns="91440" rtlCol="0" anchor="ctr">
            <a:noAutofit/>
          </a:bodyPr>
          <a:lstStyle>
            <a:defPPr>
              <a:defRPr lang="en-US"/>
            </a:defPPr>
            <a:lvl1pPr marL="171450" indent="-171450" defTabSz="1018824">
              <a:spcAft>
                <a:spcPts val="1200"/>
              </a:spcAft>
              <a:buFont typeface="Arial" panose="020B0604020202020204" pitchFamily="34" charset="0"/>
              <a:buChar char="•"/>
              <a:defRPr sz="1400" kern="0"/>
            </a:lvl1pPr>
            <a:lvl2pPr indent="0">
              <a:defRPr sz="1100">
                <a:solidFill>
                  <a:schemeClr val="lt1"/>
                </a:solidFill>
              </a:defRPr>
            </a:lvl2pPr>
            <a:lvl3pPr indent="0">
              <a:defRPr sz="1100">
                <a:solidFill>
                  <a:schemeClr val="lt1"/>
                </a:solidFill>
              </a:defRPr>
            </a:lvl3pPr>
            <a:lvl4pPr indent="0">
              <a:defRPr sz="1100">
                <a:solidFill>
                  <a:schemeClr val="lt1"/>
                </a:solidFill>
              </a:defRPr>
            </a:lvl4pPr>
            <a:lvl5pPr indent="0">
              <a:defRPr sz="1100">
                <a:solidFill>
                  <a:schemeClr val="lt1"/>
                </a:solidFill>
              </a:defRPr>
            </a:lvl5pPr>
            <a:lvl6pPr indent="0">
              <a:defRPr sz="1100">
                <a:solidFill>
                  <a:schemeClr val="lt1"/>
                </a:solidFill>
              </a:defRPr>
            </a:lvl6pPr>
            <a:lvl7pPr indent="0">
              <a:defRPr sz="1100">
                <a:solidFill>
                  <a:schemeClr val="lt1"/>
                </a:solidFill>
              </a:defRPr>
            </a:lvl7pPr>
            <a:lvl8pPr indent="0">
              <a:defRPr sz="1100">
                <a:solidFill>
                  <a:schemeClr val="lt1"/>
                </a:solidFill>
              </a:defRPr>
            </a:lvl8pPr>
            <a:lvl9pPr indent="0">
              <a:defRPr sz="1100">
                <a:solidFill>
                  <a:schemeClr val="lt1"/>
                </a:solidFill>
              </a:defRPr>
            </a:lvl9pPr>
          </a:lstStyle>
          <a:p>
            <a:pPr defTabSz="914400" fontAlgn="base">
              <a:spcAft>
                <a:spcPts val="300"/>
              </a:spcAft>
              <a:buClr>
                <a:srgbClr val="602320"/>
              </a:buClr>
              <a:buSzPts val="1200"/>
              <a:defRPr/>
            </a:pPr>
            <a:r>
              <a:rPr lang="en-US" sz="1200" b="1" kern="1200">
                <a:solidFill>
                  <a:schemeClr val="tx1">
                    <a:lumMod val="75000"/>
                    <a:lumOff val="25000"/>
                  </a:schemeClr>
                </a:solidFill>
                <a:sym typeface="Georgia"/>
              </a:rPr>
              <a:t>Strong protection </a:t>
            </a:r>
            <a:r>
              <a:rPr lang="en-US" sz="1200" kern="1200">
                <a:solidFill>
                  <a:schemeClr val="tx1">
                    <a:lumMod val="75000"/>
                    <a:lumOff val="25000"/>
                  </a:schemeClr>
                </a:solidFill>
                <a:sym typeface="Georgia"/>
              </a:rPr>
              <a:t>of shareholders’ rights</a:t>
            </a:r>
          </a:p>
          <a:p>
            <a:pPr defTabSz="914400" fontAlgn="base">
              <a:spcAft>
                <a:spcPts val="300"/>
              </a:spcAft>
              <a:buClr>
                <a:srgbClr val="602320"/>
              </a:buClr>
              <a:buSzPts val="1200"/>
              <a:defRPr/>
            </a:pPr>
            <a:r>
              <a:rPr lang="en-US" sz="1200" b="1" kern="1200">
                <a:solidFill>
                  <a:schemeClr val="tx1">
                    <a:lumMod val="75000"/>
                    <a:lumOff val="25000"/>
                  </a:schemeClr>
                </a:solidFill>
                <a:sym typeface="Georgia"/>
              </a:rPr>
              <a:t>Dispersed ownership</a:t>
            </a:r>
            <a:endParaRPr lang="en-US" sz="1200" b="1" kern="1200">
              <a:solidFill>
                <a:schemeClr val="tx1">
                  <a:lumMod val="75000"/>
                  <a:lumOff val="25000"/>
                </a:schemeClr>
              </a:solidFill>
              <a:cs typeface="Arial"/>
            </a:endParaRPr>
          </a:p>
          <a:p>
            <a:pPr defTabSz="914400" fontAlgn="base">
              <a:spcAft>
                <a:spcPts val="300"/>
              </a:spcAft>
              <a:buClr>
                <a:srgbClr val="602320"/>
              </a:buClr>
              <a:buSzPts val="1200"/>
              <a:defRPr/>
            </a:pPr>
            <a:r>
              <a:rPr lang="en-US" sz="1200" kern="1200">
                <a:solidFill>
                  <a:schemeClr val="tx1">
                    <a:lumMod val="75000"/>
                    <a:lumOff val="25000"/>
                  </a:schemeClr>
                </a:solidFill>
                <a:sym typeface="Georgia"/>
              </a:rPr>
              <a:t>Emphasis on </a:t>
            </a:r>
            <a:r>
              <a:rPr lang="en-US" sz="1200" b="1" kern="1200">
                <a:solidFill>
                  <a:schemeClr val="tx1">
                    <a:lumMod val="75000"/>
                    <a:lumOff val="25000"/>
                  </a:schemeClr>
                </a:solidFill>
                <a:sym typeface="Georgia"/>
              </a:rPr>
              <a:t>market-driven control </a:t>
            </a:r>
            <a:r>
              <a:rPr lang="en-US" sz="1200" kern="1200">
                <a:solidFill>
                  <a:schemeClr val="tx1">
                    <a:lumMod val="75000"/>
                    <a:lumOff val="25000"/>
                  </a:schemeClr>
                </a:solidFill>
                <a:sym typeface="Georgia"/>
              </a:rPr>
              <a:t>(M&amp;A, takeovers)</a:t>
            </a:r>
            <a:endParaRPr lang="en-US" sz="1200" kern="1200">
              <a:solidFill>
                <a:schemeClr val="tx1">
                  <a:lumMod val="75000"/>
                  <a:lumOff val="25000"/>
                </a:schemeClr>
              </a:solidFill>
              <a:cs typeface="Arial"/>
            </a:endParaRPr>
          </a:p>
        </p:txBody>
      </p:sp>
      <p:sp>
        <p:nvSpPr>
          <p:cNvPr id="50" name="Content Placeholder 10">
            <a:extLst>
              <a:ext uri="{FF2B5EF4-FFF2-40B4-BE49-F238E27FC236}">
                <a16:creationId xmlns:a16="http://schemas.microsoft.com/office/drawing/2014/main" id="{96ECEE5F-8CAB-47E4-A048-B7F4EE83092A}"/>
              </a:ext>
            </a:extLst>
          </p:cNvPr>
          <p:cNvSpPr txBox="1">
            <a:spLocks/>
          </p:cNvSpPr>
          <p:nvPr/>
        </p:nvSpPr>
        <p:spPr>
          <a:xfrm>
            <a:off x="5454281" y="4091428"/>
            <a:ext cx="3116695" cy="1258448"/>
          </a:xfrm>
          <a:prstGeom prst="rect">
            <a:avLst/>
          </a:prstGeom>
          <a:solidFill>
            <a:srgbClr val="FFFFFF"/>
          </a:solidFill>
          <a:ln w="12700">
            <a:solidFill>
              <a:schemeClr val="tx1"/>
            </a:solidFill>
            <a:prstDash val="dash"/>
          </a:ln>
          <a:effectLst>
            <a:outerShdw blurRad="63500" sx="102000" sy="102000" algn="ctr" rotWithShape="0">
              <a:prstClr val="black">
                <a:alpha val="40000"/>
              </a:prstClr>
            </a:outerShdw>
          </a:effectLst>
        </p:spPr>
        <p:txBody>
          <a:bodyPr vert="horz" wrap="square" lIns="91440" tIns="91440" rIns="91440" bIns="91440" rtlCol="0" anchor="ctr">
            <a:noAutofit/>
          </a:bodyPr>
          <a:lstStyle>
            <a:defPPr>
              <a:defRPr lang="en-US"/>
            </a:defPPr>
            <a:lvl1pPr marL="171450" indent="-171450" defTabSz="1018824">
              <a:spcAft>
                <a:spcPts val="1200"/>
              </a:spcAft>
              <a:buFont typeface="Arial" panose="020B0604020202020204" pitchFamily="34" charset="0"/>
              <a:buChar char="•"/>
              <a:defRPr sz="1400" kern="0"/>
            </a:lvl1pPr>
            <a:lvl2pPr indent="0">
              <a:defRPr sz="1100">
                <a:solidFill>
                  <a:schemeClr val="lt1"/>
                </a:solidFill>
              </a:defRPr>
            </a:lvl2pPr>
            <a:lvl3pPr indent="0">
              <a:defRPr sz="1100">
                <a:solidFill>
                  <a:schemeClr val="lt1"/>
                </a:solidFill>
              </a:defRPr>
            </a:lvl3pPr>
            <a:lvl4pPr indent="0">
              <a:defRPr sz="1100">
                <a:solidFill>
                  <a:schemeClr val="lt1"/>
                </a:solidFill>
              </a:defRPr>
            </a:lvl4pPr>
            <a:lvl5pPr indent="0">
              <a:defRPr sz="1100">
                <a:solidFill>
                  <a:schemeClr val="lt1"/>
                </a:solidFill>
              </a:defRPr>
            </a:lvl5pPr>
            <a:lvl6pPr indent="0">
              <a:defRPr sz="1100">
                <a:solidFill>
                  <a:schemeClr val="lt1"/>
                </a:solidFill>
              </a:defRPr>
            </a:lvl6pPr>
            <a:lvl7pPr indent="0">
              <a:defRPr sz="1100">
                <a:solidFill>
                  <a:schemeClr val="lt1"/>
                </a:solidFill>
              </a:defRPr>
            </a:lvl7pPr>
            <a:lvl8pPr indent="0">
              <a:defRPr sz="1100">
                <a:solidFill>
                  <a:schemeClr val="lt1"/>
                </a:solidFill>
              </a:defRPr>
            </a:lvl8pPr>
            <a:lvl9pPr indent="0">
              <a:defRPr sz="1100">
                <a:solidFill>
                  <a:schemeClr val="lt1"/>
                </a:solidFill>
              </a:defRPr>
            </a:lvl9pPr>
          </a:lstStyle>
          <a:p>
            <a:pPr defTabSz="914400" fontAlgn="base">
              <a:spcAft>
                <a:spcPts val="300"/>
              </a:spcAft>
              <a:buClr>
                <a:srgbClr val="602320"/>
              </a:buClr>
              <a:buSzPts val="1200"/>
              <a:defRPr/>
            </a:pPr>
            <a:r>
              <a:rPr lang="en-US" sz="1200" kern="1200">
                <a:solidFill>
                  <a:schemeClr val="tx1">
                    <a:lumMod val="75000"/>
                    <a:lumOff val="25000"/>
                  </a:schemeClr>
                </a:solidFill>
                <a:sym typeface="Georgia"/>
              </a:rPr>
              <a:t>Strong role of Banks and state in corporate ownership</a:t>
            </a:r>
          </a:p>
          <a:p>
            <a:pPr defTabSz="914400" fontAlgn="base">
              <a:spcAft>
                <a:spcPts val="300"/>
              </a:spcAft>
              <a:buClr>
                <a:srgbClr val="602320"/>
              </a:buClr>
              <a:buSzPts val="1200"/>
              <a:defRPr/>
            </a:pPr>
            <a:r>
              <a:rPr lang="en-US" sz="1200" kern="1200">
                <a:solidFill>
                  <a:schemeClr val="tx1">
                    <a:lumMod val="75000"/>
                    <a:lumOff val="25000"/>
                  </a:schemeClr>
                </a:solidFill>
                <a:sym typeface="Georgia"/>
              </a:rPr>
              <a:t>Employee representation on Boards</a:t>
            </a:r>
          </a:p>
          <a:p>
            <a:pPr defTabSz="914400" fontAlgn="base">
              <a:spcAft>
                <a:spcPts val="300"/>
              </a:spcAft>
              <a:buClr>
                <a:srgbClr val="602320"/>
              </a:buClr>
              <a:buSzPts val="1200"/>
              <a:defRPr/>
            </a:pPr>
            <a:r>
              <a:rPr lang="en-US" sz="1200" kern="1200">
                <a:solidFill>
                  <a:schemeClr val="tx1">
                    <a:lumMod val="75000"/>
                    <a:lumOff val="25000"/>
                  </a:schemeClr>
                </a:solidFill>
                <a:sym typeface="Georgia"/>
              </a:rPr>
              <a:t>Greater regulation and stakeholder involvement</a:t>
            </a:r>
          </a:p>
        </p:txBody>
      </p:sp>
      <p:sp>
        <p:nvSpPr>
          <p:cNvPr id="52" name="Content Placeholder 10">
            <a:extLst>
              <a:ext uri="{FF2B5EF4-FFF2-40B4-BE49-F238E27FC236}">
                <a16:creationId xmlns:a16="http://schemas.microsoft.com/office/drawing/2014/main" id="{EC0E5E03-9135-2516-285D-5D269B79737E}"/>
              </a:ext>
            </a:extLst>
          </p:cNvPr>
          <p:cNvSpPr txBox="1">
            <a:spLocks/>
          </p:cNvSpPr>
          <p:nvPr/>
        </p:nvSpPr>
        <p:spPr>
          <a:xfrm>
            <a:off x="8733929" y="4119395"/>
            <a:ext cx="3116695" cy="1258448"/>
          </a:xfrm>
          <a:prstGeom prst="rect">
            <a:avLst/>
          </a:prstGeom>
          <a:solidFill>
            <a:srgbClr val="FFFFFF"/>
          </a:solidFill>
          <a:ln w="12700">
            <a:solidFill>
              <a:schemeClr val="tx1"/>
            </a:solidFill>
            <a:prstDash val="dash"/>
          </a:ln>
          <a:effectLst>
            <a:outerShdw blurRad="63500" sx="102000" sy="102000" algn="ctr" rotWithShape="0">
              <a:prstClr val="black">
                <a:alpha val="40000"/>
              </a:prstClr>
            </a:outerShdw>
          </a:effectLst>
        </p:spPr>
        <p:txBody>
          <a:bodyPr vert="horz" wrap="square" lIns="91440" tIns="91440" rIns="91440" bIns="91440" rtlCol="0" anchor="ctr">
            <a:noAutofit/>
          </a:bodyPr>
          <a:lstStyle>
            <a:defPPr>
              <a:defRPr lang="en-US"/>
            </a:defPPr>
            <a:lvl1pPr marL="171450" indent="-171450" defTabSz="1018824">
              <a:spcAft>
                <a:spcPts val="1200"/>
              </a:spcAft>
              <a:buFont typeface="Arial" panose="020B0604020202020204" pitchFamily="34" charset="0"/>
              <a:buChar char="•"/>
              <a:defRPr sz="1400" kern="0"/>
            </a:lvl1pPr>
            <a:lvl2pPr indent="0">
              <a:defRPr sz="1100">
                <a:solidFill>
                  <a:schemeClr val="lt1"/>
                </a:solidFill>
              </a:defRPr>
            </a:lvl2pPr>
            <a:lvl3pPr indent="0">
              <a:defRPr sz="1100">
                <a:solidFill>
                  <a:schemeClr val="lt1"/>
                </a:solidFill>
              </a:defRPr>
            </a:lvl3pPr>
            <a:lvl4pPr indent="0">
              <a:defRPr sz="1100">
                <a:solidFill>
                  <a:schemeClr val="lt1"/>
                </a:solidFill>
              </a:defRPr>
            </a:lvl4pPr>
            <a:lvl5pPr indent="0">
              <a:defRPr sz="1100">
                <a:solidFill>
                  <a:schemeClr val="lt1"/>
                </a:solidFill>
              </a:defRPr>
            </a:lvl5pPr>
            <a:lvl6pPr indent="0">
              <a:defRPr sz="1100">
                <a:solidFill>
                  <a:schemeClr val="lt1"/>
                </a:solidFill>
              </a:defRPr>
            </a:lvl6pPr>
            <a:lvl7pPr indent="0">
              <a:defRPr sz="1100">
                <a:solidFill>
                  <a:schemeClr val="lt1"/>
                </a:solidFill>
              </a:defRPr>
            </a:lvl7pPr>
            <a:lvl8pPr indent="0">
              <a:defRPr sz="1100">
                <a:solidFill>
                  <a:schemeClr val="lt1"/>
                </a:solidFill>
              </a:defRPr>
            </a:lvl8pPr>
            <a:lvl9pPr indent="0">
              <a:defRPr sz="1100">
                <a:solidFill>
                  <a:schemeClr val="lt1"/>
                </a:solidFill>
              </a:defRPr>
            </a:lvl9pPr>
          </a:lstStyle>
          <a:p>
            <a:pPr defTabSz="914400" fontAlgn="base">
              <a:spcAft>
                <a:spcPts val="300"/>
              </a:spcAft>
              <a:buClr>
                <a:srgbClr val="602320"/>
              </a:buClr>
              <a:buSzPts val="1200"/>
              <a:defRPr/>
            </a:pPr>
            <a:r>
              <a:rPr lang="en-US" sz="1200" kern="1200">
                <a:solidFill>
                  <a:schemeClr val="tx1">
                    <a:lumMod val="75000"/>
                    <a:lumOff val="25000"/>
                  </a:schemeClr>
                </a:solidFill>
                <a:sym typeface="Georgia"/>
              </a:rPr>
              <a:t>Focus on shareholder’s value along with stakeholders’ interest such as CSR, ESG etc.</a:t>
            </a:r>
          </a:p>
        </p:txBody>
      </p:sp>
      <p:sp>
        <p:nvSpPr>
          <p:cNvPr id="53" name="Rectangle 52">
            <a:extLst>
              <a:ext uri="{FF2B5EF4-FFF2-40B4-BE49-F238E27FC236}">
                <a16:creationId xmlns:a16="http://schemas.microsoft.com/office/drawing/2014/main" id="{3D6599FD-37BB-1744-6B0F-2947D4E8A03D}"/>
              </a:ext>
            </a:extLst>
          </p:cNvPr>
          <p:cNvSpPr/>
          <p:nvPr/>
        </p:nvSpPr>
        <p:spPr>
          <a:xfrm>
            <a:off x="397232" y="5459888"/>
            <a:ext cx="1479480" cy="985946"/>
          </a:xfrm>
          <a:prstGeom prst="rect">
            <a:avLst/>
          </a:prstGeom>
          <a:solidFill>
            <a:schemeClr val="tx2">
              <a:lumMod val="50000"/>
              <a:lumOff val="50000"/>
            </a:schemeClr>
          </a:solidFill>
          <a:ln w="6350">
            <a:solidFill>
              <a:schemeClr val="tx1">
                <a:lumMod val="50000"/>
                <a:lumOff val="50000"/>
              </a:schemeClr>
            </a:solidFill>
            <a:prstDash val="solid"/>
          </a:ln>
          <a:effectLst/>
        </p:spPr>
        <p:txBody>
          <a:bodyPr vert="horz" wrap="square" lIns="91440" tIns="91440" rIns="91440" bIns="91440" rtlCol="0" anchor="ctr">
            <a:noAutofit/>
          </a:bodyPr>
          <a:lstStyle/>
          <a:p>
            <a:pPr algn="ctr">
              <a:buClr>
                <a:srgbClr val="000000"/>
              </a:buClr>
            </a:pPr>
            <a:r>
              <a:rPr lang="en-US" sz="1400" b="1" kern="0">
                <a:solidFill>
                  <a:schemeClr val="bg1"/>
                </a:solidFill>
                <a:cs typeface="Arial"/>
              </a:rPr>
              <a:t>Countries</a:t>
            </a:r>
          </a:p>
          <a:p>
            <a:pPr algn="ctr">
              <a:buClr>
                <a:srgbClr val="000000"/>
              </a:buClr>
            </a:pPr>
            <a:r>
              <a:rPr lang="en-US" sz="1400" b="1" kern="0">
                <a:solidFill>
                  <a:schemeClr val="bg1"/>
                </a:solidFill>
                <a:cs typeface="Arial"/>
              </a:rPr>
              <a:t>(Examples)</a:t>
            </a:r>
          </a:p>
        </p:txBody>
      </p:sp>
      <p:sp>
        <p:nvSpPr>
          <p:cNvPr id="55" name="Flowchart: Delay 54">
            <a:extLst>
              <a:ext uri="{FF2B5EF4-FFF2-40B4-BE49-F238E27FC236}">
                <a16:creationId xmlns:a16="http://schemas.microsoft.com/office/drawing/2014/main" id="{F9796563-63DE-D1B9-7166-927B9DEF38EC}"/>
              </a:ext>
            </a:extLst>
          </p:cNvPr>
          <p:cNvSpPr/>
          <p:nvPr/>
        </p:nvSpPr>
        <p:spPr>
          <a:xfrm rot="16200000">
            <a:off x="3181877" y="-56568"/>
            <a:ext cx="998577" cy="3116695"/>
          </a:xfrm>
          <a:prstGeom prst="flowChartDelay">
            <a:avLst/>
          </a:prstGeom>
          <a:solidFill>
            <a:schemeClr val="accent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Flowchart: Delay 55">
            <a:extLst>
              <a:ext uri="{FF2B5EF4-FFF2-40B4-BE49-F238E27FC236}">
                <a16:creationId xmlns:a16="http://schemas.microsoft.com/office/drawing/2014/main" id="{B3CF270F-6D78-0159-9049-F5ADD0BFDDFF}"/>
              </a:ext>
            </a:extLst>
          </p:cNvPr>
          <p:cNvSpPr/>
          <p:nvPr/>
        </p:nvSpPr>
        <p:spPr>
          <a:xfrm rot="16200000">
            <a:off x="6520959" y="-55542"/>
            <a:ext cx="998577" cy="3116695"/>
          </a:xfrm>
          <a:prstGeom prst="flowChartDelay">
            <a:avLst/>
          </a:prstGeom>
          <a:solidFill>
            <a:schemeClr val="accent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Flowchart: Delay 56">
            <a:extLst>
              <a:ext uri="{FF2B5EF4-FFF2-40B4-BE49-F238E27FC236}">
                <a16:creationId xmlns:a16="http://schemas.microsoft.com/office/drawing/2014/main" id="{5C87F6BA-C8B6-697B-FC4B-54EAAD952797}"/>
              </a:ext>
            </a:extLst>
          </p:cNvPr>
          <p:cNvSpPr/>
          <p:nvPr/>
        </p:nvSpPr>
        <p:spPr>
          <a:xfrm rot="16200000">
            <a:off x="9779341" y="-50360"/>
            <a:ext cx="998577" cy="3116695"/>
          </a:xfrm>
          <a:prstGeom prst="flowChartDelay">
            <a:avLst/>
          </a:prstGeom>
          <a:solidFill>
            <a:schemeClr val="accent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TextBox 57">
            <a:extLst>
              <a:ext uri="{FF2B5EF4-FFF2-40B4-BE49-F238E27FC236}">
                <a16:creationId xmlns:a16="http://schemas.microsoft.com/office/drawing/2014/main" id="{2D3A43DC-252A-A529-4ED1-DDABA5D7B624}"/>
              </a:ext>
            </a:extLst>
          </p:cNvPr>
          <p:cNvSpPr txBox="1"/>
          <p:nvPr/>
        </p:nvSpPr>
        <p:spPr>
          <a:xfrm>
            <a:off x="2243471" y="1339702"/>
            <a:ext cx="2817628" cy="523229"/>
          </a:xfrm>
          <a:prstGeom prst="rect">
            <a:avLst/>
          </a:prstGeom>
          <a:noFill/>
        </p:spPr>
        <p:txBody>
          <a:bodyPr wrap="square" lIns="0" tIns="0" rIns="0" bIns="0" rtlCol="0">
            <a:noAutofit/>
          </a:bodyPr>
          <a:lstStyle/>
          <a:p>
            <a:pPr algn="ctr"/>
            <a:r>
              <a:rPr lang="en-GB" sz="1600" b="1">
                <a:solidFill>
                  <a:schemeClr val="bg1"/>
                </a:solidFill>
                <a:latin typeface="+mj-lt"/>
              </a:rPr>
              <a:t>Anglo-American </a:t>
            </a:r>
          </a:p>
          <a:p>
            <a:pPr algn="ctr"/>
            <a:r>
              <a:rPr lang="en-GB" sz="1600" b="1">
                <a:solidFill>
                  <a:schemeClr val="bg1"/>
                </a:solidFill>
                <a:latin typeface="+mj-lt"/>
              </a:rPr>
              <a:t>Model </a:t>
            </a:r>
          </a:p>
        </p:txBody>
      </p:sp>
      <p:sp>
        <p:nvSpPr>
          <p:cNvPr id="59" name="TextBox 58">
            <a:extLst>
              <a:ext uri="{FF2B5EF4-FFF2-40B4-BE49-F238E27FC236}">
                <a16:creationId xmlns:a16="http://schemas.microsoft.com/office/drawing/2014/main" id="{758C26F6-01A3-DB25-FFA3-4940EC14C627}"/>
              </a:ext>
            </a:extLst>
          </p:cNvPr>
          <p:cNvSpPr txBox="1"/>
          <p:nvPr/>
        </p:nvSpPr>
        <p:spPr>
          <a:xfrm>
            <a:off x="8794979" y="1461421"/>
            <a:ext cx="3007512" cy="523229"/>
          </a:xfrm>
          <a:prstGeom prst="rect">
            <a:avLst/>
          </a:prstGeom>
          <a:noFill/>
        </p:spPr>
        <p:txBody>
          <a:bodyPr wrap="square" lIns="0" tIns="0" rIns="0" bIns="0" rtlCol="0">
            <a:noAutofit/>
          </a:bodyPr>
          <a:lstStyle/>
          <a:p>
            <a:pPr algn="ctr"/>
            <a:r>
              <a:rPr lang="en-GB" sz="1600" b="1">
                <a:solidFill>
                  <a:schemeClr val="bg1"/>
                </a:solidFill>
                <a:latin typeface="+mj-lt"/>
              </a:rPr>
              <a:t>Hybrid Model</a:t>
            </a:r>
          </a:p>
        </p:txBody>
      </p:sp>
      <p:sp>
        <p:nvSpPr>
          <p:cNvPr id="60" name="TextBox 59">
            <a:extLst>
              <a:ext uri="{FF2B5EF4-FFF2-40B4-BE49-F238E27FC236}">
                <a16:creationId xmlns:a16="http://schemas.microsoft.com/office/drawing/2014/main" id="{6B264124-D467-E26F-F5D1-556466E915E2}"/>
              </a:ext>
            </a:extLst>
          </p:cNvPr>
          <p:cNvSpPr txBox="1"/>
          <p:nvPr/>
        </p:nvSpPr>
        <p:spPr>
          <a:xfrm>
            <a:off x="5557368" y="1346510"/>
            <a:ext cx="3007512" cy="523229"/>
          </a:xfrm>
          <a:prstGeom prst="rect">
            <a:avLst/>
          </a:prstGeom>
          <a:noFill/>
        </p:spPr>
        <p:txBody>
          <a:bodyPr wrap="square" lIns="0" tIns="0" rIns="0" bIns="0" rtlCol="0">
            <a:noAutofit/>
          </a:bodyPr>
          <a:lstStyle/>
          <a:p>
            <a:pPr algn="ctr"/>
            <a:r>
              <a:rPr lang="en-GB" sz="1600" b="1">
                <a:solidFill>
                  <a:schemeClr val="bg1"/>
                </a:solidFill>
                <a:latin typeface="+mj-lt"/>
              </a:rPr>
              <a:t>Continental European Model</a:t>
            </a:r>
          </a:p>
        </p:txBody>
      </p:sp>
      <p:sp>
        <p:nvSpPr>
          <p:cNvPr id="3" name="Rectangle: Diagonal Corners Rounded 2">
            <a:extLst>
              <a:ext uri="{FF2B5EF4-FFF2-40B4-BE49-F238E27FC236}">
                <a16:creationId xmlns:a16="http://schemas.microsoft.com/office/drawing/2014/main" id="{6673BECD-534C-E579-6221-88638C2CB340}"/>
              </a:ext>
            </a:extLst>
          </p:cNvPr>
          <p:cNvSpPr/>
          <p:nvPr/>
        </p:nvSpPr>
        <p:spPr>
          <a:xfrm>
            <a:off x="407316" y="1467067"/>
            <a:ext cx="1493115" cy="449029"/>
          </a:xfrm>
          <a:prstGeom prst="round2Diag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Areas</a:t>
            </a:r>
          </a:p>
        </p:txBody>
      </p:sp>
      <p:sp>
        <p:nvSpPr>
          <p:cNvPr id="4" name="Rectangle 3">
            <a:extLst>
              <a:ext uri="{FF2B5EF4-FFF2-40B4-BE49-F238E27FC236}">
                <a16:creationId xmlns:a16="http://schemas.microsoft.com/office/drawing/2014/main" id="{597E1134-57C3-5BEC-E6BF-3094D1C52FCC}"/>
              </a:ext>
            </a:extLst>
          </p:cNvPr>
          <p:cNvSpPr/>
          <p:nvPr/>
        </p:nvSpPr>
        <p:spPr>
          <a:xfrm>
            <a:off x="0" y="-800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2400" b="1" spc="-10">
                <a:latin typeface="+mj-lt"/>
              </a:rPr>
              <a:t>Global Governance Models - One size Doesn’t fit All</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Tree>
    <p:custDataLst>
      <p:custData r:id="rId1"/>
    </p:custDataLst>
    <p:extLst>
      <p:ext uri="{BB962C8B-B14F-4D97-AF65-F5344CB8AC3E}">
        <p14:creationId xmlns:p14="http://schemas.microsoft.com/office/powerpoint/2010/main" val="2531627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B946F-8981-B470-C33E-A915E9F66005}"/>
            </a:ext>
          </a:extLst>
        </p:cNvPr>
        <p:cNvGrpSpPr/>
        <p:nvPr/>
      </p:nvGrpSpPr>
      <p:grpSpPr>
        <a:xfrm>
          <a:off x="0" y="0"/>
          <a:ext cx="0" cy="0"/>
          <a:chOff x="0" y="0"/>
          <a:chExt cx="0" cy="0"/>
        </a:xfrm>
      </p:grpSpPr>
      <p:sp>
        <p:nvSpPr>
          <p:cNvPr id="28" name="object 28">
            <a:extLst>
              <a:ext uri="{FF2B5EF4-FFF2-40B4-BE49-F238E27FC236}">
                <a16:creationId xmlns:a16="http://schemas.microsoft.com/office/drawing/2014/main" id="{9D5D306B-3E55-E87E-1020-9CA8B6B74226}"/>
              </a:ext>
            </a:extLst>
          </p:cNvPr>
          <p:cNvSpPr txBox="1">
            <a:spLocks noGrp="1"/>
          </p:cNvSpPr>
          <p:nvPr>
            <p:ph type="sldNum" sz="quarter" idx="7"/>
          </p:nvPr>
        </p:nvSpPr>
        <p:spPr>
          <a:xfrm>
            <a:off x="11802491" y="6620276"/>
            <a:ext cx="202438" cy="187248"/>
          </a:xfrm>
          <a:prstGeom prst="rect">
            <a:avLst/>
          </a:prstGeom>
        </p:spPr>
        <p:txBody>
          <a:bodyPr vert="horz" wrap="square" lIns="0" tIns="0" rIns="0" bIns="0" rtlCol="0">
            <a:spAutoFit/>
          </a:bodyPr>
          <a:lstStyle>
            <a:defPPr>
              <a:defRPr kern="0"/>
            </a:defPPr>
            <a:lvl1pPr>
              <a:defRPr sz="800" b="0" i="0">
                <a:solidFill>
                  <a:schemeClr val="tx1"/>
                </a:solidFill>
                <a:latin typeface="Arial"/>
                <a:cs typeface="Arial"/>
              </a:defRPr>
            </a:lvl1pPr>
          </a:lstStyle>
          <a:p>
            <a:pPr marL="93980">
              <a:lnSpc>
                <a:spcPct val="100000"/>
              </a:lnSpc>
              <a:spcBef>
                <a:spcPts val="25"/>
              </a:spcBef>
            </a:pPr>
            <a:fld id="{81D60167-4931-47E6-BA6A-407CBD079E47}" type="slidenum">
              <a:rPr lang="en-US" spc="-50" smtClean="0"/>
              <a:pPr marL="93980">
                <a:lnSpc>
                  <a:spcPct val="100000"/>
                </a:lnSpc>
                <a:spcBef>
                  <a:spcPts val="25"/>
                </a:spcBef>
              </a:pPr>
              <a:t>6</a:t>
            </a:fld>
            <a:endParaRPr spc="-50"/>
          </a:p>
        </p:txBody>
      </p:sp>
      <p:sp>
        <p:nvSpPr>
          <p:cNvPr id="16" name="Rectangle 15">
            <a:extLst>
              <a:ext uri="{FF2B5EF4-FFF2-40B4-BE49-F238E27FC236}">
                <a16:creationId xmlns:a16="http://schemas.microsoft.com/office/drawing/2014/main" id="{9D59BCCD-C94C-75C0-02ED-518A1E2832BE}"/>
              </a:ext>
            </a:extLst>
          </p:cNvPr>
          <p:cNvSpPr/>
          <p:nvPr/>
        </p:nvSpPr>
        <p:spPr>
          <a:xfrm>
            <a:off x="422162" y="923193"/>
            <a:ext cx="2783535" cy="26313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p>
          <a:p>
            <a:pPr algn="ctr"/>
            <a:r>
              <a:rPr lang="en-US" sz="1600" b="1">
                <a:solidFill>
                  <a:schemeClr val="accent1"/>
                </a:solidFill>
              </a:rPr>
              <a:t>Shareholders / Investors</a:t>
            </a:r>
          </a:p>
          <a:p>
            <a:pPr algn="ctr"/>
            <a:endParaRPr lang="en-US" sz="1600" b="1">
              <a:solidFill>
                <a:schemeClr val="tx1"/>
              </a:solidFill>
            </a:endParaRPr>
          </a:p>
          <a:p>
            <a:pPr algn="ctr"/>
            <a:endParaRPr lang="en-US" sz="1600" b="1">
              <a:solidFill>
                <a:schemeClr val="tx1"/>
              </a:solidFill>
            </a:endParaRPr>
          </a:p>
          <a:p>
            <a:pPr algn="ctr"/>
            <a:r>
              <a:rPr lang="en-US" sz="1400">
                <a:solidFill>
                  <a:schemeClr val="tx1"/>
                </a:solidFill>
              </a:rPr>
              <a:t>Safeguards rights, ensures fairness, and provides timely financial updates</a:t>
            </a:r>
            <a:endParaRPr lang="en-US" sz="1400" b="1">
              <a:solidFill>
                <a:schemeClr val="tx1"/>
              </a:solidFill>
            </a:endParaRPr>
          </a:p>
        </p:txBody>
      </p:sp>
      <p:sp>
        <p:nvSpPr>
          <p:cNvPr id="17" name="Rectangle 16">
            <a:extLst>
              <a:ext uri="{FF2B5EF4-FFF2-40B4-BE49-F238E27FC236}">
                <a16:creationId xmlns:a16="http://schemas.microsoft.com/office/drawing/2014/main" id="{3925FF78-7111-56B3-1F1F-35A7D2C15D76}"/>
              </a:ext>
            </a:extLst>
          </p:cNvPr>
          <p:cNvSpPr/>
          <p:nvPr/>
        </p:nvSpPr>
        <p:spPr>
          <a:xfrm>
            <a:off x="445447" y="3554578"/>
            <a:ext cx="2783536" cy="26313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1"/>
                </a:solidFill>
              </a:rPr>
              <a:t>Consumers</a:t>
            </a:r>
          </a:p>
          <a:p>
            <a:pPr algn="ctr"/>
            <a:endParaRPr lang="en-US" sz="1400" b="1">
              <a:solidFill>
                <a:schemeClr val="tx1"/>
              </a:solidFill>
            </a:endParaRPr>
          </a:p>
          <a:p>
            <a:pPr algn="ctr"/>
            <a:endParaRPr lang="en-US" sz="1400">
              <a:solidFill>
                <a:schemeClr val="tx1"/>
              </a:solidFill>
            </a:endParaRPr>
          </a:p>
          <a:p>
            <a:pPr algn="ctr"/>
            <a:r>
              <a:rPr lang="en-US" sz="1400">
                <a:solidFill>
                  <a:schemeClr val="tx1"/>
                </a:solidFill>
              </a:rPr>
              <a:t>Delivers quality, honest communication and fair pricing</a:t>
            </a:r>
            <a:endParaRPr lang="en-GB" sz="1400">
              <a:solidFill>
                <a:schemeClr val="tx1"/>
              </a:solidFill>
            </a:endParaRPr>
          </a:p>
        </p:txBody>
      </p:sp>
      <p:sp>
        <p:nvSpPr>
          <p:cNvPr id="18" name="Rectangle 17">
            <a:extLst>
              <a:ext uri="{FF2B5EF4-FFF2-40B4-BE49-F238E27FC236}">
                <a16:creationId xmlns:a16="http://schemas.microsoft.com/office/drawing/2014/main" id="{2C4292F2-7A41-E6C8-45AB-116FDE599B85}"/>
              </a:ext>
            </a:extLst>
          </p:cNvPr>
          <p:cNvSpPr/>
          <p:nvPr/>
        </p:nvSpPr>
        <p:spPr>
          <a:xfrm>
            <a:off x="3297872" y="924617"/>
            <a:ext cx="2783536" cy="26313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a:solidFill>
                <a:schemeClr val="tx1"/>
              </a:solidFill>
            </a:endParaRPr>
          </a:p>
          <a:p>
            <a:pPr algn="ctr"/>
            <a:r>
              <a:rPr lang="en-US" sz="1600" b="1">
                <a:solidFill>
                  <a:schemeClr val="accent1"/>
                </a:solidFill>
              </a:rPr>
              <a:t>Board of Directors</a:t>
            </a:r>
          </a:p>
          <a:p>
            <a:pPr algn="ctr"/>
            <a:endParaRPr lang="en-US" sz="1600" b="1">
              <a:solidFill>
                <a:schemeClr val="tx1"/>
              </a:solidFill>
            </a:endParaRPr>
          </a:p>
          <a:p>
            <a:pPr algn="ctr"/>
            <a:endParaRPr lang="en-US" sz="1600" b="1">
              <a:solidFill>
                <a:schemeClr val="tx1"/>
              </a:solidFill>
            </a:endParaRPr>
          </a:p>
          <a:p>
            <a:pPr algn="ctr"/>
            <a:r>
              <a:rPr lang="en-US" sz="1400">
                <a:solidFill>
                  <a:schemeClr val="tx1"/>
                </a:solidFill>
              </a:rPr>
              <a:t>Guides strategy, oversees leadership and ensures legal &amp; ethical compliance</a:t>
            </a:r>
          </a:p>
        </p:txBody>
      </p:sp>
      <p:sp>
        <p:nvSpPr>
          <p:cNvPr id="19" name="Rectangle 18">
            <a:extLst>
              <a:ext uri="{FF2B5EF4-FFF2-40B4-BE49-F238E27FC236}">
                <a16:creationId xmlns:a16="http://schemas.microsoft.com/office/drawing/2014/main" id="{3DEAAEBD-DB45-7730-02BC-031629E5DF6B}"/>
              </a:ext>
            </a:extLst>
          </p:cNvPr>
          <p:cNvSpPr/>
          <p:nvPr/>
        </p:nvSpPr>
        <p:spPr>
          <a:xfrm>
            <a:off x="3290786" y="3519521"/>
            <a:ext cx="2783535" cy="26313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a:solidFill>
                <a:schemeClr val="tx1"/>
              </a:solidFill>
            </a:endParaRPr>
          </a:p>
          <a:p>
            <a:pPr algn="ctr"/>
            <a:endParaRPr lang="en-US" sz="1400" b="1">
              <a:solidFill>
                <a:schemeClr val="tx1"/>
              </a:solidFill>
            </a:endParaRPr>
          </a:p>
          <a:p>
            <a:pPr algn="ctr"/>
            <a:r>
              <a:rPr lang="en-US" sz="1600" b="1">
                <a:solidFill>
                  <a:schemeClr val="accent1"/>
                </a:solidFill>
              </a:rPr>
              <a:t>Suppliers &amp; Third-Party Vendors</a:t>
            </a:r>
          </a:p>
          <a:p>
            <a:pPr algn="ctr"/>
            <a:endParaRPr lang="en-US" sz="1400" b="1">
              <a:solidFill>
                <a:schemeClr val="tx1"/>
              </a:solidFill>
            </a:endParaRPr>
          </a:p>
          <a:p>
            <a:pPr algn="ctr"/>
            <a:r>
              <a:rPr lang="en-US" sz="1400">
                <a:solidFill>
                  <a:schemeClr val="tx1"/>
                </a:solidFill>
              </a:rPr>
              <a:t>Follows transparent procurement and supports responsible sourcing</a:t>
            </a:r>
            <a:endParaRPr lang="en-GB" sz="1400">
              <a:solidFill>
                <a:schemeClr val="tx1"/>
              </a:solidFill>
            </a:endParaRPr>
          </a:p>
        </p:txBody>
      </p:sp>
      <p:sp>
        <p:nvSpPr>
          <p:cNvPr id="20" name="Rectangle 19">
            <a:extLst>
              <a:ext uri="{FF2B5EF4-FFF2-40B4-BE49-F238E27FC236}">
                <a16:creationId xmlns:a16="http://schemas.microsoft.com/office/drawing/2014/main" id="{E0148DD5-5B28-14DA-5F04-25281596439E}"/>
              </a:ext>
            </a:extLst>
          </p:cNvPr>
          <p:cNvSpPr/>
          <p:nvPr/>
        </p:nvSpPr>
        <p:spPr>
          <a:xfrm>
            <a:off x="6070163" y="928517"/>
            <a:ext cx="2783535" cy="26313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a:solidFill>
                <a:schemeClr val="tx1"/>
              </a:solidFill>
            </a:endParaRPr>
          </a:p>
          <a:p>
            <a:pPr algn="ctr"/>
            <a:r>
              <a:rPr lang="en-US" sz="1600" b="1">
                <a:solidFill>
                  <a:schemeClr val="accent1"/>
                </a:solidFill>
              </a:rPr>
              <a:t>Executive Management</a:t>
            </a:r>
          </a:p>
          <a:p>
            <a:pPr algn="ctr"/>
            <a:br>
              <a:rPr lang="en-US" sz="1400" b="1">
                <a:solidFill>
                  <a:schemeClr val="tx1"/>
                </a:solidFill>
              </a:rPr>
            </a:br>
            <a:endParaRPr lang="en-US" sz="1400" b="1">
              <a:solidFill>
                <a:schemeClr val="tx1"/>
              </a:solidFill>
            </a:endParaRPr>
          </a:p>
          <a:p>
            <a:pPr algn="ctr"/>
            <a:r>
              <a:rPr lang="en-US" sz="1400">
                <a:solidFill>
                  <a:schemeClr val="tx1"/>
                </a:solidFill>
              </a:rPr>
              <a:t>Implements board strategy, handles operations and upholds ethical standards</a:t>
            </a:r>
            <a:endParaRPr lang="en-GB" sz="1400">
              <a:solidFill>
                <a:schemeClr val="tx1"/>
              </a:solidFill>
            </a:endParaRPr>
          </a:p>
        </p:txBody>
      </p:sp>
      <p:sp>
        <p:nvSpPr>
          <p:cNvPr id="21" name="Rectangle 20">
            <a:extLst>
              <a:ext uri="{FF2B5EF4-FFF2-40B4-BE49-F238E27FC236}">
                <a16:creationId xmlns:a16="http://schemas.microsoft.com/office/drawing/2014/main" id="{1EAE70A4-FD35-6ED4-6AD5-7EEEA774794E}"/>
              </a:ext>
            </a:extLst>
          </p:cNvPr>
          <p:cNvSpPr/>
          <p:nvPr/>
        </p:nvSpPr>
        <p:spPr>
          <a:xfrm>
            <a:off x="6070751" y="3443946"/>
            <a:ext cx="2783535" cy="26313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a:solidFill>
                <a:schemeClr val="tx1"/>
              </a:solidFill>
            </a:endParaRPr>
          </a:p>
          <a:p>
            <a:pPr algn="ctr"/>
            <a:endParaRPr lang="en-US" sz="1600" b="1">
              <a:solidFill>
                <a:schemeClr val="tx1"/>
              </a:solidFill>
            </a:endParaRPr>
          </a:p>
          <a:p>
            <a:pPr algn="ctr"/>
            <a:r>
              <a:rPr lang="en-US" sz="1600" b="1">
                <a:solidFill>
                  <a:schemeClr val="accent1"/>
                </a:solidFill>
              </a:rPr>
              <a:t>Public Authorities &amp; Regulators</a:t>
            </a:r>
          </a:p>
          <a:p>
            <a:pPr algn="ctr"/>
            <a:endParaRPr lang="en-US" sz="1600" b="1">
              <a:solidFill>
                <a:schemeClr val="tx1"/>
              </a:solidFill>
            </a:endParaRPr>
          </a:p>
          <a:p>
            <a:pPr algn="ctr"/>
            <a:r>
              <a:rPr lang="en-US" sz="1400">
                <a:solidFill>
                  <a:schemeClr val="tx1"/>
                </a:solidFill>
              </a:rPr>
              <a:t>Ensures legal compliance and aligns with national economic goals</a:t>
            </a:r>
            <a:endParaRPr lang="en-GB" sz="1400">
              <a:solidFill>
                <a:schemeClr val="tx1"/>
              </a:solidFill>
            </a:endParaRPr>
          </a:p>
        </p:txBody>
      </p:sp>
      <p:sp>
        <p:nvSpPr>
          <p:cNvPr id="22" name="Rectangle 21">
            <a:extLst>
              <a:ext uri="{FF2B5EF4-FFF2-40B4-BE49-F238E27FC236}">
                <a16:creationId xmlns:a16="http://schemas.microsoft.com/office/drawing/2014/main" id="{3D59871E-5ED1-D59B-040C-E705AD3459B0}"/>
              </a:ext>
            </a:extLst>
          </p:cNvPr>
          <p:cNvSpPr/>
          <p:nvPr/>
        </p:nvSpPr>
        <p:spPr>
          <a:xfrm>
            <a:off x="9062300" y="961193"/>
            <a:ext cx="2574313" cy="26313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a:solidFill>
                <a:schemeClr val="tx1"/>
              </a:solidFill>
            </a:endParaRPr>
          </a:p>
          <a:p>
            <a:pPr algn="ctr"/>
            <a:endParaRPr lang="en-US" sz="1600" b="1">
              <a:solidFill>
                <a:schemeClr val="tx1"/>
              </a:solidFill>
            </a:endParaRPr>
          </a:p>
          <a:p>
            <a:pPr algn="ctr"/>
            <a:r>
              <a:rPr lang="en-US" sz="1600" b="1">
                <a:solidFill>
                  <a:schemeClr val="accent1"/>
                </a:solidFill>
              </a:rPr>
              <a:t>Workforce</a:t>
            </a:r>
          </a:p>
          <a:p>
            <a:pPr algn="ctr"/>
            <a:endParaRPr lang="en-US" sz="1400" b="1">
              <a:solidFill>
                <a:schemeClr val="tx1"/>
              </a:solidFill>
            </a:endParaRPr>
          </a:p>
          <a:p>
            <a:pPr algn="ctr"/>
            <a:br>
              <a:rPr lang="en-US" sz="1400" b="1">
                <a:solidFill>
                  <a:schemeClr val="tx1"/>
                </a:solidFill>
              </a:rPr>
            </a:br>
            <a:r>
              <a:rPr lang="en-US" sz="1400">
                <a:solidFill>
                  <a:schemeClr val="tx1"/>
                </a:solidFill>
              </a:rPr>
              <a:t>Promotes fair employment, safe conditions and professional growth</a:t>
            </a:r>
            <a:br>
              <a:rPr lang="en-US" sz="1400">
                <a:solidFill>
                  <a:schemeClr val="tx1"/>
                </a:solidFill>
              </a:rPr>
            </a:br>
            <a:endParaRPr lang="en-GB" sz="1400">
              <a:solidFill>
                <a:schemeClr val="tx1"/>
              </a:solidFill>
            </a:endParaRPr>
          </a:p>
        </p:txBody>
      </p:sp>
      <p:sp>
        <p:nvSpPr>
          <p:cNvPr id="23" name="Rectangle 22">
            <a:extLst>
              <a:ext uri="{FF2B5EF4-FFF2-40B4-BE49-F238E27FC236}">
                <a16:creationId xmlns:a16="http://schemas.microsoft.com/office/drawing/2014/main" id="{043CA2AD-7109-A951-2338-F1C8AF7F3D1F}"/>
              </a:ext>
            </a:extLst>
          </p:cNvPr>
          <p:cNvSpPr/>
          <p:nvPr/>
        </p:nvSpPr>
        <p:spPr>
          <a:xfrm>
            <a:off x="8852528" y="3439036"/>
            <a:ext cx="2783535" cy="26313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b="1">
              <a:solidFill>
                <a:schemeClr val="accent1"/>
              </a:solidFill>
            </a:endParaRPr>
          </a:p>
          <a:p>
            <a:pPr algn="ctr"/>
            <a:endParaRPr lang="en-US" sz="1600" b="1">
              <a:solidFill>
                <a:schemeClr val="accent1"/>
              </a:solidFill>
            </a:endParaRPr>
          </a:p>
          <a:p>
            <a:pPr algn="ctr"/>
            <a:r>
              <a:rPr lang="en-US" sz="1600" b="1">
                <a:solidFill>
                  <a:schemeClr val="accent1"/>
                </a:solidFill>
              </a:rPr>
              <a:t>Communities &amp; Public</a:t>
            </a:r>
            <a:endParaRPr lang="en-US" sz="1600" b="1">
              <a:solidFill>
                <a:schemeClr val="accent1"/>
              </a:solidFill>
              <a:cs typeface="Arial"/>
            </a:endParaRPr>
          </a:p>
          <a:p>
            <a:pPr algn="ctr"/>
            <a:endParaRPr lang="en-US" sz="1400" b="1">
              <a:solidFill>
                <a:schemeClr val="tx1"/>
              </a:solidFill>
            </a:endParaRPr>
          </a:p>
          <a:p>
            <a:pPr algn="ctr"/>
            <a:br>
              <a:rPr lang="en-US" sz="1400" b="1"/>
            </a:br>
            <a:r>
              <a:rPr lang="en-US" sz="1400">
                <a:solidFill>
                  <a:schemeClr val="tx1"/>
                </a:solidFill>
              </a:rPr>
              <a:t>Supports social good, sustainability and fulfills CSR duties</a:t>
            </a:r>
            <a:endParaRPr lang="en-GB" sz="1400">
              <a:solidFill>
                <a:schemeClr val="tx1"/>
              </a:solidFill>
            </a:endParaRPr>
          </a:p>
        </p:txBody>
      </p:sp>
      <p:sp>
        <p:nvSpPr>
          <p:cNvPr id="3" name="Rectangle 2">
            <a:extLst>
              <a:ext uri="{FF2B5EF4-FFF2-40B4-BE49-F238E27FC236}">
                <a16:creationId xmlns:a16="http://schemas.microsoft.com/office/drawing/2014/main" id="{914C7534-7B9C-F4F4-DFCE-9BD4948116F8}"/>
              </a:ext>
            </a:extLst>
          </p:cNvPr>
          <p:cNvSpPr/>
          <p:nvPr/>
        </p:nvSpPr>
        <p:spPr>
          <a:xfrm>
            <a:off x="-20214"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0">
              <a:defRPr/>
            </a:pPr>
            <a:r>
              <a:rPr lang="en-US" sz="2400" b="1" spc="-10">
                <a:latin typeface="+mj-lt"/>
              </a:rPr>
              <a:t>Corporate governance influence across stakeholder groups | Global</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cxnSp>
        <p:nvCxnSpPr>
          <p:cNvPr id="4" name="Straight Connector 3">
            <a:extLst>
              <a:ext uri="{FF2B5EF4-FFF2-40B4-BE49-F238E27FC236}">
                <a16:creationId xmlns:a16="http://schemas.microsoft.com/office/drawing/2014/main" id="{B78755C7-EA8B-FDE8-69E1-80091632D9D5}"/>
              </a:ext>
            </a:extLst>
          </p:cNvPr>
          <p:cNvCxnSpPr/>
          <p:nvPr/>
        </p:nvCxnSpPr>
        <p:spPr>
          <a:xfrm flipH="1">
            <a:off x="3252268" y="1295326"/>
            <a:ext cx="9765" cy="48006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C59ABB6-AA2A-7709-4D0D-CB2A72952B5B}"/>
              </a:ext>
            </a:extLst>
          </p:cNvPr>
          <p:cNvCxnSpPr/>
          <p:nvPr/>
        </p:nvCxnSpPr>
        <p:spPr>
          <a:xfrm flipH="1">
            <a:off x="6118686" y="1295326"/>
            <a:ext cx="9765" cy="48006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EF8ED7E-4059-6E90-D7CB-6C529455B5DD}"/>
              </a:ext>
            </a:extLst>
          </p:cNvPr>
          <p:cNvCxnSpPr/>
          <p:nvPr/>
        </p:nvCxnSpPr>
        <p:spPr>
          <a:xfrm flipH="1">
            <a:off x="8948528" y="1295326"/>
            <a:ext cx="9765" cy="480060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3FDFFD3-4D9F-CA99-A9E4-BC982F9E228C}"/>
              </a:ext>
            </a:extLst>
          </p:cNvPr>
          <p:cNvCxnSpPr/>
          <p:nvPr/>
        </p:nvCxnSpPr>
        <p:spPr>
          <a:xfrm flipV="1">
            <a:off x="514182" y="3670121"/>
            <a:ext cx="11111961"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Tree>
    <p:custDataLst>
      <p:custData r:id="rId1"/>
    </p:custDataLst>
    <p:extLst>
      <p:ext uri="{BB962C8B-B14F-4D97-AF65-F5344CB8AC3E}">
        <p14:creationId xmlns:p14="http://schemas.microsoft.com/office/powerpoint/2010/main" val="1669311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80930D54-4611-6510-F308-FF75AE1CBAC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1CEF9ED-22C8-76DD-DDB8-76BC02A8D512}"/>
              </a:ext>
            </a:extLst>
          </p:cNvPr>
          <p:cNvSpPr>
            <a:spLocks noGrp="1"/>
          </p:cNvSpPr>
          <p:nvPr>
            <p:ph type="title"/>
          </p:nvPr>
        </p:nvSpPr>
        <p:spPr>
          <a:xfrm>
            <a:off x="676829" y="1869363"/>
            <a:ext cx="4224780" cy="4714158"/>
          </a:xfrm>
        </p:spPr>
        <p:txBody>
          <a:bodyPr/>
          <a:lstStyle/>
          <a:p>
            <a:r>
              <a:rPr lang="en-GB" sz="4800" b="1">
                <a:solidFill>
                  <a:schemeClr val="bg1"/>
                </a:solidFill>
              </a:rPr>
              <a:t>Engagement Round</a:t>
            </a:r>
            <a:br>
              <a:rPr lang="en-GB" sz="4000" b="1">
                <a:solidFill>
                  <a:schemeClr val="bg1"/>
                </a:solidFill>
              </a:rPr>
            </a:br>
            <a:br>
              <a:rPr lang="en-GB" b="1">
                <a:solidFill>
                  <a:schemeClr val="bg1"/>
                </a:solidFill>
              </a:rPr>
            </a:br>
            <a:r>
              <a:rPr lang="en-GB" b="1">
                <a:solidFill>
                  <a:schemeClr val="bg1"/>
                </a:solidFill>
              </a:rPr>
              <a:t>Knowledge Checkpoint</a:t>
            </a:r>
            <a:br>
              <a:rPr lang="en-GB" b="1">
                <a:solidFill>
                  <a:schemeClr val="bg1"/>
                </a:solidFill>
              </a:rPr>
            </a:br>
            <a:endParaRPr lang="en-GB">
              <a:solidFill>
                <a:schemeClr val="bg1"/>
              </a:solidFill>
            </a:endParaRPr>
          </a:p>
        </p:txBody>
      </p:sp>
      <p:pic>
        <p:nvPicPr>
          <p:cNvPr id="10" name="Picture 9" descr="Magnifying glass and question mark">
            <a:extLst>
              <a:ext uri="{FF2B5EF4-FFF2-40B4-BE49-F238E27FC236}">
                <a16:creationId xmlns:a16="http://schemas.microsoft.com/office/drawing/2014/main" id="{258FB384-EEA3-95FC-FD06-71F045E55C82}"/>
              </a:ext>
            </a:extLst>
          </p:cNvPr>
          <p:cNvPicPr>
            <a:picLocks noChangeAspect="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rcRect l="26338" r="19684"/>
          <a:stretch>
            <a:fillRect/>
          </a:stretch>
        </p:blipFill>
        <p:spPr>
          <a:xfrm>
            <a:off x="5769824" y="323"/>
            <a:ext cx="6422176" cy="6857677"/>
          </a:xfrm>
          <a:prstGeom prst="rect">
            <a:avLst/>
          </a:prstGeom>
        </p:spPr>
      </p:pic>
      <p:cxnSp>
        <p:nvCxnSpPr>
          <p:cNvPr id="13" name="Straight Connector 12">
            <a:extLst>
              <a:ext uri="{FF2B5EF4-FFF2-40B4-BE49-F238E27FC236}">
                <a16:creationId xmlns:a16="http://schemas.microsoft.com/office/drawing/2014/main" id="{317900C7-5FF2-92AD-6B5E-E10C0F7EC1DB}"/>
              </a:ext>
            </a:extLst>
          </p:cNvPr>
          <p:cNvCxnSpPr/>
          <p:nvPr/>
        </p:nvCxnSpPr>
        <p:spPr>
          <a:xfrm>
            <a:off x="701744" y="4157330"/>
            <a:ext cx="2541181" cy="0"/>
          </a:xfrm>
          <a:prstGeom prst="line">
            <a:avLst/>
          </a:prstGeom>
          <a:ln w="28575">
            <a:solidFill>
              <a:schemeClr val="bg1"/>
            </a:solidFill>
          </a:ln>
        </p:spPr>
        <p:style>
          <a:lnRef idx="2">
            <a:schemeClr val="accent1"/>
          </a:lnRef>
          <a:fillRef idx="0">
            <a:schemeClr val="accent1"/>
          </a:fillRef>
          <a:effectRef idx="1">
            <a:schemeClr val="accent1"/>
          </a:effectRef>
          <a:fontRef idx="minor">
            <a:schemeClr val="tx1"/>
          </a:fontRef>
        </p:style>
      </p:cxnSp>
    </p:spTree>
    <p:custDataLst>
      <p:custData r:id="rId1"/>
    </p:custDataLst>
    <p:extLst>
      <p:ext uri="{BB962C8B-B14F-4D97-AF65-F5344CB8AC3E}">
        <p14:creationId xmlns:p14="http://schemas.microsoft.com/office/powerpoint/2010/main" val="1273873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30213B-09A2-003A-B57E-775B60BC9B52}"/>
            </a:ext>
          </a:extLst>
        </p:cNvPr>
        <p:cNvGrpSpPr/>
        <p:nvPr/>
      </p:nvGrpSpPr>
      <p:grpSpPr>
        <a:xfrm>
          <a:off x="0" y="0"/>
          <a:ext cx="0" cy="0"/>
          <a:chOff x="0" y="0"/>
          <a:chExt cx="0" cy="0"/>
        </a:xfrm>
      </p:grpSpPr>
      <p:sp>
        <p:nvSpPr>
          <p:cNvPr id="28" name="object 28">
            <a:extLst>
              <a:ext uri="{FF2B5EF4-FFF2-40B4-BE49-F238E27FC236}">
                <a16:creationId xmlns:a16="http://schemas.microsoft.com/office/drawing/2014/main" id="{ACC185FC-7B9D-9ADA-DB13-705F771CFEEB}"/>
              </a:ext>
            </a:extLst>
          </p:cNvPr>
          <p:cNvSpPr txBox="1">
            <a:spLocks noGrp="1"/>
          </p:cNvSpPr>
          <p:nvPr>
            <p:ph type="sldNum" sz="quarter" idx="7"/>
          </p:nvPr>
        </p:nvSpPr>
        <p:spPr>
          <a:xfrm>
            <a:off x="11802491" y="6620276"/>
            <a:ext cx="202438" cy="187248"/>
          </a:xfrm>
          <a:prstGeom prst="rect">
            <a:avLst/>
          </a:prstGeom>
        </p:spPr>
        <p:txBody>
          <a:bodyPr vert="horz" wrap="square" lIns="0" tIns="0" rIns="0" bIns="0" rtlCol="0">
            <a:spAutoFit/>
          </a:bodyPr>
          <a:lstStyle>
            <a:defPPr>
              <a:defRPr kern="0"/>
            </a:defPPr>
            <a:lvl1pPr>
              <a:defRPr sz="800" b="0" i="0">
                <a:solidFill>
                  <a:schemeClr val="tx1"/>
                </a:solidFill>
                <a:latin typeface="Arial"/>
                <a:cs typeface="Arial"/>
              </a:defRPr>
            </a:lvl1pPr>
          </a:lstStyle>
          <a:p>
            <a:pPr marL="93980">
              <a:lnSpc>
                <a:spcPct val="100000"/>
              </a:lnSpc>
              <a:spcBef>
                <a:spcPts val="25"/>
              </a:spcBef>
            </a:pPr>
            <a:fld id="{81D60167-4931-47E6-BA6A-407CBD079E47}" type="slidenum">
              <a:rPr lang="en-US" spc="-50" smtClean="0"/>
              <a:pPr marL="93980">
                <a:lnSpc>
                  <a:spcPct val="100000"/>
                </a:lnSpc>
                <a:spcBef>
                  <a:spcPts val="25"/>
                </a:spcBef>
              </a:pPr>
              <a:t>8</a:t>
            </a:fld>
            <a:endParaRPr spc="-50"/>
          </a:p>
        </p:txBody>
      </p:sp>
      <p:sp>
        <p:nvSpPr>
          <p:cNvPr id="7" name="TextBox 6">
            <a:extLst>
              <a:ext uri="{FF2B5EF4-FFF2-40B4-BE49-F238E27FC236}">
                <a16:creationId xmlns:a16="http://schemas.microsoft.com/office/drawing/2014/main" id="{9E076CCC-0B66-9360-4D9A-BA87C9AF5D34}"/>
              </a:ext>
            </a:extLst>
          </p:cNvPr>
          <p:cNvSpPr txBox="1"/>
          <p:nvPr/>
        </p:nvSpPr>
        <p:spPr>
          <a:xfrm>
            <a:off x="6272784" y="365760"/>
            <a:ext cx="5266944" cy="576072"/>
          </a:xfrm>
          <a:prstGeom prst="rect">
            <a:avLst/>
          </a:prstGeom>
          <a:noFill/>
        </p:spPr>
        <p:txBody>
          <a:bodyPr wrap="square" lIns="0" tIns="0" rIns="0" bIns="0" rtlCol="0">
            <a:noAutofit/>
          </a:bodyPr>
          <a:lstStyle/>
          <a:p>
            <a:pPr algn="l"/>
            <a:endParaRPr lang="en-GB" sz="1600" err="1">
              <a:latin typeface="+mj-lt"/>
            </a:endParaRPr>
          </a:p>
        </p:txBody>
      </p:sp>
      <p:sp>
        <p:nvSpPr>
          <p:cNvPr id="4" name="Title 3">
            <a:extLst>
              <a:ext uri="{FF2B5EF4-FFF2-40B4-BE49-F238E27FC236}">
                <a16:creationId xmlns:a16="http://schemas.microsoft.com/office/drawing/2014/main" id="{6515E264-9DBC-9064-A57F-373ABE898DE1}"/>
              </a:ext>
            </a:extLst>
          </p:cNvPr>
          <p:cNvSpPr>
            <a:spLocks noGrp="1"/>
          </p:cNvSpPr>
          <p:nvPr>
            <p:ph type="title"/>
          </p:nvPr>
        </p:nvSpPr>
        <p:spPr>
          <a:xfrm>
            <a:off x="6416335" y="414457"/>
            <a:ext cx="6239895" cy="576072"/>
          </a:xfrm>
        </p:spPr>
        <p:txBody>
          <a:bodyPr/>
          <a:lstStyle/>
          <a:p>
            <a:pPr>
              <a:lnSpc>
                <a:spcPct val="100000"/>
              </a:lnSpc>
            </a:pPr>
            <a:r>
              <a:rPr lang="en-GB" sz="2400" b="1">
                <a:solidFill>
                  <a:schemeClr val="accent1"/>
                </a:solidFill>
              </a:rPr>
              <a:t>Corporate Governance – Impact beyond the Boardroom</a:t>
            </a:r>
          </a:p>
        </p:txBody>
      </p:sp>
      <p:sp>
        <p:nvSpPr>
          <p:cNvPr id="6" name="Rectangle: Rounded Corners 5">
            <a:extLst>
              <a:ext uri="{FF2B5EF4-FFF2-40B4-BE49-F238E27FC236}">
                <a16:creationId xmlns:a16="http://schemas.microsoft.com/office/drawing/2014/main" id="{C3EA990E-3D20-F209-BB65-DA77F0EE0736}"/>
              </a:ext>
            </a:extLst>
          </p:cNvPr>
          <p:cNvSpPr/>
          <p:nvPr/>
        </p:nvSpPr>
        <p:spPr>
          <a:xfrm>
            <a:off x="6562059" y="1501868"/>
            <a:ext cx="5442870" cy="103511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Rectangle: Rounded Corners 13">
            <a:extLst>
              <a:ext uri="{FF2B5EF4-FFF2-40B4-BE49-F238E27FC236}">
                <a16:creationId xmlns:a16="http://schemas.microsoft.com/office/drawing/2014/main" id="{0DAE6CF5-CA81-2C42-19DC-4401133C84C5}"/>
              </a:ext>
            </a:extLst>
          </p:cNvPr>
          <p:cNvSpPr/>
          <p:nvPr/>
        </p:nvSpPr>
        <p:spPr>
          <a:xfrm>
            <a:off x="6551425" y="1501868"/>
            <a:ext cx="1220977" cy="1058091"/>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11" name="Graphic 10" descr="Questions with solid fill">
            <a:extLst>
              <a:ext uri="{FF2B5EF4-FFF2-40B4-BE49-F238E27FC236}">
                <a16:creationId xmlns:a16="http://schemas.microsoft.com/office/drawing/2014/main" id="{950F8BC3-3786-650A-FAC9-13FBD7B22BD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3099" y="1570181"/>
            <a:ext cx="1149936" cy="1035110"/>
          </a:xfrm>
          <a:prstGeom prst="rect">
            <a:avLst/>
          </a:prstGeom>
        </p:spPr>
      </p:pic>
      <p:sp>
        <p:nvSpPr>
          <p:cNvPr id="17" name="TextBox 16">
            <a:extLst>
              <a:ext uri="{FF2B5EF4-FFF2-40B4-BE49-F238E27FC236}">
                <a16:creationId xmlns:a16="http://schemas.microsoft.com/office/drawing/2014/main" id="{658FB190-D275-BC50-38C3-865DFD242E07}"/>
              </a:ext>
            </a:extLst>
          </p:cNvPr>
          <p:cNvSpPr txBox="1"/>
          <p:nvPr/>
        </p:nvSpPr>
        <p:spPr>
          <a:xfrm>
            <a:off x="7873645" y="1607526"/>
            <a:ext cx="4161487" cy="570539"/>
          </a:xfrm>
          <a:prstGeom prst="rect">
            <a:avLst/>
          </a:prstGeom>
          <a:noFill/>
        </p:spPr>
        <p:txBody>
          <a:bodyPr wrap="square" lIns="0" tIns="0" rIns="0" bIns="0" rtlCol="0">
            <a:noAutofit/>
          </a:bodyPr>
          <a:lstStyle/>
          <a:p>
            <a:r>
              <a:rPr lang="en-US" sz="1400"/>
              <a:t>A company has policies on safety and ethics, but senior leaders continuously ignore them and pressure employees to meet targets at any cost.</a:t>
            </a:r>
            <a:br>
              <a:rPr lang="en-US" sz="1400"/>
            </a:br>
            <a:r>
              <a:rPr lang="en-US" sz="1400"/>
              <a:t>What is the root issue?</a:t>
            </a:r>
            <a:endParaRPr lang="en-GB" sz="1400" b="1"/>
          </a:p>
        </p:txBody>
      </p:sp>
      <p:pic>
        <p:nvPicPr>
          <p:cNvPr id="34" name="Picture 33" descr="Audience raising hands during work presentation">
            <a:extLst>
              <a:ext uri="{FF2B5EF4-FFF2-40B4-BE49-F238E27FC236}">
                <a16:creationId xmlns:a16="http://schemas.microsoft.com/office/drawing/2014/main" id="{B98B8E0C-73E1-7C3E-D132-0A0BD1605420}"/>
              </a:ext>
            </a:extLst>
          </p:cNvPr>
          <p:cNvPicPr>
            <a:picLocks noChangeAspect="1"/>
          </p:cNvPicPr>
          <p:nvPr/>
        </p:nvPicPr>
        <p:blipFill>
          <a:blip r:embed="rId6">
            <a:extLst>
              <a:ext uri="{28A0092B-C50C-407E-A947-70E740481C1C}">
                <a14:useLocalDpi xmlns:a14="http://schemas.microsoft.com/office/drawing/2010/main" val="0"/>
              </a:ext>
            </a:extLst>
          </a:blip>
          <a:srcRect l="11581" r="26548"/>
          <a:stretch>
            <a:fillRect/>
          </a:stretch>
        </p:blipFill>
        <p:spPr>
          <a:xfrm>
            <a:off x="-8874" y="0"/>
            <a:ext cx="6783572" cy="6858000"/>
          </a:xfrm>
          <a:prstGeom prst="ellipse">
            <a:avLst/>
          </a:prstGeom>
          <a:ln>
            <a:noFill/>
          </a:ln>
          <a:effectLst>
            <a:softEdge rad="112500"/>
          </a:effectLst>
        </p:spPr>
      </p:pic>
      <p:sp>
        <p:nvSpPr>
          <p:cNvPr id="18" name="Oval 17">
            <a:extLst>
              <a:ext uri="{FF2B5EF4-FFF2-40B4-BE49-F238E27FC236}">
                <a16:creationId xmlns:a16="http://schemas.microsoft.com/office/drawing/2014/main" id="{3353D3B3-D955-E903-9AF8-4D3DBB9B1757}"/>
              </a:ext>
            </a:extLst>
          </p:cNvPr>
          <p:cNvSpPr/>
          <p:nvPr/>
        </p:nvSpPr>
        <p:spPr>
          <a:xfrm>
            <a:off x="7172546" y="2833252"/>
            <a:ext cx="446568" cy="414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1</a:t>
            </a:r>
          </a:p>
        </p:txBody>
      </p:sp>
      <p:sp>
        <p:nvSpPr>
          <p:cNvPr id="19" name="Oval 18">
            <a:extLst>
              <a:ext uri="{FF2B5EF4-FFF2-40B4-BE49-F238E27FC236}">
                <a16:creationId xmlns:a16="http://schemas.microsoft.com/office/drawing/2014/main" id="{DB131B90-FB1B-C8E8-D65B-E4701C47AEF6}"/>
              </a:ext>
            </a:extLst>
          </p:cNvPr>
          <p:cNvSpPr/>
          <p:nvPr/>
        </p:nvSpPr>
        <p:spPr>
          <a:xfrm>
            <a:off x="7172546" y="3347479"/>
            <a:ext cx="446568" cy="414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2</a:t>
            </a:r>
          </a:p>
        </p:txBody>
      </p:sp>
      <p:sp>
        <p:nvSpPr>
          <p:cNvPr id="21" name="Oval 20">
            <a:extLst>
              <a:ext uri="{FF2B5EF4-FFF2-40B4-BE49-F238E27FC236}">
                <a16:creationId xmlns:a16="http://schemas.microsoft.com/office/drawing/2014/main" id="{DB300FDB-E57F-960C-5CC1-91D18DCCEDC3}"/>
              </a:ext>
            </a:extLst>
          </p:cNvPr>
          <p:cNvSpPr/>
          <p:nvPr/>
        </p:nvSpPr>
        <p:spPr>
          <a:xfrm>
            <a:off x="7172546" y="3852562"/>
            <a:ext cx="446568" cy="414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3</a:t>
            </a:r>
          </a:p>
        </p:txBody>
      </p:sp>
      <p:sp>
        <p:nvSpPr>
          <p:cNvPr id="23" name="Oval 22">
            <a:extLst>
              <a:ext uri="{FF2B5EF4-FFF2-40B4-BE49-F238E27FC236}">
                <a16:creationId xmlns:a16="http://schemas.microsoft.com/office/drawing/2014/main" id="{DB4C4F53-B65B-57C1-3322-C45DDDEBF488}"/>
              </a:ext>
            </a:extLst>
          </p:cNvPr>
          <p:cNvSpPr/>
          <p:nvPr/>
        </p:nvSpPr>
        <p:spPr>
          <a:xfrm>
            <a:off x="7172546" y="4339357"/>
            <a:ext cx="446568" cy="414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4</a:t>
            </a:r>
          </a:p>
        </p:txBody>
      </p:sp>
      <p:sp>
        <p:nvSpPr>
          <p:cNvPr id="36" name="TextBox 35">
            <a:extLst>
              <a:ext uri="{FF2B5EF4-FFF2-40B4-BE49-F238E27FC236}">
                <a16:creationId xmlns:a16="http://schemas.microsoft.com/office/drawing/2014/main" id="{DC692C09-03DF-67BB-E7C9-86AE950FC4F7}"/>
              </a:ext>
            </a:extLst>
          </p:cNvPr>
          <p:cNvSpPr txBox="1"/>
          <p:nvPr/>
        </p:nvSpPr>
        <p:spPr>
          <a:xfrm>
            <a:off x="7803443" y="2913488"/>
            <a:ext cx="2934584" cy="303028"/>
          </a:xfrm>
          <a:prstGeom prst="rect">
            <a:avLst/>
          </a:prstGeom>
          <a:noFill/>
        </p:spPr>
        <p:txBody>
          <a:bodyPr wrap="square" lIns="0" tIns="0" rIns="0" bIns="0" rtlCol="0">
            <a:noAutofit/>
          </a:bodyPr>
          <a:lstStyle/>
          <a:p>
            <a:r>
              <a:rPr lang="en-US" sz="1400"/>
              <a:t>Lazy employees</a:t>
            </a:r>
            <a:endParaRPr lang="en-GB" sz="1400"/>
          </a:p>
        </p:txBody>
      </p:sp>
      <p:sp>
        <p:nvSpPr>
          <p:cNvPr id="37" name="TextBox 36">
            <a:extLst>
              <a:ext uri="{FF2B5EF4-FFF2-40B4-BE49-F238E27FC236}">
                <a16:creationId xmlns:a16="http://schemas.microsoft.com/office/drawing/2014/main" id="{1983EC13-09E8-BC80-ABD7-62A0259EEF71}"/>
              </a:ext>
            </a:extLst>
          </p:cNvPr>
          <p:cNvSpPr txBox="1"/>
          <p:nvPr/>
        </p:nvSpPr>
        <p:spPr>
          <a:xfrm>
            <a:off x="7803443" y="3403300"/>
            <a:ext cx="2934584" cy="303028"/>
          </a:xfrm>
          <a:prstGeom prst="rect">
            <a:avLst/>
          </a:prstGeom>
          <a:noFill/>
        </p:spPr>
        <p:txBody>
          <a:bodyPr wrap="square" lIns="0" tIns="0" rIns="0" bIns="0" rtlCol="0">
            <a:noAutofit/>
          </a:bodyPr>
          <a:lstStyle/>
          <a:p>
            <a:r>
              <a:rPr lang="en-US" sz="1400"/>
              <a:t>Poor productivity</a:t>
            </a:r>
            <a:endParaRPr lang="en-GB" sz="1400"/>
          </a:p>
        </p:txBody>
      </p:sp>
      <p:sp>
        <p:nvSpPr>
          <p:cNvPr id="38" name="TextBox 37">
            <a:extLst>
              <a:ext uri="{FF2B5EF4-FFF2-40B4-BE49-F238E27FC236}">
                <a16:creationId xmlns:a16="http://schemas.microsoft.com/office/drawing/2014/main" id="{413E3359-A657-B046-9A09-854DC0316BCE}"/>
              </a:ext>
            </a:extLst>
          </p:cNvPr>
          <p:cNvSpPr txBox="1"/>
          <p:nvPr/>
        </p:nvSpPr>
        <p:spPr>
          <a:xfrm>
            <a:off x="7803443" y="3922616"/>
            <a:ext cx="2934584" cy="303028"/>
          </a:xfrm>
          <a:prstGeom prst="rect">
            <a:avLst/>
          </a:prstGeom>
          <a:noFill/>
        </p:spPr>
        <p:txBody>
          <a:bodyPr wrap="square" lIns="0" tIns="0" rIns="0" bIns="0" rtlCol="0">
            <a:noAutofit/>
          </a:bodyPr>
          <a:lstStyle/>
          <a:p>
            <a:r>
              <a:rPr lang="en-US" sz="1400"/>
              <a:t>Bad corporate governance</a:t>
            </a:r>
            <a:br>
              <a:rPr lang="en-US" sz="1400"/>
            </a:br>
            <a:endParaRPr lang="en-GB" sz="1400"/>
          </a:p>
        </p:txBody>
      </p:sp>
      <p:sp>
        <p:nvSpPr>
          <p:cNvPr id="39" name="TextBox 38">
            <a:extLst>
              <a:ext uri="{FF2B5EF4-FFF2-40B4-BE49-F238E27FC236}">
                <a16:creationId xmlns:a16="http://schemas.microsoft.com/office/drawing/2014/main" id="{94361355-F43B-05A9-5440-034CE9148C4F}"/>
              </a:ext>
            </a:extLst>
          </p:cNvPr>
          <p:cNvSpPr txBox="1"/>
          <p:nvPr/>
        </p:nvSpPr>
        <p:spPr>
          <a:xfrm>
            <a:off x="7803443" y="4450999"/>
            <a:ext cx="2934584" cy="303028"/>
          </a:xfrm>
          <a:prstGeom prst="rect">
            <a:avLst/>
          </a:prstGeom>
          <a:noFill/>
        </p:spPr>
        <p:txBody>
          <a:bodyPr wrap="square" lIns="0" tIns="0" rIns="0" bIns="0" rtlCol="0">
            <a:noAutofit/>
          </a:bodyPr>
          <a:lstStyle/>
          <a:p>
            <a:r>
              <a:rPr lang="en-US" sz="1400"/>
              <a:t>Lack of technical skills</a:t>
            </a:r>
            <a:endParaRPr lang="en-GB" sz="1400"/>
          </a:p>
        </p:txBody>
      </p:sp>
      <p:sp>
        <p:nvSpPr>
          <p:cNvPr id="43" name="Rectangle: Rounded Corners 42">
            <a:extLst>
              <a:ext uri="{FF2B5EF4-FFF2-40B4-BE49-F238E27FC236}">
                <a16:creationId xmlns:a16="http://schemas.microsoft.com/office/drawing/2014/main" id="{9769EC17-7F07-355C-BC68-6924792FCE1C}"/>
              </a:ext>
            </a:extLst>
          </p:cNvPr>
          <p:cNvSpPr/>
          <p:nvPr/>
        </p:nvSpPr>
        <p:spPr>
          <a:xfrm>
            <a:off x="6742047" y="5114844"/>
            <a:ext cx="4944140" cy="1037089"/>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solidFill>
              </a:rPr>
              <a:t>Correct Answer : C. </a:t>
            </a:r>
            <a:r>
              <a:rPr lang="en-US" sz="1600" b="1">
                <a:solidFill>
                  <a:schemeClr val="tx1"/>
                </a:solidFill>
              </a:rPr>
              <a:t>Bad corporate governance</a:t>
            </a:r>
          </a:p>
          <a:p>
            <a:pPr algn="ctr"/>
            <a:r>
              <a:rPr lang="en-US" sz="1600">
                <a:solidFill>
                  <a:schemeClr val="tx1"/>
                </a:solidFill>
              </a:rPr>
              <a:t>(When leadership’s conduct contradicts policy, its, a governance failure)</a:t>
            </a:r>
            <a:endParaRPr lang="en-GB" sz="1600">
              <a:solidFill>
                <a:schemeClr val="tx1"/>
              </a:solidFill>
            </a:endParaRPr>
          </a:p>
        </p:txBody>
      </p:sp>
    </p:spTree>
    <p:custDataLst>
      <p:custData r:id="rId1"/>
    </p:custDataLst>
    <p:extLst>
      <p:ext uri="{BB962C8B-B14F-4D97-AF65-F5344CB8AC3E}">
        <p14:creationId xmlns:p14="http://schemas.microsoft.com/office/powerpoint/2010/main" val="1814980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250" fill="hold"/>
                                        <p:tgtEl>
                                          <p:spTgt spid="43"/>
                                        </p:tgtEl>
                                        <p:attrNameLst>
                                          <p:attrName>ppt_x</p:attrName>
                                        </p:attrNameLst>
                                      </p:cBhvr>
                                      <p:tavLst>
                                        <p:tav tm="0">
                                          <p:val>
                                            <p:strVal val="#ppt_x"/>
                                          </p:val>
                                        </p:tav>
                                        <p:tav tm="100000">
                                          <p:val>
                                            <p:strVal val="#ppt_x"/>
                                          </p:val>
                                        </p:tav>
                                      </p:tavLst>
                                    </p:anim>
                                    <p:anim calcmode="lin" valueType="num">
                                      <p:cBhvr additive="base">
                                        <p:cTn id="8" dur="25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DAE12C-C36B-3587-6A8B-07162D9E5124}"/>
            </a:ext>
          </a:extLst>
        </p:cNvPr>
        <p:cNvGrpSpPr/>
        <p:nvPr/>
      </p:nvGrpSpPr>
      <p:grpSpPr>
        <a:xfrm>
          <a:off x="0" y="0"/>
          <a:ext cx="0" cy="0"/>
          <a:chOff x="0" y="0"/>
          <a:chExt cx="0" cy="0"/>
        </a:xfrm>
      </p:grpSpPr>
      <p:sp>
        <p:nvSpPr>
          <p:cNvPr id="28" name="object 28">
            <a:extLst>
              <a:ext uri="{FF2B5EF4-FFF2-40B4-BE49-F238E27FC236}">
                <a16:creationId xmlns:a16="http://schemas.microsoft.com/office/drawing/2014/main" id="{5D2B0C42-6B38-C994-C56F-6D569CC690D5}"/>
              </a:ext>
            </a:extLst>
          </p:cNvPr>
          <p:cNvSpPr txBox="1">
            <a:spLocks noGrp="1"/>
          </p:cNvSpPr>
          <p:nvPr>
            <p:ph type="sldNum" sz="quarter" idx="7"/>
          </p:nvPr>
        </p:nvSpPr>
        <p:spPr>
          <a:xfrm>
            <a:off x="11802491" y="6620276"/>
            <a:ext cx="202438" cy="187248"/>
          </a:xfrm>
          <a:prstGeom prst="rect">
            <a:avLst/>
          </a:prstGeom>
        </p:spPr>
        <p:txBody>
          <a:bodyPr vert="horz" wrap="square" lIns="0" tIns="0" rIns="0" bIns="0" rtlCol="0">
            <a:spAutoFit/>
          </a:bodyPr>
          <a:lstStyle>
            <a:defPPr>
              <a:defRPr kern="0"/>
            </a:defPPr>
            <a:lvl1pPr>
              <a:defRPr sz="800" b="0" i="0">
                <a:solidFill>
                  <a:schemeClr val="tx1"/>
                </a:solidFill>
                <a:latin typeface="Arial"/>
                <a:cs typeface="Arial"/>
              </a:defRPr>
            </a:lvl1pPr>
          </a:lstStyle>
          <a:p>
            <a:pPr marL="93980">
              <a:lnSpc>
                <a:spcPct val="100000"/>
              </a:lnSpc>
              <a:spcBef>
                <a:spcPts val="25"/>
              </a:spcBef>
            </a:pPr>
            <a:fld id="{81D60167-4931-47E6-BA6A-407CBD079E47}" type="slidenum">
              <a:rPr lang="en-US" spc="-50" smtClean="0"/>
              <a:pPr marL="93980">
                <a:lnSpc>
                  <a:spcPct val="100000"/>
                </a:lnSpc>
                <a:spcBef>
                  <a:spcPts val="25"/>
                </a:spcBef>
              </a:pPr>
              <a:t>9</a:t>
            </a:fld>
            <a:endParaRPr spc="-50"/>
          </a:p>
        </p:txBody>
      </p:sp>
      <p:sp>
        <p:nvSpPr>
          <p:cNvPr id="7" name="TextBox 6">
            <a:extLst>
              <a:ext uri="{FF2B5EF4-FFF2-40B4-BE49-F238E27FC236}">
                <a16:creationId xmlns:a16="http://schemas.microsoft.com/office/drawing/2014/main" id="{0E7ACFCC-771C-F79B-7732-C3D4CA54F576}"/>
              </a:ext>
            </a:extLst>
          </p:cNvPr>
          <p:cNvSpPr txBox="1"/>
          <p:nvPr/>
        </p:nvSpPr>
        <p:spPr>
          <a:xfrm>
            <a:off x="6272784" y="365760"/>
            <a:ext cx="5266944" cy="576072"/>
          </a:xfrm>
          <a:prstGeom prst="rect">
            <a:avLst/>
          </a:prstGeom>
          <a:noFill/>
        </p:spPr>
        <p:txBody>
          <a:bodyPr wrap="square" lIns="0" tIns="0" rIns="0" bIns="0" rtlCol="0">
            <a:noAutofit/>
          </a:bodyPr>
          <a:lstStyle/>
          <a:p>
            <a:pPr algn="l"/>
            <a:endParaRPr lang="en-GB" sz="1600" err="1">
              <a:latin typeface="+mj-lt"/>
            </a:endParaRPr>
          </a:p>
        </p:txBody>
      </p:sp>
      <p:sp>
        <p:nvSpPr>
          <p:cNvPr id="4" name="Title 3">
            <a:extLst>
              <a:ext uri="{FF2B5EF4-FFF2-40B4-BE49-F238E27FC236}">
                <a16:creationId xmlns:a16="http://schemas.microsoft.com/office/drawing/2014/main" id="{6FDC5781-2D69-1B48-C613-41C855D9483D}"/>
              </a:ext>
            </a:extLst>
          </p:cNvPr>
          <p:cNvSpPr>
            <a:spLocks noGrp="1"/>
          </p:cNvSpPr>
          <p:nvPr>
            <p:ph type="title"/>
          </p:nvPr>
        </p:nvSpPr>
        <p:spPr>
          <a:xfrm>
            <a:off x="6686941" y="553722"/>
            <a:ext cx="5573171" cy="576072"/>
          </a:xfrm>
        </p:spPr>
        <p:txBody>
          <a:bodyPr/>
          <a:lstStyle/>
          <a:p>
            <a:r>
              <a:rPr lang="en-GB" sz="2400" b="1"/>
              <a:t>Corporate Governance – Impact beyond the Boardroom</a:t>
            </a:r>
          </a:p>
        </p:txBody>
      </p:sp>
      <p:sp>
        <p:nvSpPr>
          <p:cNvPr id="6" name="Rectangle: Rounded Corners 5">
            <a:extLst>
              <a:ext uri="{FF2B5EF4-FFF2-40B4-BE49-F238E27FC236}">
                <a16:creationId xmlns:a16="http://schemas.microsoft.com/office/drawing/2014/main" id="{FF4BEB58-6C8A-6976-1A04-F01C482F7A34}"/>
              </a:ext>
            </a:extLst>
          </p:cNvPr>
          <p:cNvSpPr/>
          <p:nvPr/>
        </p:nvSpPr>
        <p:spPr>
          <a:xfrm>
            <a:off x="6732179" y="1899187"/>
            <a:ext cx="5108940" cy="924873"/>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52FFDB7D-00E7-0D7C-5717-6051B1514942}"/>
              </a:ext>
            </a:extLst>
          </p:cNvPr>
          <p:cNvSpPr/>
          <p:nvPr/>
        </p:nvSpPr>
        <p:spPr>
          <a:xfrm>
            <a:off x="6732178" y="1928716"/>
            <a:ext cx="1220977" cy="924873"/>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Graphic 10" descr="Questions with solid fill">
            <a:extLst>
              <a:ext uri="{FF2B5EF4-FFF2-40B4-BE49-F238E27FC236}">
                <a16:creationId xmlns:a16="http://schemas.microsoft.com/office/drawing/2014/main" id="{1FA364CC-60ED-EB28-D55E-6BFA66A21F8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92758" y="1961788"/>
            <a:ext cx="950360" cy="855463"/>
          </a:xfrm>
          <a:prstGeom prst="rect">
            <a:avLst/>
          </a:prstGeom>
        </p:spPr>
      </p:pic>
      <p:sp>
        <p:nvSpPr>
          <p:cNvPr id="17" name="TextBox 16">
            <a:extLst>
              <a:ext uri="{FF2B5EF4-FFF2-40B4-BE49-F238E27FC236}">
                <a16:creationId xmlns:a16="http://schemas.microsoft.com/office/drawing/2014/main" id="{0A80C481-93BC-0A31-8753-1FD995E11966}"/>
              </a:ext>
            </a:extLst>
          </p:cNvPr>
          <p:cNvSpPr txBox="1"/>
          <p:nvPr/>
        </p:nvSpPr>
        <p:spPr>
          <a:xfrm>
            <a:off x="8061320" y="2010187"/>
            <a:ext cx="3592728" cy="570539"/>
          </a:xfrm>
          <a:prstGeom prst="rect">
            <a:avLst/>
          </a:prstGeom>
          <a:noFill/>
        </p:spPr>
        <p:txBody>
          <a:bodyPr wrap="square" lIns="0" tIns="0" rIns="0" bIns="0" rtlCol="0">
            <a:noAutofit/>
          </a:bodyPr>
          <a:lstStyle/>
          <a:p>
            <a:pPr algn="just"/>
            <a:r>
              <a:rPr lang="en-GB" sz="1600"/>
              <a:t>Which Governance model strongly incorporates </a:t>
            </a:r>
            <a:r>
              <a:rPr lang="en-GB" sz="1600" b="1"/>
              <a:t>employee representation on Boards</a:t>
            </a:r>
            <a:r>
              <a:rPr lang="en-GB" sz="1600"/>
              <a:t>?</a:t>
            </a:r>
          </a:p>
        </p:txBody>
      </p:sp>
      <p:sp>
        <p:nvSpPr>
          <p:cNvPr id="18" name="Oval 17">
            <a:extLst>
              <a:ext uri="{FF2B5EF4-FFF2-40B4-BE49-F238E27FC236}">
                <a16:creationId xmlns:a16="http://schemas.microsoft.com/office/drawing/2014/main" id="{1B14F77D-A104-A4C3-D6CE-796CE6A203D9}"/>
              </a:ext>
            </a:extLst>
          </p:cNvPr>
          <p:cNvSpPr/>
          <p:nvPr/>
        </p:nvSpPr>
        <p:spPr>
          <a:xfrm>
            <a:off x="7172546" y="3120335"/>
            <a:ext cx="446568" cy="41467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1</a:t>
            </a:r>
          </a:p>
        </p:txBody>
      </p:sp>
      <p:sp>
        <p:nvSpPr>
          <p:cNvPr id="19" name="Oval 18">
            <a:extLst>
              <a:ext uri="{FF2B5EF4-FFF2-40B4-BE49-F238E27FC236}">
                <a16:creationId xmlns:a16="http://schemas.microsoft.com/office/drawing/2014/main" id="{0C23037B-3CE2-FB24-1228-611ADE0CA64C}"/>
              </a:ext>
            </a:extLst>
          </p:cNvPr>
          <p:cNvSpPr/>
          <p:nvPr/>
        </p:nvSpPr>
        <p:spPr>
          <a:xfrm>
            <a:off x="7172546" y="3808298"/>
            <a:ext cx="446568" cy="41467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2</a:t>
            </a:r>
          </a:p>
        </p:txBody>
      </p:sp>
      <p:sp>
        <p:nvSpPr>
          <p:cNvPr id="21" name="Oval 20">
            <a:extLst>
              <a:ext uri="{FF2B5EF4-FFF2-40B4-BE49-F238E27FC236}">
                <a16:creationId xmlns:a16="http://schemas.microsoft.com/office/drawing/2014/main" id="{D5FD8F2B-F80A-AAD0-2EC8-9A3553093992}"/>
              </a:ext>
            </a:extLst>
          </p:cNvPr>
          <p:cNvSpPr/>
          <p:nvPr/>
        </p:nvSpPr>
        <p:spPr>
          <a:xfrm>
            <a:off x="7172546" y="4496261"/>
            <a:ext cx="446568" cy="41467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3</a:t>
            </a:r>
          </a:p>
        </p:txBody>
      </p:sp>
      <p:sp>
        <p:nvSpPr>
          <p:cNvPr id="23" name="Oval 22">
            <a:extLst>
              <a:ext uri="{FF2B5EF4-FFF2-40B4-BE49-F238E27FC236}">
                <a16:creationId xmlns:a16="http://schemas.microsoft.com/office/drawing/2014/main" id="{C32691B9-E17E-C34D-DDC2-417E13CB278F}"/>
              </a:ext>
            </a:extLst>
          </p:cNvPr>
          <p:cNvSpPr/>
          <p:nvPr/>
        </p:nvSpPr>
        <p:spPr>
          <a:xfrm>
            <a:off x="7172546" y="5184224"/>
            <a:ext cx="446568" cy="41467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4</a:t>
            </a:r>
          </a:p>
        </p:txBody>
      </p:sp>
      <p:sp>
        <p:nvSpPr>
          <p:cNvPr id="36" name="TextBox 35">
            <a:extLst>
              <a:ext uri="{FF2B5EF4-FFF2-40B4-BE49-F238E27FC236}">
                <a16:creationId xmlns:a16="http://schemas.microsoft.com/office/drawing/2014/main" id="{A8348DF6-A3AB-2794-47FC-63EB23763C97}"/>
              </a:ext>
            </a:extLst>
          </p:cNvPr>
          <p:cNvSpPr txBox="1"/>
          <p:nvPr/>
        </p:nvSpPr>
        <p:spPr>
          <a:xfrm>
            <a:off x="7803443" y="3200571"/>
            <a:ext cx="2934584" cy="303028"/>
          </a:xfrm>
          <a:prstGeom prst="rect">
            <a:avLst/>
          </a:prstGeom>
          <a:noFill/>
        </p:spPr>
        <p:txBody>
          <a:bodyPr wrap="square" lIns="0" tIns="0" rIns="0" bIns="0" rtlCol="0">
            <a:noAutofit/>
          </a:bodyPr>
          <a:lstStyle/>
          <a:p>
            <a:pPr algn="l"/>
            <a:r>
              <a:rPr lang="en-GB" sz="1600"/>
              <a:t>Indian Model</a:t>
            </a:r>
          </a:p>
        </p:txBody>
      </p:sp>
      <p:sp>
        <p:nvSpPr>
          <p:cNvPr id="37" name="TextBox 36">
            <a:extLst>
              <a:ext uri="{FF2B5EF4-FFF2-40B4-BE49-F238E27FC236}">
                <a16:creationId xmlns:a16="http://schemas.microsoft.com/office/drawing/2014/main" id="{E0054E2A-61A0-2A86-16CE-46DB37BD7C75}"/>
              </a:ext>
            </a:extLst>
          </p:cNvPr>
          <p:cNvSpPr txBox="1"/>
          <p:nvPr/>
        </p:nvSpPr>
        <p:spPr>
          <a:xfrm>
            <a:off x="7803443" y="3864119"/>
            <a:ext cx="2934584" cy="303028"/>
          </a:xfrm>
          <a:prstGeom prst="rect">
            <a:avLst/>
          </a:prstGeom>
          <a:noFill/>
        </p:spPr>
        <p:txBody>
          <a:bodyPr wrap="square" lIns="0" tIns="0" rIns="0" bIns="0" rtlCol="0">
            <a:noAutofit/>
          </a:bodyPr>
          <a:lstStyle/>
          <a:p>
            <a:pPr algn="l"/>
            <a:r>
              <a:rPr lang="en-GB" sz="1600"/>
              <a:t>Anglo-American Model</a:t>
            </a:r>
          </a:p>
        </p:txBody>
      </p:sp>
      <p:sp>
        <p:nvSpPr>
          <p:cNvPr id="38" name="TextBox 37">
            <a:extLst>
              <a:ext uri="{FF2B5EF4-FFF2-40B4-BE49-F238E27FC236}">
                <a16:creationId xmlns:a16="http://schemas.microsoft.com/office/drawing/2014/main" id="{D55A6AD3-E668-B927-B825-832C0FEE05E9}"/>
              </a:ext>
            </a:extLst>
          </p:cNvPr>
          <p:cNvSpPr txBox="1"/>
          <p:nvPr/>
        </p:nvSpPr>
        <p:spPr>
          <a:xfrm>
            <a:off x="7803443" y="4566315"/>
            <a:ext cx="2934584" cy="303028"/>
          </a:xfrm>
          <a:prstGeom prst="rect">
            <a:avLst/>
          </a:prstGeom>
          <a:noFill/>
        </p:spPr>
        <p:txBody>
          <a:bodyPr wrap="square" lIns="0" tIns="0" rIns="0" bIns="0" rtlCol="0">
            <a:noAutofit/>
          </a:bodyPr>
          <a:lstStyle/>
          <a:p>
            <a:pPr algn="l"/>
            <a:r>
              <a:rPr lang="en-GB" sz="1600"/>
              <a:t>Continental European Model</a:t>
            </a:r>
          </a:p>
        </p:txBody>
      </p:sp>
      <p:sp>
        <p:nvSpPr>
          <p:cNvPr id="39" name="TextBox 38">
            <a:extLst>
              <a:ext uri="{FF2B5EF4-FFF2-40B4-BE49-F238E27FC236}">
                <a16:creationId xmlns:a16="http://schemas.microsoft.com/office/drawing/2014/main" id="{E4AAB7CB-287D-C67A-9F50-1E6704E0A923}"/>
              </a:ext>
            </a:extLst>
          </p:cNvPr>
          <p:cNvSpPr txBox="1"/>
          <p:nvPr/>
        </p:nvSpPr>
        <p:spPr>
          <a:xfrm>
            <a:off x="7803443" y="5295866"/>
            <a:ext cx="2934584" cy="303028"/>
          </a:xfrm>
          <a:prstGeom prst="rect">
            <a:avLst/>
          </a:prstGeom>
          <a:noFill/>
        </p:spPr>
        <p:txBody>
          <a:bodyPr wrap="square" lIns="0" tIns="0" rIns="0" bIns="0" rtlCol="0">
            <a:noAutofit/>
          </a:bodyPr>
          <a:lstStyle/>
          <a:p>
            <a:pPr algn="l"/>
            <a:r>
              <a:rPr lang="en-GB" sz="1600"/>
              <a:t>Hybrid Asian</a:t>
            </a:r>
          </a:p>
        </p:txBody>
      </p:sp>
      <p:pic>
        <p:nvPicPr>
          <p:cNvPr id="8" name="Picture 7" descr="People raising hands">
            <a:extLst>
              <a:ext uri="{FF2B5EF4-FFF2-40B4-BE49-F238E27FC236}">
                <a16:creationId xmlns:a16="http://schemas.microsoft.com/office/drawing/2014/main" id="{DFC338A1-D304-A50A-282E-50F897365D7F}"/>
              </a:ext>
            </a:extLst>
          </p:cNvPr>
          <p:cNvPicPr>
            <a:picLocks noChangeAspect="1"/>
          </p:cNvPicPr>
          <p:nvPr/>
        </p:nvPicPr>
        <p:blipFill>
          <a:blip r:embed="rId6">
            <a:extLst>
              <a:ext uri="{28A0092B-C50C-407E-A947-70E740481C1C}">
                <a14:useLocalDpi xmlns:a14="http://schemas.microsoft.com/office/drawing/2010/main" val="0"/>
              </a:ext>
            </a:extLst>
          </a:blip>
          <a:srcRect l="9259" t="736" r="28639" b="-736"/>
          <a:stretch>
            <a:fillRect/>
          </a:stretch>
        </p:blipFill>
        <p:spPr>
          <a:xfrm>
            <a:off x="-1" y="4529"/>
            <a:ext cx="6545107" cy="6853471"/>
          </a:xfrm>
          <a:prstGeom prst="rect">
            <a:avLst/>
          </a:prstGeom>
        </p:spPr>
      </p:pic>
      <p:sp>
        <p:nvSpPr>
          <p:cNvPr id="9" name="Rectangle: Rounded Corners 8">
            <a:extLst>
              <a:ext uri="{FF2B5EF4-FFF2-40B4-BE49-F238E27FC236}">
                <a16:creationId xmlns:a16="http://schemas.microsoft.com/office/drawing/2014/main" id="{08D5D260-6FDB-44BB-0659-67C339605327}"/>
              </a:ext>
            </a:extLst>
          </p:cNvPr>
          <p:cNvSpPr/>
          <p:nvPr/>
        </p:nvSpPr>
        <p:spPr>
          <a:xfrm>
            <a:off x="7028121" y="5922335"/>
            <a:ext cx="4976808" cy="38194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t>Correct Answer: Continental European </a:t>
            </a:r>
          </a:p>
        </p:txBody>
      </p:sp>
      <p:pic>
        <p:nvPicPr>
          <p:cNvPr id="12" name="Graphic 11" descr="Checkmark with solid fill">
            <a:extLst>
              <a:ext uri="{FF2B5EF4-FFF2-40B4-BE49-F238E27FC236}">
                <a16:creationId xmlns:a16="http://schemas.microsoft.com/office/drawing/2014/main" id="{0198EC43-3937-9270-EDB0-B89AF7BC266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58349" y="5868718"/>
            <a:ext cx="469232" cy="469232"/>
          </a:xfrm>
          <a:prstGeom prst="rect">
            <a:avLst/>
          </a:prstGeom>
        </p:spPr>
      </p:pic>
    </p:spTree>
    <p:custDataLst>
      <p:custData r:id="rId1"/>
    </p:custDataLst>
    <p:extLst>
      <p:ext uri="{BB962C8B-B14F-4D97-AF65-F5344CB8AC3E}">
        <p14:creationId xmlns:p14="http://schemas.microsoft.com/office/powerpoint/2010/main" val="3976183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250" fill="hold"/>
                                        <p:tgtEl>
                                          <p:spTgt spid="9"/>
                                        </p:tgtEl>
                                        <p:attrNameLst>
                                          <p:attrName>ppt_x</p:attrName>
                                        </p:attrNameLst>
                                      </p:cBhvr>
                                      <p:tavLst>
                                        <p:tav tm="0">
                                          <p:val>
                                            <p:strVal val="#ppt_x"/>
                                          </p:val>
                                        </p:tav>
                                        <p:tav tm="100000">
                                          <p:val>
                                            <p:strVal val="#ppt_x"/>
                                          </p:val>
                                        </p:tav>
                                      </p:tavLst>
                                    </p:anim>
                                    <p:anim calcmode="lin" valueType="num">
                                      <p:cBhvr additive="base">
                                        <p:cTn id="8" dur="2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7F39BD-A3B7-4FC0-6CD1-B3A80C7924FC}"/>
            </a:ext>
          </a:extLst>
        </p:cNvPr>
        <p:cNvGrpSpPr/>
        <p:nvPr/>
      </p:nvGrpSpPr>
      <p:grpSpPr>
        <a:xfrm>
          <a:off x="0" y="0"/>
          <a:ext cx="0" cy="0"/>
          <a:chOff x="0" y="0"/>
          <a:chExt cx="0" cy="0"/>
        </a:xfrm>
      </p:grpSpPr>
      <p:sp>
        <p:nvSpPr>
          <p:cNvPr id="28" name="object 28">
            <a:extLst>
              <a:ext uri="{FF2B5EF4-FFF2-40B4-BE49-F238E27FC236}">
                <a16:creationId xmlns:a16="http://schemas.microsoft.com/office/drawing/2014/main" id="{357DC6AE-6784-999A-EABA-0902DDC41C10}"/>
              </a:ext>
            </a:extLst>
          </p:cNvPr>
          <p:cNvSpPr txBox="1">
            <a:spLocks noGrp="1"/>
          </p:cNvSpPr>
          <p:nvPr>
            <p:ph type="sldNum" sz="quarter" idx="7"/>
          </p:nvPr>
        </p:nvSpPr>
        <p:spPr>
          <a:xfrm>
            <a:off x="11802491" y="6620276"/>
            <a:ext cx="202438" cy="187248"/>
          </a:xfrm>
          <a:prstGeom prst="rect">
            <a:avLst/>
          </a:prstGeom>
        </p:spPr>
        <p:txBody>
          <a:bodyPr vert="horz" wrap="square" lIns="0" tIns="0" rIns="0" bIns="0" rtlCol="0">
            <a:spAutoFit/>
          </a:bodyPr>
          <a:lstStyle>
            <a:defPPr>
              <a:defRPr kern="0"/>
            </a:defPPr>
            <a:lvl1pPr>
              <a:defRPr sz="800" b="0" i="0">
                <a:solidFill>
                  <a:schemeClr val="tx1"/>
                </a:solidFill>
                <a:latin typeface="Arial"/>
                <a:cs typeface="Arial"/>
              </a:defRPr>
            </a:lvl1pPr>
          </a:lstStyle>
          <a:p>
            <a:pPr marL="93980">
              <a:lnSpc>
                <a:spcPct val="100000"/>
              </a:lnSpc>
              <a:spcBef>
                <a:spcPts val="25"/>
              </a:spcBef>
            </a:pPr>
            <a:fld id="{81D60167-4931-47E6-BA6A-407CBD079E47}" type="slidenum">
              <a:rPr lang="en-US" spc="-50" smtClean="0"/>
              <a:pPr marL="93980">
                <a:lnSpc>
                  <a:spcPct val="100000"/>
                </a:lnSpc>
                <a:spcBef>
                  <a:spcPts val="25"/>
                </a:spcBef>
              </a:pPr>
              <a:t>10</a:t>
            </a:fld>
            <a:endParaRPr spc="-50"/>
          </a:p>
        </p:txBody>
      </p:sp>
      <p:sp>
        <p:nvSpPr>
          <p:cNvPr id="7" name="TextBox 6">
            <a:extLst>
              <a:ext uri="{FF2B5EF4-FFF2-40B4-BE49-F238E27FC236}">
                <a16:creationId xmlns:a16="http://schemas.microsoft.com/office/drawing/2014/main" id="{85B72F4B-6E1D-44A6-26EF-7AE360BA3C84}"/>
              </a:ext>
            </a:extLst>
          </p:cNvPr>
          <p:cNvSpPr txBox="1"/>
          <p:nvPr/>
        </p:nvSpPr>
        <p:spPr>
          <a:xfrm>
            <a:off x="6272784" y="365760"/>
            <a:ext cx="5266944" cy="576072"/>
          </a:xfrm>
          <a:prstGeom prst="rect">
            <a:avLst/>
          </a:prstGeom>
          <a:noFill/>
        </p:spPr>
        <p:txBody>
          <a:bodyPr wrap="square" lIns="0" tIns="0" rIns="0" bIns="0" rtlCol="0">
            <a:noAutofit/>
          </a:bodyPr>
          <a:lstStyle/>
          <a:p>
            <a:pPr algn="l"/>
            <a:endParaRPr lang="en-GB" sz="1600" err="1">
              <a:latin typeface="+mj-lt"/>
            </a:endParaRPr>
          </a:p>
        </p:txBody>
      </p:sp>
      <p:sp>
        <p:nvSpPr>
          <p:cNvPr id="4" name="Title 3">
            <a:extLst>
              <a:ext uri="{FF2B5EF4-FFF2-40B4-BE49-F238E27FC236}">
                <a16:creationId xmlns:a16="http://schemas.microsoft.com/office/drawing/2014/main" id="{3C083752-45EA-62E0-23E2-10522C6846E5}"/>
              </a:ext>
            </a:extLst>
          </p:cNvPr>
          <p:cNvSpPr>
            <a:spLocks noGrp="1"/>
          </p:cNvSpPr>
          <p:nvPr>
            <p:ph type="title"/>
          </p:nvPr>
        </p:nvSpPr>
        <p:spPr>
          <a:xfrm>
            <a:off x="6686941" y="553722"/>
            <a:ext cx="5573171" cy="576072"/>
          </a:xfrm>
        </p:spPr>
        <p:txBody>
          <a:bodyPr/>
          <a:lstStyle/>
          <a:p>
            <a:r>
              <a:rPr lang="en-GB" sz="2400" b="1"/>
              <a:t>Corporate Governance – Impact beyond the Boardroom</a:t>
            </a:r>
          </a:p>
        </p:txBody>
      </p:sp>
      <p:sp>
        <p:nvSpPr>
          <p:cNvPr id="6" name="Rectangle: Rounded Corners 5">
            <a:extLst>
              <a:ext uri="{FF2B5EF4-FFF2-40B4-BE49-F238E27FC236}">
                <a16:creationId xmlns:a16="http://schemas.microsoft.com/office/drawing/2014/main" id="{6B1BB7A8-C401-6B8F-6730-5C0FF2ED388D}"/>
              </a:ext>
            </a:extLst>
          </p:cNvPr>
          <p:cNvSpPr/>
          <p:nvPr/>
        </p:nvSpPr>
        <p:spPr>
          <a:xfrm>
            <a:off x="6729555" y="1783542"/>
            <a:ext cx="5370295" cy="924873"/>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D28417B3-928B-4E67-7244-802FE476DE98}"/>
              </a:ext>
            </a:extLst>
          </p:cNvPr>
          <p:cNvSpPr/>
          <p:nvPr/>
        </p:nvSpPr>
        <p:spPr>
          <a:xfrm>
            <a:off x="6736482" y="1800544"/>
            <a:ext cx="1009072" cy="890869"/>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Graphic 10" descr="Questions with solid fill">
            <a:extLst>
              <a:ext uri="{FF2B5EF4-FFF2-40B4-BE49-F238E27FC236}">
                <a16:creationId xmlns:a16="http://schemas.microsoft.com/office/drawing/2014/main" id="{079E74C8-075A-F090-8848-AEBBC998F9A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54985" y="1922368"/>
            <a:ext cx="772065" cy="647219"/>
          </a:xfrm>
          <a:prstGeom prst="rect">
            <a:avLst/>
          </a:prstGeom>
        </p:spPr>
      </p:pic>
      <p:sp>
        <p:nvSpPr>
          <p:cNvPr id="17" name="TextBox 16">
            <a:extLst>
              <a:ext uri="{FF2B5EF4-FFF2-40B4-BE49-F238E27FC236}">
                <a16:creationId xmlns:a16="http://schemas.microsoft.com/office/drawing/2014/main" id="{CC8C5A89-969C-DE60-6FF6-07F08AC06517}"/>
              </a:ext>
            </a:extLst>
          </p:cNvPr>
          <p:cNvSpPr txBox="1"/>
          <p:nvPr/>
        </p:nvSpPr>
        <p:spPr>
          <a:xfrm>
            <a:off x="7941846" y="1950288"/>
            <a:ext cx="4063083" cy="570539"/>
          </a:xfrm>
          <a:prstGeom prst="rect">
            <a:avLst/>
          </a:prstGeom>
          <a:noFill/>
        </p:spPr>
        <p:txBody>
          <a:bodyPr wrap="square" lIns="0" tIns="0" rIns="0" bIns="0" rtlCol="0">
            <a:noAutofit/>
          </a:bodyPr>
          <a:lstStyle/>
          <a:p>
            <a:pPr algn="just"/>
            <a:r>
              <a:rPr lang="en-GB" sz="1400"/>
              <a:t>Which group is responsible for </a:t>
            </a:r>
            <a:r>
              <a:rPr lang="en-GB" sz="1400" b="1"/>
              <a:t>overseeing management and ensuring compliance with laws and ethical standards?</a:t>
            </a:r>
          </a:p>
        </p:txBody>
      </p:sp>
      <p:sp>
        <p:nvSpPr>
          <p:cNvPr id="18" name="Oval 17">
            <a:extLst>
              <a:ext uri="{FF2B5EF4-FFF2-40B4-BE49-F238E27FC236}">
                <a16:creationId xmlns:a16="http://schemas.microsoft.com/office/drawing/2014/main" id="{BB22F1DE-536B-6D32-E02B-D111562356D0}"/>
              </a:ext>
            </a:extLst>
          </p:cNvPr>
          <p:cNvSpPr/>
          <p:nvPr/>
        </p:nvSpPr>
        <p:spPr>
          <a:xfrm>
            <a:off x="7172546" y="3120335"/>
            <a:ext cx="446568" cy="41467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1</a:t>
            </a:r>
          </a:p>
        </p:txBody>
      </p:sp>
      <p:sp>
        <p:nvSpPr>
          <p:cNvPr id="19" name="Oval 18">
            <a:extLst>
              <a:ext uri="{FF2B5EF4-FFF2-40B4-BE49-F238E27FC236}">
                <a16:creationId xmlns:a16="http://schemas.microsoft.com/office/drawing/2014/main" id="{63C4FE0A-AF71-BA90-C5D9-F246F4F87FA6}"/>
              </a:ext>
            </a:extLst>
          </p:cNvPr>
          <p:cNvSpPr/>
          <p:nvPr/>
        </p:nvSpPr>
        <p:spPr>
          <a:xfrm>
            <a:off x="7172546" y="3808298"/>
            <a:ext cx="446568" cy="41467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2</a:t>
            </a:r>
          </a:p>
        </p:txBody>
      </p:sp>
      <p:sp>
        <p:nvSpPr>
          <p:cNvPr id="21" name="Oval 20">
            <a:extLst>
              <a:ext uri="{FF2B5EF4-FFF2-40B4-BE49-F238E27FC236}">
                <a16:creationId xmlns:a16="http://schemas.microsoft.com/office/drawing/2014/main" id="{FA996F1C-150A-C9F2-EAF0-899571116E09}"/>
              </a:ext>
            </a:extLst>
          </p:cNvPr>
          <p:cNvSpPr/>
          <p:nvPr/>
        </p:nvSpPr>
        <p:spPr>
          <a:xfrm>
            <a:off x="7172546" y="4496261"/>
            <a:ext cx="446568" cy="41467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3</a:t>
            </a:r>
          </a:p>
        </p:txBody>
      </p:sp>
      <p:sp>
        <p:nvSpPr>
          <p:cNvPr id="23" name="Oval 22">
            <a:extLst>
              <a:ext uri="{FF2B5EF4-FFF2-40B4-BE49-F238E27FC236}">
                <a16:creationId xmlns:a16="http://schemas.microsoft.com/office/drawing/2014/main" id="{782ADF43-2CB4-966A-6409-91B21ECF123E}"/>
              </a:ext>
            </a:extLst>
          </p:cNvPr>
          <p:cNvSpPr/>
          <p:nvPr/>
        </p:nvSpPr>
        <p:spPr>
          <a:xfrm>
            <a:off x="7172546" y="5184224"/>
            <a:ext cx="446568" cy="41467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4</a:t>
            </a:r>
          </a:p>
        </p:txBody>
      </p:sp>
      <p:sp>
        <p:nvSpPr>
          <p:cNvPr id="36" name="TextBox 35">
            <a:extLst>
              <a:ext uri="{FF2B5EF4-FFF2-40B4-BE49-F238E27FC236}">
                <a16:creationId xmlns:a16="http://schemas.microsoft.com/office/drawing/2014/main" id="{744FFC85-417C-114C-C6C4-D20A0E6C492B}"/>
              </a:ext>
            </a:extLst>
          </p:cNvPr>
          <p:cNvSpPr txBox="1"/>
          <p:nvPr/>
        </p:nvSpPr>
        <p:spPr>
          <a:xfrm>
            <a:off x="7803443" y="3200571"/>
            <a:ext cx="2934584" cy="303028"/>
          </a:xfrm>
          <a:prstGeom prst="rect">
            <a:avLst/>
          </a:prstGeom>
          <a:noFill/>
        </p:spPr>
        <p:txBody>
          <a:bodyPr wrap="square" lIns="0" tIns="0" rIns="0" bIns="0" rtlCol="0">
            <a:noAutofit/>
          </a:bodyPr>
          <a:lstStyle/>
          <a:p>
            <a:pPr algn="l"/>
            <a:r>
              <a:rPr lang="en-GB" sz="1400"/>
              <a:t>Shareholders</a:t>
            </a:r>
          </a:p>
        </p:txBody>
      </p:sp>
      <p:sp>
        <p:nvSpPr>
          <p:cNvPr id="37" name="TextBox 36">
            <a:extLst>
              <a:ext uri="{FF2B5EF4-FFF2-40B4-BE49-F238E27FC236}">
                <a16:creationId xmlns:a16="http://schemas.microsoft.com/office/drawing/2014/main" id="{F4C24A40-CBF4-73F6-45C6-8851E36F9845}"/>
              </a:ext>
            </a:extLst>
          </p:cNvPr>
          <p:cNvSpPr txBox="1"/>
          <p:nvPr/>
        </p:nvSpPr>
        <p:spPr>
          <a:xfrm>
            <a:off x="7803443" y="3864119"/>
            <a:ext cx="2934584" cy="303028"/>
          </a:xfrm>
          <a:prstGeom prst="rect">
            <a:avLst/>
          </a:prstGeom>
          <a:noFill/>
        </p:spPr>
        <p:txBody>
          <a:bodyPr wrap="square" lIns="0" tIns="0" rIns="0" bIns="0" rtlCol="0">
            <a:noAutofit/>
          </a:bodyPr>
          <a:lstStyle/>
          <a:p>
            <a:pPr algn="l"/>
            <a:r>
              <a:rPr lang="en-GB" sz="1400"/>
              <a:t>Employees</a:t>
            </a:r>
          </a:p>
        </p:txBody>
      </p:sp>
      <p:sp>
        <p:nvSpPr>
          <p:cNvPr id="38" name="TextBox 37">
            <a:extLst>
              <a:ext uri="{FF2B5EF4-FFF2-40B4-BE49-F238E27FC236}">
                <a16:creationId xmlns:a16="http://schemas.microsoft.com/office/drawing/2014/main" id="{EB38BA22-A8E6-BC2A-555A-414654C60044}"/>
              </a:ext>
            </a:extLst>
          </p:cNvPr>
          <p:cNvSpPr txBox="1"/>
          <p:nvPr/>
        </p:nvSpPr>
        <p:spPr>
          <a:xfrm>
            <a:off x="7803443" y="4566315"/>
            <a:ext cx="2934584" cy="303028"/>
          </a:xfrm>
          <a:prstGeom prst="rect">
            <a:avLst/>
          </a:prstGeom>
          <a:noFill/>
        </p:spPr>
        <p:txBody>
          <a:bodyPr wrap="square" lIns="0" tIns="0" rIns="0" bIns="0" rtlCol="0">
            <a:noAutofit/>
          </a:bodyPr>
          <a:lstStyle/>
          <a:p>
            <a:pPr algn="l"/>
            <a:r>
              <a:rPr lang="en-GB" sz="1400"/>
              <a:t>Board of Directors</a:t>
            </a:r>
          </a:p>
        </p:txBody>
      </p:sp>
      <p:sp>
        <p:nvSpPr>
          <p:cNvPr id="39" name="TextBox 38">
            <a:extLst>
              <a:ext uri="{FF2B5EF4-FFF2-40B4-BE49-F238E27FC236}">
                <a16:creationId xmlns:a16="http://schemas.microsoft.com/office/drawing/2014/main" id="{C9542198-C192-8072-5B0A-C60E040C3442}"/>
              </a:ext>
            </a:extLst>
          </p:cNvPr>
          <p:cNvSpPr txBox="1"/>
          <p:nvPr/>
        </p:nvSpPr>
        <p:spPr>
          <a:xfrm>
            <a:off x="7803443" y="5295866"/>
            <a:ext cx="2934584" cy="303028"/>
          </a:xfrm>
          <a:prstGeom prst="rect">
            <a:avLst/>
          </a:prstGeom>
          <a:noFill/>
        </p:spPr>
        <p:txBody>
          <a:bodyPr wrap="square" lIns="0" tIns="0" rIns="0" bIns="0" rtlCol="0">
            <a:noAutofit/>
          </a:bodyPr>
          <a:lstStyle/>
          <a:p>
            <a:pPr algn="l"/>
            <a:r>
              <a:rPr lang="en-GB" sz="1400"/>
              <a:t>Community</a:t>
            </a:r>
          </a:p>
        </p:txBody>
      </p:sp>
      <p:pic>
        <p:nvPicPr>
          <p:cNvPr id="3" name="Picture 2" descr="Person raising hand">
            <a:extLst>
              <a:ext uri="{FF2B5EF4-FFF2-40B4-BE49-F238E27FC236}">
                <a16:creationId xmlns:a16="http://schemas.microsoft.com/office/drawing/2014/main" id="{410E40CE-33E3-DB12-7C69-D8AA4BDFBE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1898"/>
            <a:ext cx="6782721" cy="6856101"/>
          </a:xfrm>
          <a:prstGeom prst="ellipse">
            <a:avLst/>
          </a:prstGeom>
          <a:ln>
            <a:noFill/>
          </a:ln>
          <a:effectLst>
            <a:softEdge rad="112500"/>
          </a:effectLst>
        </p:spPr>
      </p:pic>
      <p:sp>
        <p:nvSpPr>
          <p:cNvPr id="2" name="Rectangle: Rounded Corners 1">
            <a:extLst>
              <a:ext uri="{FF2B5EF4-FFF2-40B4-BE49-F238E27FC236}">
                <a16:creationId xmlns:a16="http://schemas.microsoft.com/office/drawing/2014/main" id="{A8BC3E62-E719-F305-BE5E-DDE887A2C224}"/>
              </a:ext>
            </a:extLst>
          </p:cNvPr>
          <p:cNvSpPr/>
          <p:nvPr/>
        </p:nvSpPr>
        <p:spPr>
          <a:xfrm>
            <a:off x="7038753" y="5872187"/>
            <a:ext cx="4966175" cy="448695"/>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t>Correct Answer: Board of Directors</a:t>
            </a:r>
          </a:p>
        </p:txBody>
      </p:sp>
      <p:pic>
        <p:nvPicPr>
          <p:cNvPr id="8" name="Graphic 7" descr="Checkmark with solid fill">
            <a:extLst>
              <a:ext uri="{FF2B5EF4-FFF2-40B4-BE49-F238E27FC236}">
                <a16:creationId xmlns:a16="http://schemas.microsoft.com/office/drawing/2014/main" id="{D9474CEB-DCDF-642D-804B-2C47B927ECF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15527" y="5812649"/>
            <a:ext cx="567771" cy="567771"/>
          </a:xfrm>
          <a:prstGeom prst="rect">
            <a:avLst/>
          </a:prstGeom>
        </p:spPr>
      </p:pic>
    </p:spTree>
    <p:custDataLst>
      <p:custData r:id="rId1"/>
    </p:custDataLst>
    <p:extLst>
      <p:ext uri="{BB962C8B-B14F-4D97-AF65-F5344CB8AC3E}">
        <p14:creationId xmlns:p14="http://schemas.microsoft.com/office/powerpoint/2010/main" val="1875966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250" fill="hold"/>
                                        <p:tgtEl>
                                          <p:spTgt spid="8"/>
                                        </p:tgtEl>
                                        <p:attrNameLst>
                                          <p:attrName>ppt_x</p:attrName>
                                        </p:attrNameLst>
                                      </p:cBhvr>
                                      <p:tavLst>
                                        <p:tav tm="0">
                                          <p:val>
                                            <p:strVal val="#ppt_x"/>
                                          </p:val>
                                        </p:tav>
                                        <p:tav tm="100000">
                                          <p:val>
                                            <p:strVal val="#ppt_x"/>
                                          </p:val>
                                        </p:tav>
                                      </p:tavLst>
                                    </p:anim>
                                    <p:anim calcmode="lin" valueType="num">
                                      <p:cBhvr additive="base">
                                        <p:cTn id="8" dur="25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250" fill="hold"/>
                                        <p:tgtEl>
                                          <p:spTgt spid="2"/>
                                        </p:tgtEl>
                                        <p:attrNameLst>
                                          <p:attrName>ppt_x</p:attrName>
                                        </p:attrNameLst>
                                      </p:cBhvr>
                                      <p:tavLst>
                                        <p:tav tm="0">
                                          <p:val>
                                            <p:strVal val="#ppt_x"/>
                                          </p:val>
                                        </p:tav>
                                        <p:tav tm="100000">
                                          <p:val>
                                            <p:strVal val="#ppt_x"/>
                                          </p:val>
                                        </p:tav>
                                      </p:tavLst>
                                    </p:anim>
                                    <p:anim calcmode="lin" valueType="num">
                                      <p:cBhvr additive="base">
                                        <p:cTn id="12" dur="25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diagBrick">
          <a:fgClr>
            <a:schemeClr val="accent1">
              <a:lumMod val="40000"/>
              <a:lumOff val="60000"/>
            </a:schemeClr>
          </a:fgClr>
          <a:bgClr>
            <a:schemeClr val="bg1"/>
          </a:bgClr>
        </a:pattFill>
        <a:effectLst/>
      </p:bgPr>
    </p:bg>
    <p:spTree>
      <p:nvGrpSpPr>
        <p:cNvPr id="1" name="">
          <a:extLst>
            <a:ext uri="{FF2B5EF4-FFF2-40B4-BE49-F238E27FC236}">
              <a16:creationId xmlns:a16="http://schemas.microsoft.com/office/drawing/2014/main" id="{E16B939F-0E74-F7A9-8A3D-09E4E73074FE}"/>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BF63F222-A542-C528-91C3-ED4C61801F08}"/>
              </a:ext>
            </a:extLst>
          </p:cNvPr>
          <p:cNvSpPr>
            <a:spLocks noGrp="1"/>
          </p:cNvSpPr>
          <p:nvPr>
            <p:ph type="body" idx="1"/>
          </p:nvPr>
        </p:nvSpPr>
        <p:spPr>
          <a:xfrm>
            <a:off x="7864214" y="434185"/>
            <a:ext cx="3462095" cy="4924425"/>
          </a:xfrm>
        </p:spPr>
        <p:txBody>
          <a:bodyPr/>
          <a:lstStyle/>
          <a:p>
            <a:r>
              <a:rPr lang="en-GB" sz="40000" noProof="0">
                <a:latin typeface="+mj-lt"/>
              </a:rPr>
              <a:t>2</a:t>
            </a:r>
          </a:p>
        </p:txBody>
      </p:sp>
      <p:sp>
        <p:nvSpPr>
          <p:cNvPr id="2" name="TextBox 1">
            <a:extLst>
              <a:ext uri="{FF2B5EF4-FFF2-40B4-BE49-F238E27FC236}">
                <a16:creationId xmlns:a16="http://schemas.microsoft.com/office/drawing/2014/main" id="{FA392F47-7687-415E-4ABA-94F0617C4334}"/>
              </a:ext>
            </a:extLst>
          </p:cNvPr>
          <p:cNvSpPr txBox="1"/>
          <p:nvPr/>
        </p:nvSpPr>
        <p:spPr>
          <a:xfrm>
            <a:off x="536792" y="4052744"/>
            <a:ext cx="8330762" cy="1222102"/>
          </a:xfrm>
          <a:prstGeom prst="rect">
            <a:avLst/>
          </a:prstGeom>
          <a:noFill/>
        </p:spPr>
        <p:txBody>
          <a:bodyPr wrap="square" lIns="0" tIns="0" rIns="0" bIns="0" rtlCol="0">
            <a:noAutofit/>
          </a:bodyPr>
          <a:lstStyle/>
          <a:p>
            <a:pPr algn="l"/>
            <a:endParaRPr lang="en-GB" sz="4500" b="1">
              <a:latin typeface="+mj-lt"/>
            </a:endParaRPr>
          </a:p>
        </p:txBody>
      </p:sp>
      <p:sp>
        <p:nvSpPr>
          <p:cNvPr id="4" name="TextBox 3">
            <a:extLst>
              <a:ext uri="{FF2B5EF4-FFF2-40B4-BE49-F238E27FC236}">
                <a16:creationId xmlns:a16="http://schemas.microsoft.com/office/drawing/2014/main" id="{F5EF7112-DE34-FBB3-D5AB-FF5E08E6DE6F}"/>
              </a:ext>
            </a:extLst>
          </p:cNvPr>
          <p:cNvSpPr txBox="1"/>
          <p:nvPr/>
        </p:nvSpPr>
        <p:spPr>
          <a:xfrm>
            <a:off x="689192" y="4205144"/>
            <a:ext cx="8330762" cy="1222102"/>
          </a:xfrm>
          <a:prstGeom prst="rect">
            <a:avLst/>
          </a:prstGeom>
          <a:noFill/>
        </p:spPr>
        <p:txBody>
          <a:bodyPr wrap="square" lIns="0" tIns="0" rIns="0" bIns="0" rtlCol="0">
            <a:noAutofit/>
          </a:bodyPr>
          <a:lstStyle/>
          <a:p>
            <a:pPr algn="l"/>
            <a:r>
              <a:rPr lang="en-GB" sz="4000" b="1">
                <a:latin typeface="+mj-lt"/>
              </a:rPr>
              <a:t>Principles for Building Trust in Governance</a:t>
            </a:r>
          </a:p>
        </p:txBody>
      </p:sp>
    </p:spTree>
    <p:custDataLst>
      <p:custData r:id="rId1"/>
    </p:custDataLst>
    <p:extLst>
      <p:ext uri="{BB962C8B-B14F-4D97-AF65-F5344CB8AC3E}">
        <p14:creationId xmlns:p14="http://schemas.microsoft.com/office/powerpoint/2010/main" val="3848581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
            <a:extLst>
              <a:ext uri="{FF2B5EF4-FFF2-40B4-BE49-F238E27FC236}">
                <a16:creationId xmlns:a16="http://schemas.microsoft.com/office/drawing/2014/main" id="{5656A213-FBB4-A338-1CE6-D03846FF4AA4}"/>
              </a:ext>
            </a:extLst>
          </p:cNvPr>
          <p:cNvSpPr>
            <a:spLocks noChangeArrowheads="1"/>
          </p:cNvSpPr>
          <p:nvPr/>
        </p:nvSpPr>
        <p:spPr bwMode="auto">
          <a:xfrm>
            <a:off x="393404" y="132907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2046" rIns="0" bIns="9204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312D6AB8-CDAC-A971-33E5-C4D662C825A7}"/>
              </a:ext>
            </a:extLst>
          </p:cNvPr>
          <p:cNvSpPr/>
          <p:nvPr/>
        </p:nvSpPr>
        <p:spPr>
          <a:xfrm>
            <a:off x="0" y="-8007"/>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sz="2400" b="1" spc="-10">
                <a:latin typeface="+mj-lt"/>
              </a:rPr>
              <a:t>Four Principles that drive Governance excellence</a:t>
            </a:r>
          </a:p>
        </p:txBody>
      </p:sp>
      <p:grpSp>
        <p:nvGrpSpPr>
          <p:cNvPr id="18" name="Group 17">
            <a:extLst>
              <a:ext uri="{FF2B5EF4-FFF2-40B4-BE49-F238E27FC236}">
                <a16:creationId xmlns:a16="http://schemas.microsoft.com/office/drawing/2014/main" id="{90633B2E-4904-1DB7-5ADF-C5A2BD79920F}"/>
              </a:ext>
            </a:extLst>
          </p:cNvPr>
          <p:cNvGrpSpPr/>
          <p:nvPr/>
        </p:nvGrpSpPr>
        <p:grpSpPr>
          <a:xfrm>
            <a:off x="393404" y="1142920"/>
            <a:ext cx="11095799" cy="4973210"/>
            <a:chOff x="325117" y="1004897"/>
            <a:chExt cx="11164087" cy="5399616"/>
          </a:xfrm>
        </p:grpSpPr>
        <p:sp>
          <p:nvSpPr>
            <p:cNvPr id="25" name="Rectangle: Rounded Corners 24">
              <a:extLst>
                <a:ext uri="{FF2B5EF4-FFF2-40B4-BE49-F238E27FC236}">
                  <a16:creationId xmlns:a16="http://schemas.microsoft.com/office/drawing/2014/main" id="{E52FB49E-252A-21B7-AF6B-B8EF87D302C2}"/>
                </a:ext>
              </a:extLst>
            </p:cNvPr>
            <p:cNvSpPr/>
            <p:nvPr/>
          </p:nvSpPr>
          <p:spPr>
            <a:xfrm>
              <a:off x="2972886" y="1004897"/>
              <a:ext cx="3941963" cy="410410"/>
            </a:xfrm>
            <a:prstGeom prst="roundRect">
              <a:avLst/>
            </a:prstGeom>
            <a:solidFill>
              <a:schemeClr val="tx1">
                <a:lumMod val="75000"/>
                <a:lumOff val="2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What it means?</a:t>
              </a:r>
            </a:p>
          </p:txBody>
        </p:sp>
        <p:sp>
          <p:nvSpPr>
            <p:cNvPr id="26" name="Rectangle: Rounded Corners 25">
              <a:extLst>
                <a:ext uri="{FF2B5EF4-FFF2-40B4-BE49-F238E27FC236}">
                  <a16:creationId xmlns:a16="http://schemas.microsoft.com/office/drawing/2014/main" id="{A4AD4852-53F2-225C-3019-2066C0A96E43}"/>
                </a:ext>
              </a:extLst>
            </p:cNvPr>
            <p:cNvSpPr/>
            <p:nvPr/>
          </p:nvSpPr>
          <p:spPr>
            <a:xfrm>
              <a:off x="7317826" y="1004897"/>
              <a:ext cx="3941963" cy="410410"/>
            </a:xfrm>
            <a:prstGeom prst="roundRect">
              <a:avLst/>
            </a:prstGeom>
            <a:solidFill>
              <a:schemeClr val="tx1">
                <a:lumMod val="75000"/>
                <a:lumOff val="2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Why it matters?</a:t>
              </a:r>
            </a:p>
          </p:txBody>
        </p:sp>
        <p:sp>
          <p:nvSpPr>
            <p:cNvPr id="19" name="Rectangle 18">
              <a:extLst>
                <a:ext uri="{FF2B5EF4-FFF2-40B4-BE49-F238E27FC236}">
                  <a16:creationId xmlns:a16="http://schemas.microsoft.com/office/drawing/2014/main" id="{E06708B8-E536-FD32-9CF0-01852DF686A9}"/>
                </a:ext>
              </a:extLst>
            </p:cNvPr>
            <p:cNvSpPr/>
            <p:nvPr/>
          </p:nvSpPr>
          <p:spPr>
            <a:xfrm>
              <a:off x="325117" y="1396177"/>
              <a:ext cx="2227880" cy="1222745"/>
            </a:xfrm>
            <a:prstGeom prst="rect">
              <a:avLst/>
            </a:prstGeom>
            <a:solidFill>
              <a:schemeClr val="accent1"/>
            </a:solidFill>
            <a:ln>
              <a:solidFill>
                <a:srgbClr val="FFCD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bg1"/>
                </a:solidFill>
              </a:endParaRPr>
            </a:p>
          </p:txBody>
        </p:sp>
        <p:sp>
          <p:nvSpPr>
            <p:cNvPr id="23" name="Rectangle 22">
              <a:extLst>
                <a:ext uri="{FF2B5EF4-FFF2-40B4-BE49-F238E27FC236}">
                  <a16:creationId xmlns:a16="http://schemas.microsoft.com/office/drawing/2014/main" id="{D02DB8C8-4117-403A-7ECA-4367FBBF372D}"/>
                </a:ext>
              </a:extLst>
            </p:cNvPr>
            <p:cNvSpPr/>
            <p:nvPr/>
          </p:nvSpPr>
          <p:spPr>
            <a:xfrm>
              <a:off x="2765344" y="1383779"/>
              <a:ext cx="4341512" cy="1222745"/>
            </a:xfrm>
            <a:prstGeom prst="rect">
              <a:avLst/>
            </a:prstGeom>
            <a:solidFill>
              <a:schemeClr val="accent1">
                <a:lumMod val="20000"/>
                <a:lumOff val="80000"/>
              </a:schemeClr>
            </a:solidFill>
            <a:ln w="635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BE8E0CDA-4BD4-95F3-36C0-9E4848F2CF11}"/>
                </a:ext>
              </a:extLst>
            </p:cNvPr>
            <p:cNvSpPr/>
            <p:nvPr/>
          </p:nvSpPr>
          <p:spPr>
            <a:xfrm>
              <a:off x="7163341" y="1396176"/>
              <a:ext cx="4321961" cy="1210348"/>
            </a:xfrm>
            <a:prstGeom prst="rect">
              <a:avLst/>
            </a:prstGeom>
            <a:solidFill>
              <a:schemeClr val="accent1">
                <a:lumMod val="20000"/>
                <a:lumOff val="80000"/>
              </a:schemeClr>
            </a:solidFill>
            <a:ln w="635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A32AEC98-92F9-A7C0-BD0C-D7EB1DFEE6FB}"/>
                </a:ext>
              </a:extLst>
            </p:cNvPr>
            <p:cNvSpPr/>
            <p:nvPr/>
          </p:nvSpPr>
          <p:spPr>
            <a:xfrm>
              <a:off x="329019" y="2664994"/>
              <a:ext cx="2227880" cy="1222745"/>
            </a:xfrm>
            <a:prstGeom prst="rect">
              <a:avLst/>
            </a:prstGeom>
            <a:solidFill>
              <a:schemeClr val="accent1"/>
            </a:solidFill>
            <a:ln>
              <a:solidFill>
                <a:srgbClr val="FFCD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bg1"/>
                </a:solidFill>
              </a:endParaRPr>
            </a:p>
          </p:txBody>
        </p:sp>
        <p:sp>
          <p:nvSpPr>
            <p:cNvPr id="29" name="Rectangle 28">
              <a:extLst>
                <a:ext uri="{FF2B5EF4-FFF2-40B4-BE49-F238E27FC236}">
                  <a16:creationId xmlns:a16="http://schemas.microsoft.com/office/drawing/2014/main" id="{419EF907-675D-283E-9A58-644F18F778AC}"/>
                </a:ext>
              </a:extLst>
            </p:cNvPr>
            <p:cNvSpPr/>
            <p:nvPr/>
          </p:nvSpPr>
          <p:spPr>
            <a:xfrm>
              <a:off x="2756238" y="2664993"/>
              <a:ext cx="4341512" cy="1222745"/>
            </a:xfrm>
            <a:prstGeom prst="rect">
              <a:avLst/>
            </a:prstGeom>
            <a:solidFill>
              <a:schemeClr val="accent1">
                <a:lumMod val="20000"/>
                <a:lumOff val="80000"/>
              </a:schemeClr>
            </a:solidFill>
            <a:ln w="635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30" name="Rectangle 29">
              <a:extLst>
                <a:ext uri="{FF2B5EF4-FFF2-40B4-BE49-F238E27FC236}">
                  <a16:creationId xmlns:a16="http://schemas.microsoft.com/office/drawing/2014/main" id="{877B1A73-4B56-AD61-CB2F-BA832012519B}"/>
                </a:ext>
              </a:extLst>
            </p:cNvPr>
            <p:cNvSpPr/>
            <p:nvPr/>
          </p:nvSpPr>
          <p:spPr>
            <a:xfrm>
              <a:off x="7143790" y="2664992"/>
              <a:ext cx="4341512" cy="1222745"/>
            </a:xfrm>
            <a:prstGeom prst="rect">
              <a:avLst/>
            </a:prstGeom>
            <a:solidFill>
              <a:schemeClr val="accent1">
                <a:lumMod val="20000"/>
                <a:lumOff val="80000"/>
              </a:schemeClr>
            </a:solidFill>
            <a:ln w="635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400">
                <a:solidFill>
                  <a:schemeClr val="tx1"/>
                </a:solidFill>
              </a:endParaRPr>
            </a:p>
            <a:p>
              <a:r>
                <a:rPr lang="en-US" sz="1400">
                  <a:solidFill>
                    <a:schemeClr val="tx1"/>
                  </a:solidFill>
                </a:rPr>
                <a:t>Enables informed decisions and prevents misconduct through open reporting.</a:t>
              </a:r>
              <a:br>
                <a:rPr lang="en-US" sz="1400">
                  <a:solidFill>
                    <a:schemeClr val="tx1"/>
                  </a:solidFill>
                </a:rPr>
              </a:br>
              <a:endParaRPr lang="en-GB" sz="1400">
                <a:solidFill>
                  <a:schemeClr val="tx1"/>
                </a:solidFill>
              </a:endParaRPr>
            </a:p>
          </p:txBody>
        </p:sp>
        <p:sp>
          <p:nvSpPr>
            <p:cNvPr id="31" name="Rectangle 30">
              <a:extLst>
                <a:ext uri="{FF2B5EF4-FFF2-40B4-BE49-F238E27FC236}">
                  <a16:creationId xmlns:a16="http://schemas.microsoft.com/office/drawing/2014/main" id="{24B0EC56-2A7D-1ED0-7F80-1833E27D4C58}"/>
                </a:ext>
              </a:extLst>
            </p:cNvPr>
            <p:cNvSpPr/>
            <p:nvPr/>
          </p:nvSpPr>
          <p:spPr>
            <a:xfrm>
              <a:off x="332920" y="3933816"/>
              <a:ext cx="2227880" cy="1222745"/>
            </a:xfrm>
            <a:prstGeom prst="rect">
              <a:avLst/>
            </a:prstGeom>
            <a:solidFill>
              <a:schemeClr val="accent1"/>
            </a:solidFill>
            <a:ln>
              <a:solidFill>
                <a:srgbClr val="FFCD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bg1"/>
                </a:solidFill>
              </a:endParaRPr>
            </a:p>
          </p:txBody>
        </p:sp>
        <p:sp>
          <p:nvSpPr>
            <p:cNvPr id="33" name="Rectangle 32">
              <a:extLst>
                <a:ext uri="{FF2B5EF4-FFF2-40B4-BE49-F238E27FC236}">
                  <a16:creationId xmlns:a16="http://schemas.microsoft.com/office/drawing/2014/main" id="{28AF3682-8D1E-376D-BC09-BC06BA60EDA0}"/>
                </a:ext>
              </a:extLst>
            </p:cNvPr>
            <p:cNvSpPr/>
            <p:nvPr/>
          </p:nvSpPr>
          <p:spPr>
            <a:xfrm>
              <a:off x="2760140" y="3933815"/>
              <a:ext cx="4341512" cy="1222745"/>
            </a:xfrm>
            <a:prstGeom prst="rect">
              <a:avLst/>
            </a:prstGeom>
            <a:solidFill>
              <a:schemeClr val="accent1">
                <a:lumMod val="20000"/>
                <a:lumOff val="80000"/>
              </a:schemeClr>
            </a:solidFill>
            <a:ln w="635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34" name="Rectangle 33">
              <a:extLst>
                <a:ext uri="{FF2B5EF4-FFF2-40B4-BE49-F238E27FC236}">
                  <a16:creationId xmlns:a16="http://schemas.microsoft.com/office/drawing/2014/main" id="{F1C8F931-096B-5ABB-D19F-7B9C5B3F3B3D}"/>
                </a:ext>
              </a:extLst>
            </p:cNvPr>
            <p:cNvSpPr/>
            <p:nvPr/>
          </p:nvSpPr>
          <p:spPr>
            <a:xfrm>
              <a:off x="7147692" y="3933814"/>
              <a:ext cx="4341512" cy="1222745"/>
            </a:xfrm>
            <a:prstGeom prst="rect">
              <a:avLst/>
            </a:prstGeom>
            <a:solidFill>
              <a:schemeClr val="accent1">
                <a:lumMod val="20000"/>
                <a:lumOff val="80000"/>
              </a:schemeClr>
            </a:solidFill>
            <a:ln w="635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a:solidFill>
                    <a:schemeClr val="tx1"/>
                  </a:solidFill>
                </a:rPr>
                <a:t>Promotes ethical conduct and alignment with stakeholder interests.</a:t>
              </a:r>
            </a:p>
            <a:p>
              <a:pPr algn="just"/>
              <a:endParaRPr lang="en-GB" sz="1400">
                <a:solidFill>
                  <a:schemeClr val="tx1"/>
                </a:solidFill>
              </a:endParaRPr>
            </a:p>
          </p:txBody>
        </p:sp>
        <p:sp>
          <p:nvSpPr>
            <p:cNvPr id="22" name="Isosceles Triangle 21">
              <a:extLst>
                <a:ext uri="{FF2B5EF4-FFF2-40B4-BE49-F238E27FC236}">
                  <a16:creationId xmlns:a16="http://schemas.microsoft.com/office/drawing/2014/main" id="{D3C1F1F0-C003-ADE4-B9FA-2E3DA0439D85}"/>
                </a:ext>
              </a:extLst>
            </p:cNvPr>
            <p:cNvSpPr/>
            <p:nvPr/>
          </p:nvSpPr>
          <p:spPr>
            <a:xfrm rot="5400000" flipH="1">
              <a:off x="2179516" y="1649300"/>
              <a:ext cx="797442" cy="716497"/>
            </a:xfrm>
            <a:prstGeom prst="triangle">
              <a:avLst/>
            </a:prstGeom>
            <a:solidFill>
              <a:schemeClr val="tx1">
                <a:lumMod val="75000"/>
                <a:lumOff val="25000"/>
              </a:schemeClr>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Isosceles Triangle 27">
              <a:extLst>
                <a:ext uri="{FF2B5EF4-FFF2-40B4-BE49-F238E27FC236}">
                  <a16:creationId xmlns:a16="http://schemas.microsoft.com/office/drawing/2014/main" id="{64179141-ACBF-E833-A222-1A7746DA4BD5}"/>
                </a:ext>
              </a:extLst>
            </p:cNvPr>
            <p:cNvSpPr/>
            <p:nvPr/>
          </p:nvSpPr>
          <p:spPr>
            <a:xfrm rot="5400000" flipH="1">
              <a:off x="2122179" y="2918117"/>
              <a:ext cx="797442" cy="716497"/>
            </a:xfrm>
            <a:prstGeom prst="triangle">
              <a:avLst/>
            </a:prstGeom>
            <a:solidFill>
              <a:schemeClr val="tx1">
                <a:lumMod val="75000"/>
                <a:lumOff val="25000"/>
              </a:schemeClr>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Isosceles Triangle 31">
              <a:extLst>
                <a:ext uri="{FF2B5EF4-FFF2-40B4-BE49-F238E27FC236}">
                  <a16:creationId xmlns:a16="http://schemas.microsoft.com/office/drawing/2014/main" id="{D475EB48-1710-B2CD-3A0B-28AD3CC4C67A}"/>
                </a:ext>
              </a:extLst>
            </p:cNvPr>
            <p:cNvSpPr/>
            <p:nvPr/>
          </p:nvSpPr>
          <p:spPr>
            <a:xfrm rot="5400000" flipH="1">
              <a:off x="2137807" y="4197572"/>
              <a:ext cx="797442" cy="716497"/>
            </a:xfrm>
            <a:prstGeom prst="triangle">
              <a:avLst/>
            </a:prstGeom>
            <a:solidFill>
              <a:schemeClr val="tx1">
                <a:lumMod val="75000"/>
                <a:lumOff val="25000"/>
              </a:schemeClr>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5C1545B5-1EAC-653D-6A48-06A96BAAD985}"/>
                </a:ext>
              </a:extLst>
            </p:cNvPr>
            <p:cNvSpPr txBox="1"/>
            <p:nvPr/>
          </p:nvSpPr>
          <p:spPr>
            <a:xfrm>
              <a:off x="600173" y="1885276"/>
              <a:ext cx="1780982" cy="345558"/>
            </a:xfrm>
            <a:prstGeom prst="rect">
              <a:avLst/>
            </a:prstGeom>
            <a:noFill/>
          </p:spPr>
          <p:txBody>
            <a:bodyPr wrap="square" lIns="0" tIns="0" rIns="0" bIns="0" rtlCol="0">
              <a:noAutofit/>
            </a:bodyPr>
            <a:lstStyle/>
            <a:p>
              <a:pPr algn="l"/>
              <a:r>
                <a:rPr lang="en-GB" sz="1400" b="1">
                  <a:solidFill>
                    <a:schemeClr val="bg1"/>
                  </a:solidFill>
                </a:rPr>
                <a:t>Accountability</a:t>
              </a:r>
            </a:p>
          </p:txBody>
        </p:sp>
        <p:sp>
          <p:nvSpPr>
            <p:cNvPr id="36" name="TextBox 35">
              <a:extLst>
                <a:ext uri="{FF2B5EF4-FFF2-40B4-BE49-F238E27FC236}">
                  <a16:creationId xmlns:a16="http://schemas.microsoft.com/office/drawing/2014/main" id="{CFABFB8A-9FBE-7738-728C-349382B85DD6}"/>
                </a:ext>
              </a:extLst>
            </p:cNvPr>
            <p:cNvSpPr txBox="1"/>
            <p:nvPr/>
          </p:nvSpPr>
          <p:spPr>
            <a:xfrm>
              <a:off x="608024" y="3130617"/>
              <a:ext cx="1780982" cy="345558"/>
            </a:xfrm>
            <a:prstGeom prst="rect">
              <a:avLst/>
            </a:prstGeom>
            <a:noFill/>
          </p:spPr>
          <p:txBody>
            <a:bodyPr wrap="square" lIns="0" tIns="0" rIns="0" bIns="0" rtlCol="0">
              <a:noAutofit/>
            </a:bodyPr>
            <a:lstStyle/>
            <a:p>
              <a:pPr algn="l"/>
              <a:r>
                <a:rPr lang="en-GB" sz="1600" b="1">
                  <a:solidFill>
                    <a:schemeClr val="bg1"/>
                  </a:solidFill>
                </a:rPr>
                <a:t>Transparency</a:t>
              </a:r>
            </a:p>
          </p:txBody>
        </p:sp>
        <p:sp>
          <p:nvSpPr>
            <p:cNvPr id="37" name="TextBox 36">
              <a:extLst>
                <a:ext uri="{FF2B5EF4-FFF2-40B4-BE49-F238E27FC236}">
                  <a16:creationId xmlns:a16="http://schemas.microsoft.com/office/drawing/2014/main" id="{92F314D6-02C1-9FED-8E8D-78724DC581F3}"/>
                </a:ext>
              </a:extLst>
            </p:cNvPr>
            <p:cNvSpPr txBox="1"/>
            <p:nvPr/>
          </p:nvSpPr>
          <p:spPr>
            <a:xfrm>
              <a:off x="608024" y="4367530"/>
              <a:ext cx="1780982" cy="345558"/>
            </a:xfrm>
            <a:prstGeom prst="rect">
              <a:avLst/>
            </a:prstGeom>
            <a:noFill/>
          </p:spPr>
          <p:txBody>
            <a:bodyPr wrap="square" lIns="0" tIns="0" rIns="0" bIns="0" rtlCol="0">
              <a:noAutofit/>
            </a:bodyPr>
            <a:lstStyle/>
            <a:p>
              <a:pPr algn="l"/>
              <a:r>
                <a:rPr lang="en-GB" sz="1600" b="1">
                  <a:solidFill>
                    <a:schemeClr val="bg1"/>
                  </a:solidFill>
                </a:rPr>
                <a:t>Responsibility</a:t>
              </a:r>
            </a:p>
          </p:txBody>
        </p:sp>
        <p:sp>
          <p:nvSpPr>
            <p:cNvPr id="39" name="TextBox 38">
              <a:extLst>
                <a:ext uri="{FF2B5EF4-FFF2-40B4-BE49-F238E27FC236}">
                  <a16:creationId xmlns:a16="http://schemas.microsoft.com/office/drawing/2014/main" id="{E380B381-C450-35E0-4B5D-A9661DDCA173}"/>
                </a:ext>
              </a:extLst>
            </p:cNvPr>
            <p:cNvSpPr txBox="1"/>
            <p:nvPr/>
          </p:nvSpPr>
          <p:spPr>
            <a:xfrm>
              <a:off x="3049585" y="1913502"/>
              <a:ext cx="4048165" cy="254836"/>
            </a:xfrm>
            <a:prstGeom prst="rect">
              <a:avLst/>
            </a:prstGeom>
            <a:noFill/>
          </p:spPr>
          <p:txBody>
            <a:bodyPr wrap="square" lIns="0" tIns="0" rIns="0" bIns="0" rtlCol="0">
              <a:noAutofit/>
            </a:bodyPr>
            <a:lstStyle/>
            <a:p>
              <a:r>
                <a:rPr lang="en-US" sz="1400"/>
                <a:t>Leaders must explain and own their actions.</a:t>
              </a:r>
            </a:p>
            <a:p>
              <a:pPr algn="just"/>
              <a:endParaRPr lang="en-GB" sz="1400"/>
            </a:p>
          </p:txBody>
        </p:sp>
        <p:sp>
          <p:nvSpPr>
            <p:cNvPr id="40" name="TextBox 39">
              <a:extLst>
                <a:ext uri="{FF2B5EF4-FFF2-40B4-BE49-F238E27FC236}">
                  <a16:creationId xmlns:a16="http://schemas.microsoft.com/office/drawing/2014/main" id="{31FFA3CB-1F56-45FC-A630-07BF7B43C814}"/>
                </a:ext>
              </a:extLst>
            </p:cNvPr>
            <p:cNvSpPr txBox="1"/>
            <p:nvPr/>
          </p:nvSpPr>
          <p:spPr>
            <a:xfrm>
              <a:off x="3008550" y="4255892"/>
              <a:ext cx="3947102" cy="914391"/>
            </a:xfrm>
            <a:prstGeom prst="rect">
              <a:avLst/>
            </a:prstGeom>
            <a:noFill/>
          </p:spPr>
          <p:txBody>
            <a:bodyPr wrap="square" lIns="0" tIns="0" rIns="0" bIns="0" rtlCol="0">
              <a:noAutofit/>
            </a:bodyPr>
            <a:lstStyle/>
            <a:p>
              <a:pPr algn="just"/>
              <a:r>
                <a:rPr lang="en-US" sz="1400"/>
                <a:t>Knowing your role, owing impact and acting with integrity</a:t>
              </a:r>
              <a:endParaRPr lang="en-GB" sz="1400">
                <a:solidFill>
                  <a:srgbClr val="000000"/>
                </a:solidFill>
              </a:endParaRPr>
            </a:p>
          </p:txBody>
        </p:sp>
        <p:sp>
          <p:nvSpPr>
            <p:cNvPr id="42" name="TextBox 41">
              <a:extLst>
                <a:ext uri="{FF2B5EF4-FFF2-40B4-BE49-F238E27FC236}">
                  <a16:creationId xmlns:a16="http://schemas.microsoft.com/office/drawing/2014/main" id="{C8BC123A-BFC9-72EE-A80E-E49F9214E48E}"/>
                </a:ext>
              </a:extLst>
            </p:cNvPr>
            <p:cNvSpPr txBox="1"/>
            <p:nvPr/>
          </p:nvSpPr>
          <p:spPr>
            <a:xfrm>
              <a:off x="2930570" y="2970765"/>
              <a:ext cx="4130021" cy="523220"/>
            </a:xfrm>
            <a:prstGeom prst="rect">
              <a:avLst/>
            </a:prstGeom>
            <a:noFill/>
          </p:spPr>
          <p:txBody>
            <a:bodyPr wrap="square">
              <a:spAutoFit/>
            </a:bodyPr>
            <a:lstStyle/>
            <a:p>
              <a:r>
                <a:rPr lang="en-US" sz="1400"/>
                <a:t>Timely, clear sharing of important company information.</a:t>
              </a:r>
              <a:endParaRPr lang="en-GB" sz="1400">
                <a:solidFill>
                  <a:srgbClr val="000000"/>
                </a:solidFill>
              </a:endParaRPr>
            </a:p>
          </p:txBody>
        </p:sp>
        <p:sp>
          <p:nvSpPr>
            <p:cNvPr id="43" name="TextBox 42">
              <a:extLst>
                <a:ext uri="{FF2B5EF4-FFF2-40B4-BE49-F238E27FC236}">
                  <a16:creationId xmlns:a16="http://schemas.microsoft.com/office/drawing/2014/main" id="{595AF25A-A79F-B24B-95CA-952B289F2F4D}"/>
                </a:ext>
              </a:extLst>
            </p:cNvPr>
            <p:cNvSpPr txBox="1"/>
            <p:nvPr/>
          </p:nvSpPr>
          <p:spPr>
            <a:xfrm>
              <a:off x="7269035" y="1785875"/>
              <a:ext cx="4088340" cy="544359"/>
            </a:xfrm>
            <a:prstGeom prst="rect">
              <a:avLst/>
            </a:prstGeom>
            <a:noFill/>
          </p:spPr>
          <p:txBody>
            <a:bodyPr wrap="square" lIns="0" tIns="0" rIns="0" bIns="0" rtlCol="0">
              <a:noAutofit/>
            </a:bodyPr>
            <a:lstStyle/>
            <a:p>
              <a:r>
                <a:rPr lang="en-US" sz="1400"/>
                <a:t>Builds trust by ensuring results are measured and decisions justified.</a:t>
              </a:r>
              <a:endParaRPr lang="en-GB" sz="1400">
                <a:solidFill>
                  <a:srgbClr val="000000"/>
                </a:solidFill>
              </a:endParaRPr>
            </a:p>
          </p:txBody>
        </p:sp>
        <p:sp>
          <p:nvSpPr>
            <p:cNvPr id="3" name="Rectangle 2">
              <a:extLst>
                <a:ext uri="{FF2B5EF4-FFF2-40B4-BE49-F238E27FC236}">
                  <a16:creationId xmlns:a16="http://schemas.microsoft.com/office/drawing/2014/main" id="{4A547F27-814A-F369-2DC8-2D24D8E5CFF8}"/>
                </a:ext>
              </a:extLst>
            </p:cNvPr>
            <p:cNvSpPr/>
            <p:nvPr/>
          </p:nvSpPr>
          <p:spPr>
            <a:xfrm>
              <a:off x="330052" y="5181768"/>
              <a:ext cx="2227880" cy="1222745"/>
            </a:xfrm>
            <a:prstGeom prst="rect">
              <a:avLst/>
            </a:prstGeom>
            <a:solidFill>
              <a:schemeClr val="accent1"/>
            </a:solidFill>
            <a:ln>
              <a:solidFill>
                <a:srgbClr val="FFCD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solidFill>
                  <a:schemeClr val="bg1"/>
                </a:solidFill>
              </a:endParaRPr>
            </a:p>
          </p:txBody>
        </p:sp>
        <p:sp>
          <p:nvSpPr>
            <p:cNvPr id="4" name="Rectangle 3">
              <a:extLst>
                <a:ext uri="{FF2B5EF4-FFF2-40B4-BE49-F238E27FC236}">
                  <a16:creationId xmlns:a16="http://schemas.microsoft.com/office/drawing/2014/main" id="{1197F3D7-C584-B4F0-6F46-C8429017C254}"/>
                </a:ext>
              </a:extLst>
            </p:cNvPr>
            <p:cNvSpPr/>
            <p:nvPr/>
          </p:nvSpPr>
          <p:spPr>
            <a:xfrm>
              <a:off x="2757272" y="5181767"/>
              <a:ext cx="4341512" cy="1222745"/>
            </a:xfrm>
            <a:prstGeom prst="rect">
              <a:avLst/>
            </a:prstGeom>
            <a:solidFill>
              <a:schemeClr val="accent1">
                <a:lumMod val="20000"/>
                <a:lumOff val="80000"/>
              </a:schemeClr>
            </a:solidFill>
            <a:ln w="635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5" name="Rectangle 4">
              <a:extLst>
                <a:ext uri="{FF2B5EF4-FFF2-40B4-BE49-F238E27FC236}">
                  <a16:creationId xmlns:a16="http://schemas.microsoft.com/office/drawing/2014/main" id="{9C6F3C86-EBE1-4B68-EE49-ED85C5D4DDAF}"/>
                </a:ext>
              </a:extLst>
            </p:cNvPr>
            <p:cNvSpPr/>
            <p:nvPr/>
          </p:nvSpPr>
          <p:spPr>
            <a:xfrm>
              <a:off x="7144824" y="5181766"/>
              <a:ext cx="4341512" cy="1222745"/>
            </a:xfrm>
            <a:prstGeom prst="rect">
              <a:avLst/>
            </a:prstGeom>
            <a:solidFill>
              <a:schemeClr val="accent1">
                <a:lumMod val="20000"/>
                <a:lumOff val="80000"/>
              </a:schemeClr>
            </a:solidFill>
            <a:ln w="6350">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400">
                <a:solidFill>
                  <a:schemeClr val="tx1"/>
                </a:solidFill>
              </a:endParaRPr>
            </a:p>
            <a:p>
              <a:r>
                <a:rPr lang="en-US" sz="1400">
                  <a:solidFill>
                    <a:schemeClr val="tx1"/>
                  </a:solidFill>
                </a:rPr>
                <a:t>Builds confidence by protecting minority rights and  preventing conflicts of interest</a:t>
              </a:r>
              <a:endParaRPr lang="en-GB" sz="1400">
                <a:solidFill>
                  <a:schemeClr val="tx1"/>
                </a:solidFill>
              </a:endParaRPr>
            </a:p>
          </p:txBody>
        </p:sp>
        <p:sp>
          <p:nvSpPr>
            <p:cNvPr id="6" name="Isosceles Triangle 5">
              <a:extLst>
                <a:ext uri="{FF2B5EF4-FFF2-40B4-BE49-F238E27FC236}">
                  <a16:creationId xmlns:a16="http://schemas.microsoft.com/office/drawing/2014/main" id="{BD0E82F0-97F0-770F-CE0E-0552298D761B}"/>
                </a:ext>
              </a:extLst>
            </p:cNvPr>
            <p:cNvSpPr/>
            <p:nvPr/>
          </p:nvSpPr>
          <p:spPr>
            <a:xfrm rot="5400000" flipH="1">
              <a:off x="2134939" y="5445524"/>
              <a:ext cx="797442" cy="716497"/>
            </a:xfrm>
            <a:prstGeom prst="triangle">
              <a:avLst/>
            </a:prstGeom>
            <a:solidFill>
              <a:schemeClr val="tx1">
                <a:lumMod val="75000"/>
                <a:lumOff val="25000"/>
              </a:schemeClr>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6FD01489-EB07-75B2-4B9A-6775F21A1087}"/>
                </a:ext>
              </a:extLst>
            </p:cNvPr>
            <p:cNvSpPr txBox="1"/>
            <p:nvPr/>
          </p:nvSpPr>
          <p:spPr>
            <a:xfrm>
              <a:off x="605156" y="5615482"/>
              <a:ext cx="1780982" cy="345558"/>
            </a:xfrm>
            <a:prstGeom prst="rect">
              <a:avLst/>
            </a:prstGeom>
            <a:noFill/>
          </p:spPr>
          <p:txBody>
            <a:bodyPr wrap="square" lIns="0" tIns="0" rIns="0" bIns="0" rtlCol="0">
              <a:noAutofit/>
            </a:bodyPr>
            <a:lstStyle/>
            <a:p>
              <a:pPr algn="l"/>
              <a:r>
                <a:rPr lang="en-GB" sz="1600" b="1">
                  <a:solidFill>
                    <a:schemeClr val="bg1"/>
                  </a:solidFill>
                </a:rPr>
                <a:t>Fairness</a:t>
              </a:r>
            </a:p>
          </p:txBody>
        </p:sp>
        <p:sp>
          <p:nvSpPr>
            <p:cNvPr id="8" name="TextBox 7">
              <a:extLst>
                <a:ext uri="{FF2B5EF4-FFF2-40B4-BE49-F238E27FC236}">
                  <a16:creationId xmlns:a16="http://schemas.microsoft.com/office/drawing/2014/main" id="{728A6375-1AC6-F5E3-DD71-442E44F0CFCD}"/>
                </a:ext>
              </a:extLst>
            </p:cNvPr>
            <p:cNvSpPr txBox="1"/>
            <p:nvPr/>
          </p:nvSpPr>
          <p:spPr>
            <a:xfrm>
              <a:off x="3049585" y="5400244"/>
              <a:ext cx="3947102" cy="914391"/>
            </a:xfrm>
            <a:prstGeom prst="rect">
              <a:avLst/>
            </a:prstGeom>
            <a:noFill/>
          </p:spPr>
          <p:txBody>
            <a:bodyPr wrap="square" lIns="0" tIns="0" rIns="0" bIns="0" rtlCol="0">
              <a:noAutofit/>
            </a:bodyPr>
            <a:lstStyle/>
            <a:p>
              <a:pPr algn="just"/>
              <a:r>
                <a:rPr lang="en-US" sz="1400"/>
                <a:t>Ensures equitable, impartial and just treatment of all stakeholders.</a:t>
              </a:r>
              <a:endParaRPr lang="en-GB" sz="1400">
                <a:solidFill>
                  <a:srgbClr val="000000"/>
                </a:solidFill>
              </a:endParaRPr>
            </a:p>
          </p:txBody>
        </p:sp>
        <p:pic>
          <p:nvPicPr>
            <p:cNvPr id="11" name="Graphic 10" descr="Badge 4 with solid fill">
              <a:extLst>
                <a:ext uri="{FF2B5EF4-FFF2-40B4-BE49-F238E27FC236}">
                  <a16:creationId xmlns:a16="http://schemas.microsoft.com/office/drawing/2014/main" id="{642E81F4-2832-6B3F-6135-59EF44997E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74542" y="5593588"/>
              <a:ext cx="469233" cy="469233"/>
            </a:xfrm>
            <a:prstGeom prst="rect">
              <a:avLst/>
            </a:prstGeom>
          </p:spPr>
        </p:pic>
        <p:pic>
          <p:nvPicPr>
            <p:cNvPr id="13" name="Graphic 12" descr="Badge 3 with solid fill">
              <a:extLst>
                <a:ext uri="{FF2B5EF4-FFF2-40B4-BE49-F238E27FC236}">
                  <a16:creationId xmlns:a16="http://schemas.microsoft.com/office/drawing/2014/main" id="{07463031-95B2-F3B3-367C-EE790342FC4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87333" y="4303952"/>
              <a:ext cx="469233" cy="469233"/>
            </a:xfrm>
            <a:prstGeom prst="rect">
              <a:avLst/>
            </a:prstGeom>
          </p:spPr>
        </p:pic>
        <p:pic>
          <p:nvPicPr>
            <p:cNvPr id="15" name="Graphic 14" descr="Badge with solid fill">
              <a:extLst>
                <a:ext uri="{FF2B5EF4-FFF2-40B4-BE49-F238E27FC236}">
                  <a16:creationId xmlns:a16="http://schemas.microsoft.com/office/drawing/2014/main" id="{1FFD9D39-687E-7B4E-FFB3-183E3BFC7D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163754" y="3046371"/>
              <a:ext cx="469233" cy="469233"/>
            </a:xfrm>
            <a:prstGeom prst="rect">
              <a:avLst/>
            </a:prstGeom>
          </p:spPr>
        </p:pic>
        <p:pic>
          <p:nvPicPr>
            <p:cNvPr id="17" name="Graphic 16" descr="Badge 1 with solid fill">
              <a:extLst>
                <a:ext uri="{FF2B5EF4-FFF2-40B4-BE49-F238E27FC236}">
                  <a16:creationId xmlns:a16="http://schemas.microsoft.com/office/drawing/2014/main" id="{ADB1B0DC-BD90-CD36-C5C8-97122AFBAF2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00093" y="1763783"/>
              <a:ext cx="469233" cy="469233"/>
            </a:xfrm>
            <a:prstGeom prst="rect">
              <a:avLst/>
            </a:prstGeom>
          </p:spPr>
        </p:pic>
      </p:grpSp>
      <p:sp>
        <p:nvSpPr>
          <p:cNvPr id="10" name="object 28">
            <a:extLst>
              <a:ext uri="{FF2B5EF4-FFF2-40B4-BE49-F238E27FC236}">
                <a16:creationId xmlns:a16="http://schemas.microsoft.com/office/drawing/2014/main" id="{8413A99B-7C3B-A3A4-F683-0CBA93670724}"/>
              </a:ext>
            </a:extLst>
          </p:cNvPr>
          <p:cNvSpPr txBox="1">
            <a:spLocks/>
          </p:cNvSpPr>
          <p:nvPr/>
        </p:nvSpPr>
        <p:spPr>
          <a:xfrm>
            <a:off x="11802491" y="6620276"/>
            <a:ext cx="202438" cy="187248"/>
          </a:xfrm>
          <a:prstGeom prst="rect">
            <a:avLst/>
          </a:prstGeom>
        </p:spPr>
        <p:txBody>
          <a:bodyPr vert="horz" wrap="square" lIns="0" tIns="0" rIns="0" bIns="0" rtlCol="0">
            <a:spAutoFit/>
          </a:bodyPr>
          <a:lstStyle>
            <a:defPPr>
              <a:defRPr lang="en-US" kern="0"/>
            </a:defPPr>
            <a:lvl1pPr marL="0" algn="l" defTabSz="914400" rtl="0" eaLnBrk="1" latinLnBrk="0" hangingPunct="1">
              <a:defRPr sz="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3980">
              <a:spcBef>
                <a:spcPts val="25"/>
              </a:spcBef>
            </a:pPr>
            <a:fld id="{81D60167-4931-47E6-BA6A-407CBD079E47}" type="slidenum">
              <a:rPr lang="en-US" spc="-50" smtClean="0"/>
              <a:pPr marL="93980">
                <a:spcBef>
                  <a:spcPts val="25"/>
                </a:spcBef>
              </a:pPr>
              <a:t>12</a:t>
            </a:fld>
            <a:endParaRPr lang="en-US" spc="-50"/>
          </a:p>
        </p:txBody>
      </p:sp>
    </p:spTree>
    <p:custDataLst>
      <p:custData r:id="rId1"/>
    </p:custDataLst>
    <p:extLst>
      <p:ext uri="{BB962C8B-B14F-4D97-AF65-F5344CB8AC3E}">
        <p14:creationId xmlns:p14="http://schemas.microsoft.com/office/powerpoint/2010/main" val="1426889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20000"/>
              <a:lumOff val="80000"/>
            </a:schemeClr>
          </a:fgClr>
          <a:bgClr>
            <a:schemeClr val="bg1"/>
          </a:bgClr>
        </a:pattFill>
        <a:effectLst/>
      </p:bgPr>
    </p:bg>
    <p:spTree>
      <p:nvGrpSpPr>
        <p:cNvPr id="1" name="">
          <a:extLst>
            <a:ext uri="{FF2B5EF4-FFF2-40B4-BE49-F238E27FC236}">
              <a16:creationId xmlns:a16="http://schemas.microsoft.com/office/drawing/2014/main" id="{6A0DB4EA-BE31-7510-7571-1C3B8A3A8D2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E69A498-45D9-1B47-04B4-CAC0AB040B8D}"/>
              </a:ext>
            </a:extLst>
          </p:cNvPr>
          <p:cNvSpPr/>
          <p:nvPr/>
        </p:nvSpPr>
        <p:spPr>
          <a:xfrm>
            <a:off x="0" y="2526966"/>
            <a:ext cx="12192000" cy="16374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12">
            <a:extLst>
              <a:ext uri="{FF2B5EF4-FFF2-40B4-BE49-F238E27FC236}">
                <a16:creationId xmlns:a16="http://schemas.microsoft.com/office/drawing/2014/main" id="{AA7D00E4-5EC0-A495-794E-A583C70C749B}"/>
              </a:ext>
            </a:extLst>
          </p:cNvPr>
          <p:cNvSpPr>
            <a:spLocks noGrp="1"/>
          </p:cNvSpPr>
          <p:nvPr>
            <p:ph type="body" idx="1"/>
          </p:nvPr>
        </p:nvSpPr>
        <p:spPr>
          <a:xfrm>
            <a:off x="123711" y="2976341"/>
            <a:ext cx="8637517" cy="738664"/>
          </a:xfrm>
        </p:spPr>
        <p:txBody>
          <a:bodyPr/>
          <a:lstStyle/>
          <a:p>
            <a:r>
              <a:rPr lang="en-GB" sz="6000" b="1" spc="0" noProof="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mj-lt"/>
              </a:rPr>
              <a:t>Accountability</a:t>
            </a:r>
          </a:p>
        </p:txBody>
      </p:sp>
    </p:spTree>
    <p:custDataLst>
      <p:custData r:id="rId1"/>
    </p:custDataLst>
    <p:extLst>
      <p:ext uri="{BB962C8B-B14F-4D97-AF65-F5344CB8AC3E}">
        <p14:creationId xmlns:p14="http://schemas.microsoft.com/office/powerpoint/2010/main" val="3405415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D9FEE-AB00-E072-418E-83881706BFE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C7CC054-A204-B856-D42F-E47722FE988F}"/>
              </a:ext>
            </a:extLst>
          </p:cNvPr>
          <p:cNvSpPr>
            <a:spLocks noGrp="1"/>
          </p:cNvSpPr>
          <p:nvPr>
            <p:ph type="sldNum" sz="quarter" idx="11"/>
          </p:nvPr>
        </p:nvSpPr>
        <p:spPr>
          <a:xfrm>
            <a:off x="13741844" y="6858000"/>
            <a:ext cx="1764792" cy="137160"/>
          </a:xfrm>
          <a:prstGeom prst="rect">
            <a:avLst/>
          </a:prstGeom>
        </p:spPr>
        <p:txBody>
          <a:bodyPr vert="horz" lIns="0" tIns="0" rIns="0" bIns="0" rtlCol="0" anchor="b" anchorCtr="0">
            <a:noAutofit/>
          </a:bodyPr>
          <a:lstStyle>
            <a:defPPr>
              <a:defRPr lang="en-US"/>
            </a:defPPr>
            <a:lvl1pPr marL="0" algn="r" defTabSz="914400" rtl="0" eaLnBrk="1" latinLnBrk="0" hangingPunct="1">
              <a:defRPr sz="7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lang="en-US" smtClean="0"/>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grpSp>
        <p:nvGrpSpPr>
          <p:cNvPr id="5" name="Group 4">
            <a:extLst>
              <a:ext uri="{FF2B5EF4-FFF2-40B4-BE49-F238E27FC236}">
                <a16:creationId xmlns:a16="http://schemas.microsoft.com/office/drawing/2014/main" id="{5BC797D5-228A-1433-3094-133C7C69EE30}"/>
              </a:ext>
            </a:extLst>
          </p:cNvPr>
          <p:cNvGrpSpPr/>
          <p:nvPr/>
        </p:nvGrpSpPr>
        <p:grpSpPr>
          <a:xfrm>
            <a:off x="294798" y="982853"/>
            <a:ext cx="3344423" cy="5179776"/>
            <a:chOff x="369229" y="1312464"/>
            <a:chExt cx="3344423" cy="5179776"/>
          </a:xfrm>
        </p:grpSpPr>
        <p:sp>
          <p:nvSpPr>
            <p:cNvPr id="9" name="Flowchart: Off-page Connector 8">
              <a:extLst>
                <a:ext uri="{FF2B5EF4-FFF2-40B4-BE49-F238E27FC236}">
                  <a16:creationId xmlns:a16="http://schemas.microsoft.com/office/drawing/2014/main" id="{821C6BC6-1466-168E-FC05-52FE0FB3CDA3}"/>
                </a:ext>
              </a:extLst>
            </p:cNvPr>
            <p:cNvSpPr/>
            <p:nvPr/>
          </p:nvSpPr>
          <p:spPr>
            <a:xfrm>
              <a:off x="369229" y="2223297"/>
              <a:ext cx="3344423" cy="4268943"/>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lowchart: Process 11">
              <a:extLst>
                <a:ext uri="{FF2B5EF4-FFF2-40B4-BE49-F238E27FC236}">
                  <a16:creationId xmlns:a16="http://schemas.microsoft.com/office/drawing/2014/main" id="{08E74E07-C794-6646-3EC7-17DD79886A3F}"/>
                </a:ext>
              </a:extLst>
            </p:cNvPr>
            <p:cNvSpPr/>
            <p:nvPr/>
          </p:nvSpPr>
          <p:spPr>
            <a:xfrm>
              <a:off x="369229" y="2512740"/>
              <a:ext cx="3344423" cy="444635"/>
            </a:xfrm>
            <a:prstGeom prst="flowChartProcess">
              <a:avLst/>
            </a:prstGeom>
            <a:solidFill>
              <a:schemeClr val="tx1">
                <a:lumMod val="75000"/>
                <a:lumOff val="2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t>Delegation of Authority</a:t>
              </a:r>
            </a:p>
          </p:txBody>
        </p:sp>
        <p:sp>
          <p:nvSpPr>
            <p:cNvPr id="15" name="Oval 14">
              <a:extLst>
                <a:ext uri="{FF2B5EF4-FFF2-40B4-BE49-F238E27FC236}">
                  <a16:creationId xmlns:a16="http://schemas.microsoft.com/office/drawing/2014/main" id="{FE2F4A6B-70C5-5E73-982F-A3B3E32A835C}"/>
                </a:ext>
              </a:extLst>
            </p:cNvPr>
            <p:cNvSpPr/>
            <p:nvPr/>
          </p:nvSpPr>
          <p:spPr>
            <a:xfrm>
              <a:off x="1494660" y="1312464"/>
              <a:ext cx="1093560" cy="1033090"/>
            </a:xfrm>
            <a:prstGeom prst="ellipse">
              <a:avLst/>
            </a:prstGeom>
            <a:solidFill>
              <a:schemeClr val="accent1">
                <a:lumMod val="20000"/>
                <a:lumOff val="80000"/>
              </a:schemeClr>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Graphic 18" descr="Management with solid fill">
              <a:extLst>
                <a:ext uri="{FF2B5EF4-FFF2-40B4-BE49-F238E27FC236}">
                  <a16:creationId xmlns:a16="http://schemas.microsoft.com/office/drawing/2014/main" id="{8AE04F9D-785E-256E-192D-6DC15358CF5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76998" y="1318088"/>
              <a:ext cx="914400" cy="914400"/>
            </a:xfrm>
            <a:prstGeom prst="rect">
              <a:avLst/>
            </a:prstGeom>
          </p:spPr>
        </p:pic>
        <p:sp>
          <p:nvSpPr>
            <p:cNvPr id="24" name="TextBox 23">
              <a:extLst>
                <a:ext uri="{FF2B5EF4-FFF2-40B4-BE49-F238E27FC236}">
                  <a16:creationId xmlns:a16="http://schemas.microsoft.com/office/drawing/2014/main" id="{6279D648-B132-FCAC-5C4B-0F81D0D7B813}"/>
                </a:ext>
              </a:extLst>
            </p:cNvPr>
            <p:cNvSpPr txBox="1"/>
            <p:nvPr/>
          </p:nvSpPr>
          <p:spPr>
            <a:xfrm>
              <a:off x="584791" y="3090526"/>
              <a:ext cx="2966483" cy="307777"/>
            </a:xfrm>
            <a:prstGeom prst="rect">
              <a:avLst/>
            </a:prstGeom>
            <a:noFill/>
          </p:spPr>
          <p:txBody>
            <a:bodyPr wrap="square">
              <a:spAutoFit/>
            </a:bodyPr>
            <a:lstStyle/>
            <a:p>
              <a:pPr algn="ctr"/>
              <a:endParaRPr lang="en-GB" sz="1400"/>
            </a:p>
          </p:txBody>
        </p:sp>
        <p:sp>
          <p:nvSpPr>
            <p:cNvPr id="29" name="Flowchart: Merge 28">
              <a:extLst>
                <a:ext uri="{FF2B5EF4-FFF2-40B4-BE49-F238E27FC236}">
                  <a16:creationId xmlns:a16="http://schemas.microsoft.com/office/drawing/2014/main" id="{48BF36F2-2B9C-51D2-C3D6-0FFCBECB33B7}"/>
                </a:ext>
              </a:extLst>
            </p:cNvPr>
            <p:cNvSpPr/>
            <p:nvPr/>
          </p:nvSpPr>
          <p:spPr>
            <a:xfrm>
              <a:off x="1441837" y="6115079"/>
              <a:ext cx="1184722" cy="306710"/>
            </a:xfrm>
            <a:prstGeom prst="flowChartMerg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 name="Group 5">
            <a:extLst>
              <a:ext uri="{FF2B5EF4-FFF2-40B4-BE49-F238E27FC236}">
                <a16:creationId xmlns:a16="http://schemas.microsoft.com/office/drawing/2014/main" id="{C8B4F9B6-DFA0-7D05-E417-89AABB99B454}"/>
              </a:ext>
            </a:extLst>
          </p:cNvPr>
          <p:cNvGrpSpPr/>
          <p:nvPr/>
        </p:nvGrpSpPr>
        <p:grpSpPr>
          <a:xfrm>
            <a:off x="4445040" y="982853"/>
            <a:ext cx="3344423" cy="5179776"/>
            <a:chOff x="4519471" y="1312464"/>
            <a:chExt cx="3344423" cy="5179776"/>
          </a:xfrm>
        </p:grpSpPr>
        <p:sp>
          <p:nvSpPr>
            <p:cNvPr id="10" name="Flowchart: Off-page Connector 9">
              <a:extLst>
                <a:ext uri="{FF2B5EF4-FFF2-40B4-BE49-F238E27FC236}">
                  <a16:creationId xmlns:a16="http://schemas.microsoft.com/office/drawing/2014/main" id="{F1D83D4C-4EB1-36EB-5A72-24C2307E2FA8}"/>
                </a:ext>
              </a:extLst>
            </p:cNvPr>
            <p:cNvSpPr/>
            <p:nvPr/>
          </p:nvSpPr>
          <p:spPr>
            <a:xfrm>
              <a:off x="4519471" y="2223297"/>
              <a:ext cx="3344423" cy="4268943"/>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Flowchart: Process 12">
              <a:extLst>
                <a:ext uri="{FF2B5EF4-FFF2-40B4-BE49-F238E27FC236}">
                  <a16:creationId xmlns:a16="http://schemas.microsoft.com/office/drawing/2014/main" id="{6D366EFD-E316-08B0-60C2-C7D01AA3548B}"/>
                </a:ext>
              </a:extLst>
            </p:cNvPr>
            <p:cNvSpPr/>
            <p:nvPr/>
          </p:nvSpPr>
          <p:spPr>
            <a:xfrm>
              <a:off x="4519471" y="2535055"/>
              <a:ext cx="3344423" cy="444635"/>
            </a:xfrm>
            <a:prstGeom prst="flowChartProcess">
              <a:avLst/>
            </a:prstGeom>
            <a:solidFill>
              <a:schemeClr val="tx1">
                <a:lumMod val="75000"/>
                <a:lumOff val="2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t>Board Committees</a:t>
              </a:r>
            </a:p>
          </p:txBody>
        </p:sp>
        <p:sp>
          <p:nvSpPr>
            <p:cNvPr id="16" name="Oval 15">
              <a:extLst>
                <a:ext uri="{FF2B5EF4-FFF2-40B4-BE49-F238E27FC236}">
                  <a16:creationId xmlns:a16="http://schemas.microsoft.com/office/drawing/2014/main" id="{D8FF06A0-A57C-C764-9896-1AADC47089C8}"/>
                </a:ext>
              </a:extLst>
            </p:cNvPr>
            <p:cNvSpPr/>
            <p:nvPr/>
          </p:nvSpPr>
          <p:spPr>
            <a:xfrm>
              <a:off x="5644902" y="1312464"/>
              <a:ext cx="1093560" cy="1033090"/>
            </a:xfrm>
            <a:prstGeom prst="ellipse">
              <a:avLst/>
            </a:prstGeom>
            <a:solidFill>
              <a:schemeClr val="accent1">
                <a:lumMod val="20000"/>
                <a:lumOff val="80000"/>
              </a:schemeClr>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D745F0AA-42E5-F73A-8B85-3B5C37EF0B3E}"/>
                </a:ext>
              </a:extLst>
            </p:cNvPr>
            <p:cNvSpPr txBox="1"/>
            <p:nvPr/>
          </p:nvSpPr>
          <p:spPr>
            <a:xfrm>
              <a:off x="4646428" y="3090526"/>
              <a:ext cx="3072809" cy="307777"/>
            </a:xfrm>
            <a:prstGeom prst="rect">
              <a:avLst/>
            </a:prstGeom>
            <a:noFill/>
          </p:spPr>
          <p:txBody>
            <a:bodyPr wrap="square">
              <a:spAutoFit/>
            </a:bodyPr>
            <a:lstStyle/>
            <a:p>
              <a:pPr algn="ctr"/>
              <a:endParaRPr lang="en-GB" sz="1400"/>
            </a:p>
          </p:txBody>
        </p:sp>
        <p:sp>
          <p:nvSpPr>
            <p:cNvPr id="30" name="Flowchart: Merge 29">
              <a:extLst>
                <a:ext uri="{FF2B5EF4-FFF2-40B4-BE49-F238E27FC236}">
                  <a16:creationId xmlns:a16="http://schemas.microsoft.com/office/drawing/2014/main" id="{02C26746-057F-355E-C6DF-56766B6601E6}"/>
                </a:ext>
              </a:extLst>
            </p:cNvPr>
            <p:cNvSpPr/>
            <p:nvPr/>
          </p:nvSpPr>
          <p:spPr>
            <a:xfrm>
              <a:off x="5599321" y="6130605"/>
              <a:ext cx="1184722" cy="306710"/>
            </a:xfrm>
            <a:prstGeom prst="flowChartMerg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 name="Group 32">
            <a:extLst>
              <a:ext uri="{FF2B5EF4-FFF2-40B4-BE49-F238E27FC236}">
                <a16:creationId xmlns:a16="http://schemas.microsoft.com/office/drawing/2014/main" id="{C11A6C42-F85D-C23C-D9B6-89D7F9F3DFB3}"/>
              </a:ext>
            </a:extLst>
          </p:cNvPr>
          <p:cNvGrpSpPr/>
          <p:nvPr/>
        </p:nvGrpSpPr>
        <p:grpSpPr>
          <a:xfrm>
            <a:off x="8595282" y="982853"/>
            <a:ext cx="3344423" cy="5179776"/>
            <a:chOff x="8669713" y="1312464"/>
            <a:chExt cx="3344423" cy="5179776"/>
          </a:xfrm>
        </p:grpSpPr>
        <p:sp>
          <p:nvSpPr>
            <p:cNvPr id="11" name="Flowchart: Off-page Connector 10">
              <a:extLst>
                <a:ext uri="{FF2B5EF4-FFF2-40B4-BE49-F238E27FC236}">
                  <a16:creationId xmlns:a16="http://schemas.microsoft.com/office/drawing/2014/main" id="{C0793773-FB90-73A6-16AC-F194EA87F5F3}"/>
                </a:ext>
              </a:extLst>
            </p:cNvPr>
            <p:cNvSpPr/>
            <p:nvPr/>
          </p:nvSpPr>
          <p:spPr>
            <a:xfrm>
              <a:off x="8669713" y="2223297"/>
              <a:ext cx="3344423" cy="4268943"/>
            </a:xfrm>
            <a:prstGeom prst="flowChartOffpageConnector">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lowchart: Process 13">
              <a:extLst>
                <a:ext uri="{FF2B5EF4-FFF2-40B4-BE49-F238E27FC236}">
                  <a16:creationId xmlns:a16="http://schemas.microsoft.com/office/drawing/2014/main" id="{A6C82450-9677-DAE6-4EB9-78D9BA6BA26D}"/>
                </a:ext>
              </a:extLst>
            </p:cNvPr>
            <p:cNvSpPr/>
            <p:nvPr/>
          </p:nvSpPr>
          <p:spPr>
            <a:xfrm>
              <a:off x="8669713" y="2559862"/>
              <a:ext cx="3344423" cy="444635"/>
            </a:xfrm>
            <a:prstGeom prst="flowChartProcess">
              <a:avLst/>
            </a:prstGeom>
            <a:solidFill>
              <a:schemeClr val="tx1">
                <a:lumMod val="75000"/>
                <a:lumOff val="2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t>Board Evaluation</a:t>
              </a:r>
            </a:p>
          </p:txBody>
        </p:sp>
        <p:sp>
          <p:nvSpPr>
            <p:cNvPr id="17" name="Oval 16">
              <a:extLst>
                <a:ext uri="{FF2B5EF4-FFF2-40B4-BE49-F238E27FC236}">
                  <a16:creationId xmlns:a16="http://schemas.microsoft.com/office/drawing/2014/main" id="{BAC46E44-04D8-BD65-F7CB-8C396FA6EEF7}"/>
                </a:ext>
              </a:extLst>
            </p:cNvPr>
            <p:cNvSpPr/>
            <p:nvPr/>
          </p:nvSpPr>
          <p:spPr>
            <a:xfrm>
              <a:off x="9795144" y="1312464"/>
              <a:ext cx="1093560" cy="1033090"/>
            </a:xfrm>
            <a:prstGeom prst="ellipse">
              <a:avLst/>
            </a:prstGeom>
            <a:solidFill>
              <a:schemeClr val="accent1">
                <a:lumMod val="20000"/>
                <a:lumOff val="80000"/>
              </a:schemeClr>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Shape 7">
              <a:extLst>
                <a:ext uri="{FF2B5EF4-FFF2-40B4-BE49-F238E27FC236}">
                  <a16:creationId xmlns:a16="http://schemas.microsoft.com/office/drawing/2014/main" id="{3D6FA83A-6C01-53FC-9E2E-DFF7F4ED1CC5}"/>
                </a:ext>
              </a:extLst>
            </p:cNvPr>
            <p:cNvSpPr/>
            <p:nvPr/>
          </p:nvSpPr>
          <p:spPr>
            <a:xfrm>
              <a:off x="10037124" y="1610595"/>
              <a:ext cx="95250" cy="95249"/>
            </a:xfrm>
            <a:custGeom>
              <a:avLst/>
              <a:gdLst>
                <a:gd name="connsiteX0" fmla="*/ 47625 w 95250"/>
                <a:gd name="connsiteY0" fmla="*/ 95250 h 95249"/>
                <a:gd name="connsiteX1" fmla="*/ 95250 w 95250"/>
                <a:gd name="connsiteY1" fmla="*/ 47625 h 95249"/>
                <a:gd name="connsiteX2" fmla="*/ 47625 w 95250"/>
                <a:gd name="connsiteY2" fmla="*/ 0 h 95249"/>
                <a:gd name="connsiteX3" fmla="*/ 0 w 95250"/>
                <a:gd name="connsiteY3" fmla="*/ 47625 h 95249"/>
                <a:gd name="connsiteX4" fmla="*/ 47625 w 95250"/>
                <a:gd name="connsiteY4" fmla="*/ 95250 h 95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49">
                  <a:moveTo>
                    <a:pt x="47625" y="95250"/>
                  </a:moveTo>
                  <a:cubicBezTo>
                    <a:pt x="73927" y="95250"/>
                    <a:pt x="95250" y="73927"/>
                    <a:pt x="95250" y="47625"/>
                  </a:cubicBezTo>
                  <a:cubicBezTo>
                    <a:pt x="95250" y="21323"/>
                    <a:pt x="73927" y="0"/>
                    <a:pt x="47625" y="0"/>
                  </a:cubicBezTo>
                  <a:cubicBezTo>
                    <a:pt x="21323" y="0"/>
                    <a:pt x="0" y="21323"/>
                    <a:pt x="0" y="47625"/>
                  </a:cubicBezTo>
                  <a:cubicBezTo>
                    <a:pt x="0" y="73927"/>
                    <a:pt x="21323" y="95250"/>
                    <a:pt x="47625" y="95250"/>
                  </a:cubicBezTo>
                  <a:close/>
                </a:path>
              </a:pathLst>
            </a:custGeom>
            <a:solidFill>
              <a:schemeClr val="accent1"/>
            </a:solidFill>
            <a:ln w="9525"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D1FB9D8C-1A7B-5D89-F3C0-C40A4BC04D00}"/>
                </a:ext>
              </a:extLst>
            </p:cNvPr>
            <p:cNvSpPr/>
            <p:nvPr/>
          </p:nvSpPr>
          <p:spPr>
            <a:xfrm>
              <a:off x="10037783" y="1718141"/>
              <a:ext cx="213653" cy="378514"/>
            </a:xfrm>
            <a:custGeom>
              <a:avLst/>
              <a:gdLst>
                <a:gd name="connsiteX0" fmla="*/ 109069 w 213653"/>
                <a:gd name="connsiteY0" fmla="*/ 95622 h 378514"/>
                <a:gd name="connsiteX1" fmla="*/ 123166 w 213653"/>
                <a:gd name="connsiteY1" fmla="*/ 100194 h 378514"/>
                <a:gd name="connsiteX2" fmla="*/ 189841 w 213653"/>
                <a:gd name="connsiteY2" fmla="*/ 100194 h 378514"/>
                <a:gd name="connsiteX3" fmla="*/ 213653 w 213653"/>
                <a:gd name="connsiteY3" fmla="*/ 76382 h 378514"/>
                <a:gd name="connsiteX4" fmla="*/ 189841 w 213653"/>
                <a:gd name="connsiteY4" fmla="*/ 52569 h 378514"/>
                <a:gd name="connsiteX5" fmla="*/ 130976 w 213653"/>
                <a:gd name="connsiteY5" fmla="*/ 52569 h 378514"/>
                <a:gd name="connsiteX6" fmla="*/ 85637 w 213653"/>
                <a:gd name="connsiteY6" fmla="*/ 19327 h 378514"/>
                <a:gd name="connsiteX7" fmla="*/ 42584 w 213653"/>
                <a:gd name="connsiteY7" fmla="*/ 277 h 378514"/>
                <a:gd name="connsiteX8" fmla="*/ 8 w 213653"/>
                <a:gd name="connsiteY8" fmla="*/ 49331 h 378514"/>
                <a:gd name="connsiteX9" fmla="*/ 8 w 213653"/>
                <a:gd name="connsiteY9" fmla="*/ 185919 h 378514"/>
                <a:gd name="connsiteX10" fmla="*/ 47633 w 213653"/>
                <a:gd name="connsiteY10" fmla="*/ 233544 h 378514"/>
                <a:gd name="connsiteX11" fmla="*/ 94591 w 213653"/>
                <a:gd name="connsiteY11" fmla="*/ 233544 h 378514"/>
                <a:gd name="connsiteX12" fmla="*/ 94591 w 213653"/>
                <a:gd name="connsiteY12" fmla="*/ 233544 h 378514"/>
                <a:gd name="connsiteX13" fmla="*/ 151741 w 213653"/>
                <a:gd name="connsiteY13" fmla="*/ 233544 h 378514"/>
                <a:gd name="connsiteX14" fmla="*/ 151741 w 213653"/>
                <a:gd name="connsiteY14" fmla="*/ 354702 h 378514"/>
                <a:gd name="connsiteX15" fmla="*/ 175553 w 213653"/>
                <a:gd name="connsiteY15" fmla="*/ 378515 h 378514"/>
                <a:gd name="connsiteX16" fmla="*/ 199366 w 213653"/>
                <a:gd name="connsiteY16" fmla="*/ 354702 h 378514"/>
                <a:gd name="connsiteX17" fmla="*/ 199366 w 213653"/>
                <a:gd name="connsiteY17" fmla="*/ 209446 h 378514"/>
                <a:gd name="connsiteX18" fmla="*/ 175553 w 213653"/>
                <a:gd name="connsiteY18" fmla="*/ 185633 h 378514"/>
                <a:gd name="connsiteX19" fmla="*/ 94591 w 213653"/>
                <a:gd name="connsiteY19" fmla="*/ 185633 h 378514"/>
                <a:gd name="connsiteX20" fmla="*/ 94591 w 213653"/>
                <a:gd name="connsiteY20" fmla="*/ 84859 h 378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3653" h="378514">
                  <a:moveTo>
                    <a:pt x="109069" y="95622"/>
                  </a:moveTo>
                  <a:cubicBezTo>
                    <a:pt x="113174" y="98583"/>
                    <a:pt x="118104" y="100183"/>
                    <a:pt x="123166" y="100194"/>
                  </a:cubicBezTo>
                  <a:lnTo>
                    <a:pt x="189841" y="100194"/>
                  </a:lnTo>
                  <a:cubicBezTo>
                    <a:pt x="202992" y="100194"/>
                    <a:pt x="213653" y="89533"/>
                    <a:pt x="213653" y="76382"/>
                  </a:cubicBezTo>
                  <a:cubicBezTo>
                    <a:pt x="213653" y="63230"/>
                    <a:pt x="202992" y="52569"/>
                    <a:pt x="189841" y="52569"/>
                  </a:cubicBezTo>
                  <a:lnTo>
                    <a:pt x="130976" y="52569"/>
                  </a:lnTo>
                  <a:lnTo>
                    <a:pt x="85637" y="19327"/>
                  </a:lnTo>
                  <a:cubicBezTo>
                    <a:pt x="75736" y="5722"/>
                    <a:pt x="59312" y="-1545"/>
                    <a:pt x="42584" y="277"/>
                  </a:cubicBezTo>
                  <a:cubicBezTo>
                    <a:pt x="17939" y="3341"/>
                    <a:pt x="-426" y="24500"/>
                    <a:pt x="8" y="49331"/>
                  </a:cubicBezTo>
                  <a:lnTo>
                    <a:pt x="8" y="185919"/>
                  </a:lnTo>
                  <a:cubicBezTo>
                    <a:pt x="8" y="212221"/>
                    <a:pt x="21330" y="233544"/>
                    <a:pt x="47633" y="233544"/>
                  </a:cubicBezTo>
                  <a:lnTo>
                    <a:pt x="94591" y="233544"/>
                  </a:lnTo>
                  <a:lnTo>
                    <a:pt x="94591" y="233544"/>
                  </a:lnTo>
                  <a:lnTo>
                    <a:pt x="151741" y="233544"/>
                  </a:lnTo>
                  <a:lnTo>
                    <a:pt x="151741" y="354702"/>
                  </a:lnTo>
                  <a:cubicBezTo>
                    <a:pt x="151741" y="367853"/>
                    <a:pt x="162402" y="378515"/>
                    <a:pt x="175553" y="378515"/>
                  </a:cubicBezTo>
                  <a:cubicBezTo>
                    <a:pt x="188704" y="378515"/>
                    <a:pt x="199366" y="367853"/>
                    <a:pt x="199366" y="354702"/>
                  </a:cubicBezTo>
                  <a:lnTo>
                    <a:pt x="199366" y="209446"/>
                  </a:lnTo>
                  <a:cubicBezTo>
                    <a:pt x="199366" y="196295"/>
                    <a:pt x="188704" y="185633"/>
                    <a:pt x="175553" y="185633"/>
                  </a:cubicBezTo>
                  <a:lnTo>
                    <a:pt x="94591" y="185633"/>
                  </a:lnTo>
                  <a:lnTo>
                    <a:pt x="94591" y="84859"/>
                  </a:lnTo>
                  <a:close/>
                </a:path>
              </a:pathLst>
            </a:custGeom>
            <a:solidFill>
              <a:schemeClr val="accent1"/>
            </a:solidFill>
            <a:ln w="9525"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63245010-DC2C-8D4C-270F-EA8CF7151CFC}"/>
                </a:ext>
              </a:extLst>
            </p:cNvPr>
            <p:cNvSpPr/>
            <p:nvPr/>
          </p:nvSpPr>
          <p:spPr>
            <a:xfrm>
              <a:off x="10551474" y="1610595"/>
              <a:ext cx="95250" cy="95249"/>
            </a:xfrm>
            <a:custGeom>
              <a:avLst/>
              <a:gdLst>
                <a:gd name="connsiteX0" fmla="*/ 47625 w 95250"/>
                <a:gd name="connsiteY0" fmla="*/ 95250 h 95249"/>
                <a:gd name="connsiteX1" fmla="*/ 95250 w 95250"/>
                <a:gd name="connsiteY1" fmla="*/ 47625 h 95249"/>
                <a:gd name="connsiteX2" fmla="*/ 47625 w 95250"/>
                <a:gd name="connsiteY2" fmla="*/ 0 h 95249"/>
                <a:gd name="connsiteX3" fmla="*/ 0 w 95250"/>
                <a:gd name="connsiteY3" fmla="*/ 47625 h 95249"/>
                <a:gd name="connsiteX4" fmla="*/ 47625 w 95250"/>
                <a:gd name="connsiteY4" fmla="*/ 95250 h 95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49">
                  <a:moveTo>
                    <a:pt x="47625" y="95250"/>
                  </a:moveTo>
                  <a:cubicBezTo>
                    <a:pt x="73927" y="95250"/>
                    <a:pt x="95250" y="73927"/>
                    <a:pt x="95250" y="47625"/>
                  </a:cubicBezTo>
                  <a:cubicBezTo>
                    <a:pt x="95250" y="21323"/>
                    <a:pt x="73927" y="0"/>
                    <a:pt x="47625" y="0"/>
                  </a:cubicBezTo>
                  <a:cubicBezTo>
                    <a:pt x="21323" y="0"/>
                    <a:pt x="0" y="21323"/>
                    <a:pt x="0" y="47625"/>
                  </a:cubicBezTo>
                  <a:cubicBezTo>
                    <a:pt x="0" y="73927"/>
                    <a:pt x="21323" y="95250"/>
                    <a:pt x="47625" y="95250"/>
                  </a:cubicBezTo>
                  <a:close/>
                </a:path>
              </a:pathLst>
            </a:custGeom>
            <a:solidFill>
              <a:schemeClr val="accent1"/>
            </a:solidFill>
            <a:ln w="9525" cap="flat">
              <a:noFill/>
              <a:prstDash val="solid"/>
              <a:miter/>
            </a:ln>
          </p:spPr>
          <p:txBody>
            <a:bodyPr rtlCol="0" anchor="ctr"/>
            <a:lstStyle/>
            <a:p>
              <a:endParaRPr lang="en-GB"/>
            </a:p>
          </p:txBody>
        </p:sp>
        <p:sp>
          <p:nvSpPr>
            <p:cNvPr id="23" name="Freeform: Shape 22">
              <a:extLst>
                <a:ext uri="{FF2B5EF4-FFF2-40B4-BE49-F238E27FC236}">
                  <a16:creationId xmlns:a16="http://schemas.microsoft.com/office/drawing/2014/main" id="{AE033ED7-F7B3-1CC2-29AD-ADEF5DC9AD31}"/>
                </a:ext>
              </a:extLst>
            </p:cNvPr>
            <p:cNvSpPr/>
            <p:nvPr/>
          </p:nvSpPr>
          <p:spPr>
            <a:xfrm>
              <a:off x="10432411" y="1717665"/>
              <a:ext cx="213463" cy="378990"/>
            </a:xfrm>
            <a:custGeom>
              <a:avLst/>
              <a:gdLst>
                <a:gd name="connsiteX0" fmla="*/ 171069 w 213463"/>
                <a:gd name="connsiteY0" fmla="*/ 277 h 378990"/>
                <a:gd name="connsiteX1" fmla="*/ 128016 w 213463"/>
                <a:gd name="connsiteY1" fmla="*/ 19327 h 378990"/>
                <a:gd name="connsiteX2" fmla="*/ 82677 w 213463"/>
                <a:gd name="connsiteY2" fmla="*/ 53045 h 378990"/>
                <a:gd name="connsiteX3" fmla="*/ 23813 w 213463"/>
                <a:gd name="connsiteY3" fmla="*/ 53045 h 378990"/>
                <a:gd name="connsiteX4" fmla="*/ 0 w 213463"/>
                <a:gd name="connsiteY4" fmla="*/ 76858 h 378990"/>
                <a:gd name="connsiteX5" fmla="*/ 23813 w 213463"/>
                <a:gd name="connsiteY5" fmla="*/ 100670 h 378990"/>
                <a:gd name="connsiteX6" fmla="*/ 90488 w 213463"/>
                <a:gd name="connsiteY6" fmla="*/ 100670 h 378990"/>
                <a:gd name="connsiteX7" fmla="*/ 104585 w 213463"/>
                <a:gd name="connsiteY7" fmla="*/ 96098 h 378990"/>
                <a:gd name="connsiteX8" fmla="*/ 119063 w 213463"/>
                <a:gd name="connsiteY8" fmla="*/ 85335 h 378990"/>
                <a:gd name="connsiteX9" fmla="*/ 119063 w 213463"/>
                <a:gd name="connsiteY9" fmla="*/ 186395 h 378990"/>
                <a:gd name="connsiteX10" fmla="*/ 38386 w 213463"/>
                <a:gd name="connsiteY10" fmla="*/ 186395 h 378990"/>
                <a:gd name="connsiteX11" fmla="*/ 14573 w 213463"/>
                <a:gd name="connsiteY11" fmla="*/ 210208 h 378990"/>
                <a:gd name="connsiteX12" fmla="*/ 14573 w 213463"/>
                <a:gd name="connsiteY12" fmla="*/ 355178 h 378990"/>
                <a:gd name="connsiteX13" fmla="*/ 38386 w 213463"/>
                <a:gd name="connsiteY13" fmla="*/ 378991 h 378990"/>
                <a:gd name="connsiteX14" fmla="*/ 62198 w 213463"/>
                <a:gd name="connsiteY14" fmla="*/ 355178 h 378990"/>
                <a:gd name="connsiteX15" fmla="*/ 62198 w 213463"/>
                <a:gd name="connsiteY15" fmla="*/ 234020 h 378990"/>
                <a:gd name="connsiteX16" fmla="*/ 119348 w 213463"/>
                <a:gd name="connsiteY16" fmla="*/ 234020 h 378990"/>
                <a:gd name="connsiteX17" fmla="*/ 119348 w 213463"/>
                <a:gd name="connsiteY17" fmla="*/ 234020 h 378990"/>
                <a:gd name="connsiteX18" fmla="*/ 165830 w 213463"/>
                <a:gd name="connsiteY18" fmla="*/ 234020 h 378990"/>
                <a:gd name="connsiteX19" fmla="*/ 213455 w 213463"/>
                <a:gd name="connsiteY19" fmla="*/ 186395 h 378990"/>
                <a:gd name="connsiteX20" fmla="*/ 213455 w 213463"/>
                <a:gd name="connsiteY20" fmla="*/ 49331 h 378990"/>
                <a:gd name="connsiteX21" fmla="*/ 171069 w 213463"/>
                <a:gd name="connsiteY21" fmla="*/ 277 h 378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3463" h="378990">
                  <a:moveTo>
                    <a:pt x="171069" y="277"/>
                  </a:moveTo>
                  <a:cubicBezTo>
                    <a:pt x="154341" y="-1545"/>
                    <a:pt x="137917" y="5722"/>
                    <a:pt x="128016" y="19327"/>
                  </a:cubicBezTo>
                  <a:lnTo>
                    <a:pt x="82677" y="53045"/>
                  </a:lnTo>
                  <a:lnTo>
                    <a:pt x="23813" y="53045"/>
                  </a:lnTo>
                  <a:cubicBezTo>
                    <a:pt x="10661" y="53045"/>
                    <a:pt x="0" y="63707"/>
                    <a:pt x="0" y="76858"/>
                  </a:cubicBezTo>
                  <a:cubicBezTo>
                    <a:pt x="0" y="90009"/>
                    <a:pt x="10661" y="100670"/>
                    <a:pt x="23813" y="100670"/>
                  </a:cubicBezTo>
                  <a:lnTo>
                    <a:pt x="90488" y="100670"/>
                  </a:lnTo>
                  <a:cubicBezTo>
                    <a:pt x="95549" y="100659"/>
                    <a:pt x="100479" y="99060"/>
                    <a:pt x="104585" y="96098"/>
                  </a:cubicBezTo>
                  <a:lnTo>
                    <a:pt x="119063" y="85335"/>
                  </a:lnTo>
                  <a:lnTo>
                    <a:pt x="119063" y="186395"/>
                  </a:lnTo>
                  <a:lnTo>
                    <a:pt x="38386" y="186395"/>
                  </a:lnTo>
                  <a:cubicBezTo>
                    <a:pt x="25235" y="186395"/>
                    <a:pt x="14573" y="197057"/>
                    <a:pt x="14573" y="210208"/>
                  </a:cubicBezTo>
                  <a:lnTo>
                    <a:pt x="14573" y="355178"/>
                  </a:lnTo>
                  <a:cubicBezTo>
                    <a:pt x="14573" y="368329"/>
                    <a:pt x="25235" y="378991"/>
                    <a:pt x="38386" y="378991"/>
                  </a:cubicBezTo>
                  <a:cubicBezTo>
                    <a:pt x="51537" y="378991"/>
                    <a:pt x="62198" y="368329"/>
                    <a:pt x="62198" y="355178"/>
                  </a:cubicBezTo>
                  <a:lnTo>
                    <a:pt x="62198" y="234020"/>
                  </a:lnTo>
                  <a:lnTo>
                    <a:pt x="119348" y="234020"/>
                  </a:lnTo>
                  <a:lnTo>
                    <a:pt x="119348" y="234020"/>
                  </a:lnTo>
                  <a:lnTo>
                    <a:pt x="165830" y="234020"/>
                  </a:lnTo>
                  <a:cubicBezTo>
                    <a:pt x="192133" y="234020"/>
                    <a:pt x="213455" y="212698"/>
                    <a:pt x="213455" y="186395"/>
                  </a:cubicBezTo>
                  <a:lnTo>
                    <a:pt x="213455" y="49331"/>
                  </a:lnTo>
                  <a:cubicBezTo>
                    <a:pt x="213900" y="24564"/>
                    <a:pt x="195638" y="3430"/>
                    <a:pt x="171069" y="277"/>
                  </a:cubicBezTo>
                  <a:close/>
                </a:path>
              </a:pathLst>
            </a:custGeom>
            <a:solidFill>
              <a:schemeClr val="accent1"/>
            </a:solidFill>
            <a:ln w="9525" cap="flat">
              <a:noFill/>
              <a:prstDash val="solid"/>
              <a:miter/>
            </a:ln>
          </p:spPr>
          <p:txBody>
            <a:bodyPr rtlCol="0" anchor="ctr"/>
            <a:lstStyle/>
            <a:p>
              <a:endParaRPr lang="en-GB"/>
            </a:p>
          </p:txBody>
        </p:sp>
        <p:sp>
          <p:nvSpPr>
            <p:cNvPr id="25" name="Freeform: Shape 24">
              <a:extLst>
                <a:ext uri="{FF2B5EF4-FFF2-40B4-BE49-F238E27FC236}">
                  <a16:creationId xmlns:a16="http://schemas.microsoft.com/office/drawing/2014/main" id="{9B58928D-DC8C-42ED-7FE1-FC5DE1C7AC13}"/>
                </a:ext>
              </a:extLst>
            </p:cNvPr>
            <p:cNvSpPr/>
            <p:nvPr/>
          </p:nvSpPr>
          <p:spPr>
            <a:xfrm>
              <a:off x="10160949" y="1837386"/>
              <a:ext cx="361950" cy="266700"/>
            </a:xfrm>
            <a:custGeom>
              <a:avLst/>
              <a:gdLst>
                <a:gd name="connsiteX0" fmla="*/ 342900 w 361950"/>
                <a:gd name="connsiteY0" fmla="*/ 0 h 266700"/>
                <a:gd name="connsiteX1" fmla="*/ 19050 w 361950"/>
                <a:gd name="connsiteY1" fmla="*/ 0 h 266700"/>
                <a:gd name="connsiteX2" fmla="*/ 0 w 361950"/>
                <a:gd name="connsiteY2" fmla="*/ 19050 h 266700"/>
                <a:gd name="connsiteX3" fmla="*/ 19050 w 361950"/>
                <a:gd name="connsiteY3" fmla="*/ 38100 h 266700"/>
                <a:gd name="connsiteX4" fmla="*/ 161925 w 361950"/>
                <a:gd name="connsiteY4" fmla="*/ 38100 h 266700"/>
                <a:gd name="connsiteX5" fmla="*/ 161925 w 361950"/>
                <a:gd name="connsiteY5" fmla="*/ 228600 h 266700"/>
                <a:gd name="connsiteX6" fmla="*/ 104775 w 361950"/>
                <a:gd name="connsiteY6" fmla="*/ 228600 h 266700"/>
                <a:gd name="connsiteX7" fmla="*/ 104775 w 361950"/>
                <a:gd name="connsiteY7" fmla="*/ 266700 h 266700"/>
                <a:gd name="connsiteX8" fmla="*/ 257175 w 361950"/>
                <a:gd name="connsiteY8" fmla="*/ 266700 h 266700"/>
                <a:gd name="connsiteX9" fmla="*/ 257175 w 361950"/>
                <a:gd name="connsiteY9" fmla="*/ 228600 h 266700"/>
                <a:gd name="connsiteX10" fmla="*/ 200025 w 361950"/>
                <a:gd name="connsiteY10" fmla="*/ 228600 h 266700"/>
                <a:gd name="connsiteX11" fmla="*/ 200025 w 361950"/>
                <a:gd name="connsiteY11" fmla="*/ 38100 h 266700"/>
                <a:gd name="connsiteX12" fmla="*/ 342900 w 361950"/>
                <a:gd name="connsiteY12" fmla="*/ 38100 h 266700"/>
                <a:gd name="connsiteX13" fmla="*/ 361950 w 361950"/>
                <a:gd name="connsiteY13" fmla="*/ 19050 h 266700"/>
                <a:gd name="connsiteX14" fmla="*/ 342900 w 361950"/>
                <a:gd name="connsiteY14"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1950" h="266700">
                  <a:moveTo>
                    <a:pt x="342900" y="0"/>
                  </a:moveTo>
                  <a:lnTo>
                    <a:pt x="19050" y="0"/>
                  </a:lnTo>
                  <a:cubicBezTo>
                    <a:pt x="8529" y="0"/>
                    <a:pt x="0" y="8529"/>
                    <a:pt x="0" y="19050"/>
                  </a:cubicBezTo>
                  <a:cubicBezTo>
                    <a:pt x="0" y="29571"/>
                    <a:pt x="8529" y="38100"/>
                    <a:pt x="19050" y="38100"/>
                  </a:cubicBezTo>
                  <a:lnTo>
                    <a:pt x="161925" y="38100"/>
                  </a:lnTo>
                  <a:lnTo>
                    <a:pt x="161925" y="228600"/>
                  </a:lnTo>
                  <a:lnTo>
                    <a:pt x="104775" y="228600"/>
                  </a:lnTo>
                  <a:lnTo>
                    <a:pt x="104775" y="266700"/>
                  </a:lnTo>
                  <a:lnTo>
                    <a:pt x="257175" y="266700"/>
                  </a:lnTo>
                  <a:lnTo>
                    <a:pt x="257175" y="228600"/>
                  </a:lnTo>
                  <a:lnTo>
                    <a:pt x="200025" y="228600"/>
                  </a:lnTo>
                  <a:lnTo>
                    <a:pt x="200025" y="38100"/>
                  </a:lnTo>
                  <a:lnTo>
                    <a:pt x="342900" y="38100"/>
                  </a:lnTo>
                  <a:cubicBezTo>
                    <a:pt x="353421" y="38100"/>
                    <a:pt x="361950" y="29571"/>
                    <a:pt x="361950" y="19050"/>
                  </a:cubicBezTo>
                  <a:cubicBezTo>
                    <a:pt x="361950" y="8529"/>
                    <a:pt x="353421" y="0"/>
                    <a:pt x="342900" y="0"/>
                  </a:cubicBezTo>
                  <a:close/>
                </a:path>
              </a:pathLst>
            </a:custGeom>
            <a:solidFill>
              <a:schemeClr val="accent1"/>
            </a:solidFill>
            <a:ln w="9525" cap="flat">
              <a:noFill/>
              <a:prstDash val="solid"/>
              <a:miter/>
            </a:ln>
          </p:spPr>
          <p:txBody>
            <a:bodyPr rtlCol="0" anchor="ctr"/>
            <a:lstStyle/>
            <a:p>
              <a:endParaRPr lang="en-GB"/>
            </a:p>
          </p:txBody>
        </p:sp>
        <p:sp>
          <p:nvSpPr>
            <p:cNvPr id="27" name="Freeform: Shape 26">
              <a:extLst>
                <a:ext uri="{FF2B5EF4-FFF2-40B4-BE49-F238E27FC236}">
                  <a16:creationId xmlns:a16="http://schemas.microsoft.com/office/drawing/2014/main" id="{3494ABB3-A3C7-AB52-0107-CFE154FA7B4E}"/>
                </a:ext>
              </a:extLst>
            </p:cNvPr>
            <p:cNvSpPr/>
            <p:nvPr/>
          </p:nvSpPr>
          <p:spPr>
            <a:xfrm>
              <a:off x="9979974" y="1761186"/>
              <a:ext cx="190500" cy="342900"/>
            </a:xfrm>
            <a:custGeom>
              <a:avLst/>
              <a:gdLst>
                <a:gd name="connsiteX0" fmla="*/ 171450 w 190500"/>
                <a:gd name="connsiteY0" fmla="*/ 209550 h 342900"/>
                <a:gd name="connsiteX1" fmla="*/ 38100 w 190500"/>
                <a:gd name="connsiteY1" fmla="*/ 209550 h 342900"/>
                <a:gd name="connsiteX2" fmla="*/ 38100 w 190500"/>
                <a:gd name="connsiteY2" fmla="*/ 19050 h 342900"/>
                <a:gd name="connsiteX3" fmla="*/ 19050 w 190500"/>
                <a:gd name="connsiteY3" fmla="*/ 0 h 342900"/>
                <a:gd name="connsiteX4" fmla="*/ 0 w 190500"/>
                <a:gd name="connsiteY4" fmla="*/ 19050 h 342900"/>
                <a:gd name="connsiteX5" fmla="*/ 0 w 190500"/>
                <a:gd name="connsiteY5" fmla="*/ 228600 h 342900"/>
                <a:gd name="connsiteX6" fmla="*/ 19050 w 190500"/>
                <a:gd name="connsiteY6" fmla="*/ 247650 h 342900"/>
                <a:gd name="connsiteX7" fmla="*/ 76200 w 190500"/>
                <a:gd name="connsiteY7" fmla="*/ 247650 h 342900"/>
                <a:gd name="connsiteX8" fmla="*/ 76200 w 190500"/>
                <a:gd name="connsiteY8" fmla="*/ 304800 h 342900"/>
                <a:gd name="connsiteX9" fmla="*/ 38100 w 190500"/>
                <a:gd name="connsiteY9" fmla="*/ 304800 h 342900"/>
                <a:gd name="connsiteX10" fmla="*/ 38100 w 190500"/>
                <a:gd name="connsiteY10" fmla="*/ 342900 h 342900"/>
                <a:gd name="connsiteX11" fmla="*/ 152400 w 190500"/>
                <a:gd name="connsiteY11" fmla="*/ 342900 h 342900"/>
                <a:gd name="connsiteX12" fmla="*/ 152400 w 190500"/>
                <a:gd name="connsiteY12" fmla="*/ 304800 h 342900"/>
                <a:gd name="connsiteX13" fmla="*/ 114300 w 190500"/>
                <a:gd name="connsiteY13" fmla="*/ 304800 h 342900"/>
                <a:gd name="connsiteX14" fmla="*/ 114300 w 190500"/>
                <a:gd name="connsiteY14" fmla="*/ 247650 h 342900"/>
                <a:gd name="connsiteX15" fmla="*/ 171450 w 190500"/>
                <a:gd name="connsiteY15" fmla="*/ 247650 h 342900"/>
                <a:gd name="connsiteX16" fmla="*/ 190500 w 190500"/>
                <a:gd name="connsiteY16" fmla="*/ 228600 h 342900"/>
                <a:gd name="connsiteX17" fmla="*/ 171450 w 190500"/>
                <a:gd name="connsiteY17" fmla="*/ 209550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500" h="342900">
                  <a:moveTo>
                    <a:pt x="171450" y="209550"/>
                  </a:moveTo>
                  <a:lnTo>
                    <a:pt x="38100" y="209550"/>
                  </a:lnTo>
                  <a:lnTo>
                    <a:pt x="38100" y="19050"/>
                  </a:lnTo>
                  <a:cubicBezTo>
                    <a:pt x="38100" y="8529"/>
                    <a:pt x="29571" y="0"/>
                    <a:pt x="19050" y="0"/>
                  </a:cubicBezTo>
                  <a:cubicBezTo>
                    <a:pt x="8529" y="0"/>
                    <a:pt x="0" y="8529"/>
                    <a:pt x="0" y="19050"/>
                  </a:cubicBezTo>
                  <a:lnTo>
                    <a:pt x="0" y="228600"/>
                  </a:lnTo>
                  <a:cubicBezTo>
                    <a:pt x="0" y="239121"/>
                    <a:pt x="8529" y="247650"/>
                    <a:pt x="19050" y="247650"/>
                  </a:cubicBezTo>
                  <a:lnTo>
                    <a:pt x="76200" y="247650"/>
                  </a:lnTo>
                  <a:lnTo>
                    <a:pt x="76200" y="304800"/>
                  </a:lnTo>
                  <a:lnTo>
                    <a:pt x="38100" y="304800"/>
                  </a:lnTo>
                  <a:lnTo>
                    <a:pt x="38100" y="342900"/>
                  </a:lnTo>
                  <a:lnTo>
                    <a:pt x="152400" y="342900"/>
                  </a:lnTo>
                  <a:lnTo>
                    <a:pt x="152400" y="304800"/>
                  </a:lnTo>
                  <a:lnTo>
                    <a:pt x="114300" y="304800"/>
                  </a:lnTo>
                  <a:lnTo>
                    <a:pt x="114300" y="247650"/>
                  </a:lnTo>
                  <a:lnTo>
                    <a:pt x="171450" y="247650"/>
                  </a:lnTo>
                  <a:cubicBezTo>
                    <a:pt x="181971" y="247650"/>
                    <a:pt x="190500" y="239121"/>
                    <a:pt x="190500" y="228600"/>
                  </a:cubicBezTo>
                  <a:cubicBezTo>
                    <a:pt x="190500" y="218079"/>
                    <a:pt x="181971" y="209550"/>
                    <a:pt x="171450" y="209550"/>
                  </a:cubicBezTo>
                  <a:close/>
                </a:path>
              </a:pathLst>
            </a:custGeom>
            <a:solidFill>
              <a:schemeClr val="accent1"/>
            </a:solidFill>
            <a:ln w="9525"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148B3FF7-F66D-C9F1-0581-87E88FC714B5}"/>
                </a:ext>
              </a:extLst>
            </p:cNvPr>
            <p:cNvSpPr/>
            <p:nvPr/>
          </p:nvSpPr>
          <p:spPr>
            <a:xfrm>
              <a:off x="10513374" y="1765948"/>
              <a:ext cx="190500" cy="338137"/>
            </a:xfrm>
            <a:custGeom>
              <a:avLst/>
              <a:gdLst>
                <a:gd name="connsiteX0" fmla="*/ 171450 w 190500"/>
                <a:gd name="connsiteY0" fmla="*/ 0 h 338137"/>
                <a:gd name="connsiteX1" fmla="*/ 152400 w 190500"/>
                <a:gd name="connsiteY1" fmla="*/ 19050 h 338137"/>
                <a:gd name="connsiteX2" fmla="*/ 152400 w 190500"/>
                <a:gd name="connsiteY2" fmla="*/ 204788 h 338137"/>
                <a:gd name="connsiteX3" fmla="*/ 19050 w 190500"/>
                <a:gd name="connsiteY3" fmla="*/ 204788 h 338137"/>
                <a:gd name="connsiteX4" fmla="*/ 0 w 190500"/>
                <a:gd name="connsiteY4" fmla="*/ 223838 h 338137"/>
                <a:gd name="connsiteX5" fmla="*/ 19050 w 190500"/>
                <a:gd name="connsiteY5" fmla="*/ 242888 h 338137"/>
                <a:gd name="connsiteX6" fmla="*/ 76200 w 190500"/>
                <a:gd name="connsiteY6" fmla="*/ 242888 h 338137"/>
                <a:gd name="connsiteX7" fmla="*/ 76200 w 190500"/>
                <a:gd name="connsiteY7" fmla="*/ 300038 h 338137"/>
                <a:gd name="connsiteX8" fmla="*/ 38100 w 190500"/>
                <a:gd name="connsiteY8" fmla="*/ 300038 h 338137"/>
                <a:gd name="connsiteX9" fmla="*/ 38100 w 190500"/>
                <a:gd name="connsiteY9" fmla="*/ 338138 h 338137"/>
                <a:gd name="connsiteX10" fmla="*/ 152400 w 190500"/>
                <a:gd name="connsiteY10" fmla="*/ 338138 h 338137"/>
                <a:gd name="connsiteX11" fmla="*/ 152400 w 190500"/>
                <a:gd name="connsiteY11" fmla="*/ 300038 h 338137"/>
                <a:gd name="connsiteX12" fmla="*/ 114300 w 190500"/>
                <a:gd name="connsiteY12" fmla="*/ 300038 h 338137"/>
                <a:gd name="connsiteX13" fmla="*/ 114300 w 190500"/>
                <a:gd name="connsiteY13" fmla="*/ 242888 h 338137"/>
                <a:gd name="connsiteX14" fmla="*/ 171450 w 190500"/>
                <a:gd name="connsiteY14" fmla="*/ 242888 h 338137"/>
                <a:gd name="connsiteX15" fmla="*/ 190500 w 190500"/>
                <a:gd name="connsiteY15" fmla="*/ 223838 h 338137"/>
                <a:gd name="connsiteX16" fmla="*/ 190500 w 190500"/>
                <a:gd name="connsiteY16" fmla="*/ 19050 h 338137"/>
                <a:gd name="connsiteX17" fmla="*/ 171450 w 190500"/>
                <a:gd name="connsiteY17" fmla="*/ 0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500" h="338137">
                  <a:moveTo>
                    <a:pt x="171450" y="0"/>
                  </a:moveTo>
                  <a:cubicBezTo>
                    <a:pt x="160929" y="0"/>
                    <a:pt x="152400" y="8529"/>
                    <a:pt x="152400" y="19050"/>
                  </a:cubicBezTo>
                  <a:lnTo>
                    <a:pt x="152400" y="204788"/>
                  </a:lnTo>
                  <a:lnTo>
                    <a:pt x="19050" y="204788"/>
                  </a:lnTo>
                  <a:cubicBezTo>
                    <a:pt x="8529" y="204788"/>
                    <a:pt x="0" y="213316"/>
                    <a:pt x="0" y="223838"/>
                  </a:cubicBezTo>
                  <a:cubicBezTo>
                    <a:pt x="0" y="234359"/>
                    <a:pt x="8529" y="242888"/>
                    <a:pt x="19050" y="242888"/>
                  </a:cubicBezTo>
                  <a:lnTo>
                    <a:pt x="76200" y="242888"/>
                  </a:lnTo>
                  <a:lnTo>
                    <a:pt x="76200" y="300038"/>
                  </a:lnTo>
                  <a:lnTo>
                    <a:pt x="38100" y="300038"/>
                  </a:lnTo>
                  <a:lnTo>
                    <a:pt x="38100" y="338138"/>
                  </a:lnTo>
                  <a:lnTo>
                    <a:pt x="152400" y="338138"/>
                  </a:lnTo>
                  <a:lnTo>
                    <a:pt x="152400" y="300038"/>
                  </a:lnTo>
                  <a:lnTo>
                    <a:pt x="114300" y="300038"/>
                  </a:lnTo>
                  <a:lnTo>
                    <a:pt x="114300" y="242888"/>
                  </a:lnTo>
                  <a:lnTo>
                    <a:pt x="171450" y="242888"/>
                  </a:lnTo>
                  <a:cubicBezTo>
                    <a:pt x="181971" y="242888"/>
                    <a:pt x="190500" y="234359"/>
                    <a:pt x="190500" y="223838"/>
                  </a:cubicBezTo>
                  <a:lnTo>
                    <a:pt x="190500" y="19050"/>
                  </a:lnTo>
                  <a:cubicBezTo>
                    <a:pt x="190500" y="8529"/>
                    <a:pt x="181971" y="0"/>
                    <a:pt x="171450" y="0"/>
                  </a:cubicBezTo>
                  <a:close/>
                </a:path>
              </a:pathLst>
            </a:custGeom>
            <a:solidFill>
              <a:schemeClr val="accent1"/>
            </a:solidFill>
            <a:ln w="9525" cap="flat">
              <a:noFill/>
              <a:prstDash val="solid"/>
              <a:miter/>
            </a:ln>
          </p:spPr>
          <p:txBody>
            <a:bodyPr rtlCol="0" anchor="ctr"/>
            <a:lstStyle/>
            <a:p>
              <a:endParaRPr lang="en-GB"/>
            </a:p>
          </p:txBody>
        </p:sp>
        <p:sp>
          <p:nvSpPr>
            <p:cNvPr id="28" name="TextBox 27">
              <a:extLst>
                <a:ext uri="{FF2B5EF4-FFF2-40B4-BE49-F238E27FC236}">
                  <a16:creationId xmlns:a16="http://schemas.microsoft.com/office/drawing/2014/main" id="{695C401B-D7D0-052B-3264-DC2F7EF72DF7}"/>
                </a:ext>
              </a:extLst>
            </p:cNvPr>
            <p:cNvSpPr txBox="1"/>
            <p:nvPr/>
          </p:nvSpPr>
          <p:spPr>
            <a:xfrm>
              <a:off x="8793126" y="3121503"/>
              <a:ext cx="3029645" cy="307777"/>
            </a:xfrm>
            <a:prstGeom prst="rect">
              <a:avLst/>
            </a:prstGeom>
            <a:noFill/>
          </p:spPr>
          <p:txBody>
            <a:bodyPr wrap="square">
              <a:spAutoFit/>
            </a:bodyPr>
            <a:lstStyle/>
            <a:p>
              <a:pPr algn="ctr"/>
              <a:endParaRPr lang="en-GB" sz="1400"/>
            </a:p>
          </p:txBody>
        </p:sp>
        <p:sp>
          <p:nvSpPr>
            <p:cNvPr id="31" name="Flowchart: Merge 30">
              <a:extLst>
                <a:ext uri="{FF2B5EF4-FFF2-40B4-BE49-F238E27FC236}">
                  <a16:creationId xmlns:a16="http://schemas.microsoft.com/office/drawing/2014/main" id="{C7F36992-DA53-A6EC-0D8D-10DB681E143C}"/>
                </a:ext>
              </a:extLst>
            </p:cNvPr>
            <p:cNvSpPr/>
            <p:nvPr/>
          </p:nvSpPr>
          <p:spPr>
            <a:xfrm>
              <a:off x="9749563" y="6100755"/>
              <a:ext cx="1184722" cy="306710"/>
            </a:xfrm>
            <a:prstGeom prst="flowChartMerg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 name="TextBox 6">
            <a:extLst>
              <a:ext uri="{FF2B5EF4-FFF2-40B4-BE49-F238E27FC236}">
                <a16:creationId xmlns:a16="http://schemas.microsoft.com/office/drawing/2014/main" id="{A508352E-A959-814A-B845-955626651E34}"/>
              </a:ext>
            </a:extLst>
          </p:cNvPr>
          <p:cNvSpPr txBox="1"/>
          <p:nvPr/>
        </p:nvSpPr>
        <p:spPr>
          <a:xfrm>
            <a:off x="448692" y="3069302"/>
            <a:ext cx="3028151" cy="1754326"/>
          </a:xfrm>
          <a:prstGeom prst="rect">
            <a:avLst/>
          </a:prstGeom>
          <a:noFill/>
        </p:spPr>
        <p:txBody>
          <a:bodyPr wrap="square">
            <a:spAutoFit/>
          </a:bodyPr>
          <a:lstStyle/>
          <a:p>
            <a:pPr marL="285750" indent="-285750">
              <a:spcAft>
                <a:spcPts val="600"/>
              </a:spcAft>
              <a:buFont typeface="Wingdings" panose="05000000000000000000" pitchFamily="2" charset="2"/>
              <a:buChar char="§"/>
            </a:pPr>
            <a:r>
              <a:rPr lang="en-US" sz="1400"/>
              <a:t>Delegate decision-making of  board and senior management</a:t>
            </a:r>
          </a:p>
          <a:p>
            <a:pPr marL="285750" indent="-285750">
              <a:spcAft>
                <a:spcPts val="600"/>
              </a:spcAft>
              <a:buFont typeface="Wingdings" panose="05000000000000000000" pitchFamily="2" charset="2"/>
              <a:buChar char="§"/>
            </a:pPr>
            <a:r>
              <a:rPr lang="en-US" sz="1400"/>
              <a:t>Clarifies roles, responsibilities, and accountability</a:t>
            </a:r>
          </a:p>
          <a:p>
            <a:pPr marL="285750" indent="-285750">
              <a:spcAft>
                <a:spcPts val="600"/>
              </a:spcAft>
              <a:buFont typeface="Wingdings" panose="05000000000000000000" pitchFamily="2" charset="2"/>
              <a:buChar char="§"/>
            </a:pPr>
            <a:r>
              <a:rPr lang="en-US" sz="1400"/>
              <a:t>Ensures efficiency while retaining ultimate responsibility at the top</a:t>
            </a:r>
            <a:endParaRPr lang="en-GB" sz="1400"/>
          </a:p>
        </p:txBody>
      </p:sp>
      <p:sp>
        <p:nvSpPr>
          <p:cNvPr id="34" name="TextBox 33">
            <a:extLst>
              <a:ext uri="{FF2B5EF4-FFF2-40B4-BE49-F238E27FC236}">
                <a16:creationId xmlns:a16="http://schemas.microsoft.com/office/drawing/2014/main" id="{D1C9352C-3C44-BE0E-A4C5-C1E521E29E21}"/>
              </a:ext>
            </a:extLst>
          </p:cNvPr>
          <p:cNvSpPr txBox="1"/>
          <p:nvPr/>
        </p:nvSpPr>
        <p:spPr>
          <a:xfrm>
            <a:off x="4571997" y="3062485"/>
            <a:ext cx="3072808" cy="2185214"/>
          </a:xfrm>
          <a:prstGeom prst="rect">
            <a:avLst/>
          </a:prstGeom>
          <a:noFill/>
        </p:spPr>
        <p:txBody>
          <a:bodyPr wrap="square" lIns="91440" tIns="45720" rIns="91440" bIns="45720" anchor="t">
            <a:spAutoFit/>
          </a:bodyPr>
          <a:lstStyle/>
          <a:p>
            <a:pPr marL="285750" indent="-285750">
              <a:spcAft>
                <a:spcPts val="600"/>
              </a:spcAft>
              <a:buFont typeface="Wingdings" panose="05000000000000000000" pitchFamily="2" charset="2"/>
              <a:buChar char="§"/>
            </a:pPr>
            <a:r>
              <a:rPr lang="en-US" sz="1400"/>
              <a:t>Sub-group of the Board formed to focus on specific areas like audit, remuneration, risk etc. </a:t>
            </a:r>
          </a:p>
          <a:p>
            <a:pPr marL="285750" indent="-285750">
              <a:spcAft>
                <a:spcPts val="600"/>
              </a:spcAft>
              <a:buFont typeface="Wingdings" panose="05000000000000000000" pitchFamily="2" charset="2"/>
              <a:buChar char="§"/>
            </a:pPr>
            <a:r>
              <a:rPr lang="en-US" sz="1400"/>
              <a:t>Supports the Board by reviewing matters in detail and making recommendations </a:t>
            </a:r>
            <a:endParaRPr lang="en-US" sz="1400">
              <a:cs typeface="Arial"/>
            </a:endParaRPr>
          </a:p>
          <a:p>
            <a:pPr marL="285750" indent="-285750">
              <a:spcAft>
                <a:spcPts val="600"/>
              </a:spcAft>
              <a:buFont typeface="Wingdings" panose="05000000000000000000" pitchFamily="2" charset="2"/>
              <a:buChar char="§"/>
            </a:pPr>
            <a:r>
              <a:rPr lang="en-US" sz="1400"/>
              <a:t>Improves governance through specialization, faster decisions and better oversight</a:t>
            </a:r>
            <a:endParaRPr lang="en-US" sz="1400">
              <a:cs typeface="Arial"/>
            </a:endParaRPr>
          </a:p>
        </p:txBody>
      </p:sp>
      <p:sp>
        <p:nvSpPr>
          <p:cNvPr id="35" name="TextBox 34">
            <a:extLst>
              <a:ext uri="{FF2B5EF4-FFF2-40B4-BE49-F238E27FC236}">
                <a16:creationId xmlns:a16="http://schemas.microsoft.com/office/drawing/2014/main" id="{752DDE6F-309B-6479-3F56-7B4C7369AD9C}"/>
              </a:ext>
            </a:extLst>
          </p:cNvPr>
          <p:cNvSpPr txBox="1"/>
          <p:nvPr/>
        </p:nvSpPr>
        <p:spPr>
          <a:xfrm>
            <a:off x="8752671" y="3084501"/>
            <a:ext cx="3029644" cy="1969770"/>
          </a:xfrm>
          <a:prstGeom prst="rect">
            <a:avLst/>
          </a:prstGeom>
          <a:noFill/>
        </p:spPr>
        <p:txBody>
          <a:bodyPr wrap="square">
            <a:spAutoFit/>
          </a:bodyPr>
          <a:lstStyle/>
          <a:p>
            <a:pPr marL="285750" indent="-285750">
              <a:spcAft>
                <a:spcPts val="600"/>
              </a:spcAft>
              <a:buFont typeface="Wingdings" panose="05000000000000000000" pitchFamily="2" charset="2"/>
              <a:buChar char="§"/>
            </a:pPr>
            <a:r>
              <a:rPr lang="en-US" sz="1400"/>
              <a:t>Reviews board, committee, and director performance</a:t>
            </a:r>
          </a:p>
          <a:p>
            <a:pPr marL="285750" indent="-285750">
              <a:spcAft>
                <a:spcPts val="600"/>
              </a:spcAft>
              <a:buFont typeface="Wingdings" panose="05000000000000000000" pitchFamily="2" charset="2"/>
              <a:buChar char="§"/>
            </a:pPr>
            <a:r>
              <a:rPr lang="en-US" sz="1400"/>
              <a:t>Assesses decision-making, compliance, and governance practices</a:t>
            </a:r>
          </a:p>
          <a:p>
            <a:pPr marL="285750" indent="-285750">
              <a:spcAft>
                <a:spcPts val="600"/>
              </a:spcAft>
              <a:buFont typeface="Wingdings" panose="05000000000000000000" pitchFamily="2" charset="2"/>
              <a:buChar char="§"/>
            </a:pPr>
            <a:r>
              <a:rPr lang="en-US" sz="1400"/>
              <a:t>Identifies strengths and areas for improvement to enhance accountability</a:t>
            </a:r>
            <a:endParaRPr lang="en-GB" sz="1400"/>
          </a:p>
        </p:txBody>
      </p:sp>
      <p:sp>
        <p:nvSpPr>
          <p:cNvPr id="36" name="Rectangle 35">
            <a:extLst>
              <a:ext uri="{FF2B5EF4-FFF2-40B4-BE49-F238E27FC236}">
                <a16:creationId xmlns:a16="http://schemas.microsoft.com/office/drawing/2014/main" id="{75F3E518-703B-94BB-FF3E-5026BC9EB080}"/>
              </a:ext>
            </a:extLst>
          </p:cNvPr>
          <p:cNvSpPr/>
          <p:nvPr/>
        </p:nvSpPr>
        <p:spPr>
          <a:xfrm>
            <a:off x="0" y="-8007"/>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sz="2400" b="1">
                <a:latin typeface="Georgia"/>
              </a:rPr>
              <a:t>Corporate Governance | Accountability | Key Drivers</a:t>
            </a:r>
            <a:endParaRPr lang="en-US" sz="2400" b="1" spc="-10">
              <a:latin typeface="+mj-lt"/>
            </a:endParaRPr>
          </a:p>
        </p:txBody>
      </p:sp>
      <p:pic>
        <p:nvPicPr>
          <p:cNvPr id="4" name="Graphic 3" descr="Group brainstorm with solid fill">
            <a:extLst>
              <a:ext uri="{FF2B5EF4-FFF2-40B4-BE49-F238E27FC236}">
                <a16:creationId xmlns:a16="http://schemas.microsoft.com/office/drawing/2014/main" id="{94F8EF13-9270-A889-70C6-367B99AA2F2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51201" y="1050575"/>
            <a:ext cx="914400" cy="914400"/>
          </a:xfrm>
          <a:prstGeom prst="rect">
            <a:avLst/>
          </a:prstGeom>
        </p:spPr>
      </p:pic>
      <p:sp>
        <p:nvSpPr>
          <p:cNvPr id="22" name="object 28">
            <a:extLst>
              <a:ext uri="{FF2B5EF4-FFF2-40B4-BE49-F238E27FC236}">
                <a16:creationId xmlns:a16="http://schemas.microsoft.com/office/drawing/2014/main" id="{5964E09E-0C56-2306-2748-5A45731E66B1}"/>
              </a:ext>
            </a:extLst>
          </p:cNvPr>
          <p:cNvSpPr txBox="1">
            <a:spLocks/>
          </p:cNvSpPr>
          <p:nvPr/>
        </p:nvSpPr>
        <p:spPr>
          <a:xfrm>
            <a:off x="11802491" y="6620276"/>
            <a:ext cx="202438" cy="187248"/>
          </a:xfrm>
          <a:prstGeom prst="rect">
            <a:avLst/>
          </a:prstGeom>
        </p:spPr>
        <p:txBody>
          <a:bodyPr vert="horz" wrap="square" lIns="0" tIns="0" rIns="0" bIns="0" rtlCol="0">
            <a:spAutoFit/>
          </a:bodyPr>
          <a:lstStyle>
            <a:defPPr>
              <a:defRPr lang="en-US" kern="0"/>
            </a:defPPr>
            <a:lvl1pPr marL="0" algn="l" defTabSz="914400" rtl="0" eaLnBrk="1" latinLnBrk="0" hangingPunct="1">
              <a:defRPr sz="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3980">
              <a:spcBef>
                <a:spcPts val="25"/>
              </a:spcBef>
            </a:pPr>
            <a:fld id="{81D60167-4931-47E6-BA6A-407CBD079E47}" type="slidenum">
              <a:rPr lang="en-US" spc="-50" smtClean="0"/>
              <a:pPr marL="93980">
                <a:spcBef>
                  <a:spcPts val="25"/>
                </a:spcBef>
              </a:pPr>
              <a:t>14</a:t>
            </a:fld>
            <a:endParaRPr lang="en-US" spc="-50"/>
          </a:p>
        </p:txBody>
      </p:sp>
    </p:spTree>
    <p:custDataLst>
      <p:custData r:id="rId1"/>
    </p:custDataLst>
    <p:extLst>
      <p:ext uri="{BB962C8B-B14F-4D97-AF65-F5344CB8AC3E}">
        <p14:creationId xmlns:p14="http://schemas.microsoft.com/office/powerpoint/2010/main" val="279942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F78CD-7371-E2EA-BD5E-31CCA507418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B998921-5E62-9AC6-43B3-CA376370FD91}"/>
              </a:ext>
            </a:extLst>
          </p:cNvPr>
          <p:cNvSpPr>
            <a:spLocks noGrp="1"/>
          </p:cNvSpPr>
          <p:nvPr>
            <p:ph type="sldNum" sz="quarter" idx="11"/>
          </p:nvPr>
        </p:nvSpPr>
        <p:spPr>
          <a:xfrm>
            <a:off x="9984296" y="6492240"/>
            <a:ext cx="1764792" cy="137160"/>
          </a:xfrm>
          <a:prstGeom prst="rect">
            <a:avLst/>
          </a:prstGeom>
        </p:spPr>
        <p:txBody>
          <a:bodyPr vert="horz" lIns="0" tIns="0" rIns="0" bIns="0" rtlCol="0" anchor="b" anchorCtr="0">
            <a:noAutofit/>
          </a:bodyPr>
          <a:lstStyle>
            <a:defPPr>
              <a:defRPr lang="en-US"/>
            </a:defPPr>
            <a:lvl1pPr marL="0" algn="r" defTabSz="914400" rtl="0" eaLnBrk="1" latinLnBrk="0" hangingPunct="1">
              <a:defRPr sz="7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lang="en-US" smtClean="0"/>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4" name="Rectangle: Rounded Corners 3">
            <a:extLst>
              <a:ext uri="{FF2B5EF4-FFF2-40B4-BE49-F238E27FC236}">
                <a16:creationId xmlns:a16="http://schemas.microsoft.com/office/drawing/2014/main" id="{682B8E50-7CA8-5EBF-45CC-81BCFDC56012}"/>
              </a:ext>
            </a:extLst>
          </p:cNvPr>
          <p:cNvSpPr/>
          <p:nvPr/>
        </p:nvSpPr>
        <p:spPr bwMode="gray">
          <a:xfrm>
            <a:off x="1606296" y="-64879"/>
            <a:ext cx="45719" cy="45719"/>
          </a:xfrm>
          <a:prstGeom prst="roundRect">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 name="Google Shape;503;p44">
            <a:extLst>
              <a:ext uri="{FF2B5EF4-FFF2-40B4-BE49-F238E27FC236}">
                <a16:creationId xmlns:a16="http://schemas.microsoft.com/office/drawing/2014/main" id="{CEDFCA52-F317-11C2-595B-057547375672}"/>
              </a:ext>
            </a:extLst>
          </p:cNvPr>
          <p:cNvSpPr/>
          <p:nvPr/>
        </p:nvSpPr>
        <p:spPr>
          <a:xfrm>
            <a:off x="1508108" y="1352503"/>
            <a:ext cx="4542354" cy="4653655"/>
          </a:xfrm>
          <a:prstGeom prst="triangle">
            <a:avLst>
              <a:gd name="adj" fmla="val 50000"/>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Arial"/>
              <a:cs typeface="Arial"/>
              <a:sym typeface="Arial"/>
            </a:endParaRPr>
          </a:p>
        </p:txBody>
      </p:sp>
      <p:cxnSp>
        <p:nvCxnSpPr>
          <p:cNvPr id="8" name="Google Shape;504;p44">
            <a:extLst>
              <a:ext uri="{FF2B5EF4-FFF2-40B4-BE49-F238E27FC236}">
                <a16:creationId xmlns:a16="http://schemas.microsoft.com/office/drawing/2014/main" id="{133A4222-551F-55F3-D2C3-55C19CBD6CEF}"/>
              </a:ext>
            </a:extLst>
          </p:cNvPr>
          <p:cNvCxnSpPr>
            <a:cxnSpLocks/>
          </p:cNvCxnSpPr>
          <p:nvPr/>
        </p:nvCxnSpPr>
        <p:spPr>
          <a:xfrm>
            <a:off x="2074466" y="4749215"/>
            <a:ext cx="3383556" cy="0"/>
          </a:xfrm>
          <a:prstGeom prst="straightConnector1">
            <a:avLst/>
          </a:prstGeom>
          <a:noFill/>
          <a:ln w="19050" cap="flat" cmpd="sng">
            <a:solidFill>
              <a:schemeClr val="lt1"/>
            </a:solidFill>
            <a:prstDash val="solid"/>
            <a:miter lim="800000"/>
            <a:headEnd type="none" w="med" len="med"/>
            <a:tailEnd type="none" w="med" len="med"/>
          </a:ln>
        </p:spPr>
      </p:cxnSp>
      <p:sp>
        <p:nvSpPr>
          <p:cNvPr id="9" name="Google Shape;505;p44">
            <a:extLst>
              <a:ext uri="{FF2B5EF4-FFF2-40B4-BE49-F238E27FC236}">
                <a16:creationId xmlns:a16="http://schemas.microsoft.com/office/drawing/2014/main" id="{7728B2F6-3897-E43F-3410-498D8F4E70E2}"/>
              </a:ext>
            </a:extLst>
          </p:cNvPr>
          <p:cNvSpPr txBox="1"/>
          <p:nvPr/>
        </p:nvSpPr>
        <p:spPr>
          <a:xfrm>
            <a:off x="2656184" y="5294934"/>
            <a:ext cx="2226749" cy="169994"/>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Tx/>
              <a:buNone/>
              <a:tabLst/>
              <a:defRPr/>
            </a:pPr>
            <a:r>
              <a:rPr kumimoji="0" lang="en-US" sz="1600" b="1" u="none" strike="noStrike" kern="1200" cap="none" spc="0" normalizeH="0" baseline="0" noProof="0">
                <a:ln>
                  <a:noFill/>
                </a:ln>
                <a:solidFill>
                  <a:schemeClr val="bg1"/>
                </a:solidFill>
                <a:effectLst/>
                <a:uLnTx/>
                <a:uFillTx/>
                <a:ea typeface="Arial"/>
                <a:cs typeface="Arial"/>
                <a:sym typeface="Arial"/>
              </a:rPr>
              <a:t>Office in Charge</a:t>
            </a:r>
          </a:p>
        </p:txBody>
      </p:sp>
      <p:cxnSp>
        <p:nvCxnSpPr>
          <p:cNvPr id="10" name="Google Shape;507;p44">
            <a:extLst>
              <a:ext uri="{FF2B5EF4-FFF2-40B4-BE49-F238E27FC236}">
                <a16:creationId xmlns:a16="http://schemas.microsoft.com/office/drawing/2014/main" id="{EDB31495-7240-EECC-75E5-67B4FFE8544D}"/>
              </a:ext>
            </a:extLst>
          </p:cNvPr>
          <p:cNvCxnSpPr>
            <a:cxnSpLocks/>
          </p:cNvCxnSpPr>
          <p:nvPr/>
        </p:nvCxnSpPr>
        <p:spPr>
          <a:xfrm>
            <a:off x="2631485" y="3175107"/>
            <a:ext cx="2276150" cy="0"/>
          </a:xfrm>
          <a:prstGeom prst="straightConnector1">
            <a:avLst/>
          </a:prstGeom>
          <a:noFill/>
          <a:ln w="19050" cap="flat" cmpd="sng">
            <a:solidFill>
              <a:schemeClr val="lt1"/>
            </a:solidFill>
            <a:prstDash val="solid"/>
            <a:miter lim="800000"/>
            <a:headEnd type="none" w="med" len="med"/>
            <a:tailEnd type="none" w="med" len="med"/>
          </a:ln>
        </p:spPr>
      </p:cxnSp>
      <p:sp>
        <p:nvSpPr>
          <p:cNvPr id="11" name="Google Shape;508;p44">
            <a:extLst>
              <a:ext uri="{FF2B5EF4-FFF2-40B4-BE49-F238E27FC236}">
                <a16:creationId xmlns:a16="http://schemas.microsoft.com/office/drawing/2014/main" id="{884CD116-1F62-6EA3-C7BF-4A4103E31521}"/>
              </a:ext>
            </a:extLst>
          </p:cNvPr>
          <p:cNvSpPr txBox="1"/>
          <p:nvPr/>
        </p:nvSpPr>
        <p:spPr>
          <a:xfrm>
            <a:off x="2821745" y="3492274"/>
            <a:ext cx="1915082" cy="947444"/>
          </a:xfrm>
          <a:prstGeom prst="rect">
            <a:avLst/>
          </a:prstGeom>
          <a:solidFill>
            <a:schemeClr val="accent1"/>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Tx/>
              <a:buNone/>
              <a:tabLst/>
              <a:defRPr/>
            </a:pPr>
            <a:r>
              <a:rPr lang="en-US" sz="1600" b="1">
                <a:solidFill>
                  <a:schemeClr val="bg1"/>
                </a:solidFill>
                <a:ea typeface="Arial"/>
                <a:cs typeface="Arial"/>
                <a:sym typeface="Arial"/>
              </a:rPr>
              <a:t>Management</a:t>
            </a:r>
            <a:r>
              <a:rPr kumimoji="0" lang="en-US" sz="1600" b="1" i="0" u="none" strike="noStrike" kern="1200" cap="none" spc="0" normalizeH="0" baseline="0" noProof="0">
                <a:ln>
                  <a:noFill/>
                </a:ln>
                <a:solidFill>
                  <a:schemeClr val="bg1"/>
                </a:solidFill>
                <a:effectLst/>
                <a:uLnTx/>
                <a:uFillTx/>
                <a:ea typeface="Arial"/>
                <a:cs typeface="Arial"/>
                <a:sym typeface="Arial"/>
              </a:rPr>
              <a:t> </a:t>
            </a:r>
          </a:p>
          <a:p>
            <a:pPr marL="0" marR="0" lvl="0" indent="0" algn="ctr" defTabSz="914400" rtl="0" eaLnBrk="1" fontAlgn="auto" latinLnBrk="0" hangingPunct="1">
              <a:lnSpc>
                <a:spcPct val="100000"/>
              </a:lnSpc>
              <a:spcBef>
                <a:spcPts val="0"/>
              </a:spcBef>
              <a:spcAft>
                <a:spcPts val="0"/>
              </a:spcAft>
              <a:buClr>
                <a:srgbClr val="FFFFFF"/>
              </a:buClr>
              <a:buSzPts val="1200"/>
              <a:buFontTx/>
              <a:buNone/>
              <a:tabLst/>
              <a:defRPr/>
            </a:pPr>
            <a:r>
              <a:rPr kumimoji="0" lang="en-US" sz="1600" b="1" i="0" u="none" strike="noStrike" kern="1200" cap="none" spc="0" normalizeH="0" baseline="0" noProof="0">
                <a:ln>
                  <a:noFill/>
                </a:ln>
                <a:solidFill>
                  <a:schemeClr val="bg1"/>
                </a:solidFill>
                <a:effectLst/>
                <a:uLnTx/>
                <a:uFillTx/>
                <a:ea typeface="Arial"/>
                <a:cs typeface="Arial"/>
                <a:sym typeface="Arial"/>
              </a:rPr>
              <a:t>oversight councils </a:t>
            </a:r>
          </a:p>
        </p:txBody>
      </p:sp>
      <p:cxnSp>
        <p:nvCxnSpPr>
          <p:cNvPr id="12" name="Google Shape;509;p44">
            <a:extLst>
              <a:ext uri="{FF2B5EF4-FFF2-40B4-BE49-F238E27FC236}">
                <a16:creationId xmlns:a16="http://schemas.microsoft.com/office/drawing/2014/main" id="{C3424E36-0F7A-28DE-7035-D7771AB5733F}"/>
              </a:ext>
            </a:extLst>
          </p:cNvPr>
          <p:cNvCxnSpPr>
            <a:cxnSpLocks/>
          </p:cNvCxnSpPr>
          <p:nvPr/>
        </p:nvCxnSpPr>
        <p:spPr>
          <a:xfrm>
            <a:off x="4788273" y="3191216"/>
            <a:ext cx="7049493" cy="0"/>
          </a:xfrm>
          <a:prstGeom prst="straightConnector1">
            <a:avLst/>
          </a:prstGeom>
          <a:noFill/>
          <a:ln w="19050" cap="flat" cmpd="sng">
            <a:solidFill>
              <a:schemeClr val="tx1"/>
            </a:solidFill>
            <a:prstDash val="solid"/>
            <a:miter lim="800000"/>
            <a:headEnd type="none" w="med" len="med"/>
            <a:tailEnd type="none" w="med" len="med"/>
          </a:ln>
        </p:spPr>
      </p:cxnSp>
      <p:sp>
        <p:nvSpPr>
          <p:cNvPr id="13" name="Google Shape;510;p44">
            <a:extLst>
              <a:ext uri="{FF2B5EF4-FFF2-40B4-BE49-F238E27FC236}">
                <a16:creationId xmlns:a16="http://schemas.microsoft.com/office/drawing/2014/main" id="{27B3E7E0-B8F9-84A7-3FCA-B6A2C021EB62}"/>
              </a:ext>
            </a:extLst>
          </p:cNvPr>
          <p:cNvSpPr txBox="1"/>
          <p:nvPr/>
        </p:nvSpPr>
        <p:spPr>
          <a:xfrm>
            <a:off x="5880040" y="1873806"/>
            <a:ext cx="5957726" cy="726876"/>
          </a:xfrm>
          <a:prstGeom prst="rect">
            <a:avLst/>
          </a:prstGeom>
          <a:noFill/>
          <a:ln>
            <a:noFill/>
          </a:ln>
        </p:spPr>
        <p:txBody>
          <a:bodyPr spcFirstLastPara="1" wrap="square" lIns="0" tIns="0" rIns="0" bIns="0" anchor="ctr" anchorCtr="0">
            <a:noAutofit/>
          </a:bodyPr>
          <a:lstStyle/>
          <a:p>
            <a:pPr marL="285750" indent="-285750">
              <a:lnSpc>
                <a:spcPct val="150000"/>
              </a:lnSpc>
              <a:buClr>
                <a:srgbClr val="000000"/>
              </a:buClr>
              <a:buSzPts val="1400"/>
              <a:buFont typeface="Wingdings" panose="05000000000000000000" pitchFamily="2" charset="2"/>
              <a:buChar char="§"/>
              <a:defRPr/>
            </a:pPr>
            <a:endParaRPr kumimoji="0" lang="en-US" sz="1400" i="0" u="none" strike="noStrike" kern="1200" cap="none" spc="0" normalizeH="0" baseline="0" noProof="0">
              <a:ln>
                <a:noFill/>
              </a:ln>
              <a:solidFill>
                <a:srgbClr val="000000"/>
              </a:solidFill>
              <a:effectLst/>
              <a:uLnTx/>
              <a:uFillTx/>
              <a:ea typeface="+mn-ea"/>
              <a:cs typeface="Arial"/>
              <a:sym typeface="Arial"/>
            </a:endParaRPr>
          </a:p>
          <a:p>
            <a:pPr marL="285750" indent="-285750">
              <a:lnSpc>
                <a:spcPct val="150000"/>
              </a:lnSpc>
              <a:buClr>
                <a:srgbClr val="000000"/>
              </a:buClr>
              <a:buSzPts val="1400"/>
              <a:buFont typeface="Wingdings" panose="05000000000000000000" pitchFamily="2" charset="2"/>
              <a:buChar char="§"/>
              <a:defRPr/>
            </a:pPr>
            <a:r>
              <a:rPr kumimoji="0" lang="en-US" sz="1400" b="1" i="0" u="none" strike="noStrike" kern="1200" cap="none" spc="0" normalizeH="0" baseline="0" noProof="0">
                <a:ln>
                  <a:noFill/>
                </a:ln>
                <a:solidFill>
                  <a:srgbClr val="000000"/>
                </a:solidFill>
                <a:effectLst/>
                <a:uLnTx/>
                <a:uFillTx/>
                <a:ea typeface="+mn-ea"/>
                <a:cs typeface="Arial"/>
                <a:sym typeface="Arial"/>
              </a:rPr>
              <a:t>Provide strategic guidance </a:t>
            </a:r>
            <a:r>
              <a:rPr kumimoji="0" lang="en-US" sz="1400" i="0" u="none" strike="noStrike" kern="1200" cap="none" spc="0" normalizeH="0" baseline="0" noProof="0">
                <a:ln>
                  <a:noFill/>
                </a:ln>
                <a:solidFill>
                  <a:srgbClr val="000000"/>
                </a:solidFill>
                <a:effectLst/>
                <a:uLnTx/>
                <a:uFillTx/>
                <a:ea typeface="+mn-ea"/>
                <a:cs typeface="Arial"/>
                <a:sym typeface="Arial"/>
              </a:rPr>
              <a:t>to management</a:t>
            </a:r>
          </a:p>
          <a:p>
            <a:pPr marL="285750" indent="-285750">
              <a:lnSpc>
                <a:spcPct val="150000"/>
              </a:lnSpc>
              <a:buClr>
                <a:srgbClr val="000000"/>
              </a:buClr>
              <a:buSzPts val="1400"/>
              <a:buFont typeface="Wingdings" panose="05000000000000000000" pitchFamily="2" charset="2"/>
              <a:buChar char="§"/>
              <a:defRPr/>
            </a:pPr>
            <a:r>
              <a:rPr lang="en-US" sz="1400">
                <a:solidFill>
                  <a:srgbClr val="000000"/>
                </a:solidFill>
                <a:cs typeface="Arial"/>
                <a:sym typeface="Arial"/>
              </a:rPr>
              <a:t>Ensure effective </a:t>
            </a:r>
            <a:r>
              <a:rPr lang="en-US" sz="1400" b="1">
                <a:solidFill>
                  <a:srgbClr val="000000"/>
                </a:solidFill>
                <a:cs typeface="Arial"/>
                <a:sym typeface="Arial"/>
              </a:rPr>
              <a:t>governance and monitoring </a:t>
            </a:r>
          </a:p>
          <a:p>
            <a:pPr marL="285750" indent="-285750">
              <a:lnSpc>
                <a:spcPct val="150000"/>
              </a:lnSpc>
              <a:buClr>
                <a:srgbClr val="000000"/>
              </a:buClr>
              <a:buSzPts val="1400"/>
              <a:buFont typeface="Wingdings" panose="05000000000000000000" pitchFamily="2" charset="2"/>
              <a:buChar char="§"/>
              <a:defRPr/>
            </a:pPr>
            <a:r>
              <a:rPr lang="en-US" sz="1400" b="1">
                <a:solidFill>
                  <a:srgbClr val="000000"/>
                </a:solidFill>
                <a:cs typeface="Arial"/>
                <a:sym typeface="Arial"/>
              </a:rPr>
              <a:t>Policy</a:t>
            </a:r>
            <a:r>
              <a:rPr lang="en-US" sz="1400">
                <a:solidFill>
                  <a:srgbClr val="000000"/>
                </a:solidFill>
                <a:cs typeface="Arial"/>
                <a:sym typeface="Arial"/>
              </a:rPr>
              <a:t> </a:t>
            </a:r>
            <a:r>
              <a:rPr lang="en-US" sz="1400" b="1">
                <a:solidFill>
                  <a:srgbClr val="000000"/>
                </a:solidFill>
                <a:cs typeface="Arial"/>
                <a:sym typeface="Arial"/>
              </a:rPr>
              <a:t>decision-making</a:t>
            </a:r>
            <a:r>
              <a:rPr lang="en-US" sz="1400">
                <a:solidFill>
                  <a:srgbClr val="000000"/>
                </a:solidFill>
                <a:cs typeface="Arial"/>
                <a:sym typeface="Arial"/>
              </a:rPr>
              <a:t> and implementation guidance</a:t>
            </a:r>
          </a:p>
        </p:txBody>
      </p:sp>
      <p:sp>
        <p:nvSpPr>
          <p:cNvPr id="14" name="Google Shape;511;p44">
            <a:extLst>
              <a:ext uri="{FF2B5EF4-FFF2-40B4-BE49-F238E27FC236}">
                <a16:creationId xmlns:a16="http://schemas.microsoft.com/office/drawing/2014/main" id="{6CD2AC72-3BFA-F8E0-4D89-C56F5A590623}"/>
              </a:ext>
            </a:extLst>
          </p:cNvPr>
          <p:cNvSpPr txBox="1"/>
          <p:nvPr/>
        </p:nvSpPr>
        <p:spPr>
          <a:xfrm>
            <a:off x="5911833" y="4911827"/>
            <a:ext cx="5986000" cy="1106201"/>
          </a:xfrm>
          <a:prstGeom prst="rect">
            <a:avLst/>
          </a:prstGeom>
          <a:noFill/>
          <a:ln>
            <a:noFill/>
          </a:ln>
        </p:spPr>
        <p:txBody>
          <a:bodyPr spcFirstLastPara="1" wrap="square" lIns="0" tIns="0" rIns="0" bIns="0" anchor="t" anchorCtr="0">
            <a:noAutofit/>
          </a:bodyPr>
          <a:lstStyle/>
          <a:p>
            <a:pPr marL="174625" marR="0" lvl="0" indent="-174625" algn="l" defTabSz="914400" rtl="0" eaLnBrk="1" fontAlgn="auto" latinLnBrk="0" hangingPunct="1">
              <a:lnSpc>
                <a:spcPct val="150000"/>
              </a:lnSpc>
              <a:spcBef>
                <a:spcPts val="0"/>
              </a:spcBef>
              <a:spcAft>
                <a:spcPts val="0"/>
              </a:spcAft>
              <a:buClr>
                <a:srgbClr val="000000"/>
              </a:buClr>
              <a:buSzPts val="1400"/>
              <a:buFont typeface="Wingdings" panose="05000000000000000000" pitchFamily="2" charset="2"/>
              <a:buChar char="§"/>
              <a:tabLst>
                <a:tab pos="400050" algn="l"/>
              </a:tabLst>
              <a:defRPr/>
            </a:pPr>
            <a:r>
              <a:rPr kumimoji="0" lang="en-US" sz="1400" b="0" i="0" u="none" strike="noStrike" kern="1200" cap="none" spc="0" normalizeH="0" baseline="0" noProof="0">
                <a:ln>
                  <a:noFill/>
                </a:ln>
                <a:solidFill>
                  <a:srgbClr val="000000"/>
                </a:solidFill>
                <a:effectLst/>
                <a:uLnTx/>
                <a:uFillTx/>
                <a:ea typeface="Arial"/>
                <a:cs typeface="Arial"/>
                <a:sym typeface="Arial"/>
              </a:rPr>
              <a:t>Adherence to function-specific </a:t>
            </a:r>
            <a:r>
              <a:rPr kumimoji="0" lang="en-US" sz="1400" b="1" i="0" u="none" strike="noStrike" kern="1200" cap="none" spc="0" normalizeH="0" baseline="0" noProof="0">
                <a:ln>
                  <a:noFill/>
                </a:ln>
                <a:solidFill>
                  <a:srgbClr val="000000"/>
                </a:solidFill>
                <a:effectLst/>
                <a:uLnTx/>
                <a:uFillTx/>
                <a:ea typeface="Arial"/>
                <a:cs typeface="Arial"/>
                <a:sym typeface="Arial"/>
              </a:rPr>
              <a:t>Standard Operating Procedures</a:t>
            </a:r>
          </a:p>
          <a:p>
            <a:pPr marL="174625" indent="-174625">
              <a:lnSpc>
                <a:spcPct val="150000"/>
              </a:lnSpc>
              <a:buClr>
                <a:srgbClr val="000000"/>
              </a:buClr>
              <a:buSzPts val="1400"/>
              <a:buFont typeface="Wingdings" panose="05000000000000000000" pitchFamily="2" charset="2"/>
              <a:buChar char="§"/>
              <a:defRPr/>
            </a:pPr>
            <a:r>
              <a:rPr kumimoji="0" lang="en-US" sz="1400" b="1" i="0" u="none" strike="noStrike" kern="1200" cap="none" spc="0" normalizeH="0" baseline="0" noProof="0">
                <a:ln>
                  <a:noFill/>
                </a:ln>
                <a:solidFill>
                  <a:srgbClr val="000000"/>
                </a:solidFill>
                <a:effectLst/>
                <a:uLnTx/>
                <a:uFillTx/>
                <a:ea typeface="Arial"/>
                <a:cs typeface="Arial"/>
                <a:sym typeface="Arial"/>
              </a:rPr>
              <a:t>Focus </a:t>
            </a:r>
            <a:r>
              <a:rPr kumimoji="0" lang="en-US" sz="1400" b="0" i="0" u="none" strike="noStrike" kern="1200" cap="none" spc="0" normalizeH="0" baseline="0" noProof="0">
                <a:ln>
                  <a:noFill/>
                </a:ln>
                <a:solidFill>
                  <a:srgbClr val="000000"/>
                </a:solidFill>
                <a:effectLst/>
                <a:uLnTx/>
                <a:uFillTx/>
                <a:ea typeface="Arial"/>
                <a:cs typeface="Arial"/>
                <a:sym typeface="Arial"/>
              </a:rPr>
              <a:t>on day-to-day </a:t>
            </a:r>
            <a:r>
              <a:rPr kumimoji="0" lang="en-US" sz="1400" b="1" i="0" u="none" strike="noStrike" kern="1200" cap="none" spc="0" normalizeH="0" baseline="0" noProof="0">
                <a:ln>
                  <a:noFill/>
                </a:ln>
                <a:solidFill>
                  <a:srgbClr val="000000"/>
                </a:solidFill>
                <a:effectLst/>
                <a:uLnTx/>
                <a:uFillTx/>
                <a:ea typeface="Arial"/>
                <a:cs typeface="Arial"/>
                <a:sym typeface="Arial"/>
              </a:rPr>
              <a:t>execution, monitoring and compliance at transactional level</a:t>
            </a:r>
          </a:p>
        </p:txBody>
      </p:sp>
      <p:cxnSp>
        <p:nvCxnSpPr>
          <p:cNvPr id="15" name="Google Shape;512;p44">
            <a:extLst>
              <a:ext uri="{FF2B5EF4-FFF2-40B4-BE49-F238E27FC236}">
                <a16:creationId xmlns:a16="http://schemas.microsoft.com/office/drawing/2014/main" id="{3F3AA118-567A-7F2D-090D-F796944C9DDF}"/>
              </a:ext>
            </a:extLst>
          </p:cNvPr>
          <p:cNvCxnSpPr>
            <a:cxnSpLocks/>
          </p:cNvCxnSpPr>
          <p:nvPr/>
        </p:nvCxnSpPr>
        <p:spPr>
          <a:xfrm>
            <a:off x="464747" y="3161239"/>
            <a:ext cx="2291734" cy="0"/>
          </a:xfrm>
          <a:prstGeom prst="straightConnector1">
            <a:avLst/>
          </a:prstGeom>
          <a:noFill/>
          <a:ln w="19050" cap="flat" cmpd="sng">
            <a:solidFill>
              <a:schemeClr val="tx1"/>
            </a:solidFill>
            <a:prstDash val="solid"/>
            <a:miter lim="800000"/>
            <a:headEnd type="none" w="med" len="med"/>
            <a:tailEnd type="none" w="med" len="med"/>
          </a:ln>
        </p:spPr>
      </p:cxnSp>
      <p:sp>
        <p:nvSpPr>
          <p:cNvPr id="16" name="Google Shape;513;p44">
            <a:extLst>
              <a:ext uri="{FF2B5EF4-FFF2-40B4-BE49-F238E27FC236}">
                <a16:creationId xmlns:a16="http://schemas.microsoft.com/office/drawing/2014/main" id="{5B4B6E94-3566-055D-5C45-333BE2556D62}"/>
              </a:ext>
            </a:extLst>
          </p:cNvPr>
          <p:cNvSpPr txBox="1"/>
          <p:nvPr/>
        </p:nvSpPr>
        <p:spPr>
          <a:xfrm>
            <a:off x="367187" y="2260943"/>
            <a:ext cx="1954538" cy="543194"/>
          </a:xfrm>
          <a:prstGeom prst="rect">
            <a:avLst/>
          </a:prstGeom>
          <a:solidFill>
            <a:schemeClr val="tx1">
              <a:lumMod val="50000"/>
              <a:lumOff val="50000"/>
            </a:schemeClr>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Tx/>
              <a:buNone/>
              <a:tabLst/>
              <a:defRPr/>
            </a:pPr>
            <a:r>
              <a:rPr kumimoji="0" lang="en-US" sz="1600" b="1" i="0" u="none" strike="noStrike" kern="1200" cap="none" spc="0" normalizeH="0" baseline="0" noProof="0">
                <a:ln>
                  <a:noFill/>
                </a:ln>
                <a:solidFill>
                  <a:schemeClr val="bg1"/>
                </a:solidFill>
                <a:effectLst/>
                <a:uLnTx/>
                <a:uFillTx/>
                <a:ea typeface="Arial"/>
                <a:cs typeface="Arial"/>
                <a:sym typeface="Arial"/>
              </a:rPr>
              <a:t>Strategic Direction</a:t>
            </a:r>
            <a:endParaRPr kumimoji="0" lang="en-US" sz="1600" b="1" i="0" u="none" strike="noStrike" kern="1200" cap="none" spc="0" normalizeH="0" baseline="0" noProof="0">
              <a:ln>
                <a:noFill/>
              </a:ln>
              <a:solidFill>
                <a:schemeClr val="bg1"/>
              </a:solidFill>
              <a:effectLst/>
              <a:uLnTx/>
              <a:uFillTx/>
              <a:ea typeface="+mn-ea"/>
              <a:cs typeface="+mn-cs"/>
            </a:endParaRPr>
          </a:p>
        </p:txBody>
      </p:sp>
      <p:cxnSp>
        <p:nvCxnSpPr>
          <p:cNvPr id="17" name="Google Shape;512;p44">
            <a:extLst>
              <a:ext uri="{FF2B5EF4-FFF2-40B4-BE49-F238E27FC236}">
                <a16:creationId xmlns:a16="http://schemas.microsoft.com/office/drawing/2014/main" id="{D50AB012-1A4E-3AA2-0D99-03664220761C}"/>
              </a:ext>
            </a:extLst>
          </p:cNvPr>
          <p:cNvCxnSpPr>
            <a:cxnSpLocks/>
          </p:cNvCxnSpPr>
          <p:nvPr/>
        </p:nvCxnSpPr>
        <p:spPr>
          <a:xfrm>
            <a:off x="265814" y="4749215"/>
            <a:ext cx="1808652" cy="0"/>
          </a:xfrm>
          <a:prstGeom prst="straightConnector1">
            <a:avLst/>
          </a:prstGeom>
          <a:noFill/>
          <a:ln w="19050" cap="flat" cmpd="sng">
            <a:solidFill>
              <a:schemeClr val="tx1"/>
            </a:solidFill>
            <a:prstDash val="solid"/>
            <a:miter lim="800000"/>
            <a:headEnd type="none" w="med" len="med"/>
            <a:tailEnd type="none" w="med" len="med"/>
          </a:ln>
        </p:spPr>
      </p:cxnSp>
      <p:cxnSp>
        <p:nvCxnSpPr>
          <p:cNvPr id="18" name="Google Shape;509;p44">
            <a:extLst>
              <a:ext uri="{FF2B5EF4-FFF2-40B4-BE49-F238E27FC236}">
                <a16:creationId xmlns:a16="http://schemas.microsoft.com/office/drawing/2014/main" id="{40A13B0A-CE96-E9CE-4FB8-7DBAF9082515}"/>
              </a:ext>
            </a:extLst>
          </p:cNvPr>
          <p:cNvCxnSpPr>
            <a:cxnSpLocks/>
          </p:cNvCxnSpPr>
          <p:nvPr/>
        </p:nvCxnSpPr>
        <p:spPr>
          <a:xfrm>
            <a:off x="5520906" y="4749215"/>
            <a:ext cx="6316860" cy="0"/>
          </a:xfrm>
          <a:prstGeom prst="straightConnector1">
            <a:avLst/>
          </a:prstGeom>
          <a:noFill/>
          <a:ln w="19050" cap="flat" cmpd="sng">
            <a:solidFill>
              <a:schemeClr val="tx1"/>
            </a:solidFill>
            <a:prstDash val="solid"/>
            <a:miter lim="800000"/>
            <a:headEnd type="none" w="med" len="med"/>
            <a:tailEnd type="none" w="med" len="med"/>
          </a:ln>
        </p:spPr>
      </p:cxnSp>
      <p:sp>
        <p:nvSpPr>
          <p:cNvPr id="19" name="Google Shape;511;p44">
            <a:extLst>
              <a:ext uri="{FF2B5EF4-FFF2-40B4-BE49-F238E27FC236}">
                <a16:creationId xmlns:a16="http://schemas.microsoft.com/office/drawing/2014/main" id="{015828E2-EED9-F105-9593-E4DA0E89D7FB}"/>
              </a:ext>
            </a:extLst>
          </p:cNvPr>
          <p:cNvSpPr txBox="1"/>
          <p:nvPr/>
        </p:nvSpPr>
        <p:spPr>
          <a:xfrm>
            <a:off x="5911833" y="3775229"/>
            <a:ext cx="5925933" cy="1136598"/>
          </a:xfrm>
          <a:prstGeom prst="rect">
            <a:avLst/>
          </a:prstGeom>
          <a:noFill/>
          <a:ln>
            <a:noFill/>
          </a:ln>
        </p:spPr>
        <p:txBody>
          <a:bodyPr spcFirstLastPara="1" wrap="square" lIns="0" tIns="0" rIns="0" bIns="0" anchor="ctr" anchorCtr="0">
            <a:noAutofit/>
          </a:bodyPr>
          <a:lstStyle/>
          <a:p>
            <a:pPr marL="174625" marR="0" lvl="0" indent="-174625" algn="l" defTabSz="914400" rtl="0" eaLnBrk="1" fontAlgn="auto" latinLnBrk="0" hangingPunct="1">
              <a:lnSpc>
                <a:spcPct val="150000"/>
              </a:lnSpc>
              <a:spcBef>
                <a:spcPts val="0"/>
              </a:spcBef>
              <a:spcAft>
                <a:spcPts val="0"/>
              </a:spcAft>
              <a:buClr>
                <a:srgbClr val="000000"/>
              </a:buClr>
              <a:buSzPts val="1400"/>
              <a:buFont typeface="Wingdings" panose="05000000000000000000" pitchFamily="2" charset="2"/>
              <a:buChar char="§"/>
              <a:tabLst/>
              <a:defRPr/>
            </a:pPr>
            <a:r>
              <a:rPr kumimoji="0" lang="en-US" sz="1400" b="1" i="0" u="none" strike="noStrike" kern="1200" cap="none" spc="0" normalizeH="0" baseline="0" noProof="0">
                <a:ln>
                  <a:noFill/>
                </a:ln>
                <a:solidFill>
                  <a:srgbClr val="000000"/>
                </a:solidFill>
                <a:effectLst/>
                <a:uLnTx/>
                <a:uFillTx/>
                <a:ea typeface="+mn-ea"/>
                <a:cs typeface="Arial"/>
                <a:sym typeface="Arial"/>
              </a:rPr>
              <a:t>Oversee and manage </a:t>
            </a:r>
            <a:r>
              <a:rPr kumimoji="0" lang="en-US" sz="1400" b="0" i="0" u="none" strike="noStrike" kern="1200" cap="none" spc="0" normalizeH="0" baseline="0" noProof="0">
                <a:ln>
                  <a:noFill/>
                </a:ln>
                <a:solidFill>
                  <a:srgbClr val="000000"/>
                </a:solidFill>
                <a:effectLst/>
                <a:uLnTx/>
                <a:uFillTx/>
                <a:ea typeface="+mn-ea"/>
                <a:cs typeface="Arial"/>
                <a:sym typeface="Arial"/>
              </a:rPr>
              <a:t>the reported non-compliances and remediation plans </a:t>
            </a:r>
            <a:r>
              <a:rPr lang="en-US" sz="1400">
                <a:solidFill>
                  <a:srgbClr val="000000"/>
                </a:solidFill>
                <a:cs typeface="Arial"/>
                <a:sym typeface="Arial"/>
              </a:rPr>
              <a:t>across</a:t>
            </a:r>
            <a:r>
              <a:rPr kumimoji="0" lang="en-US" sz="1400" b="0" i="0" u="none" strike="noStrike" kern="1200" cap="none" spc="0" normalizeH="0" baseline="0" noProof="0">
                <a:ln>
                  <a:noFill/>
                </a:ln>
                <a:solidFill>
                  <a:srgbClr val="000000"/>
                </a:solidFill>
                <a:effectLst/>
                <a:uLnTx/>
                <a:uFillTx/>
                <a:ea typeface="+mn-ea"/>
                <a:cs typeface="Arial"/>
                <a:sym typeface="Arial"/>
              </a:rPr>
              <a:t> key risk areas</a:t>
            </a:r>
          </a:p>
          <a:p>
            <a:pPr marL="174625" indent="-174625">
              <a:lnSpc>
                <a:spcPct val="150000"/>
              </a:lnSpc>
              <a:buClr>
                <a:srgbClr val="000000"/>
              </a:buClr>
              <a:buSzPts val="1400"/>
              <a:buFont typeface="Wingdings" panose="05000000000000000000" pitchFamily="2" charset="2"/>
              <a:buChar char="§"/>
              <a:defRPr/>
            </a:pPr>
            <a:r>
              <a:rPr lang="en-US" sz="1400" b="1">
                <a:solidFill>
                  <a:srgbClr val="000000"/>
                </a:solidFill>
                <a:cs typeface="Arial"/>
                <a:sym typeface="Arial"/>
              </a:rPr>
              <a:t>Assess operating effectiveness </a:t>
            </a:r>
            <a:r>
              <a:rPr lang="en-US" sz="1400">
                <a:solidFill>
                  <a:srgbClr val="000000"/>
                </a:solidFill>
                <a:cs typeface="Arial"/>
                <a:sym typeface="Arial"/>
              </a:rPr>
              <a:t>of the established policies</a:t>
            </a:r>
          </a:p>
          <a:p>
            <a:pPr marL="174625" indent="-174625">
              <a:lnSpc>
                <a:spcPct val="150000"/>
              </a:lnSpc>
              <a:buClr>
                <a:srgbClr val="000000"/>
              </a:buClr>
              <a:buSzPts val="1400"/>
              <a:buFont typeface="Wingdings" panose="05000000000000000000" pitchFamily="2" charset="2"/>
              <a:buChar char="§"/>
              <a:defRPr/>
            </a:pPr>
            <a:r>
              <a:rPr kumimoji="0" lang="en-US" sz="1400" b="1" i="0" u="none" strike="noStrike" kern="1200" cap="none" spc="0" normalizeH="0" baseline="0" noProof="0">
                <a:ln>
                  <a:noFill/>
                </a:ln>
                <a:solidFill>
                  <a:srgbClr val="000000"/>
                </a:solidFill>
                <a:effectLst/>
                <a:uLnTx/>
                <a:uFillTx/>
                <a:ea typeface="Arial"/>
                <a:cs typeface="Arial"/>
                <a:sym typeface="Arial"/>
              </a:rPr>
              <a:t>Periodic monitoring </a:t>
            </a:r>
            <a:r>
              <a:rPr kumimoji="0" lang="en-US" sz="1400" i="0" u="none" strike="noStrike" kern="1200" cap="none" spc="0" normalizeH="0" baseline="0" noProof="0">
                <a:ln>
                  <a:noFill/>
                </a:ln>
                <a:solidFill>
                  <a:srgbClr val="000000"/>
                </a:solidFill>
                <a:effectLst/>
                <a:uLnTx/>
                <a:uFillTx/>
                <a:ea typeface="Arial"/>
                <a:cs typeface="Arial"/>
                <a:sym typeface="Arial"/>
              </a:rPr>
              <a:t>through incident-based reporting mechanism</a:t>
            </a:r>
          </a:p>
          <a:p>
            <a:pPr marL="174625" indent="-174625">
              <a:lnSpc>
                <a:spcPct val="150000"/>
              </a:lnSpc>
              <a:buClr>
                <a:srgbClr val="000000"/>
              </a:buClr>
              <a:buSzPts val="1400"/>
              <a:buFont typeface="Wingdings" panose="05000000000000000000" pitchFamily="2" charset="2"/>
              <a:buChar char="§"/>
              <a:defRPr/>
            </a:pPr>
            <a:endParaRPr kumimoji="0" lang="en-US" sz="1400" b="0" i="0" u="none" strike="noStrike" kern="1200" cap="none" spc="0" normalizeH="0" baseline="0" noProof="0">
              <a:ln>
                <a:noFill/>
              </a:ln>
              <a:solidFill>
                <a:srgbClr val="000000"/>
              </a:solidFill>
              <a:effectLst/>
              <a:uLnTx/>
              <a:uFillTx/>
              <a:ea typeface="Arial"/>
              <a:cs typeface="Arial"/>
              <a:sym typeface="Arial"/>
            </a:endParaRPr>
          </a:p>
          <a:p>
            <a:pPr marL="174625" indent="-174625">
              <a:lnSpc>
                <a:spcPct val="150000"/>
              </a:lnSpc>
              <a:buClr>
                <a:srgbClr val="000000"/>
              </a:buClr>
              <a:buSzPts val="1400"/>
              <a:buFont typeface="Wingdings" panose="05000000000000000000" pitchFamily="2" charset="2"/>
              <a:buChar char="§"/>
              <a:defRPr/>
            </a:pPr>
            <a:endParaRPr kumimoji="0" lang="en-US" sz="1400" b="0" i="0" u="none" strike="noStrike" kern="1200" cap="none" spc="0" normalizeH="0" baseline="0" noProof="0">
              <a:ln>
                <a:noFill/>
              </a:ln>
              <a:solidFill>
                <a:srgbClr val="000000"/>
              </a:solidFill>
              <a:effectLst/>
              <a:uLnTx/>
              <a:uFillTx/>
              <a:ea typeface="+mn-ea"/>
              <a:cs typeface="Arial"/>
              <a:sym typeface="Arial"/>
            </a:endParaRPr>
          </a:p>
        </p:txBody>
      </p:sp>
      <p:sp>
        <p:nvSpPr>
          <p:cNvPr id="20" name="Google Shape;514;p44">
            <a:extLst>
              <a:ext uri="{FF2B5EF4-FFF2-40B4-BE49-F238E27FC236}">
                <a16:creationId xmlns:a16="http://schemas.microsoft.com/office/drawing/2014/main" id="{A1FC1F2E-A68F-B7D8-7052-A17018CA9EDE}"/>
              </a:ext>
            </a:extLst>
          </p:cNvPr>
          <p:cNvSpPr txBox="1"/>
          <p:nvPr/>
        </p:nvSpPr>
        <p:spPr>
          <a:xfrm>
            <a:off x="367187" y="5117017"/>
            <a:ext cx="1954538" cy="595316"/>
          </a:xfrm>
          <a:prstGeom prst="rect">
            <a:avLst/>
          </a:prstGeom>
          <a:solidFill>
            <a:schemeClr val="tx1">
              <a:lumMod val="50000"/>
              <a:lumOff val="50000"/>
            </a:schemeClr>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Tx/>
              <a:buNone/>
              <a:tabLst/>
              <a:defRPr/>
            </a:pPr>
            <a:r>
              <a:rPr kumimoji="0" lang="en-US" sz="1600" b="1" i="0" u="none" strike="noStrike" kern="1200" cap="none" spc="0" normalizeH="0" baseline="0" noProof="0">
                <a:ln>
                  <a:noFill/>
                </a:ln>
                <a:solidFill>
                  <a:schemeClr val="bg1"/>
                </a:solidFill>
                <a:effectLst/>
                <a:uLnTx/>
                <a:uFillTx/>
                <a:ea typeface="Arial"/>
                <a:cs typeface="Arial"/>
                <a:sym typeface="Arial"/>
              </a:rPr>
              <a:t>Operative Focus</a:t>
            </a:r>
            <a:endParaRPr kumimoji="0" lang="en-US" sz="1600" b="1" i="0" u="none" strike="noStrike" kern="1200" cap="none" spc="0" normalizeH="0" baseline="0" noProof="0">
              <a:ln>
                <a:noFill/>
              </a:ln>
              <a:solidFill>
                <a:schemeClr val="bg1"/>
              </a:solidFill>
              <a:effectLst/>
              <a:uLnTx/>
              <a:uFillTx/>
              <a:ea typeface="+mn-ea"/>
              <a:cs typeface="+mn-cs"/>
            </a:endParaRPr>
          </a:p>
        </p:txBody>
      </p:sp>
      <p:sp>
        <p:nvSpPr>
          <p:cNvPr id="21" name="Google Shape;513;p44">
            <a:extLst>
              <a:ext uri="{FF2B5EF4-FFF2-40B4-BE49-F238E27FC236}">
                <a16:creationId xmlns:a16="http://schemas.microsoft.com/office/drawing/2014/main" id="{A95205C8-A3AB-7F2E-4246-CADA5D5A4845}"/>
              </a:ext>
            </a:extLst>
          </p:cNvPr>
          <p:cNvSpPr txBox="1"/>
          <p:nvPr/>
        </p:nvSpPr>
        <p:spPr>
          <a:xfrm>
            <a:off x="367187" y="3644057"/>
            <a:ext cx="1954538" cy="543194"/>
          </a:xfrm>
          <a:prstGeom prst="rect">
            <a:avLst/>
          </a:prstGeom>
          <a:solidFill>
            <a:schemeClr val="tx1">
              <a:lumMod val="50000"/>
              <a:lumOff val="50000"/>
            </a:schemeClr>
          </a:solid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Tx/>
              <a:buNone/>
              <a:tabLst/>
              <a:defRPr/>
            </a:pPr>
            <a:r>
              <a:rPr kumimoji="0" lang="en-US" sz="1600" b="1" i="0" u="none" strike="noStrike" kern="1200" cap="none" spc="0" normalizeH="0" baseline="0" noProof="0">
                <a:ln>
                  <a:noFill/>
                </a:ln>
                <a:solidFill>
                  <a:schemeClr val="bg1"/>
                </a:solidFill>
                <a:effectLst/>
                <a:uLnTx/>
                <a:uFillTx/>
                <a:ea typeface="Arial"/>
                <a:cs typeface="Arial"/>
                <a:sym typeface="Arial"/>
              </a:rPr>
              <a:t>Oversight Focus</a:t>
            </a:r>
            <a:endParaRPr kumimoji="0" lang="en-US" sz="1600" b="1" i="0" u="none" strike="noStrike" kern="1200" cap="none" spc="0" normalizeH="0" baseline="0" noProof="0">
              <a:ln>
                <a:noFill/>
              </a:ln>
              <a:solidFill>
                <a:schemeClr val="bg1"/>
              </a:solidFill>
              <a:effectLst/>
              <a:uLnTx/>
              <a:uFillTx/>
              <a:ea typeface="+mn-ea"/>
              <a:cs typeface="+mn-cs"/>
            </a:endParaRPr>
          </a:p>
        </p:txBody>
      </p:sp>
      <p:sp>
        <p:nvSpPr>
          <p:cNvPr id="22" name="Isosceles Triangle 21">
            <a:extLst>
              <a:ext uri="{FF2B5EF4-FFF2-40B4-BE49-F238E27FC236}">
                <a16:creationId xmlns:a16="http://schemas.microsoft.com/office/drawing/2014/main" id="{5ED150D2-E85C-563A-8E60-C5ED39928329}"/>
              </a:ext>
            </a:extLst>
          </p:cNvPr>
          <p:cNvSpPr/>
          <p:nvPr/>
        </p:nvSpPr>
        <p:spPr>
          <a:xfrm>
            <a:off x="2908168" y="1338640"/>
            <a:ext cx="1730736" cy="1811813"/>
          </a:xfrm>
          <a:prstGeom prst="triangle">
            <a:avLst>
              <a:gd name="adj" fmla="val 51221"/>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p>
        </p:txBody>
      </p:sp>
      <p:sp>
        <p:nvSpPr>
          <p:cNvPr id="23" name="Google Shape;506;p44">
            <a:extLst>
              <a:ext uri="{FF2B5EF4-FFF2-40B4-BE49-F238E27FC236}">
                <a16:creationId xmlns:a16="http://schemas.microsoft.com/office/drawing/2014/main" id="{593F5906-EA7F-4D2D-5B23-9EEF0E1874A1}"/>
              </a:ext>
            </a:extLst>
          </p:cNvPr>
          <p:cNvSpPr txBox="1"/>
          <p:nvPr/>
        </p:nvSpPr>
        <p:spPr>
          <a:xfrm>
            <a:off x="3172136" y="2200680"/>
            <a:ext cx="1178928" cy="651064"/>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200"/>
              <a:buFontTx/>
              <a:buNone/>
              <a:tabLst/>
              <a:defRPr/>
            </a:pPr>
            <a:r>
              <a:rPr lang="en-US" sz="1600" b="1">
                <a:solidFill>
                  <a:schemeClr val="bg1"/>
                </a:solidFill>
              </a:rPr>
              <a:t>Board </a:t>
            </a:r>
          </a:p>
        </p:txBody>
      </p:sp>
      <p:sp>
        <p:nvSpPr>
          <p:cNvPr id="28" name="Rectangle 27">
            <a:extLst>
              <a:ext uri="{FF2B5EF4-FFF2-40B4-BE49-F238E27FC236}">
                <a16:creationId xmlns:a16="http://schemas.microsoft.com/office/drawing/2014/main" id="{ACD632B3-363F-BE3F-7BE5-ED01F93EDADD}"/>
              </a:ext>
            </a:extLst>
          </p:cNvPr>
          <p:cNvSpPr/>
          <p:nvPr/>
        </p:nvSpPr>
        <p:spPr>
          <a:xfrm>
            <a:off x="0" y="-8007"/>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sz="2400" b="1" kern="0">
                <a:latin typeface="+mj-lt"/>
                <a:cs typeface="Arial"/>
              </a:rPr>
              <a:t>Accountability | Delegation of Authority</a:t>
            </a:r>
            <a:endParaRPr lang="en-US" sz="2400" b="1" spc="-10">
              <a:latin typeface="+mj-lt"/>
            </a:endParaRPr>
          </a:p>
        </p:txBody>
      </p:sp>
    </p:spTree>
    <p:custDataLst>
      <p:custData r:id="rId1"/>
    </p:custDataLst>
    <p:extLst>
      <p:ext uri="{BB962C8B-B14F-4D97-AF65-F5344CB8AC3E}">
        <p14:creationId xmlns:p14="http://schemas.microsoft.com/office/powerpoint/2010/main" val="3170022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9467C-0370-DC71-41E8-49507CE2F20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195993B-4207-41A4-538E-49BE0F61A3EB}"/>
              </a:ext>
            </a:extLst>
          </p:cNvPr>
          <p:cNvSpPr>
            <a:spLocks noGrp="1"/>
          </p:cNvSpPr>
          <p:nvPr>
            <p:ph type="sldNum" sz="quarter" idx="11"/>
          </p:nvPr>
        </p:nvSpPr>
        <p:spPr>
          <a:xfrm>
            <a:off x="9984296" y="6492240"/>
            <a:ext cx="1764792" cy="137160"/>
          </a:xfrm>
          <a:prstGeom prst="rect">
            <a:avLst/>
          </a:prstGeom>
        </p:spPr>
        <p:txBody>
          <a:bodyPr vert="horz" lIns="0" tIns="0" rIns="0" bIns="0" rtlCol="0" anchor="b" anchorCtr="0">
            <a:noAutofit/>
          </a:bodyPr>
          <a:lstStyle>
            <a:defPPr>
              <a:defRPr lang="en-US"/>
            </a:defPPr>
            <a:lvl1pPr marL="0" algn="r" defTabSz="914400" rtl="0" eaLnBrk="1" latinLnBrk="0" hangingPunct="1">
              <a:defRPr sz="7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lang="en-US" smtClean="0"/>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srgbClr val="000000"/>
              </a:solidFill>
              <a:effectLst/>
              <a:uLnTx/>
              <a:uFillTx/>
              <a:ea typeface="+mn-ea"/>
              <a:cs typeface="+mn-cs"/>
            </a:endParaRPr>
          </a:p>
        </p:txBody>
      </p:sp>
      <p:graphicFrame>
        <p:nvGraphicFramePr>
          <p:cNvPr id="5" name="Chart 4">
            <a:extLst>
              <a:ext uri="{FF2B5EF4-FFF2-40B4-BE49-F238E27FC236}">
                <a16:creationId xmlns:a16="http://schemas.microsoft.com/office/drawing/2014/main" id="{41A6FD62-5475-BA35-0752-5DB7ADC21F81}"/>
              </a:ext>
            </a:extLst>
          </p:cNvPr>
          <p:cNvGraphicFramePr/>
          <p:nvPr/>
        </p:nvGraphicFramePr>
        <p:xfrm>
          <a:off x="3220844" y="1085870"/>
          <a:ext cx="2023063" cy="1492581"/>
        </p:xfrm>
        <a:graphic>
          <a:graphicData uri="http://schemas.openxmlformats.org/drawingml/2006/chart">
            <c:chart xmlns:c="http://schemas.openxmlformats.org/drawingml/2006/chart" xmlns:r="http://schemas.openxmlformats.org/officeDocument/2006/relationships" r:id="rId4"/>
          </a:graphicData>
        </a:graphic>
      </p:graphicFrame>
      <p:grpSp>
        <p:nvGrpSpPr>
          <p:cNvPr id="43" name="Group 42">
            <a:extLst>
              <a:ext uri="{FF2B5EF4-FFF2-40B4-BE49-F238E27FC236}">
                <a16:creationId xmlns:a16="http://schemas.microsoft.com/office/drawing/2014/main" id="{C4148E05-9649-AAD0-CD3F-9A176D56DD98}"/>
              </a:ext>
            </a:extLst>
          </p:cNvPr>
          <p:cNvGrpSpPr/>
          <p:nvPr/>
        </p:nvGrpSpPr>
        <p:grpSpPr>
          <a:xfrm>
            <a:off x="327123" y="1030912"/>
            <a:ext cx="4631350" cy="2827857"/>
            <a:chOff x="327123" y="1030912"/>
            <a:chExt cx="4631350" cy="2827857"/>
          </a:xfrm>
        </p:grpSpPr>
        <p:grpSp>
          <p:nvGrpSpPr>
            <p:cNvPr id="45" name="Group 44">
              <a:extLst>
                <a:ext uri="{FF2B5EF4-FFF2-40B4-BE49-F238E27FC236}">
                  <a16:creationId xmlns:a16="http://schemas.microsoft.com/office/drawing/2014/main" id="{C79A3B4E-3158-D6C2-C62E-606E5AE0D9B8}"/>
                </a:ext>
              </a:extLst>
            </p:cNvPr>
            <p:cNvGrpSpPr/>
            <p:nvPr/>
          </p:nvGrpSpPr>
          <p:grpSpPr>
            <a:xfrm>
              <a:off x="395307" y="1402897"/>
              <a:ext cx="4563166" cy="2455872"/>
              <a:chOff x="395307" y="1579833"/>
              <a:chExt cx="4563166" cy="2278935"/>
            </a:xfrm>
          </p:grpSpPr>
          <p:sp>
            <p:nvSpPr>
              <p:cNvPr id="7" name="Freeform 11">
                <a:extLst>
                  <a:ext uri="{FF2B5EF4-FFF2-40B4-BE49-F238E27FC236}">
                    <a16:creationId xmlns:a16="http://schemas.microsoft.com/office/drawing/2014/main" id="{A842F408-7F18-A759-E9E4-79D0EB8E6EB7}"/>
                  </a:ext>
                </a:extLst>
              </p:cNvPr>
              <p:cNvSpPr>
                <a:spLocks/>
              </p:cNvSpPr>
              <p:nvPr/>
            </p:nvSpPr>
            <p:spPr bwMode="auto">
              <a:xfrm>
                <a:off x="395307" y="1579833"/>
                <a:ext cx="2492800" cy="415622"/>
              </a:xfrm>
              <a:custGeom>
                <a:avLst/>
                <a:gdLst>
                  <a:gd name="T0" fmla="*/ 1716 w 2002"/>
                  <a:gd name="T1" fmla="*/ 1 h 516"/>
                  <a:gd name="T2" fmla="*/ 1641 w 2002"/>
                  <a:gd name="T3" fmla="*/ 22 h 516"/>
                  <a:gd name="T4" fmla="*/ 1558 w 2002"/>
                  <a:gd name="T5" fmla="*/ 80 h 516"/>
                  <a:gd name="T6" fmla="*/ 1498 w 2002"/>
                  <a:gd name="T7" fmla="*/ 33 h 516"/>
                  <a:gd name="T8" fmla="*/ 1413 w 2002"/>
                  <a:gd name="T9" fmla="*/ 3 h 516"/>
                  <a:gd name="T10" fmla="*/ 1372 w 2002"/>
                  <a:gd name="T11" fmla="*/ 0 h 516"/>
                  <a:gd name="T12" fmla="*/ 1320 w 2002"/>
                  <a:gd name="T13" fmla="*/ 6 h 516"/>
                  <a:gd name="T14" fmla="*/ 1225 w 2002"/>
                  <a:gd name="T15" fmla="*/ 47 h 516"/>
                  <a:gd name="T16" fmla="*/ 1168 w 2002"/>
                  <a:gd name="T17" fmla="*/ 61 h 516"/>
                  <a:gd name="T18" fmla="*/ 1079 w 2002"/>
                  <a:gd name="T19" fmla="*/ 13 h 516"/>
                  <a:gd name="T20" fmla="*/ 1015 w 2002"/>
                  <a:gd name="T21" fmla="*/ 1 h 516"/>
                  <a:gd name="T22" fmla="*/ 974 w 2002"/>
                  <a:gd name="T23" fmla="*/ 1 h 516"/>
                  <a:gd name="T24" fmla="*/ 897 w 2002"/>
                  <a:gd name="T25" fmla="*/ 22 h 516"/>
                  <a:gd name="T26" fmla="*/ 814 w 2002"/>
                  <a:gd name="T27" fmla="*/ 80 h 516"/>
                  <a:gd name="T28" fmla="*/ 755 w 2002"/>
                  <a:gd name="T29" fmla="*/ 33 h 516"/>
                  <a:gd name="T30" fmla="*/ 669 w 2002"/>
                  <a:gd name="T31" fmla="*/ 3 h 516"/>
                  <a:gd name="T32" fmla="*/ 629 w 2002"/>
                  <a:gd name="T33" fmla="*/ 0 h 516"/>
                  <a:gd name="T34" fmla="*/ 576 w 2002"/>
                  <a:gd name="T35" fmla="*/ 6 h 516"/>
                  <a:gd name="T36" fmla="*/ 482 w 2002"/>
                  <a:gd name="T37" fmla="*/ 47 h 516"/>
                  <a:gd name="T38" fmla="*/ 425 w 2002"/>
                  <a:gd name="T39" fmla="*/ 61 h 516"/>
                  <a:gd name="T40" fmla="*/ 337 w 2002"/>
                  <a:gd name="T41" fmla="*/ 13 h 516"/>
                  <a:gd name="T42" fmla="*/ 271 w 2002"/>
                  <a:gd name="T43" fmla="*/ 1 h 516"/>
                  <a:gd name="T44" fmla="*/ 206 w 2002"/>
                  <a:gd name="T45" fmla="*/ 6 h 516"/>
                  <a:gd name="T46" fmla="*/ 114 w 2002"/>
                  <a:gd name="T47" fmla="*/ 44 h 516"/>
                  <a:gd name="T48" fmla="*/ 43 w 2002"/>
                  <a:gd name="T49" fmla="*/ 114 h 516"/>
                  <a:gd name="T50" fmla="*/ 5 w 2002"/>
                  <a:gd name="T51" fmla="*/ 206 h 516"/>
                  <a:gd name="T52" fmla="*/ 1 w 2002"/>
                  <a:gd name="T53" fmla="*/ 284 h 516"/>
                  <a:gd name="T54" fmla="*/ 31 w 2002"/>
                  <a:gd name="T55" fmla="*/ 381 h 516"/>
                  <a:gd name="T56" fmla="*/ 93 w 2002"/>
                  <a:gd name="T57" fmla="*/ 457 h 516"/>
                  <a:gd name="T58" fmla="*/ 181 w 2002"/>
                  <a:gd name="T59" fmla="*/ 505 h 516"/>
                  <a:gd name="T60" fmla="*/ 258 w 2002"/>
                  <a:gd name="T61" fmla="*/ 516 h 516"/>
                  <a:gd name="T62" fmla="*/ 311 w 2002"/>
                  <a:gd name="T63" fmla="*/ 510 h 516"/>
                  <a:gd name="T64" fmla="*/ 405 w 2002"/>
                  <a:gd name="T65" fmla="*/ 469 h 516"/>
                  <a:gd name="T66" fmla="*/ 462 w 2002"/>
                  <a:gd name="T67" fmla="*/ 455 h 516"/>
                  <a:gd name="T68" fmla="*/ 551 w 2002"/>
                  <a:gd name="T69" fmla="*/ 503 h 516"/>
                  <a:gd name="T70" fmla="*/ 615 w 2002"/>
                  <a:gd name="T71" fmla="*/ 516 h 516"/>
                  <a:gd name="T72" fmla="*/ 656 w 2002"/>
                  <a:gd name="T73" fmla="*/ 515 h 516"/>
                  <a:gd name="T74" fmla="*/ 731 w 2002"/>
                  <a:gd name="T75" fmla="*/ 494 h 516"/>
                  <a:gd name="T76" fmla="*/ 814 w 2002"/>
                  <a:gd name="T77" fmla="*/ 436 h 516"/>
                  <a:gd name="T78" fmla="*/ 875 w 2002"/>
                  <a:gd name="T79" fmla="*/ 483 h 516"/>
                  <a:gd name="T80" fmla="*/ 960 w 2002"/>
                  <a:gd name="T81" fmla="*/ 513 h 516"/>
                  <a:gd name="T82" fmla="*/ 1001 w 2002"/>
                  <a:gd name="T83" fmla="*/ 516 h 516"/>
                  <a:gd name="T84" fmla="*/ 1053 w 2002"/>
                  <a:gd name="T85" fmla="*/ 510 h 516"/>
                  <a:gd name="T86" fmla="*/ 1148 w 2002"/>
                  <a:gd name="T87" fmla="*/ 469 h 516"/>
                  <a:gd name="T88" fmla="*/ 1205 w 2002"/>
                  <a:gd name="T89" fmla="*/ 455 h 516"/>
                  <a:gd name="T90" fmla="*/ 1293 w 2002"/>
                  <a:gd name="T91" fmla="*/ 503 h 516"/>
                  <a:gd name="T92" fmla="*/ 1358 w 2002"/>
                  <a:gd name="T93" fmla="*/ 516 h 516"/>
                  <a:gd name="T94" fmla="*/ 1399 w 2002"/>
                  <a:gd name="T95" fmla="*/ 515 h 516"/>
                  <a:gd name="T96" fmla="*/ 1475 w 2002"/>
                  <a:gd name="T97" fmla="*/ 494 h 516"/>
                  <a:gd name="T98" fmla="*/ 1558 w 2002"/>
                  <a:gd name="T99" fmla="*/ 436 h 516"/>
                  <a:gd name="T100" fmla="*/ 1618 w 2002"/>
                  <a:gd name="T101" fmla="*/ 483 h 516"/>
                  <a:gd name="T102" fmla="*/ 1704 w 2002"/>
                  <a:gd name="T103" fmla="*/ 513 h 516"/>
                  <a:gd name="T104" fmla="*/ 1744 w 2002"/>
                  <a:gd name="T105" fmla="*/ 516 h 516"/>
                  <a:gd name="T106" fmla="*/ 1844 w 2002"/>
                  <a:gd name="T107" fmla="*/ 496 h 516"/>
                  <a:gd name="T108" fmla="*/ 1926 w 2002"/>
                  <a:gd name="T109" fmla="*/ 440 h 516"/>
                  <a:gd name="T110" fmla="*/ 1982 w 2002"/>
                  <a:gd name="T111" fmla="*/ 358 h 516"/>
                  <a:gd name="T112" fmla="*/ 2002 w 2002"/>
                  <a:gd name="T113" fmla="*/ 258 h 516"/>
                  <a:gd name="T114" fmla="*/ 1989 w 2002"/>
                  <a:gd name="T115" fmla="*/ 182 h 516"/>
                  <a:gd name="T116" fmla="*/ 1943 w 2002"/>
                  <a:gd name="T117" fmla="*/ 94 h 516"/>
                  <a:gd name="T118" fmla="*/ 1867 w 2002"/>
                  <a:gd name="T119" fmla="*/ 32 h 516"/>
                  <a:gd name="T120" fmla="*/ 1770 w 2002"/>
                  <a:gd name="T121" fmla="*/ 1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02" h="516">
                    <a:moveTo>
                      <a:pt x="1744" y="0"/>
                    </a:moveTo>
                    <a:lnTo>
                      <a:pt x="1744" y="0"/>
                    </a:lnTo>
                    <a:lnTo>
                      <a:pt x="1730" y="1"/>
                    </a:lnTo>
                    <a:lnTo>
                      <a:pt x="1716" y="1"/>
                    </a:lnTo>
                    <a:lnTo>
                      <a:pt x="1704" y="3"/>
                    </a:lnTo>
                    <a:lnTo>
                      <a:pt x="1690" y="6"/>
                    </a:lnTo>
                    <a:lnTo>
                      <a:pt x="1665" y="13"/>
                    </a:lnTo>
                    <a:lnTo>
                      <a:pt x="1641" y="22"/>
                    </a:lnTo>
                    <a:lnTo>
                      <a:pt x="1618" y="33"/>
                    </a:lnTo>
                    <a:lnTo>
                      <a:pt x="1596" y="47"/>
                    </a:lnTo>
                    <a:lnTo>
                      <a:pt x="1577" y="61"/>
                    </a:lnTo>
                    <a:lnTo>
                      <a:pt x="1558" y="80"/>
                    </a:lnTo>
                    <a:lnTo>
                      <a:pt x="1558" y="80"/>
                    </a:lnTo>
                    <a:lnTo>
                      <a:pt x="1539" y="61"/>
                    </a:lnTo>
                    <a:lnTo>
                      <a:pt x="1520" y="47"/>
                    </a:lnTo>
                    <a:lnTo>
                      <a:pt x="1498" y="33"/>
                    </a:lnTo>
                    <a:lnTo>
                      <a:pt x="1475" y="22"/>
                    </a:lnTo>
                    <a:lnTo>
                      <a:pt x="1450" y="13"/>
                    </a:lnTo>
                    <a:lnTo>
                      <a:pt x="1425" y="6"/>
                    </a:lnTo>
                    <a:lnTo>
                      <a:pt x="1413" y="3"/>
                    </a:lnTo>
                    <a:lnTo>
                      <a:pt x="1399" y="1"/>
                    </a:lnTo>
                    <a:lnTo>
                      <a:pt x="1385" y="1"/>
                    </a:lnTo>
                    <a:lnTo>
                      <a:pt x="1372" y="0"/>
                    </a:lnTo>
                    <a:lnTo>
                      <a:pt x="1372" y="0"/>
                    </a:lnTo>
                    <a:lnTo>
                      <a:pt x="1358" y="1"/>
                    </a:lnTo>
                    <a:lnTo>
                      <a:pt x="1346" y="1"/>
                    </a:lnTo>
                    <a:lnTo>
                      <a:pt x="1332" y="3"/>
                    </a:lnTo>
                    <a:lnTo>
                      <a:pt x="1320" y="6"/>
                    </a:lnTo>
                    <a:lnTo>
                      <a:pt x="1293" y="13"/>
                    </a:lnTo>
                    <a:lnTo>
                      <a:pt x="1269" y="22"/>
                    </a:lnTo>
                    <a:lnTo>
                      <a:pt x="1247" y="33"/>
                    </a:lnTo>
                    <a:lnTo>
                      <a:pt x="1225" y="47"/>
                    </a:lnTo>
                    <a:lnTo>
                      <a:pt x="1205" y="61"/>
                    </a:lnTo>
                    <a:lnTo>
                      <a:pt x="1186" y="80"/>
                    </a:lnTo>
                    <a:lnTo>
                      <a:pt x="1186" y="80"/>
                    </a:lnTo>
                    <a:lnTo>
                      <a:pt x="1168" y="61"/>
                    </a:lnTo>
                    <a:lnTo>
                      <a:pt x="1148" y="47"/>
                    </a:lnTo>
                    <a:lnTo>
                      <a:pt x="1126" y="33"/>
                    </a:lnTo>
                    <a:lnTo>
                      <a:pt x="1103" y="22"/>
                    </a:lnTo>
                    <a:lnTo>
                      <a:pt x="1079" y="13"/>
                    </a:lnTo>
                    <a:lnTo>
                      <a:pt x="1053" y="6"/>
                    </a:lnTo>
                    <a:lnTo>
                      <a:pt x="1041" y="3"/>
                    </a:lnTo>
                    <a:lnTo>
                      <a:pt x="1027" y="1"/>
                    </a:lnTo>
                    <a:lnTo>
                      <a:pt x="1015" y="1"/>
                    </a:lnTo>
                    <a:lnTo>
                      <a:pt x="1001" y="0"/>
                    </a:lnTo>
                    <a:lnTo>
                      <a:pt x="1001" y="0"/>
                    </a:lnTo>
                    <a:lnTo>
                      <a:pt x="987" y="1"/>
                    </a:lnTo>
                    <a:lnTo>
                      <a:pt x="974" y="1"/>
                    </a:lnTo>
                    <a:lnTo>
                      <a:pt x="960" y="3"/>
                    </a:lnTo>
                    <a:lnTo>
                      <a:pt x="948" y="6"/>
                    </a:lnTo>
                    <a:lnTo>
                      <a:pt x="923" y="13"/>
                    </a:lnTo>
                    <a:lnTo>
                      <a:pt x="897" y="22"/>
                    </a:lnTo>
                    <a:lnTo>
                      <a:pt x="875" y="33"/>
                    </a:lnTo>
                    <a:lnTo>
                      <a:pt x="853" y="47"/>
                    </a:lnTo>
                    <a:lnTo>
                      <a:pt x="834" y="61"/>
                    </a:lnTo>
                    <a:lnTo>
                      <a:pt x="814" y="80"/>
                    </a:lnTo>
                    <a:lnTo>
                      <a:pt x="814" y="80"/>
                    </a:lnTo>
                    <a:lnTo>
                      <a:pt x="796" y="61"/>
                    </a:lnTo>
                    <a:lnTo>
                      <a:pt x="777" y="47"/>
                    </a:lnTo>
                    <a:lnTo>
                      <a:pt x="755" y="33"/>
                    </a:lnTo>
                    <a:lnTo>
                      <a:pt x="731" y="22"/>
                    </a:lnTo>
                    <a:lnTo>
                      <a:pt x="708" y="13"/>
                    </a:lnTo>
                    <a:lnTo>
                      <a:pt x="683" y="6"/>
                    </a:lnTo>
                    <a:lnTo>
                      <a:pt x="669" y="3"/>
                    </a:lnTo>
                    <a:lnTo>
                      <a:pt x="656" y="1"/>
                    </a:lnTo>
                    <a:lnTo>
                      <a:pt x="643" y="1"/>
                    </a:lnTo>
                    <a:lnTo>
                      <a:pt x="629" y="0"/>
                    </a:lnTo>
                    <a:lnTo>
                      <a:pt x="629" y="0"/>
                    </a:lnTo>
                    <a:lnTo>
                      <a:pt x="615" y="1"/>
                    </a:lnTo>
                    <a:lnTo>
                      <a:pt x="602" y="1"/>
                    </a:lnTo>
                    <a:lnTo>
                      <a:pt x="589" y="3"/>
                    </a:lnTo>
                    <a:lnTo>
                      <a:pt x="576" y="6"/>
                    </a:lnTo>
                    <a:lnTo>
                      <a:pt x="551" y="13"/>
                    </a:lnTo>
                    <a:lnTo>
                      <a:pt x="527" y="22"/>
                    </a:lnTo>
                    <a:lnTo>
                      <a:pt x="504" y="33"/>
                    </a:lnTo>
                    <a:lnTo>
                      <a:pt x="482" y="47"/>
                    </a:lnTo>
                    <a:lnTo>
                      <a:pt x="462" y="61"/>
                    </a:lnTo>
                    <a:lnTo>
                      <a:pt x="444" y="80"/>
                    </a:lnTo>
                    <a:lnTo>
                      <a:pt x="444" y="80"/>
                    </a:lnTo>
                    <a:lnTo>
                      <a:pt x="425" y="61"/>
                    </a:lnTo>
                    <a:lnTo>
                      <a:pt x="405" y="47"/>
                    </a:lnTo>
                    <a:lnTo>
                      <a:pt x="383" y="33"/>
                    </a:lnTo>
                    <a:lnTo>
                      <a:pt x="361" y="22"/>
                    </a:lnTo>
                    <a:lnTo>
                      <a:pt x="337" y="13"/>
                    </a:lnTo>
                    <a:lnTo>
                      <a:pt x="311" y="6"/>
                    </a:lnTo>
                    <a:lnTo>
                      <a:pt x="298" y="3"/>
                    </a:lnTo>
                    <a:lnTo>
                      <a:pt x="284" y="1"/>
                    </a:lnTo>
                    <a:lnTo>
                      <a:pt x="271" y="1"/>
                    </a:lnTo>
                    <a:lnTo>
                      <a:pt x="258" y="0"/>
                    </a:lnTo>
                    <a:lnTo>
                      <a:pt x="258" y="0"/>
                    </a:lnTo>
                    <a:lnTo>
                      <a:pt x="231" y="1"/>
                    </a:lnTo>
                    <a:lnTo>
                      <a:pt x="206" y="6"/>
                    </a:lnTo>
                    <a:lnTo>
                      <a:pt x="181" y="11"/>
                    </a:lnTo>
                    <a:lnTo>
                      <a:pt x="157" y="20"/>
                    </a:lnTo>
                    <a:lnTo>
                      <a:pt x="134" y="32"/>
                    </a:lnTo>
                    <a:lnTo>
                      <a:pt x="114" y="44"/>
                    </a:lnTo>
                    <a:lnTo>
                      <a:pt x="93" y="59"/>
                    </a:lnTo>
                    <a:lnTo>
                      <a:pt x="75" y="76"/>
                    </a:lnTo>
                    <a:lnTo>
                      <a:pt x="59" y="94"/>
                    </a:lnTo>
                    <a:lnTo>
                      <a:pt x="43" y="114"/>
                    </a:lnTo>
                    <a:lnTo>
                      <a:pt x="31" y="135"/>
                    </a:lnTo>
                    <a:lnTo>
                      <a:pt x="20" y="158"/>
                    </a:lnTo>
                    <a:lnTo>
                      <a:pt x="11" y="182"/>
                    </a:lnTo>
                    <a:lnTo>
                      <a:pt x="5" y="206"/>
                    </a:lnTo>
                    <a:lnTo>
                      <a:pt x="1" y="232"/>
                    </a:lnTo>
                    <a:lnTo>
                      <a:pt x="0" y="258"/>
                    </a:lnTo>
                    <a:lnTo>
                      <a:pt x="0" y="258"/>
                    </a:lnTo>
                    <a:lnTo>
                      <a:pt x="1" y="284"/>
                    </a:lnTo>
                    <a:lnTo>
                      <a:pt x="5" y="310"/>
                    </a:lnTo>
                    <a:lnTo>
                      <a:pt x="11" y="334"/>
                    </a:lnTo>
                    <a:lnTo>
                      <a:pt x="20" y="358"/>
                    </a:lnTo>
                    <a:lnTo>
                      <a:pt x="31" y="381"/>
                    </a:lnTo>
                    <a:lnTo>
                      <a:pt x="43" y="402"/>
                    </a:lnTo>
                    <a:lnTo>
                      <a:pt x="59" y="422"/>
                    </a:lnTo>
                    <a:lnTo>
                      <a:pt x="75" y="440"/>
                    </a:lnTo>
                    <a:lnTo>
                      <a:pt x="93" y="457"/>
                    </a:lnTo>
                    <a:lnTo>
                      <a:pt x="114" y="472"/>
                    </a:lnTo>
                    <a:lnTo>
                      <a:pt x="134" y="484"/>
                    </a:lnTo>
                    <a:lnTo>
                      <a:pt x="157" y="496"/>
                    </a:lnTo>
                    <a:lnTo>
                      <a:pt x="181" y="505"/>
                    </a:lnTo>
                    <a:lnTo>
                      <a:pt x="206" y="510"/>
                    </a:lnTo>
                    <a:lnTo>
                      <a:pt x="231" y="515"/>
                    </a:lnTo>
                    <a:lnTo>
                      <a:pt x="258" y="516"/>
                    </a:lnTo>
                    <a:lnTo>
                      <a:pt x="258" y="516"/>
                    </a:lnTo>
                    <a:lnTo>
                      <a:pt x="271" y="516"/>
                    </a:lnTo>
                    <a:lnTo>
                      <a:pt x="284" y="515"/>
                    </a:lnTo>
                    <a:lnTo>
                      <a:pt x="298" y="513"/>
                    </a:lnTo>
                    <a:lnTo>
                      <a:pt x="311" y="510"/>
                    </a:lnTo>
                    <a:lnTo>
                      <a:pt x="337" y="503"/>
                    </a:lnTo>
                    <a:lnTo>
                      <a:pt x="361" y="494"/>
                    </a:lnTo>
                    <a:lnTo>
                      <a:pt x="383" y="483"/>
                    </a:lnTo>
                    <a:lnTo>
                      <a:pt x="405" y="469"/>
                    </a:lnTo>
                    <a:lnTo>
                      <a:pt x="425" y="455"/>
                    </a:lnTo>
                    <a:lnTo>
                      <a:pt x="444" y="436"/>
                    </a:lnTo>
                    <a:lnTo>
                      <a:pt x="444" y="436"/>
                    </a:lnTo>
                    <a:lnTo>
                      <a:pt x="462" y="455"/>
                    </a:lnTo>
                    <a:lnTo>
                      <a:pt x="482" y="469"/>
                    </a:lnTo>
                    <a:lnTo>
                      <a:pt x="504" y="483"/>
                    </a:lnTo>
                    <a:lnTo>
                      <a:pt x="527" y="494"/>
                    </a:lnTo>
                    <a:lnTo>
                      <a:pt x="551" y="503"/>
                    </a:lnTo>
                    <a:lnTo>
                      <a:pt x="576" y="510"/>
                    </a:lnTo>
                    <a:lnTo>
                      <a:pt x="589" y="513"/>
                    </a:lnTo>
                    <a:lnTo>
                      <a:pt x="602" y="515"/>
                    </a:lnTo>
                    <a:lnTo>
                      <a:pt x="615" y="516"/>
                    </a:lnTo>
                    <a:lnTo>
                      <a:pt x="629" y="516"/>
                    </a:lnTo>
                    <a:lnTo>
                      <a:pt x="629" y="516"/>
                    </a:lnTo>
                    <a:lnTo>
                      <a:pt x="643" y="516"/>
                    </a:lnTo>
                    <a:lnTo>
                      <a:pt x="656" y="515"/>
                    </a:lnTo>
                    <a:lnTo>
                      <a:pt x="669" y="513"/>
                    </a:lnTo>
                    <a:lnTo>
                      <a:pt x="683" y="510"/>
                    </a:lnTo>
                    <a:lnTo>
                      <a:pt x="708" y="503"/>
                    </a:lnTo>
                    <a:lnTo>
                      <a:pt x="731" y="494"/>
                    </a:lnTo>
                    <a:lnTo>
                      <a:pt x="755" y="483"/>
                    </a:lnTo>
                    <a:lnTo>
                      <a:pt x="777" y="469"/>
                    </a:lnTo>
                    <a:lnTo>
                      <a:pt x="796" y="455"/>
                    </a:lnTo>
                    <a:lnTo>
                      <a:pt x="814" y="436"/>
                    </a:lnTo>
                    <a:lnTo>
                      <a:pt x="814" y="436"/>
                    </a:lnTo>
                    <a:lnTo>
                      <a:pt x="834" y="455"/>
                    </a:lnTo>
                    <a:lnTo>
                      <a:pt x="853" y="469"/>
                    </a:lnTo>
                    <a:lnTo>
                      <a:pt x="875" y="483"/>
                    </a:lnTo>
                    <a:lnTo>
                      <a:pt x="897" y="494"/>
                    </a:lnTo>
                    <a:lnTo>
                      <a:pt x="923" y="503"/>
                    </a:lnTo>
                    <a:lnTo>
                      <a:pt x="948" y="510"/>
                    </a:lnTo>
                    <a:lnTo>
                      <a:pt x="960" y="513"/>
                    </a:lnTo>
                    <a:lnTo>
                      <a:pt x="974" y="515"/>
                    </a:lnTo>
                    <a:lnTo>
                      <a:pt x="987" y="516"/>
                    </a:lnTo>
                    <a:lnTo>
                      <a:pt x="1001" y="516"/>
                    </a:lnTo>
                    <a:lnTo>
                      <a:pt x="1001" y="516"/>
                    </a:lnTo>
                    <a:lnTo>
                      <a:pt x="1015" y="516"/>
                    </a:lnTo>
                    <a:lnTo>
                      <a:pt x="1027" y="515"/>
                    </a:lnTo>
                    <a:lnTo>
                      <a:pt x="1041" y="513"/>
                    </a:lnTo>
                    <a:lnTo>
                      <a:pt x="1053" y="510"/>
                    </a:lnTo>
                    <a:lnTo>
                      <a:pt x="1079" y="503"/>
                    </a:lnTo>
                    <a:lnTo>
                      <a:pt x="1103" y="494"/>
                    </a:lnTo>
                    <a:lnTo>
                      <a:pt x="1126" y="483"/>
                    </a:lnTo>
                    <a:lnTo>
                      <a:pt x="1148" y="469"/>
                    </a:lnTo>
                    <a:lnTo>
                      <a:pt x="1168" y="455"/>
                    </a:lnTo>
                    <a:lnTo>
                      <a:pt x="1186" y="436"/>
                    </a:lnTo>
                    <a:lnTo>
                      <a:pt x="1186" y="436"/>
                    </a:lnTo>
                    <a:lnTo>
                      <a:pt x="1205" y="455"/>
                    </a:lnTo>
                    <a:lnTo>
                      <a:pt x="1225" y="469"/>
                    </a:lnTo>
                    <a:lnTo>
                      <a:pt x="1247" y="483"/>
                    </a:lnTo>
                    <a:lnTo>
                      <a:pt x="1269" y="494"/>
                    </a:lnTo>
                    <a:lnTo>
                      <a:pt x="1293" y="503"/>
                    </a:lnTo>
                    <a:lnTo>
                      <a:pt x="1320" y="510"/>
                    </a:lnTo>
                    <a:lnTo>
                      <a:pt x="1332" y="513"/>
                    </a:lnTo>
                    <a:lnTo>
                      <a:pt x="1346" y="515"/>
                    </a:lnTo>
                    <a:lnTo>
                      <a:pt x="1358" y="516"/>
                    </a:lnTo>
                    <a:lnTo>
                      <a:pt x="1372" y="516"/>
                    </a:lnTo>
                    <a:lnTo>
                      <a:pt x="1372" y="516"/>
                    </a:lnTo>
                    <a:lnTo>
                      <a:pt x="1385" y="516"/>
                    </a:lnTo>
                    <a:lnTo>
                      <a:pt x="1399" y="515"/>
                    </a:lnTo>
                    <a:lnTo>
                      <a:pt x="1413" y="513"/>
                    </a:lnTo>
                    <a:lnTo>
                      <a:pt x="1425" y="510"/>
                    </a:lnTo>
                    <a:lnTo>
                      <a:pt x="1450" y="503"/>
                    </a:lnTo>
                    <a:lnTo>
                      <a:pt x="1475" y="494"/>
                    </a:lnTo>
                    <a:lnTo>
                      <a:pt x="1498" y="483"/>
                    </a:lnTo>
                    <a:lnTo>
                      <a:pt x="1520" y="469"/>
                    </a:lnTo>
                    <a:lnTo>
                      <a:pt x="1539" y="455"/>
                    </a:lnTo>
                    <a:lnTo>
                      <a:pt x="1558" y="436"/>
                    </a:lnTo>
                    <a:lnTo>
                      <a:pt x="1558" y="436"/>
                    </a:lnTo>
                    <a:lnTo>
                      <a:pt x="1577" y="455"/>
                    </a:lnTo>
                    <a:lnTo>
                      <a:pt x="1596" y="469"/>
                    </a:lnTo>
                    <a:lnTo>
                      <a:pt x="1618" y="483"/>
                    </a:lnTo>
                    <a:lnTo>
                      <a:pt x="1641" y="494"/>
                    </a:lnTo>
                    <a:lnTo>
                      <a:pt x="1665" y="503"/>
                    </a:lnTo>
                    <a:lnTo>
                      <a:pt x="1690" y="510"/>
                    </a:lnTo>
                    <a:lnTo>
                      <a:pt x="1704" y="513"/>
                    </a:lnTo>
                    <a:lnTo>
                      <a:pt x="1716" y="515"/>
                    </a:lnTo>
                    <a:lnTo>
                      <a:pt x="1730" y="516"/>
                    </a:lnTo>
                    <a:lnTo>
                      <a:pt x="1744" y="516"/>
                    </a:lnTo>
                    <a:lnTo>
                      <a:pt x="1744" y="516"/>
                    </a:lnTo>
                    <a:lnTo>
                      <a:pt x="1770" y="515"/>
                    </a:lnTo>
                    <a:lnTo>
                      <a:pt x="1796" y="510"/>
                    </a:lnTo>
                    <a:lnTo>
                      <a:pt x="1820" y="505"/>
                    </a:lnTo>
                    <a:lnTo>
                      <a:pt x="1844" y="496"/>
                    </a:lnTo>
                    <a:lnTo>
                      <a:pt x="1867" y="484"/>
                    </a:lnTo>
                    <a:lnTo>
                      <a:pt x="1888" y="472"/>
                    </a:lnTo>
                    <a:lnTo>
                      <a:pt x="1908" y="457"/>
                    </a:lnTo>
                    <a:lnTo>
                      <a:pt x="1926" y="440"/>
                    </a:lnTo>
                    <a:lnTo>
                      <a:pt x="1943" y="422"/>
                    </a:lnTo>
                    <a:lnTo>
                      <a:pt x="1958" y="402"/>
                    </a:lnTo>
                    <a:lnTo>
                      <a:pt x="1970" y="381"/>
                    </a:lnTo>
                    <a:lnTo>
                      <a:pt x="1982" y="358"/>
                    </a:lnTo>
                    <a:lnTo>
                      <a:pt x="1989" y="334"/>
                    </a:lnTo>
                    <a:lnTo>
                      <a:pt x="1996" y="310"/>
                    </a:lnTo>
                    <a:lnTo>
                      <a:pt x="2001" y="284"/>
                    </a:lnTo>
                    <a:lnTo>
                      <a:pt x="2002" y="258"/>
                    </a:lnTo>
                    <a:lnTo>
                      <a:pt x="2002" y="258"/>
                    </a:lnTo>
                    <a:lnTo>
                      <a:pt x="2001" y="232"/>
                    </a:lnTo>
                    <a:lnTo>
                      <a:pt x="1996" y="206"/>
                    </a:lnTo>
                    <a:lnTo>
                      <a:pt x="1989" y="182"/>
                    </a:lnTo>
                    <a:lnTo>
                      <a:pt x="1982" y="158"/>
                    </a:lnTo>
                    <a:lnTo>
                      <a:pt x="1970" y="135"/>
                    </a:lnTo>
                    <a:lnTo>
                      <a:pt x="1958" y="114"/>
                    </a:lnTo>
                    <a:lnTo>
                      <a:pt x="1943" y="94"/>
                    </a:lnTo>
                    <a:lnTo>
                      <a:pt x="1926" y="76"/>
                    </a:lnTo>
                    <a:lnTo>
                      <a:pt x="1908" y="59"/>
                    </a:lnTo>
                    <a:lnTo>
                      <a:pt x="1888" y="44"/>
                    </a:lnTo>
                    <a:lnTo>
                      <a:pt x="1867" y="32"/>
                    </a:lnTo>
                    <a:lnTo>
                      <a:pt x="1844" y="20"/>
                    </a:lnTo>
                    <a:lnTo>
                      <a:pt x="1820" y="11"/>
                    </a:lnTo>
                    <a:lnTo>
                      <a:pt x="1796" y="6"/>
                    </a:lnTo>
                    <a:lnTo>
                      <a:pt x="1770" y="1"/>
                    </a:lnTo>
                    <a:lnTo>
                      <a:pt x="1744" y="0"/>
                    </a:lnTo>
                    <a:lnTo>
                      <a:pt x="1744" y="0"/>
                    </a:lnTo>
                    <a:close/>
                  </a:path>
                </a:pathLst>
              </a:custGeom>
              <a:noFill/>
              <a:ln>
                <a:solidFill>
                  <a:srgbClr val="968C6D"/>
                </a:solidFill>
                <a:prstDash val="sysDot"/>
              </a:ln>
            </p:spPr>
            <p:txBody>
              <a:bodyPr vert="horz" wrap="square" lIns="91440" tIns="45720" rIns="91440" bIns="45720" numCol="1" anchor="t" anchorCtr="0" compatLnSpc="1">
                <a:prstTxWarp prst="textNoShape">
                  <a:avLst/>
                </a:prstTxWarp>
              </a:bodyPr>
              <a:lstStyle/>
              <a:p>
                <a:endParaRPr lang="en-GB" sz="1200"/>
              </a:p>
            </p:txBody>
          </p:sp>
          <p:sp>
            <p:nvSpPr>
              <p:cNvPr id="8" name="Freeform 11">
                <a:extLst>
                  <a:ext uri="{FF2B5EF4-FFF2-40B4-BE49-F238E27FC236}">
                    <a16:creationId xmlns:a16="http://schemas.microsoft.com/office/drawing/2014/main" id="{7788CA48-9607-4A52-A412-0AF110E5F0DD}"/>
                  </a:ext>
                </a:extLst>
              </p:cNvPr>
              <p:cNvSpPr>
                <a:spLocks/>
              </p:cNvSpPr>
              <p:nvPr/>
            </p:nvSpPr>
            <p:spPr bwMode="auto">
              <a:xfrm>
                <a:off x="395307" y="2045661"/>
                <a:ext cx="2492800" cy="415622"/>
              </a:xfrm>
              <a:custGeom>
                <a:avLst/>
                <a:gdLst>
                  <a:gd name="T0" fmla="*/ 1716 w 2002"/>
                  <a:gd name="T1" fmla="*/ 1 h 516"/>
                  <a:gd name="T2" fmla="*/ 1641 w 2002"/>
                  <a:gd name="T3" fmla="*/ 22 h 516"/>
                  <a:gd name="T4" fmla="*/ 1558 w 2002"/>
                  <a:gd name="T5" fmla="*/ 80 h 516"/>
                  <a:gd name="T6" fmla="*/ 1498 w 2002"/>
                  <a:gd name="T7" fmla="*/ 33 h 516"/>
                  <a:gd name="T8" fmla="*/ 1413 w 2002"/>
                  <a:gd name="T9" fmla="*/ 3 h 516"/>
                  <a:gd name="T10" fmla="*/ 1372 w 2002"/>
                  <a:gd name="T11" fmla="*/ 0 h 516"/>
                  <a:gd name="T12" fmla="*/ 1320 w 2002"/>
                  <a:gd name="T13" fmla="*/ 6 h 516"/>
                  <a:gd name="T14" fmla="*/ 1225 w 2002"/>
                  <a:gd name="T15" fmla="*/ 47 h 516"/>
                  <a:gd name="T16" fmla="*/ 1168 w 2002"/>
                  <a:gd name="T17" fmla="*/ 61 h 516"/>
                  <a:gd name="T18" fmla="*/ 1079 w 2002"/>
                  <a:gd name="T19" fmla="*/ 13 h 516"/>
                  <a:gd name="T20" fmla="*/ 1015 w 2002"/>
                  <a:gd name="T21" fmla="*/ 1 h 516"/>
                  <a:gd name="T22" fmla="*/ 974 w 2002"/>
                  <a:gd name="T23" fmla="*/ 1 h 516"/>
                  <a:gd name="T24" fmla="*/ 897 w 2002"/>
                  <a:gd name="T25" fmla="*/ 22 h 516"/>
                  <a:gd name="T26" fmla="*/ 814 w 2002"/>
                  <a:gd name="T27" fmla="*/ 80 h 516"/>
                  <a:gd name="T28" fmla="*/ 755 w 2002"/>
                  <a:gd name="T29" fmla="*/ 33 h 516"/>
                  <a:gd name="T30" fmla="*/ 669 w 2002"/>
                  <a:gd name="T31" fmla="*/ 3 h 516"/>
                  <a:gd name="T32" fmla="*/ 629 w 2002"/>
                  <a:gd name="T33" fmla="*/ 0 h 516"/>
                  <a:gd name="T34" fmla="*/ 576 w 2002"/>
                  <a:gd name="T35" fmla="*/ 6 h 516"/>
                  <a:gd name="T36" fmla="*/ 482 w 2002"/>
                  <a:gd name="T37" fmla="*/ 47 h 516"/>
                  <a:gd name="T38" fmla="*/ 425 w 2002"/>
                  <a:gd name="T39" fmla="*/ 61 h 516"/>
                  <a:gd name="T40" fmla="*/ 337 w 2002"/>
                  <a:gd name="T41" fmla="*/ 13 h 516"/>
                  <a:gd name="T42" fmla="*/ 271 w 2002"/>
                  <a:gd name="T43" fmla="*/ 1 h 516"/>
                  <a:gd name="T44" fmla="*/ 206 w 2002"/>
                  <a:gd name="T45" fmla="*/ 6 h 516"/>
                  <a:gd name="T46" fmla="*/ 114 w 2002"/>
                  <a:gd name="T47" fmla="*/ 44 h 516"/>
                  <a:gd name="T48" fmla="*/ 43 w 2002"/>
                  <a:gd name="T49" fmla="*/ 114 h 516"/>
                  <a:gd name="T50" fmla="*/ 5 w 2002"/>
                  <a:gd name="T51" fmla="*/ 206 h 516"/>
                  <a:gd name="T52" fmla="*/ 1 w 2002"/>
                  <a:gd name="T53" fmla="*/ 284 h 516"/>
                  <a:gd name="T54" fmla="*/ 31 w 2002"/>
                  <a:gd name="T55" fmla="*/ 381 h 516"/>
                  <a:gd name="T56" fmla="*/ 93 w 2002"/>
                  <a:gd name="T57" fmla="*/ 457 h 516"/>
                  <a:gd name="T58" fmla="*/ 181 w 2002"/>
                  <a:gd name="T59" fmla="*/ 505 h 516"/>
                  <a:gd name="T60" fmla="*/ 258 w 2002"/>
                  <a:gd name="T61" fmla="*/ 516 h 516"/>
                  <a:gd name="T62" fmla="*/ 311 w 2002"/>
                  <a:gd name="T63" fmla="*/ 510 h 516"/>
                  <a:gd name="T64" fmla="*/ 405 w 2002"/>
                  <a:gd name="T65" fmla="*/ 469 h 516"/>
                  <a:gd name="T66" fmla="*/ 462 w 2002"/>
                  <a:gd name="T67" fmla="*/ 455 h 516"/>
                  <a:gd name="T68" fmla="*/ 551 w 2002"/>
                  <a:gd name="T69" fmla="*/ 503 h 516"/>
                  <a:gd name="T70" fmla="*/ 615 w 2002"/>
                  <a:gd name="T71" fmla="*/ 516 h 516"/>
                  <a:gd name="T72" fmla="*/ 656 w 2002"/>
                  <a:gd name="T73" fmla="*/ 515 h 516"/>
                  <a:gd name="T74" fmla="*/ 731 w 2002"/>
                  <a:gd name="T75" fmla="*/ 494 h 516"/>
                  <a:gd name="T76" fmla="*/ 814 w 2002"/>
                  <a:gd name="T77" fmla="*/ 436 h 516"/>
                  <a:gd name="T78" fmla="*/ 875 w 2002"/>
                  <a:gd name="T79" fmla="*/ 483 h 516"/>
                  <a:gd name="T80" fmla="*/ 960 w 2002"/>
                  <a:gd name="T81" fmla="*/ 513 h 516"/>
                  <a:gd name="T82" fmla="*/ 1001 w 2002"/>
                  <a:gd name="T83" fmla="*/ 516 h 516"/>
                  <a:gd name="T84" fmla="*/ 1053 w 2002"/>
                  <a:gd name="T85" fmla="*/ 510 h 516"/>
                  <a:gd name="T86" fmla="*/ 1148 w 2002"/>
                  <a:gd name="T87" fmla="*/ 469 h 516"/>
                  <a:gd name="T88" fmla="*/ 1205 w 2002"/>
                  <a:gd name="T89" fmla="*/ 455 h 516"/>
                  <a:gd name="T90" fmla="*/ 1293 w 2002"/>
                  <a:gd name="T91" fmla="*/ 503 h 516"/>
                  <a:gd name="T92" fmla="*/ 1358 w 2002"/>
                  <a:gd name="T93" fmla="*/ 516 h 516"/>
                  <a:gd name="T94" fmla="*/ 1399 w 2002"/>
                  <a:gd name="T95" fmla="*/ 515 h 516"/>
                  <a:gd name="T96" fmla="*/ 1475 w 2002"/>
                  <a:gd name="T97" fmla="*/ 494 h 516"/>
                  <a:gd name="T98" fmla="*/ 1558 w 2002"/>
                  <a:gd name="T99" fmla="*/ 436 h 516"/>
                  <a:gd name="T100" fmla="*/ 1618 w 2002"/>
                  <a:gd name="T101" fmla="*/ 483 h 516"/>
                  <a:gd name="T102" fmla="*/ 1704 w 2002"/>
                  <a:gd name="T103" fmla="*/ 513 h 516"/>
                  <a:gd name="T104" fmla="*/ 1744 w 2002"/>
                  <a:gd name="T105" fmla="*/ 516 h 516"/>
                  <a:gd name="T106" fmla="*/ 1844 w 2002"/>
                  <a:gd name="T107" fmla="*/ 496 h 516"/>
                  <a:gd name="T108" fmla="*/ 1926 w 2002"/>
                  <a:gd name="T109" fmla="*/ 440 h 516"/>
                  <a:gd name="T110" fmla="*/ 1982 w 2002"/>
                  <a:gd name="T111" fmla="*/ 358 h 516"/>
                  <a:gd name="T112" fmla="*/ 2002 w 2002"/>
                  <a:gd name="T113" fmla="*/ 258 h 516"/>
                  <a:gd name="T114" fmla="*/ 1989 w 2002"/>
                  <a:gd name="T115" fmla="*/ 182 h 516"/>
                  <a:gd name="T116" fmla="*/ 1943 w 2002"/>
                  <a:gd name="T117" fmla="*/ 94 h 516"/>
                  <a:gd name="T118" fmla="*/ 1867 w 2002"/>
                  <a:gd name="T119" fmla="*/ 32 h 516"/>
                  <a:gd name="T120" fmla="*/ 1770 w 2002"/>
                  <a:gd name="T121" fmla="*/ 1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02" h="516">
                    <a:moveTo>
                      <a:pt x="1744" y="0"/>
                    </a:moveTo>
                    <a:lnTo>
                      <a:pt x="1744" y="0"/>
                    </a:lnTo>
                    <a:lnTo>
                      <a:pt x="1730" y="1"/>
                    </a:lnTo>
                    <a:lnTo>
                      <a:pt x="1716" y="1"/>
                    </a:lnTo>
                    <a:lnTo>
                      <a:pt x="1704" y="3"/>
                    </a:lnTo>
                    <a:lnTo>
                      <a:pt x="1690" y="6"/>
                    </a:lnTo>
                    <a:lnTo>
                      <a:pt x="1665" y="13"/>
                    </a:lnTo>
                    <a:lnTo>
                      <a:pt x="1641" y="22"/>
                    </a:lnTo>
                    <a:lnTo>
                      <a:pt x="1618" y="33"/>
                    </a:lnTo>
                    <a:lnTo>
                      <a:pt x="1596" y="47"/>
                    </a:lnTo>
                    <a:lnTo>
                      <a:pt x="1577" y="61"/>
                    </a:lnTo>
                    <a:lnTo>
                      <a:pt x="1558" y="80"/>
                    </a:lnTo>
                    <a:lnTo>
                      <a:pt x="1558" y="80"/>
                    </a:lnTo>
                    <a:lnTo>
                      <a:pt x="1539" y="61"/>
                    </a:lnTo>
                    <a:lnTo>
                      <a:pt x="1520" y="47"/>
                    </a:lnTo>
                    <a:lnTo>
                      <a:pt x="1498" y="33"/>
                    </a:lnTo>
                    <a:lnTo>
                      <a:pt x="1475" y="22"/>
                    </a:lnTo>
                    <a:lnTo>
                      <a:pt x="1450" y="13"/>
                    </a:lnTo>
                    <a:lnTo>
                      <a:pt x="1425" y="6"/>
                    </a:lnTo>
                    <a:lnTo>
                      <a:pt x="1413" y="3"/>
                    </a:lnTo>
                    <a:lnTo>
                      <a:pt x="1399" y="1"/>
                    </a:lnTo>
                    <a:lnTo>
                      <a:pt x="1385" y="1"/>
                    </a:lnTo>
                    <a:lnTo>
                      <a:pt x="1372" y="0"/>
                    </a:lnTo>
                    <a:lnTo>
                      <a:pt x="1372" y="0"/>
                    </a:lnTo>
                    <a:lnTo>
                      <a:pt x="1358" y="1"/>
                    </a:lnTo>
                    <a:lnTo>
                      <a:pt x="1346" y="1"/>
                    </a:lnTo>
                    <a:lnTo>
                      <a:pt x="1332" y="3"/>
                    </a:lnTo>
                    <a:lnTo>
                      <a:pt x="1320" y="6"/>
                    </a:lnTo>
                    <a:lnTo>
                      <a:pt x="1293" y="13"/>
                    </a:lnTo>
                    <a:lnTo>
                      <a:pt x="1269" y="22"/>
                    </a:lnTo>
                    <a:lnTo>
                      <a:pt x="1247" y="33"/>
                    </a:lnTo>
                    <a:lnTo>
                      <a:pt x="1225" y="47"/>
                    </a:lnTo>
                    <a:lnTo>
                      <a:pt x="1205" y="61"/>
                    </a:lnTo>
                    <a:lnTo>
                      <a:pt x="1186" y="80"/>
                    </a:lnTo>
                    <a:lnTo>
                      <a:pt x="1186" y="80"/>
                    </a:lnTo>
                    <a:lnTo>
                      <a:pt x="1168" y="61"/>
                    </a:lnTo>
                    <a:lnTo>
                      <a:pt x="1148" y="47"/>
                    </a:lnTo>
                    <a:lnTo>
                      <a:pt x="1126" y="33"/>
                    </a:lnTo>
                    <a:lnTo>
                      <a:pt x="1103" y="22"/>
                    </a:lnTo>
                    <a:lnTo>
                      <a:pt x="1079" y="13"/>
                    </a:lnTo>
                    <a:lnTo>
                      <a:pt x="1053" y="6"/>
                    </a:lnTo>
                    <a:lnTo>
                      <a:pt x="1041" y="3"/>
                    </a:lnTo>
                    <a:lnTo>
                      <a:pt x="1027" y="1"/>
                    </a:lnTo>
                    <a:lnTo>
                      <a:pt x="1015" y="1"/>
                    </a:lnTo>
                    <a:lnTo>
                      <a:pt x="1001" y="0"/>
                    </a:lnTo>
                    <a:lnTo>
                      <a:pt x="1001" y="0"/>
                    </a:lnTo>
                    <a:lnTo>
                      <a:pt x="987" y="1"/>
                    </a:lnTo>
                    <a:lnTo>
                      <a:pt x="974" y="1"/>
                    </a:lnTo>
                    <a:lnTo>
                      <a:pt x="960" y="3"/>
                    </a:lnTo>
                    <a:lnTo>
                      <a:pt x="948" y="6"/>
                    </a:lnTo>
                    <a:lnTo>
                      <a:pt x="923" y="13"/>
                    </a:lnTo>
                    <a:lnTo>
                      <a:pt x="897" y="22"/>
                    </a:lnTo>
                    <a:lnTo>
                      <a:pt x="875" y="33"/>
                    </a:lnTo>
                    <a:lnTo>
                      <a:pt x="853" y="47"/>
                    </a:lnTo>
                    <a:lnTo>
                      <a:pt x="834" y="61"/>
                    </a:lnTo>
                    <a:lnTo>
                      <a:pt x="814" y="80"/>
                    </a:lnTo>
                    <a:lnTo>
                      <a:pt x="814" y="80"/>
                    </a:lnTo>
                    <a:lnTo>
                      <a:pt x="796" y="61"/>
                    </a:lnTo>
                    <a:lnTo>
                      <a:pt x="777" y="47"/>
                    </a:lnTo>
                    <a:lnTo>
                      <a:pt x="755" y="33"/>
                    </a:lnTo>
                    <a:lnTo>
                      <a:pt x="731" y="22"/>
                    </a:lnTo>
                    <a:lnTo>
                      <a:pt x="708" y="13"/>
                    </a:lnTo>
                    <a:lnTo>
                      <a:pt x="683" y="6"/>
                    </a:lnTo>
                    <a:lnTo>
                      <a:pt x="669" y="3"/>
                    </a:lnTo>
                    <a:lnTo>
                      <a:pt x="656" y="1"/>
                    </a:lnTo>
                    <a:lnTo>
                      <a:pt x="643" y="1"/>
                    </a:lnTo>
                    <a:lnTo>
                      <a:pt x="629" y="0"/>
                    </a:lnTo>
                    <a:lnTo>
                      <a:pt x="629" y="0"/>
                    </a:lnTo>
                    <a:lnTo>
                      <a:pt x="615" y="1"/>
                    </a:lnTo>
                    <a:lnTo>
                      <a:pt x="602" y="1"/>
                    </a:lnTo>
                    <a:lnTo>
                      <a:pt x="589" y="3"/>
                    </a:lnTo>
                    <a:lnTo>
                      <a:pt x="576" y="6"/>
                    </a:lnTo>
                    <a:lnTo>
                      <a:pt x="551" y="13"/>
                    </a:lnTo>
                    <a:lnTo>
                      <a:pt x="527" y="22"/>
                    </a:lnTo>
                    <a:lnTo>
                      <a:pt x="504" y="33"/>
                    </a:lnTo>
                    <a:lnTo>
                      <a:pt x="482" y="47"/>
                    </a:lnTo>
                    <a:lnTo>
                      <a:pt x="462" y="61"/>
                    </a:lnTo>
                    <a:lnTo>
                      <a:pt x="444" y="80"/>
                    </a:lnTo>
                    <a:lnTo>
                      <a:pt x="444" y="80"/>
                    </a:lnTo>
                    <a:lnTo>
                      <a:pt x="425" y="61"/>
                    </a:lnTo>
                    <a:lnTo>
                      <a:pt x="405" y="47"/>
                    </a:lnTo>
                    <a:lnTo>
                      <a:pt x="383" y="33"/>
                    </a:lnTo>
                    <a:lnTo>
                      <a:pt x="361" y="22"/>
                    </a:lnTo>
                    <a:lnTo>
                      <a:pt x="337" y="13"/>
                    </a:lnTo>
                    <a:lnTo>
                      <a:pt x="311" y="6"/>
                    </a:lnTo>
                    <a:lnTo>
                      <a:pt x="298" y="3"/>
                    </a:lnTo>
                    <a:lnTo>
                      <a:pt x="284" y="1"/>
                    </a:lnTo>
                    <a:lnTo>
                      <a:pt x="271" y="1"/>
                    </a:lnTo>
                    <a:lnTo>
                      <a:pt x="258" y="0"/>
                    </a:lnTo>
                    <a:lnTo>
                      <a:pt x="258" y="0"/>
                    </a:lnTo>
                    <a:lnTo>
                      <a:pt x="231" y="1"/>
                    </a:lnTo>
                    <a:lnTo>
                      <a:pt x="206" y="6"/>
                    </a:lnTo>
                    <a:lnTo>
                      <a:pt x="181" y="11"/>
                    </a:lnTo>
                    <a:lnTo>
                      <a:pt x="157" y="20"/>
                    </a:lnTo>
                    <a:lnTo>
                      <a:pt x="134" y="32"/>
                    </a:lnTo>
                    <a:lnTo>
                      <a:pt x="114" y="44"/>
                    </a:lnTo>
                    <a:lnTo>
                      <a:pt x="93" y="59"/>
                    </a:lnTo>
                    <a:lnTo>
                      <a:pt x="75" y="76"/>
                    </a:lnTo>
                    <a:lnTo>
                      <a:pt x="59" y="94"/>
                    </a:lnTo>
                    <a:lnTo>
                      <a:pt x="43" y="114"/>
                    </a:lnTo>
                    <a:lnTo>
                      <a:pt x="31" y="135"/>
                    </a:lnTo>
                    <a:lnTo>
                      <a:pt x="20" y="158"/>
                    </a:lnTo>
                    <a:lnTo>
                      <a:pt x="11" y="182"/>
                    </a:lnTo>
                    <a:lnTo>
                      <a:pt x="5" y="206"/>
                    </a:lnTo>
                    <a:lnTo>
                      <a:pt x="1" y="232"/>
                    </a:lnTo>
                    <a:lnTo>
                      <a:pt x="0" y="258"/>
                    </a:lnTo>
                    <a:lnTo>
                      <a:pt x="0" y="258"/>
                    </a:lnTo>
                    <a:lnTo>
                      <a:pt x="1" y="284"/>
                    </a:lnTo>
                    <a:lnTo>
                      <a:pt x="5" y="310"/>
                    </a:lnTo>
                    <a:lnTo>
                      <a:pt x="11" y="334"/>
                    </a:lnTo>
                    <a:lnTo>
                      <a:pt x="20" y="358"/>
                    </a:lnTo>
                    <a:lnTo>
                      <a:pt x="31" y="381"/>
                    </a:lnTo>
                    <a:lnTo>
                      <a:pt x="43" y="402"/>
                    </a:lnTo>
                    <a:lnTo>
                      <a:pt x="59" y="422"/>
                    </a:lnTo>
                    <a:lnTo>
                      <a:pt x="75" y="440"/>
                    </a:lnTo>
                    <a:lnTo>
                      <a:pt x="93" y="457"/>
                    </a:lnTo>
                    <a:lnTo>
                      <a:pt x="114" y="472"/>
                    </a:lnTo>
                    <a:lnTo>
                      <a:pt x="134" y="484"/>
                    </a:lnTo>
                    <a:lnTo>
                      <a:pt x="157" y="496"/>
                    </a:lnTo>
                    <a:lnTo>
                      <a:pt x="181" y="505"/>
                    </a:lnTo>
                    <a:lnTo>
                      <a:pt x="206" y="510"/>
                    </a:lnTo>
                    <a:lnTo>
                      <a:pt x="231" y="515"/>
                    </a:lnTo>
                    <a:lnTo>
                      <a:pt x="258" y="516"/>
                    </a:lnTo>
                    <a:lnTo>
                      <a:pt x="258" y="516"/>
                    </a:lnTo>
                    <a:lnTo>
                      <a:pt x="271" y="516"/>
                    </a:lnTo>
                    <a:lnTo>
                      <a:pt x="284" y="515"/>
                    </a:lnTo>
                    <a:lnTo>
                      <a:pt x="298" y="513"/>
                    </a:lnTo>
                    <a:lnTo>
                      <a:pt x="311" y="510"/>
                    </a:lnTo>
                    <a:lnTo>
                      <a:pt x="337" y="503"/>
                    </a:lnTo>
                    <a:lnTo>
                      <a:pt x="361" y="494"/>
                    </a:lnTo>
                    <a:lnTo>
                      <a:pt x="383" y="483"/>
                    </a:lnTo>
                    <a:lnTo>
                      <a:pt x="405" y="469"/>
                    </a:lnTo>
                    <a:lnTo>
                      <a:pt x="425" y="455"/>
                    </a:lnTo>
                    <a:lnTo>
                      <a:pt x="444" y="436"/>
                    </a:lnTo>
                    <a:lnTo>
                      <a:pt x="444" y="436"/>
                    </a:lnTo>
                    <a:lnTo>
                      <a:pt x="462" y="455"/>
                    </a:lnTo>
                    <a:lnTo>
                      <a:pt x="482" y="469"/>
                    </a:lnTo>
                    <a:lnTo>
                      <a:pt x="504" y="483"/>
                    </a:lnTo>
                    <a:lnTo>
                      <a:pt x="527" y="494"/>
                    </a:lnTo>
                    <a:lnTo>
                      <a:pt x="551" y="503"/>
                    </a:lnTo>
                    <a:lnTo>
                      <a:pt x="576" y="510"/>
                    </a:lnTo>
                    <a:lnTo>
                      <a:pt x="589" y="513"/>
                    </a:lnTo>
                    <a:lnTo>
                      <a:pt x="602" y="515"/>
                    </a:lnTo>
                    <a:lnTo>
                      <a:pt x="615" y="516"/>
                    </a:lnTo>
                    <a:lnTo>
                      <a:pt x="629" y="516"/>
                    </a:lnTo>
                    <a:lnTo>
                      <a:pt x="629" y="516"/>
                    </a:lnTo>
                    <a:lnTo>
                      <a:pt x="643" y="516"/>
                    </a:lnTo>
                    <a:lnTo>
                      <a:pt x="656" y="515"/>
                    </a:lnTo>
                    <a:lnTo>
                      <a:pt x="669" y="513"/>
                    </a:lnTo>
                    <a:lnTo>
                      <a:pt x="683" y="510"/>
                    </a:lnTo>
                    <a:lnTo>
                      <a:pt x="708" y="503"/>
                    </a:lnTo>
                    <a:lnTo>
                      <a:pt x="731" y="494"/>
                    </a:lnTo>
                    <a:lnTo>
                      <a:pt x="755" y="483"/>
                    </a:lnTo>
                    <a:lnTo>
                      <a:pt x="777" y="469"/>
                    </a:lnTo>
                    <a:lnTo>
                      <a:pt x="796" y="455"/>
                    </a:lnTo>
                    <a:lnTo>
                      <a:pt x="814" y="436"/>
                    </a:lnTo>
                    <a:lnTo>
                      <a:pt x="814" y="436"/>
                    </a:lnTo>
                    <a:lnTo>
                      <a:pt x="834" y="455"/>
                    </a:lnTo>
                    <a:lnTo>
                      <a:pt x="853" y="469"/>
                    </a:lnTo>
                    <a:lnTo>
                      <a:pt x="875" y="483"/>
                    </a:lnTo>
                    <a:lnTo>
                      <a:pt x="897" y="494"/>
                    </a:lnTo>
                    <a:lnTo>
                      <a:pt x="923" y="503"/>
                    </a:lnTo>
                    <a:lnTo>
                      <a:pt x="948" y="510"/>
                    </a:lnTo>
                    <a:lnTo>
                      <a:pt x="960" y="513"/>
                    </a:lnTo>
                    <a:lnTo>
                      <a:pt x="974" y="515"/>
                    </a:lnTo>
                    <a:lnTo>
                      <a:pt x="987" y="516"/>
                    </a:lnTo>
                    <a:lnTo>
                      <a:pt x="1001" y="516"/>
                    </a:lnTo>
                    <a:lnTo>
                      <a:pt x="1001" y="516"/>
                    </a:lnTo>
                    <a:lnTo>
                      <a:pt x="1015" y="516"/>
                    </a:lnTo>
                    <a:lnTo>
                      <a:pt x="1027" y="515"/>
                    </a:lnTo>
                    <a:lnTo>
                      <a:pt x="1041" y="513"/>
                    </a:lnTo>
                    <a:lnTo>
                      <a:pt x="1053" y="510"/>
                    </a:lnTo>
                    <a:lnTo>
                      <a:pt x="1079" y="503"/>
                    </a:lnTo>
                    <a:lnTo>
                      <a:pt x="1103" y="494"/>
                    </a:lnTo>
                    <a:lnTo>
                      <a:pt x="1126" y="483"/>
                    </a:lnTo>
                    <a:lnTo>
                      <a:pt x="1148" y="469"/>
                    </a:lnTo>
                    <a:lnTo>
                      <a:pt x="1168" y="455"/>
                    </a:lnTo>
                    <a:lnTo>
                      <a:pt x="1186" y="436"/>
                    </a:lnTo>
                    <a:lnTo>
                      <a:pt x="1186" y="436"/>
                    </a:lnTo>
                    <a:lnTo>
                      <a:pt x="1205" y="455"/>
                    </a:lnTo>
                    <a:lnTo>
                      <a:pt x="1225" y="469"/>
                    </a:lnTo>
                    <a:lnTo>
                      <a:pt x="1247" y="483"/>
                    </a:lnTo>
                    <a:lnTo>
                      <a:pt x="1269" y="494"/>
                    </a:lnTo>
                    <a:lnTo>
                      <a:pt x="1293" y="503"/>
                    </a:lnTo>
                    <a:lnTo>
                      <a:pt x="1320" y="510"/>
                    </a:lnTo>
                    <a:lnTo>
                      <a:pt x="1332" y="513"/>
                    </a:lnTo>
                    <a:lnTo>
                      <a:pt x="1346" y="515"/>
                    </a:lnTo>
                    <a:lnTo>
                      <a:pt x="1358" y="516"/>
                    </a:lnTo>
                    <a:lnTo>
                      <a:pt x="1372" y="516"/>
                    </a:lnTo>
                    <a:lnTo>
                      <a:pt x="1372" y="516"/>
                    </a:lnTo>
                    <a:lnTo>
                      <a:pt x="1385" y="516"/>
                    </a:lnTo>
                    <a:lnTo>
                      <a:pt x="1399" y="515"/>
                    </a:lnTo>
                    <a:lnTo>
                      <a:pt x="1413" y="513"/>
                    </a:lnTo>
                    <a:lnTo>
                      <a:pt x="1425" y="510"/>
                    </a:lnTo>
                    <a:lnTo>
                      <a:pt x="1450" y="503"/>
                    </a:lnTo>
                    <a:lnTo>
                      <a:pt x="1475" y="494"/>
                    </a:lnTo>
                    <a:lnTo>
                      <a:pt x="1498" y="483"/>
                    </a:lnTo>
                    <a:lnTo>
                      <a:pt x="1520" y="469"/>
                    </a:lnTo>
                    <a:lnTo>
                      <a:pt x="1539" y="455"/>
                    </a:lnTo>
                    <a:lnTo>
                      <a:pt x="1558" y="436"/>
                    </a:lnTo>
                    <a:lnTo>
                      <a:pt x="1558" y="436"/>
                    </a:lnTo>
                    <a:lnTo>
                      <a:pt x="1577" y="455"/>
                    </a:lnTo>
                    <a:lnTo>
                      <a:pt x="1596" y="469"/>
                    </a:lnTo>
                    <a:lnTo>
                      <a:pt x="1618" y="483"/>
                    </a:lnTo>
                    <a:lnTo>
                      <a:pt x="1641" y="494"/>
                    </a:lnTo>
                    <a:lnTo>
                      <a:pt x="1665" y="503"/>
                    </a:lnTo>
                    <a:lnTo>
                      <a:pt x="1690" y="510"/>
                    </a:lnTo>
                    <a:lnTo>
                      <a:pt x="1704" y="513"/>
                    </a:lnTo>
                    <a:lnTo>
                      <a:pt x="1716" y="515"/>
                    </a:lnTo>
                    <a:lnTo>
                      <a:pt x="1730" y="516"/>
                    </a:lnTo>
                    <a:lnTo>
                      <a:pt x="1744" y="516"/>
                    </a:lnTo>
                    <a:lnTo>
                      <a:pt x="1744" y="516"/>
                    </a:lnTo>
                    <a:lnTo>
                      <a:pt x="1770" y="515"/>
                    </a:lnTo>
                    <a:lnTo>
                      <a:pt x="1796" y="510"/>
                    </a:lnTo>
                    <a:lnTo>
                      <a:pt x="1820" y="505"/>
                    </a:lnTo>
                    <a:lnTo>
                      <a:pt x="1844" y="496"/>
                    </a:lnTo>
                    <a:lnTo>
                      <a:pt x="1867" y="484"/>
                    </a:lnTo>
                    <a:lnTo>
                      <a:pt x="1888" y="472"/>
                    </a:lnTo>
                    <a:lnTo>
                      <a:pt x="1908" y="457"/>
                    </a:lnTo>
                    <a:lnTo>
                      <a:pt x="1926" y="440"/>
                    </a:lnTo>
                    <a:lnTo>
                      <a:pt x="1943" y="422"/>
                    </a:lnTo>
                    <a:lnTo>
                      <a:pt x="1958" y="402"/>
                    </a:lnTo>
                    <a:lnTo>
                      <a:pt x="1970" y="381"/>
                    </a:lnTo>
                    <a:lnTo>
                      <a:pt x="1982" y="358"/>
                    </a:lnTo>
                    <a:lnTo>
                      <a:pt x="1989" y="334"/>
                    </a:lnTo>
                    <a:lnTo>
                      <a:pt x="1996" y="310"/>
                    </a:lnTo>
                    <a:lnTo>
                      <a:pt x="2001" y="284"/>
                    </a:lnTo>
                    <a:lnTo>
                      <a:pt x="2002" y="258"/>
                    </a:lnTo>
                    <a:lnTo>
                      <a:pt x="2002" y="258"/>
                    </a:lnTo>
                    <a:lnTo>
                      <a:pt x="2001" y="232"/>
                    </a:lnTo>
                    <a:lnTo>
                      <a:pt x="1996" y="206"/>
                    </a:lnTo>
                    <a:lnTo>
                      <a:pt x="1989" y="182"/>
                    </a:lnTo>
                    <a:lnTo>
                      <a:pt x="1982" y="158"/>
                    </a:lnTo>
                    <a:lnTo>
                      <a:pt x="1970" y="135"/>
                    </a:lnTo>
                    <a:lnTo>
                      <a:pt x="1958" y="114"/>
                    </a:lnTo>
                    <a:lnTo>
                      <a:pt x="1943" y="94"/>
                    </a:lnTo>
                    <a:lnTo>
                      <a:pt x="1926" y="76"/>
                    </a:lnTo>
                    <a:lnTo>
                      <a:pt x="1908" y="59"/>
                    </a:lnTo>
                    <a:lnTo>
                      <a:pt x="1888" y="44"/>
                    </a:lnTo>
                    <a:lnTo>
                      <a:pt x="1867" y="32"/>
                    </a:lnTo>
                    <a:lnTo>
                      <a:pt x="1844" y="20"/>
                    </a:lnTo>
                    <a:lnTo>
                      <a:pt x="1820" y="11"/>
                    </a:lnTo>
                    <a:lnTo>
                      <a:pt x="1796" y="6"/>
                    </a:lnTo>
                    <a:lnTo>
                      <a:pt x="1770" y="1"/>
                    </a:lnTo>
                    <a:lnTo>
                      <a:pt x="1744" y="0"/>
                    </a:lnTo>
                    <a:lnTo>
                      <a:pt x="1744" y="0"/>
                    </a:lnTo>
                    <a:close/>
                  </a:path>
                </a:pathLst>
              </a:custGeom>
              <a:noFill/>
              <a:ln>
                <a:solidFill>
                  <a:srgbClr val="968C6D"/>
                </a:solidFill>
                <a:prstDash val="sysDot"/>
              </a:ln>
            </p:spPr>
            <p:txBody>
              <a:bodyPr vert="horz" wrap="square" lIns="91440" tIns="45720" rIns="91440" bIns="45720" numCol="1" anchor="t" anchorCtr="0" compatLnSpc="1">
                <a:prstTxWarp prst="textNoShape">
                  <a:avLst/>
                </a:prstTxWarp>
              </a:bodyPr>
              <a:lstStyle/>
              <a:p>
                <a:endParaRPr lang="en-GB" sz="1200">
                  <a:solidFill>
                    <a:schemeClr val="bg1"/>
                  </a:solidFill>
                </a:endParaRPr>
              </a:p>
            </p:txBody>
          </p:sp>
          <p:sp>
            <p:nvSpPr>
              <p:cNvPr id="9" name="Freeform 11">
                <a:extLst>
                  <a:ext uri="{FF2B5EF4-FFF2-40B4-BE49-F238E27FC236}">
                    <a16:creationId xmlns:a16="http://schemas.microsoft.com/office/drawing/2014/main" id="{C26F9F1E-BDD4-AD2C-82FB-FD7133FD22DD}"/>
                  </a:ext>
                </a:extLst>
              </p:cNvPr>
              <p:cNvSpPr>
                <a:spLocks/>
              </p:cNvSpPr>
              <p:nvPr/>
            </p:nvSpPr>
            <p:spPr bwMode="auto">
              <a:xfrm>
                <a:off x="395307" y="2511489"/>
                <a:ext cx="2492800" cy="415622"/>
              </a:xfrm>
              <a:custGeom>
                <a:avLst/>
                <a:gdLst>
                  <a:gd name="T0" fmla="*/ 1716 w 2002"/>
                  <a:gd name="T1" fmla="*/ 1 h 516"/>
                  <a:gd name="T2" fmla="*/ 1641 w 2002"/>
                  <a:gd name="T3" fmla="*/ 22 h 516"/>
                  <a:gd name="T4" fmla="*/ 1558 w 2002"/>
                  <a:gd name="T5" fmla="*/ 80 h 516"/>
                  <a:gd name="T6" fmla="*/ 1498 w 2002"/>
                  <a:gd name="T7" fmla="*/ 33 h 516"/>
                  <a:gd name="T8" fmla="*/ 1413 w 2002"/>
                  <a:gd name="T9" fmla="*/ 3 h 516"/>
                  <a:gd name="T10" fmla="*/ 1372 w 2002"/>
                  <a:gd name="T11" fmla="*/ 0 h 516"/>
                  <a:gd name="T12" fmla="*/ 1320 w 2002"/>
                  <a:gd name="T13" fmla="*/ 6 h 516"/>
                  <a:gd name="T14" fmla="*/ 1225 w 2002"/>
                  <a:gd name="T15" fmla="*/ 47 h 516"/>
                  <a:gd name="T16" fmla="*/ 1168 w 2002"/>
                  <a:gd name="T17" fmla="*/ 61 h 516"/>
                  <a:gd name="T18" fmla="*/ 1079 w 2002"/>
                  <a:gd name="T19" fmla="*/ 13 h 516"/>
                  <a:gd name="T20" fmla="*/ 1015 w 2002"/>
                  <a:gd name="T21" fmla="*/ 1 h 516"/>
                  <a:gd name="T22" fmla="*/ 974 w 2002"/>
                  <a:gd name="T23" fmla="*/ 1 h 516"/>
                  <a:gd name="T24" fmla="*/ 897 w 2002"/>
                  <a:gd name="T25" fmla="*/ 22 h 516"/>
                  <a:gd name="T26" fmla="*/ 814 w 2002"/>
                  <a:gd name="T27" fmla="*/ 80 h 516"/>
                  <a:gd name="T28" fmla="*/ 755 w 2002"/>
                  <a:gd name="T29" fmla="*/ 33 h 516"/>
                  <a:gd name="T30" fmla="*/ 669 w 2002"/>
                  <a:gd name="T31" fmla="*/ 3 h 516"/>
                  <a:gd name="T32" fmla="*/ 629 w 2002"/>
                  <a:gd name="T33" fmla="*/ 0 h 516"/>
                  <a:gd name="T34" fmla="*/ 576 w 2002"/>
                  <a:gd name="T35" fmla="*/ 6 h 516"/>
                  <a:gd name="T36" fmla="*/ 482 w 2002"/>
                  <a:gd name="T37" fmla="*/ 47 h 516"/>
                  <a:gd name="T38" fmla="*/ 425 w 2002"/>
                  <a:gd name="T39" fmla="*/ 61 h 516"/>
                  <a:gd name="T40" fmla="*/ 337 w 2002"/>
                  <a:gd name="T41" fmla="*/ 13 h 516"/>
                  <a:gd name="T42" fmla="*/ 271 w 2002"/>
                  <a:gd name="T43" fmla="*/ 1 h 516"/>
                  <a:gd name="T44" fmla="*/ 206 w 2002"/>
                  <a:gd name="T45" fmla="*/ 6 h 516"/>
                  <a:gd name="T46" fmla="*/ 114 w 2002"/>
                  <a:gd name="T47" fmla="*/ 44 h 516"/>
                  <a:gd name="T48" fmla="*/ 43 w 2002"/>
                  <a:gd name="T49" fmla="*/ 114 h 516"/>
                  <a:gd name="T50" fmla="*/ 5 w 2002"/>
                  <a:gd name="T51" fmla="*/ 206 h 516"/>
                  <a:gd name="T52" fmla="*/ 1 w 2002"/>
                  <a:gd name="T53" fmla="*/ 284 h 516"/>
                  <a:gd name="T54" fmla="*/ 31 w 2002"/>
                  <a:gd name="T55" fmla="*/ 381 h 516"/>
                  <a:gd name="T56" fmla="*/ 93 w 2002"/>
                  <a:gd name="T57" fmla="*/ 457 h 516"/>
                  <a:gd name="T58" fmla="*/ 181 w 2002"/>
                  <a:gd name="T59" fmla="*/ 505 h 516"/>
                  <a:gd name="T60" fmla="*/ 258 w 2002"/>
                  <a:gd name="T61" fmla="*/ 516 h 516"/>
                  <a:gd name="T62" fmla="*/ 311 w 2002"/>
                  <a:gd name="T63" fmla="*/ 510 h 516"/>
                  <a:gd name="T64" fmla="*/ 405 w 2002"/>
                  <a:gd name="T65" fmla="*/ 469 h 516"/>
                  <a:gd name="T66" fmla="*/ 462 w 2002"/>
                  <a:gd name="T67" fmla="*/ 455 h 516"/>
                  <a:gd name="T68" fmla="*/ 551 w 2002"/>
                  <a:gd name="T69" fmla="*/ 503 h 516"/>
                  <a:gd name="T70" fmla="*/ 615 w 2002"/>
                  <a:gd name="T71" fmla="*/ 516 h 516"/>
                  <a:gd name="T72" fmla="*/ 656 w 2002"/>
                  <a:gd name="T73" fmla="*/ 515 h 516"/>
                  <a:gd name="T74" fmla="*/ 731 w 2002"/>
                  <a:gd name="T75" fmla="*/ 494 h 516"/>
                  <a:gd name="T76" fmla="*/ 814 w 2002"/>
                  <a:gd name="T77" fmla="*/ 436 h 516"/>
                  <a:gd name="T78" fmla="*/ 875 w 2002"/>
                  <a:gd name="T79" fmla="*/ 483 h 516"/>
                  <a:gd name="T80" fmla="*/ 960 w 2002"/>
                  <a:gd name="T81" fmla="*/ 513 h 516"/>
                  <a:gd name="T82" fmla="*/ 1001 w 2002"/>
                  <a:gd name="T83" fmla="*/ 516 h 516"/>
                  <a:gd name="T84" fmla="*/ 1053 w 2002"/>
                  <a:gd name="T85" fmla="*/ 510 h 516"/>
                  <a:gd name="T86" fmla="*/ 1148 w 2002"/>
                  <a:gd name="T87" fmla="*/ 469 h 516"/>
                  <a:gd name="T88" fmla="*/ 1205 w 2002"/>
                  <a:gd name="T89" fmla="*/ 455 h 516"/>
                  <a:gd name="T90" fmla="*/ 1293 w 2002"/>
                  <a:gd name="T91" fmla="*/ 503 h 516"/>
                  <a:gd name="T92" fmla="*/ 1358 w 2002"/>
                  <a:gd name="T93" fmla="*/ 516 h 516"/>
                  <a:gd name="T94" fmla="*/ 1399 w 2002"/>
                  <a:gd name="T95" fmla="*/ 515 h 516"/>
                  <a:gd name="T96" fmla="*/ 1475 w 2002"/>
                  <a:gd name="T97" fmla="*/ 494 h 516"/>
                  <a:gd name="T98" fmla="*/ 1558 w 2002"/>
                  <a:gd name="T99" fmla="*/ 436 h 516"/>
                  <a:gd name="T100" fmla="*/ 1618 w 2002"/>
                  <a:gd name="T101" fmla="*/ 483 h 516"/>
                  <a:gd name="T102" fmla="*/ 1704 w 2002"/>
                  <a:gd name="T103" fmla="*/ 513 h 516"/>
                  <a:gd name="T104" fmla="*/ 1744 w 2002"/>
                  <a:gd name="T105" fmla="*/ 516 h 516"/>
                  <a:gd name="T106" fmla="*/ 1844 w 2002"/>
                  <a:gd name="T107" fmla="*/ 496 h 516"/>
                  <a:gd name="T108" fmla="*/ 1926 w 2002"/>
                  <a:gd name="T109" fmla="*/ 440 h 516"/>
                  <a:gd name="T110" fmla="*/ 1982 w 2002"/>
                  <a:gd name="T111" fmla="*/ 358 h 516"/>
                  <a:gd name="T112" fmla="*/ 2002 w 2002"/>
                  <a:gd name="T113" fmla="*/ 258 h 516"/>
                  <a:gd name="T114" fmla="*/ 1989 w 2002"/>
                  <a:gd name="T115" fmla="*/ 182 h 516"/>
                  <a:gd name="T116" fmla="*/ 1943 w 2002"/>
                  <a:gd name="T117" fmla="*/ 94 h 516"/>
                  <a:gd name="T118" fmla="*/ 1867 w 2002"/>
                  <a:gd name="T119" fmla="*/ 32 h 516"/>
                  <a:gd name="T120" fmla="*/ 1770 w 2002"/>
                  <a:gd name="T121" fmla="*/ 1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02" h="516">
                    <a:moveTo>
                      <a:pt x="1744" y="0"/>
                    </a:moveTo>
                    <a:lnTo>
                      <a:pt x="1744" y="0"/>
                    </a:lnTo>
                    <a:lnTo>
                      <a:pt x="1730" y="1"/>
                    </a:lnTo>
                    <a:lnTo>
                      <a:pt x="1716" y="1"/>
                    </a:lnTo>
                    <a:lnTo>
                      <a:pt x="1704" y="3"/>
                    </a:lnTo>
                    <a:lnTo>
                      <a:pt x="1690" y="6"/>
                    </a:lnTo>
                    <a:lnTo>
                      <a:pt x="1665" y="13"/>
                    </a:lnTo>
                    <a:lnTo>
                      <a:pt x="1641" y="22"/>
                    </a:lnTo>
                    <a:lnTo>
                      <a:pt x="1618" y="33"/>
                    </a:lnTo>
                    <a:lnTo>
                      <a:pt x="1596" y="47"/>
                    </a:lnTo>
                    <a:lnTo>
                      <a:pt x="1577" y="61"/>
                    </a:lnTo>
                    <a:lnTo>
                      <a:pt x="1558" y="80"/>
                    </a:lnTo>
                    <a:lnTo>
                      <a:pt x="1558" y="80"/>
                    </a:lnTo>
                    <a:lnTo>
                      <a:pt x="1539" y="61"/>
                    </a:lnTo>
                    <a:lnTo>
                      <a:pt x="1520" y="47"/>
                    </a:lnTo>
                    <a:lnTo>
                      <a:pt x="1498" y="33"/>
                    </a:lnTo>
                    <a:lnTo>
                      <a:pt x="1475" y="22"/>
                    </a:lnTo>
                    <a:lnTo>
                      <a:pt x="1450" y="13"/>
                    </a:lnTo>
                    <a:lnTo>
                      <a:pt x="1425" y="6"/>
                    </a:lnTo>
                    <a:lnTo>
                      <a:pt x="1413" y="3"/>
                    </a:lnTo>
                    <a:lnTo>
                      <a:pt x="1399" y="1"/>
                    </a:lnTo>
                    <a:lnTo>
                      <a:pt x="1385" y="1"/>
                    </a:lnTo>
                    <a:lnTo>
                      <a:pt x="1372" y="0"/>
                    </a:lnTo>
                    <a:lnTo>
                      <a:pt x="1372" y="0"/>
                    </a:lnTo>
                    <a:lnTo>
                      <a:pt x="1358" y="1"/>
                    </a:lnTo>
                    <a:lnTo>
                      <a:pt x="1346" y="1"/>
                    </a:lnTo>
                    <a:lnTo>
                      <a:pt x="1332" y="3"/>
                    </a:lnTo>
                    <a:lnTo>
                      <a:pt x="1320" y="6"/>
                    </a:lnTo>
                    <a:lnTo>
                      <a:pt x="1293" y="13"/>
                    </a:lnTo>
                    <a:lnTo>
                      <a:pt x="1269" y="22"/>
                    </a:lnTo>
                    <a:lnTo>
                      <a:pt x="1247" y="33"/>
                    </a:lnTo>
                    <a:lnTo>
                      <a:pt x="1225" y="47"/>
                    </a:lnTo>
                    <a:lnTo>
                      <a:pt x="1205" y="61"/>
                    </a:lnTo>
                    <a:lnTo>
                      <a:pt x="1186" y="80"/>
                    </a:lnTo>
                    <a:lnTo>
                      <a:pt x="1186" y="80"/>
                    </a:lnTo>
                    <a:lnTo>
                      <a:pt x="1168" y="61"/>
                    </a:lnTo>
                    <a:lnTo>
                      <a:pt x="1148" y="47"/>
                    </a:lnTo>
                    <a:lnTo>
                      <a:pt x="1126" y="33"/>
                    </a:lnTo>
                    <a:lnTo>
                      <a:pt x="1103" y="22"/>
                    </a:lnTo>
                    <a:lnTo>
                      <a:pt x="1079" y="13"/>
                    </a:lnTo>
                    <a:lnTo>
                      <a:pt x="1053" y="6"/>
                    </a:lnTo>
                    <a:lnTo>
                      <a:pt x="1041" y="3"/>
                    </a:lnTo>
                    <a:lnTo>
                      <a:pt x="1027" y="1"/>
                    </a:lnTo>
                    <a:lnTo>
                      <a:pt x="1015" y="1"/>
                    </a:lnTo>
                    <a:lnTo>
                      <a:pt x="1001" y="0"/>
                    </a:lnTo>
                    <a:lnTo>
                      <a:pt x="1001" y="0"/>
                    </a:lnTo>
                    <a:lnTo>
                      <a:pt x="987" y="1"/>
                    </a:lnTo>
                    <a:lnTo>
                      <a:pt x="974" y="1"/>
                    </a:lnTo>
                    <a:lnTo>
                      <a:pt x="960" y="3"/>
                    </a:lnTo>
                    <a:lnTo>
                      <a:pt x="948" y="6"/>
                    </a:lnTo>
                    <a:lnTo>
                      <a:pt x="923" y="13"/>
                    </a:lnTo>
                    <a:lnTo>
                      <a:pt x="897" y="22"/>
                    </a:lnTo>
                    <a:lnTo>
                      <a:pt x="875" y="33"/>
                    </a:lnTo>
                    <a:lnTo>
                      <a:pt x="853" y="47"/>
                    </a:lnTo>
                    <a:lnTo>
                      <a:pt x="834" y="61"/>
                    </a:lnTo>
                    <a:lnTo>
                      <a:pt x="814" y="80"/>
                    </a:lnTo>
                    <a:lnTo>
                      <a:pt x="814" y="80"/>
                    </a:lnTo>
                    <a:lnTo>
                      <a:pt x="796" y="61"/>
                    </a:lnTo>
                    <a:lnTo>
                      <a:pt x="777" y="47"/>
                    </a:lnTo>
                    <a:lnTo>
                      <a:pt x="755" y="33"/>
                    </a:lnTo>
                    <a:lnTo>
                      <a:pt x="731" y="22"/>
                    </a:lnTo>
                    <a:lnTo>
                      <a:pt x="708" y="13"/>
                    </a:lnTo>
                    <a:lnTo>
                      <a:pt x="683" y="6"/>
                    </a:lnTo>
                    <a:lnTo>
                      <a:pt x="669" y="3"/>
                    </a:lnTo>
                    <a:lnTo>
                      <a:pt x="656" y="1"/>
                    </a:lnTo>
                    <a:lnTo>
                      <a:pt x="643" y="1"/>
                    </a:lnTo>
                    <a:lnTo>
                      <a:pt x="629" y="0"/>
                    </a:lnTo>
                    <a:lnTo>
                      <a:pt x="629" y="0"/>
                    </a:lnTo>
                    <a:lnTo>
                      <a:pt x="615" y="1"/>
                    </a:lnTo>
                    <a:lnTo>
                      <a:pt x="602" y="1"/>
                    </a:lnTo>
                    <a:lnTo>
                      <a:pt x="589" y="3"/>
                    </a:lnTo>
                    <a:lnTo>
                      <a:pt x="576" y="6"/>
                    </a:lnTo>
                    <a:lnTo>
                      <a:pt x="551" y="13"/>
                    </a:lnTo>
                    <a:lnTo>
                      <a:pt x="527" y="22"/>
                    </a:lnTo>
                    <a:lnTo>
                      <a:pt x="504" y="33"/>
                    </a:lnTo>
                    <a:lnTo>
                      <a:pt x="482" y="47"/>
                    </a:lnTo>
                    <a:lnTo>
                      <a:pt x="462" y="61"/>
                    </a:lnTo>
                    <a:lnTo>
                      <a:pt x="444" y="80"/>
                    </a:lnTo>
                    <a:lnTo>
                      <a:pt x="444" y="80"/>
                    </a:lnTo>
                    <a:lnTo>
                      <a:pt x="425" y="61"/>
                    </a:lnTo>
                    <a:lnTo>
                      <a:pt x="405" y="47"/>
                    </a:lnTo>
                    <a:lnTo>
                      <a:pt x="383" y="33"/>
                    </a:lnTo>
                    <a:lnTo>
                      <a:pt x="361" y="22"/>
                    </a:lnTo>
                    <a:lnTo>
                      <a:pt x="337" y="13"/>
                    </a:lnTo>
                    <a:lnTo>
                      <a:pt x="311" y="6"/>
                    </a:lnTo>
                    <a:lnTo>
                      <a:pt x="298" y="3"/>
                    </a:lnTo>
                    <a:lnTo>
                      <a:pt x="284" y="1"/>
                    </a:lnTo>
                    <a:lnTo>
                      <a:pt x="271" y="1"/>
                    </a:lnTo>
                    <a:lnTo>
                      <a:pt x="258" y="0"/>
                    </a:lnTo>
                    <a:lnTo>
                      <a:pt x="258" y="0"/>
                    </a:lnTo>
                    <a:lnTo>
                      <a:pt x="231" y="1"/>
                    </a:lnTo>
                    <a:lnTo>
                      <a:pt x="206" y="6"/>
                    </a:lnTo>
                    <a:lnTo>
                      <a:pt x="181" y="11"/>
                    </a:lnTo>
                    <a:lnTo>
                      <a:pt x="157" y="20"/>
                    </a:lnTo>
                    <a:lnTo>
                      <a:pt x="134" y="32"/>
                    </a:lnTo>
                    <a:lnTo>
                      <a:pt x="114" y="44"/>
                    </a:lnTo>
                    <a:lnTo>
                      <a:pt x="93" y="59"/>
                    </a:lnTo>
                    <a:lnTo>
                      <a:pt x="75" y="76"/>
                    </a:lnTo>
                    <a:lnTo>
                      <a:pt x="59" y="94"/>
                    </a:lnTo>
                    <a:lnTo>
                      <a:pt x="43" y="114"/>
                    </a:lnTo>
                    <a:lnTo>
                      <a:pt x="31" y="135"/>
                    </a:lnTo>
                    <a:lnTo>
                      <a:pt x="20" y="158"/>
                    </a:lnTo>
                    <a:lnTo>
                      <a:pt x="11" y="182"/>
                    </a:lnTo>
                    <a:lnTo>
                      <a:pt x="5" y="206"/>
                    </a:lnTo>
                    <a:lnTo>
                      <a:pt x="1" y="232"/>
                    </a:lnTo>
                    <a:lnTo>
                      <a:pt x="0" y="258"/>
                    </a:lnTo>
                    <a:lnTo>
                      <a:pt x="0" y="258"/>
                    </a:lnTo>
                    <a:lnTo>
                      <a:pt x="1" y="284"/>
                    </a:lnTo>
                    <a:lnTo>
                      <a:pt x="5" y="310"/>
                    </a:lnTo>
                    <a:lnTo>
                      <a:pt x="11" y="334"/>
                    </a:lnTo>
                    <a:lnTo>
                      <a:pt x="20" y="358"/>
                    </a:lnTo>
                    <a:lnTo>
                      <a:pt x="31" y="381"/>
                    </a:lnTo>
                    <a:lnTo>
                      <a:pt x="43" y="402"/>
                    </a:lnTo>
                    <a:lnTo>
                      <a:pt x="59" y="422"/>
                    </a:lnTo>
                    <a:lnTo>
                      <a:pt x="75" y="440"/>
                    </a:lnTo>
                    <a:lnTo>
                      <a:pt x="93" y="457"/>
                    </a:lnTo>
                    <a:lnTo>
                      <a:pt x="114" y="472"/>
                    </a:lnTo>
                    <a:lnTo>
                      <a:pt x="134" y="484"/>
                    </a:lnTo>
                    <a:lnTo>
                      <a:pt x="157" y="496"/>
                    </a:lnTo>
                    <a:lnTo>
                      <a:pt x="181" y="505"/>
                    </a:lnTo>
                    <a:lnTo>
                      <a:pt x="206" y="510"/>
                    </a:lnTo>
                    <a:lnTo>
                      <a:pt x="231" y="515"/>
                    </a:lnTo>
                    <a:lnTo>
                      <a:pt x="258" y="516"/>
                    </a:lnTo>
                    <a:lnTo>
                      <a:pt x="258" y="516"/>
                    </a:lnTo>
                    <a:lnTo>
                      <a:pt x="271" y="516"/>
                    </a:lnTo>
                    <a:lnTo>
                      <a:pt x="284" y="515"/>
                    </a:lnTo>
                    <a:lnTo>
                      <a:pt x="298" y="513"/>
                    </a:lnTo>
                    <a:lnTo>
                      <a:pt x="311" y="510"/>
                    </a:lnTo>
                    <a:lnTo>
                      <a:pt x="337" y="503"/>
                    </a:lnTo>
                    <a:lnTo>
                      <a:pt x="361" y="494"/>
                    </a:lnTo>
                    <a:lnTo>
                      <a:pt x="383" y="483"/>
                    </a:lnTo>
                    <a:lnTo>
                      <a:pt x="405" y="469"/>
                    </a:lnTo>
                    <a:lnTo>
                      <a:pt x="425" y="455"/>
                    </a:lnTo>
                    <a:lnTo>
                      <a:pt x="444" y="436"/>
                    </a:lnTo>
                    <a:lnTo>
                      <a:pt x="444" y="436"/>
                    </a:lnTo>
                    <a:lnTo>
                      <a:pt x="462" y="455"/>
                    </a:lnTo>
                    <a:lnTo>
                      <a:pt x="482" y="469"/>
                    </a:lnTo>
                    <a:lnTo>
                      <a:pt x="504" y="483"/>
                    </a:lnTo>
                    <a:lnTo>
                      <a:pt x="527" y="494"/>
                    </a:lnTo>
                    <a:lnTo>
                      <a:pt x="551" y="503"/>
                    </a:lnTo>
                    <a:lnTo>
                      <a:pt x="576" y="510"/>
                    </a:lnTo>
                    <a:lnTo>
                      <a:pt x="589" y="513"/>
                    </a:lnTo>
                    <a:lnTo>
                      <a:pt x="602" y="515"/>
                    </a:lnTo>
                    <a:lnTo>
                      <a:pt x="615" y="516"/>
                    </a:lnTo>
                    <a:lnTo>
                      <a:pt x="629" y="516"/>
                    </a:lnTo>
                    <a:lnTo>
                      <a:pt x="629" y="516"/>
                    </a:lnTo>
                    <a:lnTo>
                      <a:pt x="643" y="516"/>
                    </a:lnTo>
                    <a:lnTo>
                      <a:pt x="656" y="515"/>
                    </a:lnTo>
                    <a:lnTo>
                      <a:pt x="669" y="513"/>
                    </a:lnTo>
                    <a:lnTo>
                      <a:pt x="683" y="510"/>
                    </a:lnTo>
                    <a:lnTo>
                      <a:pt x="708" y="503"/>
                    </a:lnTo>
                    <a:lnTo>
                      <a:pt x="731" y="494"/>
                    </a:lnTo>
                    <a:lnTo>
                      <a:pt x="755" y="483"/>
                    </a:lnTo>
                    <a:lnTo>
                      <a:pt x="777" y="469"/>
                    </a:lnTo>
                    <a:lnTo>
                      <a:pt x="796" y="455"/>
                    </a:lnTo>
                    <a:lnTo>
                      <a:pt x="814" y="436"/>
                    </a:lnTo>
                    <a:lnTo>
                      <a:pt x="814" y="436"/>
                    </a:lnTo>
                    <a:lnTo>
                      <a:pt x="834" y="455"/>
                    </a:lnTo>
                    <a:lnTo>
                      <a:pt x="853" y="469"/>
                    </a:lnTo>
                    <a:lnTo>
                      <a:pt x="875" y="483"/>
                    </a:lnTo>
                    <a:lnTo>
                      <a:pt x="897" y="494"/>
                    </a:lnTo>
                    <a:lnTo>
                      <a:pt x="923" y="503"/>
                    </a:lnTo>
                    <a:lnTo>
                      <a:pt x="948" y="510"/>
                    </a:lnTo>
                    <a:lnTo>
                      <a:pt x="960" y="513"/>
                    </a:lnTo>
                    <a:lnTo>
                      <a:pt x="974" y="515"/>
                    </a:lnTo>
                    <a:lnTo>
                      <a:pt x="987" y="516"/>
                    </a:lnTo>
                    <a:lnTo>
                      <a:pt x="1001" y="516"/>
                    </a:lnTo>
                    <a:lnTo>
                      <a:pt x="1001" y="516"/>
                    </a:lnTo>
                    <a:lnTo>
                      <a:pt x="1015" y="516"/>
                    </a:lnTo>
                    <a:lnTo>
                      <a:pt x="1027" y="515"/>
                    </a:lnTo>
                    <a:lnTo>
                      <a:pt x="1041" y="513"/>
                    </a:lnTo>
                    <a:lnTo>
                      <a:pt x="1053" y="510"/>
                    </a:lnTo>
                    <a:lnTo>
                      <a:pt x="1079" y="503"/>
                    </a:lnTo>
                    <a:lnTo>
                      <a:pt x="1103" y="494"/>
                    </a:lnTo>
                    <a:lnTo>
                      <a:pt x="1126" y="483"/>
                    </a:lnTo>
                    <a:lnTo>
                      <a:pt x="1148" y="469"/>
                    </a:lnTo>
                    <a:lnTo>
                      <a:pt x="1168" y="455"/>
                    </a:lnTo>
                    <a:lnTo>
                      <a:pt x="1186" y="436"/>
                    </a:lnTo>
                    <a:lnTo>
                      <a:pt x="1186" y="436"/>
                    </a:lnTo>
                    <a:lnTo>
                      <a:pt x="1205" y="455"/>
                    </a:lnTo>
                    <a:lnTo>
                      <a:pt x="1225" y="469"/>
                    </a:lnTo>
                    <a:lnTo>
                      <a:pt x="1247" y="483"/>
                    </a:lnTo>
                    <a:lnTo>
                      <a:pt x="1269" y="494"/>
                    </a:lnTo>
                    <a:lnTo>
                      <a:pt x="1293" y="503"/>
                    </a:lnTo>
                    <a:lnTo>
                      <a:pt x="1320" y="510"/>
                    </a:lnTo>
                    <a:lnTo>
                      <a:pt x="1332" y="513"/>
                    </a:lnTo>
                    <a:lnTo>
                      <a:pt x="1346" y="515"/>
                    </a:lnTo>
                    <a:lnTo>
                      <a:pt x="1358" y="516"/>
                    </a:lnTo>
                    <a:lnTo>
                      <a:pt x="1372" y="516"/>
                    </a:lnTo>
                    <a:lnTo>
                      <a:pt x="1372" y="516"/>
                    </a:lnTo>
                    <a:lnTo>
                      <a:pt x="1385" y="516"/>
                    </a:lnTo>
                    <a:lnTo>
                      <a:pt x="1399" y="515"/>
                    </a:lnTo>
                    <a:lnTo>
                      <a:pt x="1413" y="513"/>
                    </a:lnTo>
                    <a:lnTo>
                      <a:pt x="1425" y="510"/>
                    </a:lnTo>
                    <a:lnTo>
                      <a:pt x="1450" y="503"/>
                    </a:lnTo>
                    <a:lnTo>
                      <a:pt x="1475" y="494"/>
                    </a:lnTo>
                    <a:lnTo>
                      <a:pt x="1498" y="483"/>
                    </a:lnTo>
                    <a:lnTo>
                      <a:pt x="1520" y="469"/>
                    </a:lnTo>
                    <a:lnTo>
                      <a:pt x="1539" y="455"/>
                    </a:lnTo>
                    <a:lnTo>
                      <a:pt x="1558" y="436"/>
                    </a:lnTo>
                    <a:lnTo>
                      <a:pt x="1558" y="436"/>
                    </a:lnTo>
                    <a:lnTo>
                      <a:pt x="1577" y="455"/>
                    </a:lnTo>
                    <a:lnTo>
                      <a:pt x="1596" y="469"/>
                    </a:lnTo>
                    <a:lnTo>
                      <a:pt x="1618" y="483"/>
                    </a:lnTo>
                    <a:lnTo>
                      <a:pt x="1641" y="494"/>
                    </a:lnTo>
                    <a:lnTo>
                      <a:pt x="1665" y="503"/>
                    </a:lnTo>
                    <a:lnTo>
                      <a:pt x="1690" y="510"/>
                    </a:lnTo>
                    <a:lnTo>
                      <a:pt x="1704" y="513"/>
                    </a:lnTo>
                    <a:lnTo>
                      <a:pt x="1716" y="515"/>
                    </a:lnTo>
                    <a:lnTo>
                      <a:pt x="1730" y="516"/>
                    </a:lnTo>
                    <a:lnTo>
                      <a:pt x="1744" y="516"/>
                    </a:lnTo>
                    <a:lnTo>
                      <a:pt x="1744" y="516"/>
                    </a:lnTo>
                    <a:lnTo>
                      <a:pt x="1770" y="515"/>
                    </a:lnTo>
                    <a:lnTo>
                      <a:pt x="1796" y="510"/>
                    </a:lnTo>
                    <a:lnTo>
                      <a:pt x="1820" y="505"/>
                    </a:lnTo>
                    <a:lnTo>
                      <a:pt x="1844" y="496"/>
                    </a:lnTo>
                    <a:lnTo>
                      <a:pt x="1867" y="484"/>
                    </a:lnTo>
                    <a:lnTo>
                      <a:pt x="1888" y="472"/>
                    </a:lnTo>
                    <a:lnTo>
                      <a:pt x="1908" y="457"/>
                    </a:lnTo>
                    <a:lnTo>
                      <a:pt x="1926" y="440"/>
                    </a:lnTo>
                    <a:lnTo>
                      <a:pt x="1943" y="422"/>
                    </a:lnTo>
                    <a:lnTo>
                      <a:pt x="1958" y="402"/>
                    </a:lnTo>
                    <a:lnTo>
                      <a:pt x="1970" y="381"/>
                    </a:lnTo>
                    <a:lnTo>
                      <a:pt x="1982" y="358"/>
                    </a:lnTo>
                    <a:lnTo>
                      <a:pt x="1989" y="334"/>
                    </a:lnTo>
                    <a:lnTo>
                      <a:pt x="1996" y="310"/>
                    </a:lnTo>
                    <a:lnTo>
                      <a:pt x="2001" y="284"/>
                    </a:lnTo>
                    <a:lnTo>
                      <a:pt x="2002" y="258"/>
                    </a:lnTo>
                    <a:lnTo>
                      <a:pt x="2002" y="258"/>
                    </a:lnTo>
                    <a:lnTo>
                      <a:pt x="2001" y="232"/>
                    </a:lnTo>
                    <a:lnTo>
                      <a:pt x="1996" y="206"/>
                    </a:lnTo>
                    <a:lnTo>
                      <a:pt x="1989" y="182"/>
                    </a:lnTo>
                    <a:lnTo>
                      <a:pt x="1982" y="158"/>
                    </a:lnTo>
                    <a:lnTo>
                      <a:pt x="1970" y="135"/>
                    </a:lnTo>
                    <a:lnTo>
                      <a:pt x="1958" y="114"/>
                    </a:lnTo>
                    <a:lnTo>
                      <a:pt x="1943" y="94"/>
                    </a:lnTo>
                    <a:lnTo>
                      <a:pt x="1926" y="76"/>
                    </a:lnTo>
                    <a:lnTo>
                      <a:pt x="1908" y="59"/>
                    </a:lnTo>
                    <a:lnTo>
                      <a:pt x="1888" y="44"/>
                    </a:lnTo>
                    <a:lnTo>
                      <a:pt x="1867" y="32"/>
                    </a:lnTo>
                    <a:lnTo>
                      <a:pt x="1844" y="20"/>
                    </a:lnTo>
                    <a:lnTo>
                      <a:pt x="1820" y="11"/>
                    </a:lnTo>
                    <a:lnTo>
                      <a:pt x="1796" y="6"/>
                    </a:lnTo>
                    <a:lnTo>
                      <a:pt x="1770" y="1"/>
                    </a:lnTo>
                    <a:lnTo>
                      <a:pt x="1744" y="0"/>
                    </a:lnTo>
                    <a:lnTo>
                      <a:pt x="1744" y="0"/>
                    </a:lnTo>
                    <a:close/>
                  </a:path>
                </a:pathLst>
              </a:custGeom>
              <a:noFill/>
              <a:ln>
                <a:solidFill>
                  <a:srgbClr val="968C6D"/>
                </a:solidFill>
                <a:prstDash val="sysDot"/>
              </a:ln>
            </p:spPr>
            <p:txBody>
              <a:bodyPr vert="horz" wrap="square" lIns="91440" tIns="45720" rIns="91440" bIns="45720" numCol="1" anchor="t" anchorCtr="0" compatLnSpc="1">
                <a:prstTxWarp prst="textNoShape">
                  <a:avLst/>
                </a:prstTxWarp>
              </a:bodyPr>
              <a:lstStyle/>
              <a:p>
                <a:endParaRPr lang="en-GB" sz="1200"/>
              </a:p>
            </p:txBody>
          </p:sp>
          <p:sp>
            <p:nvSpPr>
              <p:cNvPr id="10" name="Freeform 11">
                <a:extLst>
                  <a:ext uri="{FF2B5EF4-FFF2-40B4-BE49-F238E27FC236}">
                    <a16:creationId xmlns:a16="http://schemas.microsoft.com/office/drawing/2014/main" id="{A69E84AC-4523-1382-5738-0C14790B360D}"/>
                  </a:ext>
                </a:extLst>
              </p:cNvPr>
              <p:cNvSpPr>
                <a:spLocks/>
              </p:cNvSpPr>
              <p:nvPr/>
            </p:nvSpPr>
            <p:spPr bwMode="auto">
              <a:xfrm>
                <a:off x="395307" y="2977317"/>
                <a:ext cx="2492800" cy="415622"/>
              </a:xfrm>
              <a:custGeom>
                <a:avLst/>
                <a:gdLst>
                  <a:gd name="T0" fmla="*/ 1716 w 2002"/>
                  <a:gd name="T1" fmla="*/ 1 h 516"/>
                  <a:gd name="T2" fmla="*/ 1641 w 2002"/>
                  <a:gd name="T3" fmla="*/ 22 h 516"/>
                  <a:gd name="T4" fmla="*/ 1558 w 2002"/>
                  <a:gd name="T5" fmla="*/ 80 h 516"/>
                  <a:gd name="T6" fmla="*/ 1498 w 2002"/>
                  <a:gd name="T7" fmla="*/ 33 h 516"/>
                  <a:gd name="T8" fmla="*/ 1413 w 2002"/>
                  <a:gd name="T9" fmla="*/ 3 h 516"/>
                  <a:gd name="T10" fmla="*/ 1372 w 2002"/>
                  <a:gd name="T11" fmla="*/ 0 h 516"/>
                  <a:gd name="T12" fmla="*/ 1320 w 2002"/>
                  <a:gd name="T13" fmla="*/ 6 h 516"/>
                  <a:gd name="T14" fmla="*/ 1225 w 2002"/>
                  <a:gd name="T15" fmla="*/ 47 h 516"/>
                  <a:gd name="T16" fmla="*/ 1168 w 2002"/>
                  <a:gd name="T17" fmla="*/ 61 h 516"/>
                  <a:gd name="T18" fmla="*/ 1079 w 2002"/>
                  <a:gd name="T19" fmla="*/ 13 h 516"/>
                  <a:gd name="T20" fmla="*/ 1015 w 2002"/>
                  <a:gd name="T21" fmla="*/ 1 h 516"/>
                  <a:gd name="T22" fmla="*/ 974 w 2002"/>
                  <a:gd name="T23" fmla="*/ 1 h 516"/>
                  <a:gd name="T24" fmla="*/ 897 w 2002"/>
                  <a:gd name="T25" fmla="*/ 22 h 516"/>
                  <a:gd name="T26" fmla="*/ 814 w 2002"/>
                  <a:gd name="T27" fmla="*/ 80 h 516"/>
                  <a:gd name="T28" fmla="*/ 755 w 2002"/>
                  <a:gd name="T29" fmla="*/ 33 h 516"/>
                  <a:gd name="T30" fmla="*/ 669 w 2002"/>
                  <a:gd name="T31" fmla="*/ 3 h 516"/>
                  <a:gd name="T32" fmla="*/ 629 w 2002"/>
                  <a:gd name="T33" fmla="*/ 0 h 516"/>
                  <a:gd name="T34" fmla="*/ 576 w 2002"/>
                  <a:gd name="T35" fmla="*/ 6 h 516"/>
                  <a:gd name="T36" fmla="*/ 482 w 2002"/>
                  <a:gd name="T37" fmla="*/ 47 h 516"/>
                  <a:gd name="T38" fmla="*/ 425 w 2002"/>
                  <a:gd name="T39" fmla="*/ 61 h 516"/>
                  <a:gd name="T40" fmla="*/ 337 w 2002"/>
                  <a:gd name="T41" fmla="*/ 13 h 516"/>
                  <a:gd name="T42" fmla="*/ 271 w 2002"/>
                  <a:gd name="T43" fmla="*/ 1 h 516"/>
                  <a:gd name="T44" fmla="*/ 206 w 2002"/>
                  <a:gd name="T45" fmla="*/ 6 h 516"/>
                  <a:gd name="T46" fmla="*/ 114 w 2002"/>
                  <a:gd name="T47" fmla="*/ 44 h 516"/>
                  <a:gd name="T48" fmla="*/ 43 w 2002"/>
                  <a:gd name="T49" fmla="*/ 114 h 516"/>
                  <a:gd name="T50" fmla="*/ 5 w 2002"/>
                  <a:gd name="T51" fmla="*/ 206 h 516"/>
                  <a:gd name="T52" fmla="*/ 1 w 2002"/>
                  <a:gd name="T53" fmla="*/ 284 h 516"/>
                  <a:gd name="T54" fmla="*/ 31 w 2002"/>
                  <a:gd name="T55" fmla="*/ 381 h 516"/>
                  <a:gd name="T56" fmla="*/ 93 w 2002"/>
                  <a:gd name="T57" fmla="*/ 457 h 516"/>
                  <a:gd name="T58" fmla="*/ 181 w 2002"/>
                  <a:gd name="T59" fmla="*/ 505 h 516"/>
                  <a:gd name="T60" fmla="*/ 258 w 2002"/>
                  <a:gd name="T61" fmla="*/ 516 h 516"/>
                  <a:gd name="T62" fmla="*/ 311 w 2002"/>
                  <a:gd name="T63" fmla="*/ 510 h 516"/>
                  <a:gd name="T64" fmla="*/ 405 w 2002"/>
                  <a:gd name="T65" fmla="*/ 469 h 516"/>
                  <a:gd name="T66" fmla="*/ 462 w 2002"/>
                  <a:gd name="T67" fmla="*/ 455 h 516"/>
                  <a:gd name="T68" fmla="*/ 551 w 2002"/>
                  <a:gd name="T69" fmla="*/ 503 h 516"/>
                  <a:gd name="T70" fmla="*/ 615 w 2002"/>
                  <a:gd name="T71" fmla="*/ 516 h 516"/>
                  <a:gd name="T72" fmla="*/ 656 w 2002"/>
                  <a:gd name="T73" fmla="*/ 515 h 516"/>
                  <a:gd name="T74" fmla="*/ 731 w 2002"/>
                  <a:gd name="T75" fmla="*/ 494 h 516"/>
                  <a:gd name="T76" fmla="*/ 814 w 2002"/>
                  <a:gd name="T77" fmla="*/ 436 h 516"/>
                  <a:gd name="T78" fmla="*/ 875 w 2002"/>
                  <a:gd name="T79" fmla="*/ 483 h 516"/>
                  <a:gd name="T80" fmla="*/ 960 w 2002"/>
                  <a:gd name="T81" fmla="*/ 513 h 516"/>
                  <a:gd name="T82" fmla="*/ 1001 w 2002"/>
                  <a:gd name="T83" fmla="*/ 516 h 516"/>
                  <a:gd name="T84" fmla="*/ 1053 w 2002"/>
                  <a:gd name="T85" fmla="*/ 510 h 516"/>
                  <a:gd name="T86" fmla="*/ 1148 w 2002"/>
                  <a:gd name="T87" fmla="*/ 469 h 516"/>
                  <a:gd name="T88" fmla="*/ 1205 w 2002"/>
                  <a:gd name="T89" fmla="*/ 455 h 516"/>
                  <a:gd name="T90" fmla="*/ 1293 w 2002"/>
                  <a:gd name="T91" fmla="*/ 503 h 516"/>
                  <a:gd name="T92" fmla="*/ 1358 w 2002"/>
                  <a:gd name="T93" fmla="*/ 516 h 516"/>
                  <a:gd name="T94" fmla="*/ 1399 w 2002"/>
                  <a:gd name="T95" fmla="*/ 515 h 516"/>
                  <a:gd name="T96" fmla="*/ 1475 w 2002"/>
                  <a:gd name="T97" fmla="*/ 494 h 516"/>
                  <a:gd name="T98" fmla="*/ 1558 w 2002"/>
                  <a:gd name="T99" fmla="*/ 436 h 516"/>
                  <a:gd name="T100" fmla="*/ 1618 w 2002"/>
                  <a:gd name="T101" fmla="*/ 483 h 516"/>
                  <a:gd name="T102" fmla="*/ 1704 w 2002"/>
                  <a:gd name="T103" fmla="*/ 513 h 516"/>
                  <a:gd name="T104" fmla="*/ 1744 w 2002"/>
                  <a:gd name="T105" fmla="*/ 516 h 516"/>
                  <a:gd name="T106" fmla="*/ 1844 w 2002"/>
                  <a:gd name="T107" fmla="*/ 496 h 516"/>
                  <a:gd name="T108" fmla="*/ 1926 w 2002"/>
                  <a:gd name="T109" fmla="*/ 440 h 516"/>
                  <a:gd name="T110" fmla="*/ 1982 w 2002"/>
                  <a:gd name="T111" fmla="*/ 358 h 516"/>
                  <a:gd name="T112" fmla="*/ 2002 w 2002"/>
                  <a:gd name="T113" fmla="*/ 258 h 516"/>
                  <a:gd name="T114" fmla="*/ 1989 w 2002"/>
                  <a:gd name="T115" fmla="*/ 182 h 516"/>
                  <a:gd name="T116" fmla="*/ 1943 w 2002"/>
                  <a:gd name="T117" fmla="*/ 94 h 516"/>
                  <a:gd name="T118" fmla="*/ 1867 w 2002"/>
                  <a:gd name="T119" fmla="*/ 32 h 516"/>
                  <a:gd name="T120" fmla="*/ 1770 w 2002"/>
                  <a:gd name="T121" fmla="*/ 1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02" h="516">
                    <a:moveTo>
                      <a:pt x="1744" y="0"/>
                    </a:moveTo>
                    <a:lnTo>
                      <a:pt x="1744" y="0"/>
                    </a:lnTo>
                    <a:lnTo>
                      <a:pt x="1730" y="1"/>
                    </a:lnTo>
                    <a:lnTo>
                      <a:pt x="1716" y="1"/>
                    </a:lnTo>
                    <a:lnTo>
                      <a:pt x="1704" y="3"/>
                    </a:lnTo>
                    <a:lnTo>
                      <a:pt x="1690" y="6"/>
                    </a:lnTo>
                    <a:lnTo>
                      <a:pt x="1665" y="13"/>
                    </a:lnTo>
                    <a:lnTo>
                      <a:pt x="1641" y="22"/>
                    </a:lnTo>
                    <a:lnTo>
                      <a:pt x="1618" y="33"/>
                    </a:lnTo>
                    <a:lnTo>
                      <a:pt x="1596" y="47"/>
                    </a:lnTo>
                    <a:lnTo>
                      <a:pt x="1577" y="61"/>
                    </a:lnTo>
                    <a:lnTo>
                      <a:pt x="1558" y="80"/>
                    </a:lnTo>
                    <a:lnTo>
                      <a:pt x="1558" y="80"/>
                    </a:lnTo>
                    <a:lnTo>
                      <a:pt x="1539" y="61"/>
                    </a:lnTo>
                    <a:lnTo>
                      <a:pt x="1520" y="47"/>
                    </a:lnTo>
                    <a:lnTo>
                      <a:pt x="1498" y="33"/>
                    </a:lnTo>
                    <a:lnTo>
                      <a:pt x="1475" y="22"/>
                    </a:lnTo>
                    <a:lnTo>
                      <a:pt x="1450" y="13"/>
                    </a:lnTo>
                    <a:lnTo>
                      <a:pt x="1425" y="6"/>
                    </a:lnTo>
                    <a:lnTo>
                      <a:pt x="1413" y="3"/>
                    </a:lnTo>
                    <a:lnTo>
                      <a:pt x="1399" y="1"/>
                    </a:lnTo>
                    <a:lnTo>
                      <a:pt x="1385" y="1"/>
                    </a:lnTo>
                    <a:lnTo>
                      <a:pt x="1372" y="0"/>
                    </a:lnTo>
                    <a:lnTo>
                      <a:pt x="1372" y="0"/>
                    </a:lnTo>
                    <a:lnTo>
                      <a:pt x="1358" y="1"/>
                    </a:lnTo>
                    <a:lnTo>
                      <a:pt x="1346" y="1"/>
                    </a:lnTo>
                    <a:lnTo>
                      <a:pt x="1332" y="3"/>
                    </a:lnTo>
                    <a:lnTo>
                      <a:pt x="1320" y="6"/>
                    </a:lnTo>
                    <a:lnTo>
                      <a:pt x="1293" y="13"/>
                    </a:lnTo>
                    <a:lnTo>
                      <a:pt x="1269" y="22"/>
                    </a:lnTo>
                    <a:lnTo>
                      <a:pt x="1247" y="33"/>
                    </a:lnTo>
                    <a:lnTo>
                      <a:pt x="1225" y="47"/>
                    </a:lnTo>
                    <a:lnTo>
                      <a:pt x="1205" y="61"/>
                    </a:lnTo>
                    <a:lnTo>
                      <a:pt x="1186" y="80"/>
                    </a:lnTo>
                    <a:lnTo>
                      <a:pt x="1186" y="80"/>
                    </a:lnTo>
                    <a:lnTo>
                      <a:pt x="1168" y="61"/>
                    </a:lnTo>
                    <a:lnTo>
                      <a:pt x="1148" y="47"/>
                    </a:lnTo>
                    <a:lnTo>
                      <a:pt x="1126" y="33"/>
                    </a:lnTo>
                    <a:lnTo>
                      <a:pt x="1103" y="22"/>
                    </a:lnTo>
                    <a:lnTo>
                      <a:pt x="1079" y="13"/>
                    </a:lnTo>
                    <a:lnTo>
                      <a:pt x="1053" y="6"/>
                    </a:lnTo>
                    <a:lnTo>
                      <a:pt x="1041" y="3"/>
                    </a:lnTo>
                    <a:lnTo>
                      <a:pt x="1027" y="1"/>
                    </a:lnTo>
                    <a:lnTo>
                      <a:pt x="1015" y="1"/>
                    </a:lnTo>
                    <a:lnTo>
                      <a:pt x="1001" y="0"/>
                    </a:lnTo>
                    <a:lnTo>
                      <a:pt x="1001" y="0"/>
                    </a:lnTo>
                    <a:lnTo>
                      <a:pt x="987" y="1"/>
                    </a:lnTo>
                    <a:lnTo>
                      <a:pt x="974" y="1"/>
                    </a:lnTo>
                    <a:lnTo>
                      <a:pt x="960" y="3"/>
                    </a:lnTo>
                    <a:lnTo>
                      <a:pt x="948" y="6"/>
                    </a:lnTo>
                    <a:lnTo>
                      <a:pt x="923" y="13"/>
                    </a:lnTo>
                    <a:lnTo>
                      <a:pt x="897" y="22"/>
                    </a:lnTo>
                    <a:lnTo>
                      <a:pt x="875" y="33"/>
                    </a:lnTo>
                    <a:lnTo>
                      <a:pt x="853" y="47"/>
                    </a:lnTo>
                    <a:lnTo>
                      <a:pt x="834" y="61"/>
                    </a:lnTo>
                    <a:lnTo>
                      <a:pt x="814" y="80"/>
                    </a:lnTo>
                    <a:lnTo>
                      <a:pt x="814" y="80"/>
                    </a:lnTo>
                    <a:lnTo>
                      <a:pt x="796" y="61"/>
                    </a:lnTo>
                    <a:lnTo>
                      <a:pt x="777" y="47"/>
                    </a:lnTo>
                    <a:lnTo>
                      <a:pt x="755" y="33"/>
                    </a:lnTo>
                    <a:lnTo>
                      <a:pt x="731" y="22"/>
                    </a:lnTo>
                    <a:lnTo>
                      <a:pt x="708" y="13"/>
                    </a:lnTo>
                    <a:lnTo>
                      <a:pt x="683" y="6"/>
                    </a:lnTo>
                    <a:lnTo>
                      <a:pt x="669" y="3"/>
                    </a:lnTo>
                    <a:lnTo>
                      <a:pt x="656" y="1"/>
                    </a:lnTo>
                    <a:lnTo>
                      <a:pt x="643" y="1"/>
                    </a:lnTo>
                    <a:lnTo>
                      <a:pt x="629" y="0"/>
                    </a:lnTo>
                    <a:lnTo>
                      <a:pt x="629" y="0"/>
                    </a:lnTo>
                    <a:lnTo>
                      <a:pt x="615" y="1"/>
                    </a:lnTo>
                    <a:lnTo>
                      <a:pt x="602" y="1"/>
                    </a:lnTo>
                    <a:lnTo>
                      <a:pt x="589" y="3"/>
                    </a:lnTo>
                    <a:lnTo>
                      <a:pt x="576" y="6"/>
                    </a:lnTo>
                    <a:lnTo>
                      <a:pt x="551" y="13"/>
                    </a:lnTo>
                    <a:lnTo>
                      <a:pt x="527" y="22"/>
                    </a:lnTo>
                    <a:lnTo>
                      <a:pt x="504" y="33"/>
                    </a:lnTo>
                    <a:lnTo>
                      <a:pt x="482" y="47"/>
                    </a:lnTo>
                    <a:lnTo>
                      <a:pt x="462" y="61"/>
                    </a:lnTo>
                    <a:lnTo>
                      <a:pt x="444" y="80"/>
                    </a:lnTo>
                    <a:lnTo>
                      <a:pt x="444" y="80"/>
                    </a:lnTo>
                    <a:lnTo>
                      <a:pt x="425" y="61"/>
                    </a:lnTo>
                    <a:lnTo>
                      <a:pt x="405" y="47"/>
                    </a:lnTo>
                    <a:lnTo>
                      <a:pt x="383" y="33"/>
                    </a:lnTo>
                    <a:lnTo>
                      <a:pt x="361" y="22"/>
                    </a:lnTo>
                    <a:lnTo>
                      <a:pt x="337" y="13"/>
                    </a:lnTo>
                    <a:lnTo>
                      <a:pt x="311" y="6"/>
                    </a:lnTo>
                    <a:lnTo>
                      <a:pt x="298" y="3"/>
                    </a:lnTo>
                    <a:lnTo>
                      <a:pt x="284" y="1"/>
                    </a:lnTo>
                    <a:lnTo>
                      <a:pt x="271" y="1"/>
                    </a:lnTo>
                    <a:lnTo>
                      <a:pt x="258" y="0"/>
                    </a:lnTo>
                    <a:lnTo>
                      <a:pt x="258" y="0"/>
                    </a:lnTo>
                    <a:lnTo>
                      <a:pt x="231" y="1"/>
                    </a:lnTo>
                    <a:lnTo>
                      <a:pt x="206" y="6"/>
                    </a:lnTo>
                    <a:lnTo>
                      <a:pt x="181" y="11"/>
                    </a:lnTo>
                    <a:lnTo>
                      <a:pt x="157" y="20"/>
                    </a:lnTo>
                    <a:lnTo>
                      <a:pt x="134" y="32"/>
                    </a:lnTo>
                    <a:lnTo>
                      <a:pt x="114" y="44"/>
                    </a:lnTo>
                    <a:lnTo>
                      <a:pt x="93" y="59"/>
                    </a:lnTo>
                    <a:lnTo>
                      <a:pt x="75" y="76"/>
                    </a:lnTo>
                    <a:lnTo>
                      <a:pt x="59" y="94"/>
                    </a:lnTo>
                    <a:lnTo>
                      <a:pt x="43" y="114"/>
                    </a:lnTo>
                    <a:lnTo>
                      <a:pt x="31" y="135"/>
                    </a:lnTo>
                    <a:lnTo>
                      <a:pt x="20" y="158"/>
                    </a:lnTo>
                    <a:lnTo>
                      <a:pt x="11" y="182"/>
                    </a:lnTo>
                    <a:lnTo>
                      <a:pt x="5" y="206"/>
                    </a:lnTo>
                    <a:lnTo>
                      <a:pt x="1" y="232"/>
                    </a:lnTo>
                    <a:lnTo>
                      <a:pt x="0" y="258"/>
                    </a:lnTo>
                    <a:lnTo>
                      <a:pt x="0" y="258"/>
                    </a:lnTo>
                    <a:lnTo>
                      <a:pt x="1" y="284"/>
                    </a:lnTo>
                    <a:lnTo>
                      <a:pt x="5" y="310"/>
                    </a:lnTo>
                    <a:lnTo>
                      <a:pt x="11" y="334"/>
                    </a:lnTo>
                    <a:lnTo>
                      <a:pt x="20" y="358"/>
                    </a:lnTo>
                    <a:lnTo>
                      <a:pt x="31" y="381"/>
                    </a:lnTo>
                    <a:lnTo>
                      <a:pt x="43" y="402"/>
                    </a:lnTo>
                    <a:lnTo>
                      <a:pt x="59" y="422"/>
                    </a:lnTo>
                    <a:lnTo>
                      <a:pt x="75" y="440"/>
                    </a:lnTo>
                    <a:lnTo>
                      <a:pt x="93" y="457"/>
                    </a:lnTo>
                    <a:lnTo>
                      <a:pt x="114" y="472"/>
                    </a:lnTo>
                    <a:lnTo>
                      <a:pt x="134" y="484"/>
                    </a:lnTo>
                    <a:lnTo>
                      <a:pt x="157" y="496"/>
                    </a:lnTo>
                    <a:lnTo>
                      <a:pt x="181" y="505"/>
                    </a:lnTo>
                    <a:lnTo>
                      <a:pt x="206" y="510"/>
                    </a:lnTo>
                    <a:lnTo>
                      <a:pt x="231" y="515"/>
                    </a:lnTo>
                    <a:lnTo>
                      <a:pt x="258" y="516"/>
                    </a:lnTo>
                    <a:lnTo>
                      <a:pt x="258" y="516"/>
                    </a:lnTo>
                    <a:lnTo>
                      <a:pt x="271" y="516"/>
                    </a:lnTo>
                    <a:lnTo>
                      <a:pt x="284" y="515"/>
                    </a:lnTo>
                    <a:lnTo>
                      <a:pt x="298" y="513"/>
                    </a:lnTo>
                    <a:lnTo>
                      <a:pt x="311" y="510"/>
                    </a:lnTo>
                    <a:lnTo>
                      <a:pt x="337" y="503"/>
                    </a:lnTo>
                    <a:lnTo>
                      <a:pt x="361" y="494"/>
                    </a:lnTo>
                    <a:lnTo>
                      <a:pt x="383" y="483"/>
                    </a:lnTo>
                    <a:lnTo>
                      <a:pt x="405" y="469"/>
                    </a:lnTo>
                    <a:lnTo>
                      <a:pt x="425" y="455"/>
                    </a:lnTo>
                    <a:lnTo>
                      <a:pt x="444" y="436"/>
                    </a:lnTo>
                    <a:lnTo>
                      <a:pt x="444" y="436"/>
                    </a:lnTo>
                    <a:lnTo>
                      <a:pt x="462" y="455"/>
                    </a:lnTo>
                    <a:lnTo>
                      <a:pt x="482" y="469"/>
                    </a:lnTo>
                    <a:lnTo>
                      <a:pt x="504" y="483"/>
                    </a:lnTo>
                    <a:lnTo>
                      <a:pt x="527" y="494"/>
                    </a:lnTo>
                    <a:lnTo>
                      <a:pt x="551" y="503"/>
                    </a:lnTo>
                    <a:lnTo>
                      <a:pt x="576" y="510"/>
                    </a:lnTo>
                    <a:lnTo>
                      <a:pt x="589" y="513"/>
                    </a:lnTo>
                    <a:lnTo>
                      <a:pt x="602" y="515"/>
                    </a:lnTo>
                    <a:lnTo>
                      <a:pt x="615" y="516"/>
                    </a:lnTo>
                    <a:lnTo>
                      <a:pt x="629" y="516"/>
                    </a:lnTo>
                    <a:lnTo>
                      <a:pt x="629" y="516"/>
                    </a:lnTo>
                    <a:lnTo>
                      <a:pt x="643" y="516"/>
                    </a:lnTo>
                    <a:lnTo>
                      <a:pt x="656" y="515"/>
                    </a:lnTo>
                    <a:lnTo>
                      <a:pt x="669" y="513"/>
                    </a:lnTo>
                    <a:lnTo>
                      <a:pt x="683" y="510"/>
                    </a:lnTo>
                    <a:lnTo>
                      <a:pt x="708" y="503"/>
                    </a:lnTo>
                    <a:lnTo>
                      <a:pt x="731" y="494"/>
                    </a:lnTo>
                    <a:lnTo>
                      <a:pt x="755" y="483"/>
                    </a:lnTo>
                    <a:lnTo>
                      <a:pt x="777" y="469"/>
                    </a:lnTo>
                    <a:lnTo>
                      <a:pt x="796" y="455"/>
                    </a:lnTo>
                    <a:lnTo>
                      <a:pt x="814" y="436"/>
                    </a:lnTo>
                    <a:lnTo>
                      <a:pt x="814" y="436"/>
                    </a:lnTo>
                    <a:lnTo>
                      <a:pt x="834" y="455"/>
                    </a:lnTo>
                    <a:lnTo>
                      <a:pt x="853" y="469"/>
                    </a:lnTo>
                    <a:lnTo>
                      <a:pt x="875" y="483"/>
                    </a:lnTo>
                    <a:lnTo>
                      <a:pt x="897" y="494"/>
                    </a:lnTo>
                    <a:lnTo>
                      <a:pt x="923" y="503"/>
                    </a:lnTo>
                    <a:lnTo>
                      <a:pt x="948" y="510"/>
                    </a:lnTo>
                    <a:lnTo>
                      <a:pt x="960" y="513"/>
                    </a:lnTo>
                    <a:lnTo>
                      <a:pt x="974" y="515"/>
                    </a:lnTo>
                    <a:lnTo>
                      <a:pt x="987" y="516"/>
                    </a:lnTo>
                    <a:lnTo>
                      <a:pt x="1001" y="516"/>
                    </a:lnTo>
                    <a:lnTo>
                      <a:pt x="1001" y="516"/>
                    </a:lnTo>
                    <a:lnTo>
                      <a:pt x="1015" y="516"/>
                    </a:lnTo>
                    <a:lnTo>
                      <a:pt x="1027" y="515"/>
                    </a:lnTo>
                    <a:lnTo>
                      <a:pt x="1041" y="513"/>
                    </a:lnTo>
                    <a:lnTo>
                      <a:pt x="1053" y="510"/>
                    </a:lnTo>
                    <a:lnTo>
                      <a:pt x="1079" y="503"/>
                    </a:lnTo>
                    <a:lnTo>
                      <a:pt x="1103" y="494"/>
                    </a:lnTo>
                    <a:lnTo>
                      <a:pt x="1126" y="483"/>
                    </a:lnTo>
                    <a:lnTo>
                      <a:pt x="1148" y="469"/>
                    </a:lnTo>
                    <a:lnTo>
                      <a:pt x="1168" y="455"/>
                    </a:lnTo>
                    <a:lnTo>
                      <a:pt x="1186" y="436"/>
                    </a:lnTo>
                    <a:lnTo>
                      <a:pt x="1186" y="436"/>
                    </a:lnTo>
                    <a:lnTo>
                      <a:pt x="1205" y="455"/>
                    </a:lnTo>
                    <a:lnTo>
                      <a:pt x="1225" y="469"/>
                    </a:lnTo>
                    <a:lnTo>
                      <a:pt x="1247" y="483"/>
                    </a:lnTo>
                    <a:lnTo>
                      <a:pt x="1269" y="494"/>
                    </a:lnTo>
                    <a:lnTo>
                      <a:pt x="1293" y="503"/>
                    </a:lnTo>
                    <a:lnTo>
                      <a:pt x="1320" y="510"/>
                    </a:lnTo>
                    <a:lnTo>
                      <a:pt x="1332" y="513"/>
                    </a:lnTo>
                    <a:lnTo>
                      <a:pt x="1346" y="515"/>
                    </a:lnTo>
                    <a:lnTo>
                      <a:pt x="1358" y="516"/>
                    </a:lnTo>
                    <a:lnTo>
                      <a:pt x="1372" y="516"/>
                    </a:lnTo>
                    <a:lnTo>
                      <a:pt x="1372" y="516"/>
                    </a:lnTo>
                    <a:lnTo>
                      <a:pt x="1385" y="516"/>
                    </a:lnTo>
                    <a:lnTo>
                      <a:pt x="1399" y="515"/>
                    </a:lnTo>
                    <a:lnTo>
                      <a:pt x="1413" y="513"/>
                    </a:lnTo>
                    <a:lnTo>
                      <a:pt x="1425" y="510"/>
                    </a:lnTo>
                    <a:lnTo>
                      <a:pt x="1450" y="503"/>
                    </a:lnTo>
                    <a:lnTo>
                      <a:pt x="1475" y="494"/>
                    </a:lnTo>
                    <a:lnTo>
                      <a:pt x="1498" y="483"/>
                    </a:lnTo>
                    <a:lnTo>
                      <a:pt x="1520" y="469"/>
                    </a:lnTo>
                    <a:lnTo>
                      <a:pt x="1539" y="455"/>
                    </a:lnTo>
                    <a:lnTo>
                      <a:pt x="1558" y="436"/>
                    </a:lnTo>
                    <a:lnTo>
                      <a:pt x="1558" y="436"/>
                    </a:lnTo>
                    <a:lnTo>
                      <a:pt x="1577" y="455"/>
                    </a:lnTo>
                    <a:lnTo>
                      <a:pt x="1596" y="469"/>
                    </a:lnTo>
                    <a:lnTo>
                      <a:pt x="1618" y="483"/>
                    </a:lnTo>
                    <a:lnTo>
                      <a:pt x="1641" y="494"/>
                    </a:lnTo>
                    <a:lnTo>
                      <a:pt x="1665" y="503"/>
                    </a:lnTo>
                    <a:lnTo>
                      <a:pt x="1690" y="510"/>
                    </a:lnTo>
                    <a:lnTo>
                      <a:pt x="1704" y="513"/>
                    </a:lnTo>
                    <a:lnTo>
                      <a:pt x="1716" y="515"/>
                    </a:lnTo>
                    <a:lnTo>
                      <a:pt x="1730" y="516"/>
                    </a:lnTo>
                    <a:lnTo>
                      <a:pt x="1744" y="516"/>
                    </a:lnTo>
                    <a:lnTo>
                      <a:pt x="1744" y="516"/>
                    </a:lnTo>
                    <a:lnTo>
                      <a:pt x="1770" y="515"/>
                    </a:lnTo>
                    <a:lnTo>
                      <a:pt x="1796" y="510"/>
                    </a:lnTo>
                    <a:lnTo>
                      <a:pt x="1820" y="505"/>
                    </a:lnTo>
                    <a:lnTo>
                      <a:pt x="1844" y="496"/>
                    </a:lnTo>
                    <a:lnTo>
                      <a:pt x="1867" y="484"/>
                    </a:lnTo>
                    <a:lnTo>
                      <a:pt x="1888" y="472"/>
                    </a:lnTo>
                    <a:lnTo>
                      <a:pt x="1908" y="457"/>
                    </a:lnTo>
                    <a:lnTo>
                      <a:pt x="1926" y="440"/>
                    </a:lnTo>
                    <a:lnTo>
                      <a:pt x="1943" y="422"/>
                    </a:lnTo>
                    <a:lnTo>
                      <a:pt x="1958" y="402"/>
                    </a:lnTo>
                    <a:lnTo>
                      <a:pt x="1970" y="381"/>
                    </a:lnTo>
                    <a:lnTo>
                      <a:pt x="1982" y="358"/>
                    </a:lnTo>
                    <a:lnTo>
                      <a:pt x="1989" y="334"/>
                    </a:lnTo>
                    <a:lnTo>
                      <a:pt x="1996" y="310"/>
                    </a:lnTo>
                    <a:lnTo>
                      <a:pt x="2001" y="284"/>
                    </a:lnTo>
                    <a:lnTo>
                      <a:pt x="2002" y="258"/>
                    </a:lnTo>
                    <a:lnTo>
                      <a:pt x="2002" y="258"/>
                    </a:lnTo>
                    <a:lnTo>
                      <a:pt x="2001" y="232"/>
                    </a:lnTo>
                    <a:lnTo>
                      <a:pt x="1996" y="206"/>
                    </a:lnTo>
                    <a:lnTo>
                      <a:pt x="1989" y="182"/>
                    </a:lnTo>
                    <a:lnTo>
                      <a:pt x="1982" y="158"/>
                    </a:lnTo>
                    <a:lnTo>
                      <a:pt x="1970" y="135"/>
                    </a:lnTo>
                    <a:lnTo>
                      <a:pt x="1958" y="114"/>
                    </a:lnTo>
                    <a:lnTo>
                      <a:pt x="1943" y="94"/>
                    </a:lnTo>
                    <a:lnTo>
                      <a:pt x="1926" y="76"/>
                    </a:lnTo>
                    <a:lnTo>
                      <a:pt x="1908" y="59"/>
                    </a:lnTo>
                    <a:lnTo>
                      <a:pt x="1888" y="44"/>
                    </a:lnTo>
                    <a:lnTo>
                      <a:pt x="1867" y="32"/>
                    </a:lnTo>
                    <a:lnTo>
                      <a:pt x="1844" y="20"/>
                    </a:lnTo>
                    <a:lnTo>
                      <a:pt x="1820" y="11"/>
                    </a:lnTo>
                    <a:lnTo>
                      <a:pt x="1796" y="6"/>
                    </a:lnTo>
                    <a:lnTo>
                      <a:pt x="1770" y="1"/>
                    </a:lnTo>
                    <a:lnTo>
                      <a:pt x="1744" y="0"/>
                    </a:lnTo>
                    <a:lnTo>
                      <a:pt x="1744" y="0"/>
                    </a:lnTo>
                    <a:close/>
                  </a:path>
                </a:pathLst>
              </a:custGeom>
              <a:noFill/>
              <a:ln>
                <a:solidFill>
                  <a:srgbClr val="968C6D"/>
                </a:solidFill>
                <a:prstDash val="sysDot"/>
              </a:ln>
            </p:spPr>
            <p:txBody>
              <a:bodyPr vert="horz" wrap="square" lIns="91440" tIns="45720" rIns="91440" bIns="45720" numCol="1" anchor="t" anchorCtr="0" compatLnSpc="1">
                <a:prstTxWarp prst="textNoShape">
                  <a:avLst/>
                </a:prstTxWarp>
              </a:bodyPr>
              <a:lstStyle/>
              <a:p>
                <a:endParaRPr lang="en-GB" sz="1200"/>
              </a:p>
            </p:txBody>
          </p:sp>
          <p:sp>
            <p:nvSpPr>
              <p:cNvPr id="11" name="Freeform 11">
                <a:extLst>
                  <a:ext uri="{FF2B5EF4-FFF2-40B4-BE49-F238E27FC236}">
                    <a16:creationId xmlns:a16="http://schemas.microsoft.com/office/drawing/2014/main" id="{748D9181-04A1-2BF9-FA2D-B3D4507891B4}"/>
                  </a:ext>
                </a:extLst>
              </p:cNvPr>
              <p:cNvSpPr>
                <a:spLocks/>
              </p:cNvSpPr>
              <p:nvPr/>
            </p:nvSpPr>
            <p:spPr bwMode="auto">
              <a:xfrm>
                <a:off x="395307" y="3443146"/>
                <a:ext cx="2492800" cy="415622"/>
              </a:xfrm>
              <a:custGeom>
                <a:avLst/>
                <a:gdLst>
                  <a:gd name="T0" fmla="*/ 1716 w 2002"/>
                  <a:gd name="T1" fmla="*/ 1 h 516"/>
                  <a:gd name="T2" fmla="*/ 1641 w 2002"/>
                  <a:gd name="T3" fmla="*/ 22 h 516"/>
                  <a:gd name="T4" fmla="*/ 1558 w 2002"/>
                  <a:gd name="T5" fmla="*/ 80 h 516"/>
                  <a:gd name="T6" fmla="*/ 1498 w 2002"/>
                  <a:gd name="T7" fmla="*/ 33 h 516"/>
                  <a:gd name="T8" fmla="*/ 1413 w 2002"/>
                  <a:gd name="T9" fmla="*/ 3 h 516"/>
                  <a:gd name="T10" fmla="*/ 1372 w 2002"/>
                  <a:gd name="T11" fmla="*/ 0 h 516"/>
                  <a:gd name="T12" fmla="*/ 1320 w 2002"/>
                  <a:gd name="T13" fmla="*/ 6 h 516"/>
                  <a:gd name="T14" fmla="*/ 1225 w 2002"/>
                  <a:gd name="T15" fmla="*/ 47 h 516"/>
                  <a:gd name="T16" fmla="*/ 1168 w 2002"/>
                  <a:gd name="T17" fmla="*/ 61 h 516"/>
                  <a:gd name="T18" fmla="*/ 1079 w 2002"/>
                  <a:gd name="T19" fmla="*/ 13 h 516"/>
                  <a:gd name="T20" fmla="*/ 1015 w 2002"/>
                  <a:gd name="T21" fmla="*/ 1 h 516"/>
                  <a:gd name="T22" fmla="*/ 974 w 2002"/>
                  <a:gd name="T23" fmla="*/ 1 h 516"/>
                  <a:gd name="T24" fmla="*/ 897 w 2002"/>
                  <a:gd name="T25" fmla="*/ 22 h 516"/>
                  <a:gd name="T26" fmla="*/ 814 w 2002"/>
                  <a:gd name="T27" fmla="*/ 80 h 516"/>
                  <a:gd name="T28" fmla="*/ 755 w 2002"/>
                  <a:gd name="T29" fmla="*/ 33 h 516"/>
                  <a:gd name="T30" fmla="*/ 669 w 2002"/>
                  <a:gd name="T31" fmla="*/ 3 h 516"/>
                  <a:gd name="T32" fmla="*/ 629 w 2002"/>
                  <a:gd name="T33" fmla="*/ 0 h 516"/>
                  <a:gd name="T34" fmla="*/ 576 w 2002"/>
                  <a:gd name="T35" fmla="*/ 6 h 516"/>
                  <a:gd name="T36" fmla="*/ 482 w 2002"/>
                  <a:gd name="T37" fmla="*/ 47 h 516"/>
                  <a:gd name="T38" fmla="*/ 425 w 2002"/>
                  <a:gd name="T39" fmla="*/ 61 h 516"/>
                  <a:gd name="T40" fmla="*/ 337 w 2002"/>
                  <a:gd name="T41" fmla="*/ 13 h 516"/>
                  <a:gd name="T42" fmla="*/ 271 w 2002"/>
                  <a:gd name="T43" fmla="*/ 1 h 516"/>
                  <a:gd name="T44" fmla="*/ 206 w 2002"/>
                  <a:gd name="T45" fmla="*/ 6 h 516"/>
                  <a:gd name="T46" fmla="*/ 114 w 2002"/>
                  <a:gd name="T47" fmla="*/ 44 h 516"/>
                  <a:gd name="T48" fmla="*/ 43 w 2002"/>
                  <a:gd name="T49" fmla="*/ 114 h 516"/>
                  <a:gd name="T50" fmla="*/ 5 w 2002"/>
                  <a:gd name="T51" fmla="*/ 206 h 516"/>
                  <a:gd name="T52" fmla="*/ 1 w 2002"/>
                  <a:gd name="T53" fmla="*/ 284 h 516"/>
                  <a:gd name="T54" fmla="*/ 31 w 2002"/>
                  <a:gd name="T55" fmla="*/ 381 h 516"/>
                  <a:gd name="T56" fmla="*/ 93 w 2002"/>
                  <a:gd name="T57" fmla="*/ 457 h 516"/>
                  <a:gd name="T58" fmla="*/ 181 w 2002"/>
                  <a:gd name="T59" fmla="*/ 505 h 516"/>
                  <a:gd name="T60" fmla="*/ 258 w 2002"/>
                  <a:gd name="T61" fmla="*/ 516 h 516"/>
                  <a:gd name="T62" fmla="*/ 311 w 2002"/>
                  <a:gd name="T63" fmla="*/ 510 h 516"/>
                  <a:gd name="T64" fmla="*/ 405 w 2002"/>
                  <a:gd name="T65" fmla="*/ 469 h 516"/>
                  <a:gd name="T66" fmla="*/ 462 w 2002"/>
                  <a:gd name="T67" fmla="*/ 455 h 516"/>
                  <a:gd name="T68" fmla="*/ 551 w 2002"/>
                  <a:gd name="T69" fmla="*/ 503 h 516"/>
                  <a:gd name="T70" fmla="*/ 615 w 2002"/>
                  <a:gd name="T71" fmla="*/ 516 h 516"/>
                  <a:gd name="T72" fmla="*/ 656 w 2002"/>
                  <a:gd name="T73" fmla="*/ 515 h 516"/>
                  <a:gd name="T74" fmla="*/ 731 w 2002"/>
                  <a:gd name="T75" fmla="*/ 494 h 516"/>
                  <a:gd name="T76" fmla="*/ 814 w 2002"/>
                  <a:gd name="T77" fmla="*/ 436 h 516"/>
                  <a:gd name="T78" fmla="*/ 875 w 2002"/>
                  <a:gd name="T79" fmla="*/ 483 h 516"/>
                  <a:gd name="T80" fmla="*/ 960 w 2002"/>
                  <a:gd name="T81" fmla="*/ 513 h 516"/>
                  <a:gd name="T82" fmla="*/ 1001 w 2002"/>
                  <a:gd name="T83" fmla="*/ 516 h 516"/>
                  <a:gd name="T84" fmla="*/ 1053 w 2002"/>
                  <a:gd name="T85" fmla="*/ 510 h 516"/>
                  <a:gd name="T86" fmla="*/ 1148 w 2002"/>
                  <a:gd name="T87" fmla="*/ 469 h 516"/>
                  <a:gd name="T88" fmla="*/ 1205 w 2002"/>
                  <a:gd name="T89" fmla="*/ 455 h 516"/>
                  <a:gd name="T90" fmla="*/ 1293 w 2002"/>
                  <a:gd name="T91" fmla="*/ 503 h 516"/>
                  <a:gd name="T92" fmla="*/ 1358 w 2002"/>
                  <a:gd name="T93" fmla="*/ 516 h 516"/>
                  <a:gd name="T94" fmla="*/ 1399 w 2002"/>
                  <a:gd name="T95" fmla="*/ 515 h 516"/>
                  <a:gd name="T96" fmla="*/ 1475 w 2002"/>
                  <a:gd name="T97" fmla="*/ 494 h 516"/>
                  <a:gd name="T98" fmla="*/ 1558 w 2002"/>
                  <a:gd name="T99" fmla="*/ 436 h 516"/>
                  <a:gd name="T100" fmla="*/ 1618 w 2002"/>
                  <a:gd name="T101" fmla="*/ 483 h 516"/>
                  <a:gd name="T102" fmla="*/ 1704 w 2002"/>
                  <a:gd name="T103" fmla="*/ 513 h 516"/>
                  <a:gd name="T104" fmla="*/ 1744 w 2002"/>
                  <a:gd name="T105" fmla="*/ 516 h 516"/>
                  <a:gd name="T106" fmla="*/ 1844 w 2002"/>
                  <a:gd name="T107" fmla="*/ 496 h 516"/>
                  <a:gd name="T108" fmla="*/ 1926 w 2002"/>
                  <a:gd name="T109" fmla="*/ 440 h 516"/>
                  <a:gd name="T110" fmla="*/ 1982 w 2002"/>
                  <a:gd name="T111" fmla="*/ 358 h 516"/>
                  <a:gd name="T112" fmla="*/ 2002 w 2002"/>
                  <a:gd name="T113" fmla="*/ 258 h 516"/>
                  <a:gd name="T114" fmla="*/ 1989 w 2002"/>
                  <a:gd name="T115" fmla="*/ 182 h 516"/>
                  <a:gd name="T116" fmla="*/ 1943 w 2002"/>
                  <a:gd name="T117" fmla="*/ 94 h 516"/>
                  <a:gd name="T118" fmla="*/ 1867 w 2002"/>
                  <a:gd name="T119" fmla="*/ 32 h 516"/>
                  <a:gd name="T120" fmla="*/ 1770 w 2002"/>
                  <a:gd name="T121" fmla="*/ 1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02" h="516">
                    <a:moveTo>
                      <a:pt x="1744" y="0"/>
                    </a:moveTo>
                    <a:lnTo>
                      <a:pt x="1744" y="0"/>
                    </a:lnTo>
                    <a:lnTo>
                      <a:pt x="1730" y="1"/>
                    </a:lnTo>
                    <a:lnTo>
                      <a:pt x="1716" y="1"/>
                    </a:lnTo>
                    <a:lnTo>
                      <a:pt x="1704" y="3"/>
                    </a:lnTo>
                    <a:lnTo>
                      <a:pt x="1690" y="6"/>
                    </a:lnTo>
                    <a:lnTo>
                      <a:pt x="1665" y="13"/>
                    </a:lnTo>
                    <a:lnTo>
                      <a:pt x="1641" y="22"/>
                    </a:lnTo>
                    <a:lnTo>
                      <a:pt x="1618" y="33"/>
                    </a:lnTo>
                    <a:lnTo>
                      <a:pt x="1596" y="47"/>
                    </a:lnTo>
                    <a:lnTo>
                      <a:pt x="1577" y="61"/>
                    </a:lnTo>
                    <a:lnTo>
                      <a:pt x="1558" y="80"/>
                    </a:lnTo>
                    <a:lnTo>
                      <a:pt x="1558" y="80"/>
                    </a:lnTo>
                    <a:lnTo>
                      <a:pt x="1539" y="61"/>
                    </a:lnTo>
                    <a:lnTo>
                      <a:pt x="1520" y="47"/>
                    </a:lnTo>
                    <a:lnTo>
                      <a:pt x="1498" y="33"/>
                    </a:lnTo>
                    <a:lnTo>
                      <a:pt x="1475" y="22"/>
                    </a:lnTo>
                    <a:lnTo>
                      <a:pt x="1450" y="13"/>
                    </a:lnTo>
                    <a:lnTo>
                      <a:pt x="1425" y="6"/>
                    </a:lnTo>
                    <a:lnTo>
                      <a:pt x="1413" y="3"/>
                    </a:lnTo>
                    <a:lnTo>
                      <a:pt x="1399" y="1"/>
                    </a:lnTo>
                    <a:lnTo>
                      <a:pt x="1385" y="1"/>
                    </a:lnTo>
                    <a:lnTo>
                      <a:pt x="1372" y="0"/>
                    </a:lnTo>
                    <a:lnTo>
                      <a:pt x="1372" y="0"/>
                    </a:lnTo>
                    <a:lnTo>
                      <a:pt x="1358" y="1"/>
                    </a:lnTo>
                    <a:lnTo>
                      <a:pt x="1346" y="1"/>
                    </a:lnTo>
                    <a:lnTo>
                      <a:pt x="1332" y="3"/>
                    </a:lnTo>
                    <a:lnTo>
                      <a:pt x="1320" y="6"/>
                    </a:lnTo>
                    <a:lnTo>
                      <a:pt x="1293" y="13"/>
                    </a:lnTo>
                    <a:lnTo>
                      <a:pt x="1269" y="22"/>
                    </a:lnTo>
                    <a:lnTo>
                      <a:pt x="1247" y="33"/>
                    </a:lnTo>
                    <a:lnTo>
                      <a:pt x="1225" y="47"/>
                    </a:lnTo>
                    <a:lnTo>
                      <a:pt x="1205" y="61"/>
                    </a:lnTo>
                    <a:lnTo>
                      <a:pt x="1186" y="80"/>
                    </a:lnTo>
                    <a:lnTo>
                      <a:pt x="1186" y="80"/>
                    </a:lnTo>
                    <a:lnTo>
                      <a:pt x="1168" y="61"/>
                    </a:lnTo>
                    <a:lnTo>
                      <a:pt x="1148" y="47"/>
                    </a:lnTo>
                    <a:lnTo>
                      <a:pt x="1126" y="33"/>
                    </a:lnTo>
                    <a:lnTo>
                      <a:pt x="1103" y="22"/>
                    </a:lnTo>
                    <a:lnTo>
                      <a:pt x="1079" y="13"/>
                    </a:lnTo>
                    <a:lnTo>
                      <a:pt x="1053" y="6"/>
                    </a:lnTo>
                    <a:lnTo>
                      <a:pt x="1041" y="3"/>
                    </a:lnTo>
                    <a:lnTo>
                      <a:pt x="1027" y="1"/>
                    </a:lnTo>
                    <a:lnTo>
                      <a:pt x="1015" y="1"/>
                    </a:lnTo>
                    <a:lnTo>
                      <a:pt x="1001" y="0"/>
                    </a:lnTo>
                    <a:lnTo>
                      <a:pt x="1001" y="0"/>
                    </a:lnTo>
                    <a:lnTo>
                      <a:pt x="987" y="1"/>
                    </a:lnTo>
                    <a:lnTo>
                      <a:pt x="974" y="1"/>
                    </a:lnTo>
                    <a:lnTo>
                      <a:pt x="960" y="3"/>
                    </a:lnTo>
                    <a:lnTo>
                      <a:pt x="948" y="6"/>
                    </a:lnTo>
                    <a:lnTo>
                      <a:pt x="923" y="13"/>
                    </a:lnTo>
                    <a:lnTo>
                      <a:pt x="897" y="22"/>
                    </a:lnTo>
                    <a:lnTo>
                      <a:pt x="875" y="33"/>
                    </a:lnTo>
                    <a:lnTo>
                      <a:pt x="853" y="47"/>
                    </a:lnTo>
                    <a:lnTo>
                      <a:pt x="834" y="61"/>
                    </a:lnTo>
                    <a:lnTo>
                      <a:pt x="814" y="80"/>
                    </a:lnTo>
                    <a:lnTo>
                      <a:pt x="814" y="80"/>
                    </a:lnTo>
                    <a:lnTo>
                      <a:pt x="796" y="61"/>
                    </a:lnTo>
                    <a:lnTo>
                      <a:pt x="777" y="47"/>
                    </a:lnTo>
                    <a:lnTo>
                      <a:pt x="755" y="33"/>
                    </a:lnTo>
                    <a:lnTo>
                      <a:pt x="731" y="22"/>
                    </a:lnTo>
                    <a:lnTo>
                      <a:pt x="708" y="13"/>
                    </a:lnTo>
                    <a:lnTo>
                      <a:pt x="683" y="6"/>
                    </a:lnTo>
                    <a:lnTo>
                      <a:pt x="669" y="3"/>
                    </a:lnTo>
                    <a:lnTo>
                      <a:pt x="656" y="1"/>
                    </a:lnTo>
                    <a:lnTo>
                      <a:pt x="643" y="1"/>
                    </a:lnTo>
                    <a:lnTo>
                      <a:pt x="629" y="0"/>
                    </a:lnTo>
                    <a:lnTo>
                      <a:pt x="629" y="0"/>
                    </a:lnTo>
                    <a:lnTo>
                      <a:pt x="615" y="1"/>
                    </a:lnTo>
                    <a:lnTo>
                      <a:pt x="602" y="1"/>
                    </a:lnTo>
                    <a:lnTo>
                      <a:pt x="589" y="3"/>
                    </a:lnTo>
                    <a:lnTo>
                      <a:pt x="576" y="6"/>
                    </a:lnTo>
                    <a:lnTo>
                      <a:pt x="551" y="13"/>
                    </a:lnTo>
                    <a:lnTo>
                      <a:pt x="527" y="22"/>
                    </a:lnTo>
                    <a:lnTo>
                      <a:pt x="504" y="33"/>
                    </a:lnTo>
                    <a:lnTo>
                      <a:pt x="482" y="47"/>
                    </a:lnTo>
                    <a:lnTo>
                      <a:pt x="462" y="61"/>
                    </a:lnTo>
                    <a:lnTo>
                      <a:pt x="444" y="80"/>
                    </a:lnTo>
                    <a:lnTo>
                      <a:pt x="444" y="80"/>
                    </a:lnTo>
                    <a:lnTo>
                      <a:pt x="425" y="61"/>
                    </a:lnTo>
                    <a:lnTo>
                      <a:pt x="405" y="47"/>
                    </a:lnTo>
                    <a:lnTo>
                      <a:pt x="383" y="33"/>
                    </a:lnTo>
                    <a:lnTo>
                      <a:pt x="361" y="22"/>
                    </a:lnTo>
                    <a:lnTo>
                      <a:pt x="337" y="13"/>
                    </a:lnTo>
                    <a:lnTo>
                      <a:pt x="311" y="6"/>
                    </a:lnTo>
                    <a:lnTo>
                      <a:pt x="298" y="3"/>
                    </a:lnTo>
                    <a:lnTo>
                      <a:pt x="284" y="1"/>
                    </a:lnTo>
                    <a:lnTo>
                      <a:pt x="271" y="1"/>
                    </a:lnTo>
                    <a:lnTo>
                      <a:pt x="258" y="0"/>
                    </a:lnTo>
                    <a:lnTo>
                      <a:pt x="258" y="0"/>
                    </a:lnTo>
                    <a:lnTo>
                      <a:pt x="231" y="1"/>
                    </a:lnTo>
                    <a:lnTo>
                      <a:pt x="206" y="6"/>
                    </a:lnTo>
                    <a:lnTo>
                      <a:pt x="181" y="11"/>
                    </a:lnTo>
                    <a:lnTo>
                      <a:pt x="157" y="20"/>
                    </a:lnTo>
                    <a:lnTo>
                      <a:pt x="134" y="32"/>
                    </a:lnTo>
                    <a:lnTo>
                      <a:pt x="114" y="44"/>
                    </a:lnTo>
                    <a:lnTo>
                      <a:pt x="93" y="59"/>
                    </a:lnTo>
                    <a:lnTo>
                      <a:pt x="75" y="76"/>
                    </a:lnTo>
                    <a:lnTo>
                      <a:pt x="59" y="94"/>
                    </a:lnTo>
                    <a:lnTo>
                      <a:pt x="43" y="114"/>
                    </a:lnTo>
                    <a:lnTo>
                      <a:pt x="31" y="135"/>
                    </a:lnTo>
                    <a:lnTo>
                      <a:pt x="20" y="158"/>
                    </a:lnTo>
                    <a:lnTo>
                      <a:pt x="11" y="182"/>
                    </a:lnTo>
                    <a:lnTo>
                      <a:pt x="5" y="206"/>
                    </a:lnTo>
                    <a:lnTo>
                      <a:pt x="1" y="232"/>
                    </a:lnTo>
                    <a:lnTo>
                      <a:pt x="0" y="258"/>
                    </a:lnTo>
                    <a:lnTo>
                      <a:pt x="0" y="258"/>
                    </a:lnTo>
                    <a:lnTo>
                      <a:pt x="1" y="284"/>
                    </a:lnTo>
                    <a:lnTo>
                      <a:pt x="5" y="310"/>
                    </a:lnTo>
                    <a:lnTo>
                      <a:pt x="11" y="334"/>
                    </a:lnTo>
                    <a:lnTo>
                      <a:pt x="20" y="358"/>
                    </a:lnTo>
                    <a:lnTo>
                      <a:pt x="31" y="381"/>
                    </a:lnTo>
                    <a:lnTo>
                      <a:pt x="43" y="402"/>
                    </a:lnTo>
                    <a:lnTo>
                      <a:pt x="59" y="422"/>
                    </a:lnTo>
                    <a:lnTo>
                      <a:pt x="75" y="440"/>
                    </a:lnTo>
                    <a:lnTo>
                      <a:pt x="93" y="457"/>
                    </a:lnTo>
                    <a:lnTo>
                      <a:pt x="114" y="472"/>
                    </a:lnTo>
                    <a:lnTo>
                      <a:pt x="134" y="484"/>
                    </a:lnTo>
                    <a:lnTo>
                      <a:pt x="157" y="496"/>
                    </a:lnTo>
                    <a:lnTo>
                      <a:pt x="181" y="505"/>
                    </a:lnTo>
                    <a:lnTo>
                      <a:pt x="206" y="510"/>
                    </a:lnTo>
                    <a:lnTo>
                      <a:pt x="231" y="515"/>
                    </a:lnTo>
                    <a:lnTo>
                      <a:pt x="258" y="516"/>
                    </a:lnTo>
                    <a:lnTo>
                      <a:pt x="258" y="516"/>
                    </a:lnTo>
                    <a:lnTo>
                      <a:pt x="271" y="516"/>
                    </a:lnTo>
                    <a:lnTo>
                      <a:pt x="284" y="515"/>
                    </a:lnTo>
                    <a:lnTo>
                      <a:pt x="298" y="513"/>
                    </a:lnTo>
                    <a:lnTo>
                      <a:pt x="311" y="510"/>
                    </a:lnTo>
                    <a:lnTo>
                      <a:pt x="337" y="503"/>
                    </a:lnTo>
                    <a:lnTo>
                      <a:pt x="361" y="494"/>
                    </a:lnTo>
                    <a:lnTo>
                      <a:pt x="383" y="483"/>
                    </a:lnTo>
                    <a:lnTo>
                      <a:pt x="405" y="469"/>
                    </a:lnTo>
                    <a:lnTo>
                      <a:pt x="425" y="455"/>
                    </a:lnTo>
                    <a:lnTo>
                      <a:pt x="444" y="436"/>
                    </a:lnTo>
                    <a:lnTo>
                      <a:pt x="444" y="436"/>
                    </a:lnTo>
                    <a:lnTo>
                      <a:pt x="462" y="455"/>
                    </a:lnTo>
                    <a:lnTo>
                      <a:pt x="482" y="469"/>
                    </a:lnTo>
                    <a:lnTo>
                      <a:pt x="504" y="483"/>
                    </a:lnTo>
                    <a:lnTo>
                      <a:pt x="527" y="494"/>
                    </a:lnTo>
                    <a:lnTo>
                      <a:pt x="551" y="503"/>
                    </a:lnTo>
                    <a:lnTo>
                      <a:pt x="576" y="510"/>
                    </a:lnTo>
                    <a:lnTo>
                      <a:pt x="589" y="513"/>
                    </a:lnTo>
                    <a:lnTo>
                      <a:pt x="602" y="515"/>
                    </a:lnTo>
                    <a:lnTo>
                      <a:pt x="615" y="516"/>
                    </a:lnTo>
                    <a:lnTo>
                      <a:pt x="629" y="516"/>
                    </a:lnTo>
                    <a:lnTo>
                      <a:pt x="629" y="516"/>
                    </a:lnTo>
                    <a:lnTo>
                      <a:pt x="643" y="516"/>
                    </a:lnTo>
                    <a:lnTo>
                      <a:pt x="656" y="515"/>
                    </a:lnTo>
                    <a:lnTo>
                      <a:pt x="669" y="513"/>
                    </a:lnTo>
                    <a:lnTo>
                      <a:pt x="683" y="510"/>
                    </a:lnTo>
                    <a:lnTo>
                      <a:pt x="708" y="503"/>
                    </a:lnTo>
                    <a:lnTo>
                      <a:pt x="731" y="494"/>
                    </a:lnTo>
                    <a:lnTo>
                      <a:pt x="755" y="483"/>
                    </a:lnTo>
                    <a:lnTo>
                      <a:pt x="777" y="469"/>
                    </a:lnTo>
                    <a:lnTo>
                      <a:pt x="796" y="455"/>
                    </a:lnTo>
                    <a:lnTo>
                      <a:pt x="814" y="436"/>
                    </a:lnTo>
                    <a:lnTo>
                      <a:pt x="814" y="436"/>
                    </a:lnTo>
                    <a:lnTo>
                      <a:pt x="834" y="455"/>
                    </a:lnTo>
                    <a:lnTo>
                      <a:pt x="853" y="469"/>
                    </a:lnTo>
                    <a:lnTo>
                      <a:pt x="875" y="483"/>
                    </a:lnTo>
                    <a:lnTo>
                      <a:pt x="897" y="494"/>
                    </a:lnTo>
                    <a:lnTo>
                      <a:pt x="923" y="503"/>
                    </a:lnTo>
                    <a:lnTo>
                      <a:pt x="948" y="510"/>
                    </a:lnTo>
                    <a:lnTo>
                      <a:pt x="960" y="513"/>
                    </a:lnTo>
                    <a:lnTo>
                      <a:pt x="974" y="515"/>
                    </a:lnTo>
                    <a:lnTo>
                      <a:pt x="987" y="516"/>
                    </a:lnTo>
                    <a:lnTo>
                      <a:pt x="1001" y="516"/>
                    </a:lnTo>
                    <a:lnTo>
                      <a:pt x="1001" y="516"/>
                    </a:lnTo>
                    <a:lnTo>
                      <a:pt x="1015" y="516"/>
                    </a:lnTo>
                    <a:lnTo>
                      <a:pt x="1027" y="515"/>
                    </a:lnTo>
                    <a:lnTo>
                      <a:pt x="1041" y="513"/>
                    </a:lnTo>
                    <a:lnTo>
                      <a:pt x="1053" y="510"/>
                    </a:lnTo>
                    <a:lnTo>
                      <a:pt x="1079" y="503"/>
                    </a:lnTo>
                    <a:lnTo>
                      <a:pt x="1103" y="494"/>
                    </a:lnTo>
                    <a:lnTo>
                      <a:pt x="1126" y="483"/>
                    </a:lnTo>
                    <a:lnTo>
                      <a:pt x="1148" y="469"/>
                    </a:lnTo>
                    <a:lnTo>
                      <a:pt x="1168" y="455"/>
                    </a:lnTo>
                    <a:lnTo>
                      <a:pt x="1186" y="436"/>
                    </a:lnTo>
                    <a:lnTo>
                      <a:pt x="1186" y="436"/>
                    </a:lnTo>
                    <a:lnTo>
                      <a:pt x="1205" y="455"/>
                    </a:lnTo>
                    <a:lnTo>
                      <a:pt x="1225" y="469"/>
                    </a:lnTo>
                    <a:lnTo>
                      <a:pt x="1247" y="483"/>
                    </a:lnTo>
                    <a:lnTo>
                      <a:pt x="1269" y="494"/>
                    </a:lnTo>
                    <a:lnTo>
                      <a:pt x="1293" y="503"/>
                    </a:lnTo>
                    <a:lnTo>
                      <a:pt x="1320" y="510"/>
                    </a:lnTo>
                    <a:lnTo>
                      <a:pt x="1332" y="513"/>
                    </a:lnTo>
                    <a:lnTo>
                      <a:pt x="1346" y="515"/>
                    </a:lnTo>
                    <a:lnTo>
                      <a:pt x="1358" y="516"/>
                    </a:lnTo>
                    <a:lnTo>
                      <a:pt x="1372" y="516"/>
                    </a:lnTo>
                    <a:lnTo>
                      <a:pt x="1372" y="516"/>
                    </a:lnTo>
                    <a:lnTo>
                      <a:pt x="1385" y="516"/>
                    </a:lnTo>
                    <a:lnTo>
                      <a:pt x="1399" y="515"/>
                    </a:lnTo>
                    <a:lnTo>
                      <a:pt x="1413" y="513"/>
                    </a:lnTo>
                    <a:lnTo>
                      <a:pt x="1425" y="510"/>
                    </a:lnTo>
                    <a:lnTo>
                      <a:pt x="1450" y="503"/>
                    </a:lnTo>
                    <a:lnTo>
                      <a:pt x="1475" y="494"/>
                    </a:lnTo>
                    <a:lnTo>
                      <a:pt x="1498" y="483"/>
                    </a:lnTo>
                    <a:lnTo>
                      <a:pt x="1520" y="469"/>
                    </a:lnTo>
                    <a:lnTo>
                      <a:pt x="1539" y="455"/>
                    </a:lnTo>
                    <a:lnTo>
                      <a:pt x="1558" y="436"/>
                    </a:lnTo>
                    <a:lnTo>
                      <a:pt x="1558" y="436"/>
                    </a:lnTo>
                    <a:lnTo>
                      <a:pt x="1577" y="455"/>
                    </a:lnTo>
                    <a:lnTo>
                      <a:pt x="1596" y="469"/>
                    </a:lnTo>
                    <a:lnTo>
                      <a:pt x="1618" y="483"/>
                    </a:lnTo>
                    <a:lnTo>
                      <a:pt x="1641" y="494"/>
                    </a:lnTo>
                    <a:lnTo>
                      <a:pt x="1665" y="503"/>
                    </a:lnTo>
                    <a:lnTo>
                      <a:pt x="1690" y="510"/>
                    </a:lnTo>
                    <a:lnTo>
                      <a:pt x="1704" y="513"/>
                    </a:lnTo>
                    <a:lnTo>
                      <a:pt x="1716" y="515"/>
                    </a:lnTo>
                    <a:lnTo>
                      <a:pt x="1730" y="516"/>
                    </a:lnTo>
                    <a:lnTo>
                      <a:pt x="1744" y="516"/>
                    </a:lnTo>
                    <a:lnTo>
                      <a:pt x="1744" y="516"/>
                    </a:lnTo>
                    <a:lnTo>
                      <a:pt x="1770" y="515"/>
                    </a:lnTo>
                    <a:lnTo>
                      <a:pt x="1796" y="510"/>
                    </a:lnTo>
                    <a:lnTo>
                      <a:pt x="1820" y="505"/>
                    </a:lnTo>
                    <a:lnTo>
                      <a:pt x="1844" y="496"/>
                    </a:lnTo>
                    <a:lnTo>
                      <a:pt x="1867" y="484"/>
                    </a:lnTo>
                    <a:lnTo>
                      <a:pt x="1888" y="472"/>
                    </a:lnTo>
                    <a:lnTo>
                      <a:pt x="1908" y="457"/>
                    </a:lnTo>
                    <a:lnTo>
                      <a:pt x="1926" y="440"/>
                    </a:lnTo>
                    <a:lnTo>
                      <a:pt x="1943" y="422"/>
                    </a:lnTo>
                    <a:lnTo>
                      <a:pt x="1958" y="402"/>
                    </a:lnTo>
                    <a:lnTo>
                      <a:pt x="1970" y="381"/>
                    </a:lnTo>
                    <a:lnTo>
                      <a:pt x="1982" y="358"/>
                    </a:lnTo>
                    <a:lnTo>
                      <a:pt x="1989" y="334"/>
                    </a:lnTo>
                    <a:lnTo>
                      <a:pt x="1996" y="310"/>
                    </a:lnTo>
                    <a:lnTo>
                      <a:pt x="2001" y="284"/>
                    </a:lnTo>
                    <a:lnTo>
                      <a:pt x="2002" y="258"/>
                    </a:lnTo>
                    <a:lnTo>
                      <a:pt x="2002" y="258"/>
                    </a:lnTo>
                    <a:lnTo>
                      <a:pt x="2001" y="232"/>
                    </a:lnTo>
                    <a:lnTo>
                      <a:pt x="1996" y="206"/>
                    </a:lnTo>
                    <a:lnTo>
                      <a:pt x="1989" y="182"/>
                    </a:lnTo>
                    <a:lnTo>
                      <a:pt x="1982" y="158"/>
                    </a:lnTo>
                    <a:lnTo>
                      <a:pt x="1970" y="135"/>
                    </a:lnTo>
                    <a:lnTo>
                      <a:pt x="1958" y="114"/>
                    </a:lnTo>
                    <a:lnTo>
                      <a:pt x="1943" y="94"/>
                    </a:lnTo>
                    <a:lnTo>
                      <a:pt x="1926" y="76"/>
                    </a:lnTo>
                    <a:lnTo>
                      <a:pt x="1908" y="59"/>
                    </a:lnTo>
                    <a:lnTo>
                      <a:pt x="1888" y="44"/>
                    </a:lnTo>
                    <a:lnTo>
                      <a:pt x="1867" y="32"/>
                    </a:lnTo>
                    <a:lnTo>
                      <a:pt x="1844" y="20"/>
                    </a:lnTo>
                    <a:lnTo>
                      <a:pt x="1820" y="11"/>
                    </a:lnTo>
                    <a:lnTo>
                      <a:pt x="1796" y="6"/>
                    </a:lnTo>
                    <a:lnTo>
                      <a:pt x="1770" y="1"/>
                    </a:lnTo>
                    <a:lnTo>
                      <a:pt x="1744" y="0"/>
                    </a:lnTo>
                    <a:lnTo>
                      <a:pt x="1744" y="0"/>
                    </a:lnTo>
                    <a:close/>
                  </a:path>
                </a:pathLst>
              </a:custGeom>
              <a:noFill/>
              <a:ln>
                <a:solidFill>
                  <a:srgbClr val="968C6D"/>
                </a:solidFill>
                <a:prstDash val="sysDot"/>
              </a:ln>
            </p:spPr>
            <p:txBody>
              <a:bodyPr vert="horz" wrap="square" lIns="91440" tIns="45720" rIns="91440" bIns="45720" numCol="1" anchor="t" anchorCtr="0" compatLnSpc="1">
                <a:prstTxWarp prst="textNoShape">
                  <a:avLst/>
                </a:prstTxWarp>
              </a:bodyPr>
              <a:lstStyle/>
              <a:p>
                <a:endParaRPr lang="en-GB" sz="1200"/>
              </a:p>
            </p:txBody>
          </p:sp>
          <p:sp>
            <p:nvSpPr>
              <p:cNvPr id="12" name="Oval 11">
                <a:extLst>
                  <a:ext uri="{FF2B5EF4-FFF2-40B4-BE49-F238E27FC236}">
                    <a16:creationId xmlns:a16="http://schemas.microsoft.com/office/drawing/2014/main" id="{9B684377-10CC-C503-B341-78820CD58C9D}"/>
                  </a:ext>
                </a:extLst>
              </p:cNvPr>
              <p:cNvSpPr/>
              <p:nvPr/>
            </p:nvSpPr>
            <p:spPr bwMode="ltGray">
              <a:xfrm>
                <a:off x="439205" y="1612886"/>
                <a:ext cx="540310" cy="349518"/>
              </a:xfrm>
              <a:prstGeom prst="ellipse">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36000" rtlCol="0" anchor="ctr" anchorCtr="1"/>
              <a:lstStyle/>
              <a:p>
                <a:pPr algn="ctr">
                  <a:spcAft>
                    <a:spcPts val="200"/>
                  </a:spcAft>
                </a:pPr>
                <a:r>
                  <a:rPr lang="en-US" sz="1200" b="1" i="1">
                    <a:solidFill>
                      <a:schemeClr val="tx1"/>
                    </a:solidFill>
                  </a:rPr>
                  <a:t>1</a:t>
                </a:r>
              </a:p>
            </p:txBody>
          </p:sp>
          <p:sp>
            <p:nvSpPr>
              <p:cNvPr id="13" name="Oval 12">
                <a:extLst>
                  <a:ext uri="{FF2B5EF4-FFF2-40B4-BE49-F238E27FC236}">
                    <a16:creationId xmlns:a16="http://schemas.microsoft.com/office/drawing/2014/main" id="{D8F5BF55-3546-A97B-2011-7C625C14DC15}"/>
                  </a:ext>
                </a:extLst>
              </p:cNvPr>
              <p:cNvSpPr/>
              <p:nvPr/>
            </p:nvSpPr>
            <p:spPr bwMode="ltGray">
              <a:xfrm>
                <a:off x="909913" y="1612886"/>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36000" rtlCol="0" anchor="ctr" anchorCtr="1"/>
              <a:lstStyle/>
              <a:p>
                <a:pPr algn="ctr">
                  <a:spcAft>
                    <a:spcPts val="200"/>
                  </a:spcAft>
                </a:pPr>
                <a:r>
                  <a:rPr lang="en-US" sz="1200" b="1" i="1">
                    <a:solidFill>
                      <a:srgbClr val="968C6D"/>
                    </a:solidFill>
                  </a:rPr>
                  <a:t>2</a:t>
                </a:r>
              </a:p>
            </p:txBody>
          </p:sp>
          <p:sp>
            <p:nvSpPr>
              <p:cNvPr id="14" name="Oval 13">
                <a:extLst>
                  <a:ext uri="{FF2B5EF4-FFF2-40B4-BE49-F238E27FC236}">
                    <a16:creationId xmlns:a16="http://schemas.microsoft.com/office/drawing/2014/main" id="{15E8FCFF-6603-313E-3616-B11DB3274C3A}"/>
                  </a:ext>
                </a:extLst>
              </p:cNvPr>
              <p:cNvSpPr/>
              <p:nvPr/>
            </p:nvSpPr>
            <p:spPr bwMode="ltGray">
              <a:xfrm>
                <a:off x="1374332" y="1612886"/>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72000" rtlCol="0" anchor="ctr" anchorCtr="1"/>
              <a:lstStyle/>
              <a:p>
                <a:pPr algn="ctr">
                  <a:spcAft>
                    <a:spcPts val="200"/>
                  </a:spcAft>
                </a:pPr>
                <a:r>
                  <a:rPr lang="en-US" sz="1200" b="1" i="1">
                    <a:solidFill>
                      <a:srgbClr val="968C6D"/>
                    </a:solidFill>
                  </a:rPr>
                  <a:t>3</a:t>
                </a:r>
              </a:p>
            </p:txBody>
          </p:sp>
          <p:sp>
            <p:nvSpPr>
              <p:cNvPr id="15" name="Oval 14">
                <a:extLst>
                  <a:ext uri="{FF2B5EF4-FFF2-40B4-BE49-F238E27FC236}">
                    <a16:creationId xmlns:a16="http://schemas.microsoft.com/office/drawing/2014/main" id="{082FA075-AA99-3534-8A08-88C1D36B8E44}"/>
                  </a:ext>
                </a:extLst>
              </p:cNvPr>
              <p:cNvSpPr/>
              <p:nvPr/>
            </p:nvSpPr>
            <p:spPr bwMode="ltGray">
              <a:xfrm>
                <a:off x="1832571" y="1612886"/>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72000" rtlCol="0" anchor="ctr" anchorCtr="1"/>
              <a:lstStyle/>
              <a:p>
                <a:pPr algn="ctr">
                  <a:spcAft>
                    <a:spcPts val="200"/>
                  </a:spcAft>
                </a:pPr>
                <a:r>
                  <a:rPr lang="en-US" sz="1200" b="1" i="1">
                    <a:solidFill>
                      <a:srgbClr val="968C6D"/>
                    </a:solidFill>
                  </a:rPr>
                  <a:t>4</a:t>
                </a:r>
              </a:p>
            </p:txBody>
          </p:sp>
          <p:sp>
            <p:nvSpPr>
              <p:cNvPr id="16" name="Oval 15">
                <a:extLst>
                  <a:ext uri="{FF2B5EF4-FFF2-40B4-BE49-F238E27FC236}">
                    <a16:creationId xmlns:a16="http://schemas.microsoft.com/office/drawing/2014/main" id="{BE418681-B378-79C4-E85B-00F8607CD6C5}"/>
                  </a:ext>
                </a:extLst>
              </p:cNvPr>
              <p:cNvSpPr/>
              <p:nvPr/>
            </p:nvSpPr>
            <p:spPr bwMode="ltGray">
              <a:xfrm>
                <a:off x="2296734" y="1612886"/>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72000" rtlCol="0" anchor="ctr" anchorCtr="1"/>
              <a:lstStyle/>
              <a:p>
                <a:pPr algn="ctr">
                  <a:spcAft>
                    <a:spcPts val="200"/>
                  </a:spcAft>
                </a:pPr>
                <a:r>
                  <a:rPr lang="en-US" sz="1200" b="1" i="1">
                    <a:solidFill>
                      <a:srgbClr val="968C6D"/>
                    </a:solidFill>
                  </a:rPr>
                  <a:t>5</a:t>
                </a:r>
              </a:p>
            </p:txBody>
          </p:sp>
          <p:sp>
            <p:nvSpPr>
              <p:cNvPr id="17" name="Oval 16">
                <a:extLst>
                  <a:ext uri="{FF2B5EF4-FFF2-40B4-BE49-F238E27FC236}">
                    <a16:creationId xmlns:a16="http://schemas.microsoft.com/office/drawing/2014/main" id="{D28BF8A3-A916-4F4F-0878-55A3DB14F282}"/>
                  </a:ext>
                </a:extLst>
              </p:cNvPr>
              <p:cNvSpPr/>
              <p:nvPr/>
            </p:nvSpPr>
            <p:spPr bwMode="ltGray">
              <a:xfrm>
                <a:off x="439205" y="2078714"/>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36000" rtlCol="0" anchor="ctr" anchorCtr="1"/>
              <a:lstStyle/>
              <a:p>
                <a:pPr algn="ctr">
                  <a:spcAft>
                    <a:spcPts val="200"/>
                  </a:spcAft>
                </a:pPr>
                <a:r>
                  <a:rPr lang="en-US" sz="1200" b="1" i="1">
                    <a:solidFill>
                      <a:srgbClr val="968C6D"/>
                    </a:solidFill>
                  </a:rPr>
                  <a:t>1</a:t>
                </a:r>
              </a:p>
            </p:txBody>
          </p:sp>
          <p:sp>
            <p:nvSpPr>
              <p:cNvPr id="18" name="Oval 17">
                <a:extLst>
                  <a:ext uri="{FF2B5EF4-FFF2-40B4-BE49-F238E27FC236}">
                    <a16:creationId xmlns:a16="http://schemas.microsoft.com/office/drawing/2014/main" id="{2FD4A081-8ABE-8B41-F676-05F6180C3C27}"/>
                  </a:ext>
                </a:extLst>
              </p:cNvPr>
              <p:cNvSpPr/>
              <p:nvPr/>
            </p:nvSpPr>
            <p:spPr bwMode="ltGray">
              <a:xfrm>
                <a:off x="909913" y="2078714"/>
                <a:ext cx="540310" cy="34951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36000" rtlCol="0" anchor="ctr" anchorCtr="1"/>
              <a:lstStyle/>
              <a:p>
                <a:pPr algn="ctr">
                  <a:spcAft>
                    <a:spcPts val="200"/>
                  </a:spcAft>
                </a:pPr>
                <a:r>
                  <a:rPr lang="en-US" sz="1200" b="1" i="1">
                    <a:solidFill>
                      <a:schemeClr val="bg1"/>
                    </a:solidFill>
                  </a:rPr>
                  <a:t>2</a:t>
                </a:r>
              </a:p>
            </p:txBody>
          </p:sp>
          <p:sp>
            <p:nvSpPr>
              <p:cNvPr id="19" name="Oval 18">
                <a:extLst>
                  <a:ext uri="{FF2B5EF4-FFF2-40B4-BE49-F238E27FC236}">
                    <a16:creationId xmlns:a16="http://schemas.microsoft.com/office/drawing/2014/main" id="{9236C599-AB24-4E67-5D78-30206A284D89}"/>
                  </a:ext>
                </a:extLst>
              </p:cNvPr>
              <p:cNvSpPr/>
              <p:nvPr/>
            </p:nvSpPr>
            <p:spPr bwMode="ltGray">
              <a:xfrm>
                <a:off x="1374332" y="2078714"/>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72000" rtlCol="0" anchor="ctr" anchorCtr="1"/>
              <a:lstStyle/>
              <a:p>
                <a:pPr algn="ctr">
                  <a:spcAft>
                    <a:spcPts val="200"/>
                  </a:spcAft>
                </a:pPr>
                <a:r>
                  <a:rPr lang="en-US" sz="1200" b="1" i="1">
                    <a:solidFill>
                      <a:srgbClr val="968C6D"/>
                    </a:solidFill>
                  </a:rPr>
                  <a:t>3</a:t>
                </a:r>
              </a:p>
            </p:txBody>
          </p:sp>
          <p:sp>
            <p:nvSpPr>
              <p:cNvPr id="20" name="Oval 19">
                <a:extLst>
                  <a:ext uri="{FF2B5EF4-FFF2-40B4-BE49-F238E27FC236}">
                    <a16:creationId xmlns:a16="http://schemas.microsoft.com/office/drawing/2014/main" id="{E02F4896-F0EF-3656-0E56-EEDA9AE6289B}"/>
                  </a:ext>
                </a:extLst>
              </p:cNvPr>
              <p:cNvSpPr/>
              <p:nvPr/>
            </p:nvSpPr>
            <p:spPr bwMode="ltGray">
              <a:xfrm>
                <a:off x="1832571" y="2078714"/>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72000" rtlCol="0" anchor="ctr" anchorCtr="1"/>
              <a:lstStyle/>
              <a:p>
                <a:pPr algn="ctr">
                  <a:spcAft>
                    <a:spcPts val="200"/>
                  </a:spcAft>
                </a:pPr>
                <a:r>
                  <a:rPr lang="en-US" sz="1200" b="1" i="1">
                    <a:solidFill>
                      <a:srgbClr val="968C6D"/>
                    </a:solidFill>
                  </a:rPr>
                  <a:t>4</a:t>
                </a:r>
              </a:p>
            </p:txBody>
          </p:sp>
          <p:sp>
            <p:nvSpPr>
              <p:cNvPr id="21" name="Oval 20">
                <a:extLst>
                  <a:ext uri="{FF2B5EF4-FFF2-40B4-BE49-F238E27FC236}">
                    <a16:creationId xmlns:a16="http://schemas.microsoft.com/office/drawing/2014/main" id="{5CEE2661-A258-AA1D-0346-BC29E1A53F4A}"/>
                  </a:ext>
                </a:extLst>
              </p:cNvPr>
              <p:cNvSpPr/>
              <p:nvPr/>
            </p:nvSpPr>
            <p:spPr bwMode="ltGray">
              <a:xfrm>
                <a:off x="2296734" y="2078714"/>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72000" rtlCol="0" anchor="ctr" anchorCtr="1"/>
              <a:lstStyle/>
              <a:p>
                <a:pPr algn="ctr">
                  <a:spcAft>
                    <a:spcPts val="200"/>
                  </a:spcAft>
                </a:pPr>
                <a:r>
                  <a:rPr lang="en-US" sz="1200" b="1" i="1">
                    <a:solidFill>
                      <a:srgbClr val="968C6D"/>
                    </a:solidFill>
                  </a:rPr>
                  <a:t>5</a:t>
                </a:r>
              </a:p>
            </p:txBody>
          </p:sp>
          <p:sp>
            <p:nvSpPr>
              <p:cNvPr id="22" name="Oval 21">
                <a:extLst>
                  <a:ext uri="{FF2B5EF4-FFF2-40B4-BE49-F238E27FC236}">
                    <a16:creationId xmlns:a16="http://schemas.microsoft.com/office/drawing/2014/main" id="{9FB0F352-6030-0377-EBC4-7EAAD4675263}"/>
                  </a:ext>
                </a:extLst>
              </p:cNvPr>
              <p:cNvSpPr/>
              <p:nvPr/>
            </p:nvSpPr>
            <p:spPr bwMode="ltGray">
              <a:xfrm>
                <a:off x="439205" y="2544542"/>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36000" rtlCol="0" anchor="ctr" anchorCtr="1"/>
              <a:lstStyle/>
              <a:p>
                <a:pPr algn="ctr">
                  <a:spcAft>
                    <a:spcPts val="200"/>
                  </a:spcAft>
                </a:pPr>
                <a:r>
                  <a:rPr lang="en-US" sz="1200" b="1" i="1">
                    <a:solidFill>
                      <a:srgbClr val="968C6D"/>
                    </a:solidFill>
                  </a:rPr>
                  <a:t>1</a:t>
                </a:r>
              </a:p>
            </p:txBody>
          </p:sp>
          <p:sp>
            <p:nvSpPr>
              <p:cNvPr id="23" name="Oval 22">
                <a:extLst>
                  <a:ext uri="{FF2B5EF4-FFF2-40B4-BE49-F238E27FC236}">
                    <a16:creationId xmlns:a16="http://schemas.microsoft.com/office/drawing/2014/main" id="{602998AD-E586-0F2B-6345-63BC08E20701}"/>
                  </a:ext>
                </a:extLst>
              </p:cNvPr>
              <p:cNvSpPr/>
              <p:nvPr/>
            </p:nvSpPr>
            <p:spPr bwMode="ltGray">
              <a:xfrm>
                <a:off x="909913" y="2544542"/>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36000" rtlCol="0" anchor="ctr" anchorCtr="1"/>
              <a:lstStyle/>
              <a:p>
                <a:pPr algn="ctr">
                  <a:spcAft>
                    <a:spcPts val="200"/>
                  </a:spcAft>
                </a:pPr>
                <a:r>
                  <a:rPr lang="en-US" sz="1200" b="1" i="1">
                    <a:solidFill>
                      <a:srgbClr val="968C6D"/>
                    </a:solidFill>
                  </a:rPr>
                  <a:t>2</a:t>
                </a:r>
              </a:p>
            </p:txBody>
          </p:sp>
          <p:sp>
            <p:nvSpPr>
              <p:cNvPr id="24" name="Oval 23">
                <a:extLst>
                  <a:ext uri="{FF2B5EF4-FFF2-40B4-BE49-F238E27FC236}">
                    <a16:creationId xmlns:a16="http://schemas.microsoft.com/office/drawing/2014/main" id="{15A0FCA6-2384-83A6-B634-556F9E305249}"/>
                  </a:ext>
                </a:extLst>
              </p:cNvPr>
              <p:cNvSpPr/>
              <p:nvPr/>
            </p:nvSpPr>
            <p:spPr bwMode="ltGray">
              <a:xfrm>
                <a:off x="1374332" y="2544542"/>
                <a:ext cx="540310" cy="349518"/>
              </a:xfrm>
              <a:prstGeom prst="ellipse">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72000" rtlCol="0" anchor="ctr" anchorCtr="1"/>
              <a:lstStyle/>
              <a:p>
                <a:pPr algn="ctr">
                  <a:spcAft>
                    <a:spcPts val="200"/>
                  </a:spcAft>
                </a:pPr>
                <a:r>
                  <a:rPr lang="en-US" sz="1200" b="1" i="1">
                    <a:solidFill>
                      <a:schemeClr val="tx1"/>
                    </a:solidFill>
                  </a:rPr>
                  <a:t>3</a:t>
                </a:r>
              </a:p>
            </p:txBody>
          </p:sp>
          <p:sp>
            <p:nvSpPr>
              <p:cNvPr id="25" name="Oval 24">
                <a:extLst>
                  <a:ext uri="{FF2B5EF4-FFF2-40B4-BE49-F238E27FC236}">
                    <a16:creationId xmlns:a16="http://schemas.microsoft.com/office/drawing/2014/main" id="{19B1CDAB-E52F-6D5B-6C3E-7871A6976856}"/>
                  </a:ext>
                </a:extLst>
              </p:cNvPr>
              <p:cNvSpPr/>
              <p:nvPr/>
            </p:nvSpPr>
            <p:spPr bwMode="ltGray">
              <a:xfrm>
                <a:off x="1832571" y="2544542"/>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72000" rtlCol="0" anchor="ctr" anchorCtr="1"/>
              <a:lstStyle/>
              <a:p>
                <a:pPr algn="ctr">
                  <a:spcAft>
                    <a:spcPts val="200"/>
                  </a:spcAft>
                </a:pPr>
                <a:r>
                  <a:rPr lang="en-US" sz="1200" b="1" i="1">
                    <a:solidFill>
                      <a:srgbClr val="968C6D"/>
                    </a:solidFill>
                  </a:rPr>
                  <a:t>4</a:t>
                </a:r>
              </a:p>
            </p:txBody>
          </p:sp>
          <p:sp>
            <p:nvSpPr>
              <p:cNvPr id="26" name="Oval 25">
                <a:extLst>
                  <a:ext uri="{FF2B5EF4-FFF2-40B4-BE49-F238E27FC236}">
                    <a16:creationId xmlns:a16="http://schemas.microsoft.com/office/drawing/2014/main" id="{E188A336-BFD2-2863-9ED2-8D7FC8FFA026}"/>
                  </a:ext>
                </a:extLst>
              </p:cNvPr>
              <p:cNvSpPr/>
              <p:nvPr/>
            </p:nvSpPr>
            <p:spPr bwMode="ltGray">
              <a:xfrm>
                <a:off x="2296734" y="2544542"/>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72000" rtlCol="0" anchor="ctr" anchorCtr="1"/>
              <a:lstStyle/>
              <a:p>
                <a:pPr algn="ctr">
                  <a:spcAft>
                    <a:spcPts val="200"/>
                  </a:spcAft>
                </a:pPr>
                <a:r>
                  <a:rPr lang="en-US" sz="1200" b="1" i="1">
                    <a:solidFill>
                      <a:srgbClr val="968C6D"/>
                    </a:solidFill>
                  </a:rPr>
                  <a:t>5</a:t>
                </a:r>
              </a:p>
            </p:txBody>
          </p:sp>
          <p:sp>
            <p:nvSpPr>
              <p:cNvPr id="27" name="Oval 26">
                <a:extLst>
                  <a:ext uri="{FF2B5EF4-FFF2-40B4-BE49-F238E27FC236}">
                    <a16:creationId xmlns:a16="http://schemas.microsoft.com/office/drawing/2014/main" id="{9BA7D71A-0266-7943-AC1B-CD91DCBAAEAD}"/>
                  </a:ext>
                </a:extLst>
              </p:cNvPr>
              <p:cNvSpPr/>
              <p:nvPr/>
            </p:nvSpPr>
            <p:spPr bwMode="ltGray">
              <a:xfrm>
                <a:off x="439205" y="3010369"/>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36000" rtlCol="0" anchor="ctr" anchorCtr="1"/>
              <a:lstStyle/>
              <a:p>
                <a:pPr algn="ctr">
                  <a:spcAft>
                    <a:spcPts val="200"/>
                  </a:spcAft>
                </a:pPr>
                <a:r>
                  <a:rPr lang="en-US" sz="1200" b="1" i="1">
                    <a:solidFill>
                      <a:srgbClr val="968C6D"/>
                    </a:solidFill>
                  </a:rPr>
                  <a:t>1</a:t>
                </a:r>
              </a:p>
            </p:txBody>
          </p:sp>
          <p:sp>
            <p:nvSpPr>
              <p:cNvPr id="28" name="Oval 27">
                <a:extLst>
                  <a:ext uri="{FF2B5EF4-FFF2-40B4-BE49-F238E27FC236}">
                    <a16:creationId xmlns:a16="http://schemas.microsoft.com/office/drawing/2014/main" id="{433FA828-4DDC-9A9E-2130-D759CE26CAC7}"/>
                  </a:ext>
                </a:extLst>
              </p:cNvPr>
              <p:cNvSpPr/>
              <p:nvPr/>
            </p:nvSpPr>
            <p:spPr bwMode="ltGray">
              <a:xfrm>
                <a:off x="909913" y="3010369"/>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36000" rtlCol="0" anchor="ctr" anchorCtr="1"/>
              <a:lstStyle/>
              <a:p>
                <a:pPr algn="ctr">
                  <a:spcAft>
                    <a:spcPts val="200"/>
                  </a:spcAft>
                </a:pPr>
                <a:r>
                  <a:rPr lang="en-US" sz="1200" b="1" i="1">
                    <a:solidFill>
                      <a:srgbClr val="968C6D"/>
                    </a:solidFill>
                  </a:rPr>
                  <a:t>2</a:t>
                </a:r>
              </a:p>
            </p:txBody>
          </p:sp>
          <p:sp>
            <p:nvSpPr>
              <p:cNvPr id="29" name="Oval 28">
                <a:extLst>
                  <a:ext uri="{FF2B5EF4-FFF2-40B4-BE49-F238E27FC236}">
                    <a16:creationId xmlns:a16="http://schemas.microsoft.com/office/drawing/2014/main" id="{7FB494B8-D257-9805-50A9-80D7862F6B08}"/>
                  </a:ext>
                </a:extLst>
              </p:cNvPr>
              <p:cNvSpPr/>
              <p:nvPr/>
            </p:nvSpPr>
            <p:spPr bwMode="ltGray">
              <a:xfrm>
                <a:off x="1374332" y="3010369"/>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72000" rtlCol="0" anchor="ctr" anchorCtr="1"/>
              <a:lstStyle/>
              <a:p>
                <a:pPr algn="ctr">
                  <a:spcAft>
                    <a:spcPts val="200"/>
                  </a:spcAft>
                </a:pPr>
                <a:r>
                  <a:rPr lang="en-US" sz="1200" b="1" i="1">
                    <a:solidFill>
                      <a:srgbClr val="968C6D"/>
                    </a:solidFill>
                  </a:rPr>
                  <a:t>3</a:t>
                </a:r>
              </a:p>
            </p:txBody>
          </p:sp>
          <p:sp>
            <p:nvSpPr>
              <p:cNvPr id="30" name="Oval 29">
                <a:extLst>
                  <a:ext uri="{FF2B5EF4-FFF2-40B4-BE49-F238E27FC236}">
                    <a16:creationId xmlns:a16="http://schemas.microsoft.com/office/drawing/2014/main" id="{4606F699-74E0-D9AD-AB6F-B01BB997405A}"/>
                  </a:ext>
                </a:extLst>
              </p:cNvPr>
              <p:cNvSpPr/>
              <p:nvPr/>
            </p:nvSpPr>
            <p:spPr bwMode="ltGray">
              <a:xfrm>
                <a:off x="1832571" y="3010369"/>
                <a:ext cx="540310" cy="349518"/>
              </a:xfrm>
              <a:prstGeom prst="ellips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72000" rtlCol="0" anchor="ctr" anchorCtr="1"/>
              <a:lstStyle/>
              <a:p>
                <a:pPr algn="ctr">
                  <a:spcAft>
                    <a:spcPts val="200"/>
                  </a:spcAft>
                </a:pPr>
                <a:r>
                  <a:rPr lang="en-US" sz="1200" b="1" i="1">
                    <a:solidFill>
                      <a:schemeClr val="bg1"/>
                    </a:solidFill>
                  </a:rPr>
                  <a:t>4</a:t>
                </a:r>
              </a:p>
            </p:txBody>
          </p:sp>
          <p:sp>
            <p:nvSpPr>
              <p:cNvPr id="31" name="Oval 30">
                <a:extLst>
                  <a:ext uri="{FF2B5EF4-FFF2-40B4-BE49-F238E27FC236}">
                    <a16:creationId xmlns:a16="http://schemas.microsoft.com/office/drawing/2014/main" id="{BD690A67-8EAB-3614-BBF9-3A887B202646}"/>
                  </a:ext>
                </a:extLst>
              </p:cNvPr>
              <p:cNvSpPr/>
              <p:nvPr/>
            </p:nvSpPr>
            <p:spPr bwMode="ltGray">
              <a:xfrm>
                <a:off x="2296734" y="3010369"/>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72000" rtlCol="0" anchor="ctr" anchorCtr="1"/>
              <a:lstStyle/>
              <a:p>
                <a:pPr algn="ctr">
                  <a:spcAft>
                    <a:spcPts val="200"/>
                  </a:spcAft>
                </a:pPr>
                <a:r>
                  <a:rPr lang="en-US" sz="1200" b="1" i="1">
                    <a:solidFill>
                      <a:srgbClr val="968C6D"/>
                    </a:solidFill>
                  </a:rPr>
                  <a:t>5</a:t>
                </a:r>
              </a:p>
            </p:txBody>
          </p:sp>
          <p:sp>
            <p:nvSpPr>
              <p:cNvPr id="32" name="Oval 31">
                <a:extLst>
                  <a:ext uri="{FF2B5EF4-FFF2-40B4-BE49-F238E27FC236}">
                    <a16:creationId xmlns:a16="http://schemas.microsoft.com/office/drawing/2014/main" id="{5411EF3C-CCDB-547F-D0B4-D0ADBD0BED09}"/>
                  </a:ext>
                </a:extLst>
              </p:cNvPr>
              <p:cNvSpPr/>
              <p:nvPr/>
            </p:nvSpPr>
            <p:spPr bwMode="ltGray">
              <a:xfrm>
                <a:off x="439205" y="3476199"/>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36000" rtlCol="0" anchor="ctr" anchorCtr="1"/>
              <a:lstStyle/>
              <a:p>
                <a:pPr algn="ctr">
                  <a:spcAft>
                    <a:spcPts val="200"/>
                  </a:spcAft>
                </a:pPr>
                <a:r>
                  <a:rPr lang="en-US" sz="1200" b="1" i="1">
                    <a:solidFill>
                      <a:srgbClr val="968C6D"/>
                    </a:solidFill>
                  </a:rPr>
                  <a:t>1</a:t>
                </a:r>
              </a:p>
            </p:txBody>
          </p:sp>
          <p:sp>
            <p:nvSpPr>
              <p:cNvPr id="33" name="Oval 32">
                <a:extLst>
                  <a:ext uri="{FF2B5EF4-FFF2-40B4-BE49-F238E27FC236}">
                    <a16:creationId xmlns:a16="http://schemas.microsoft.com/office/drawing/2014/main" id="{11537010-261F-91A6-C613-3D6857C12B4E}"/>
                  </a:ext>
                </a:extLst>
              </p:cNvPr>
              <p:cNvSpPr/>
              <p:nvPr/>
            </p:nvSpPr>
            <p:spPr bwMode="ltGray">
              <a:xfrm>
                <a:off x="909913" y="3476199"/>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36000" rtlCol="0" anchor="ctr" anchorCtr="1"/>
              <a:lstStyle/>
              <a:p>
                <a:pPr algn="ctr">
                  <a:spcAft>
                    <a:spcPts val="200"/>
                  </a:spcAft>
                </a:pPr>
                <a:r>
                  <a:rPr lang="en-US" sz="1200" b="1" i="1">
                    <a:solidFill>
                      <a:srgbClr val="968C6D"/>
                    </a:solidFill>
                  </a:rPr>
                  <a:t>2</a:t>
                </a:r>
              </a:p>
            </p:txBody>
          </p:sp>
          <p:sp>
            <p:nvSpPr>
              <p:cNvPr id="34" name="Oval 33">
                <a:extLst>
                  <a:ext uri="{FF2B5EF4-FFF2-40B4-BE49-F238E27FC236}">
                    <a16:creationId xmlns:a16="http://schemas.microsoft.com/office/drawing/2014/main" id="{28A03E99-4A40-64D0-45A7-D74EC0F03415}"/>
                  </a:ext>
                </a:extLst>
              </p:cNvPr>
              <p:cNvSpPr/>
              <p:nvPr/>
            </p:nvSpPr>
            <p:spPr bwMode="ltGray">
              <a:xfrm>
                <a:off x="1374332" y="3476199"/>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72000" rtlCol="0" anchor="ctr" anchorCtr="1"/>
              <a:lstStyle/>
              <a:p>
                <a:pPr algn="ctr">
                  <a:spcAft>
                    <a:spcPts val="200"/>
                  </a:spcAft>
                </a:pPr>
                <a:r>
                  <a:rPr lang="en-US" sz="1200" b="1" i="1">
                    <a:solidFill>
                      <a:srgbClr val="968C6D"/>
                    </a:solidFill>
                  </a:rPr>
                  <a:t>3</a:t>
                </a:r>
              </a:p>
            </p:txBody>
          </p:sp>
          <p:sp>
            <p:nvSpPr>
              <p:cNvPr id="35" name="Oval 34">
                <a:extLst>
                  <a:ext uri="{FF2B5EF4-FFF2-40B4-BE49-F238E27FC236}">
                    <a16:creationId xmlns:a16="http://schemas.microsoft.com/office/drawing/2014/main" id="{DB6C9FE0-F2DA-D009-C214-32E778A0DE1B}"/>
                  </a:ext>
                </a:extLst>
              </p:cNvPr>
              <p:cNvSpPr/>
              <p:nvPr/>
            </p:nvSpPr>
            <p:spPr bwMode="ltGray">
              <a:xfrm>
                <a:off x="1832571" y="3476199"/>
                <a:ext cx="540310" cy="349518"/>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72000" rtlCol="0" anchor="ctr" anchorCtr="1"/>
              <a:lstStyle/>
              <a:p>
                <a:pPr algn="ctr">
                  <a:spcAft>
                    <a:spcPts val="200"/>
                  </a:spcAft>
                </a:pPr>
                <a:r>
                  <a:rPr lang="en-US" sz="1200" b="1" i="1">
                    <a:solidFill>
                      <a:srgbClr val="968C6D"/>
                    </a:solidFill>
                  </a:rPr>
                  <a:t>4</a:t>
                </a:r>
              </a:p>
            </p:txBody>
          </p:sp>
          <p:sp>
            <p:nvSpPr>
              <p:cNvPr id="36" name="Oval 35">
                <a:extLst>
                  <a:ext uri="{FF2B5EF4-FFF2-40B4-BE49-F238E27FC236}">
                    <a16:creationId xmlns:a16="http://schemas.microsoft.com/office/drawing/2014/main" id="{68D348A2-B576-BE09-B341-DE0531D2547F}"/>
                  </a:ext>
                </a:extLst>
              </p:cNvPr>
              <p:cNvSpPr/>
              <p:nvPr/>
            </p:nvSpPr>
            <p:spPr bwMode="ltGray">
              <a:xfrm>
                <a:off x="2296734" y="3476199"/>
                <a:ext cx="540310" cy="349518"/>
              </a:xfrm>
              <a:prstGeom prst="ellipse">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72000" rtlCol="0" anchor="ctr" anchorCtr="1"/>
              <a:lstStyle/>
              <a:p>
                <a:pPr algn="ctr">
                  <a:spcAft>
                    <a:spcPts val="200"/>
                  </a:spcAft>
                </a:pPr>
                <a:r>
                  <a:rPr lang="en-US" sz="1200" b="1" i="1">
                    <a:solidFill>
                      <a:schemeClr val="tx1"/>
                    </a:solidFill>
                  </a:rPr>
                  <a:t>5</a:t>
                </a:r>
              </a:p>
            </p:txBody>
          </p:sp>
          <p:sp>
            <p:nvSpPr>
              <p:cNvPr id="37" name="Rectangle 36">
                <a:extLst>
                  <a:ext uri="{FF2B5EF4-FFF2-40B4-BE49-F238E27FC236}">
                    <a16:creationId xmlns:a16="http://schemas.microsoft.com/office/drawing/2014/main" id="{9CC3DD40-8D2A-2E1D-6BF8-9332BA4E9257}"/>
                  </a:ext>
                </a:extLst>
              </p:cNvPr>
              <p:cNvSpPr/>
              <p:nvPr/>
            </p:nvSpPr>
            <p:spPr>
              <a:xfrm>
                <a:off x="3007659" y="1625443"/>
                <a:ext cx="1880124" cy="336960"/>
              </a:xfrm>
              <a:prstGeom prst="rect">
                <a:avLst/>
              </a:prstGeom>
              <a:solidFill>
                <a:schemeClr val="accent1">
                  <a:lumMod val="20000"/>
                  <a:lumOff val="8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endParaRPr lang="en-US" sz="1200" b="1">
                  <a:solidFill>
                    <a:schemeClr val="tx1"/>
                  </a:solidFill>
                </a:endParaRPr>
              </a:p>
              <a:p>
                <a:pPr algn="ctr"/>
                <a:r>
                  <a:rPr lang="en-US" sz="1200" b="1">
                    <a:solidFill>
                      <a:schemeClr val="tx1"/>
                    </a:solidFill>
                  </a:rPr>
                  <a:t>Outstanding</a:t>
                </a:r>
              </a:p>
              <a:p>
                <a:pPr algn="ctr">
                  <a:lnSpc>
                    <a:spcPct val="100000"/>
                  </a:lnSpc>
                </a:pPr>
                <a:endParaRPr lang="en-US" sz="1200">
                  <a:solidFill>
                    <a:schemeClr val="tx1"/>
                  </a:solidFill>
                </a:endParaRPr>
              </a:p>
            </p:txBody>
          </p:sp>
          <p:sp>
            <p:nvSpPr>
              <p:cNvPr id="38" name="Rectangle 37">
                <a:extLst>
                  <a:ext uri="{FF2B5EF4-FFF2-40B4-BE49-F238E27FC236}">
                    <a16:creationId xmlns:a16="http://schemas.microsoft.com/office/drawing/2014/main" id="{357C1C1A-A8A8-B493-66D5-F790D509E1DA}"/>
                  </a:ext>
                </a:extLst>
              </p:cNvPr>
              <p:cNvSpPr/>
              <p:nvPr/>
            </p:nvSpPr>
            <p:spPr>
              <a:xfrm>
                <a:off x="3023143" y="2101276"/>
                <a:ext cx="1880124" cy="336960"/>
              </a:xfrm>
              <a:prstGeom prst="rect">
                <a:avLst/>
              </a:prstGeom>
              <a:solidFill>
                <a:schemeClr val="tx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200">
                  <a:solidFill>
                    <a:schemeClr val="bg1"/>
                  </a:solidFill>
                </a:endParaRPr>
              </a:p>
              <a:p>
                <a:pPr algn="ctr"/>
                <a:r>
                  <a:rPr lang="en-US" sz="1200" b="1">
                    <a:solidFill>
                      <a:schemeClr val="bg1"/>
                    </a:solidFill>
                  </a:rPr>
                  <a:t>Exceeds Expectations</a:t>
                </a:r>
              </a:p>
              <a:p>
                <a:pPr algn="ctr">
                  <a:lnSpc>
                    <a:spcPct val="100000"/>
                  </a:lnSpc>
                </a:pPr>
                <a:endParaRPr lang="en-US" sz="1200">
                  <a:solidFill>
                    <a:schemeClr val="bg1"/>
                  </a:solidFill>
                </a:endParaRPr>
              </a:p>
            </p:txBody>
          </p:sp>
          <p:sp>
            <p:nvSpPr>
              <p:cNvPr id="39" name="Rectangle 38">
                <a:extLst>
                  <a:ext uri="{FF2B5EF4-FFF2-40B4-BE49-F238E27FC236}">
                    <a16:creationId xmlns:a16="http://schemas.microsoft.com/office/drawing/2014/main" id="{27ED5245-D106-A0AE-84D9-E956C7DA1088}"/>
                  </a:ext>
                </a:extLst>
              </p:cNvPr>
              <p:cNvSpPr/>
              <p:nvPr/>
            </p:nvSpPr>
            <p:spPr>
              <a:xfrm>
                <a:off x="3027627" y="2558805"/>
                <a:ext cx="1880124" cy="336960"/>
              </a:xfrm>
              <a:prstGeom prst="rect">
                <a:avLst/>
              </a:pr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200" b="1" kern="1200">
                  <a:solidFill>
                    <a:schemeClr val="tx1"/>
                  </a:solidFill>
                </a:endParaRPr>
              </a:p>
              <a:p>
                <a:pPr algn="ctr"/>
                <a:r>
                  <a:rPr lang="en-US" sz="1200" b="1" kern="1200">
                    <a:solidFill>
                      <a:schemeClr val="tx1"/>
                    </a:solidFill>
                  </a:rPr>
                  <a:t>Meet expectations</a:t>
                </a:r>
              </a:p>
              <a:p>
                <a:pPr algn="ctr">
                  <a:lnSpc>
                    <a:spcPct val="100000"/>
                  </a:lnSpc>
                </a:pPr>
                <a:endParaRPr lang="en-US" sz="1200">
                  <a:solidFill>
                    <a:schemeClr val="tx1"/>
                  </a:solidFill>
                </a:endParaRPr>
              </a:p>
            </p:txBody>
          </p:sp>
          <p:sp>
            <p:nvSpPr>
              <p:cNvPr id="40" name="Rectangle 39">
                <a:extLst>
                  <a:ext uri="{FF2B5EF4-FFF2-40B4-BE49-F238E27FC236}">
                    <a16:creationId xmlns:a16="http://schemas.microsoft.com/office/drawing/2014/main" id="{0C940D58-BBF1-E910-DF40-3274293735A1}"/>
                  </a:ext>
                </a:extLst>
              </p:cNvPr>
              <p:cNvSpPr/>
              <p:nvPr/>
            </p:nvSpPr>
            <p:spPr>
              <a:xfrm>
                <a:off x="3043111" y="3034637"/>
                <a:ext cx="1880124" cy="336960"/>
              </a:xfrm>
              <a:prstGeom prst="rect">
                <a:avLst/>
              </a:prstGeom>
              <a:solidFill>
                <a:schemeClr val="tx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endParaRPr lang="en-US" sz="1200" b="1">
                  <a:solidFill>
                    <a:schemeClr val="bg1"/>
                  </a:solidFill>
                </a:endParaRPr>
              </a:p>
              <a:p>
                <a:pPr algn="ctr"/>
                <a:r>
                  <a:rPr lang="en-US" sz="1200" b="1">
                    <a:solidFill>
                      <a:schemeClr val="bg1"/>
                    </a:solidFill>
                  </a:rPr>
                  <a:t>Needs improvement</a:t>
                </a:r>
              </a:p>
              <a:p>
                <a:pPr algn="ctr">
                  <a:lnSpc>
                    <a:spcPct val="100000"/>
                  </a:lnSpc>
                </a:pPr>
                <a:endParaRPr lang="en-US" sz="1200">
                  <a:solidFill>
                    <a:schemeClr val="bg1"/>
                  </a:solidFill>
                </a:endParaRPr>
              </a:p>
            </p:txBody>
          </p:sp>
          <p:sp>
            <p:nvSpPr>
              <p:cNvPr id="41" name="Rectangle 40">
                <a:extLst>
                  <a:ext uri="{FF2B5EF4-FFF2-40B4-BE49-F238E27FC236}">
                    <a16:creationId xmlns:a16="http://schemas.microsoft.com/office/drawing/2014/main" id="{66BD1CEC-B6A9-175F-446B-5CD76671C413}"/>
                  </a:ext>
                </a:extLst>
              </p:cNvPr>
              <p:cNvSpPr/>
              <p:nvPr/>
            </p:nvSpPr>
            <p:spPr>
              <a:xfrm>
                <a:off x="3078349" y="3503610"/>
                <a:ext cx="1880124" cy="336960"/>
              </a:xfrm>
              <a:prstGeom prst="rect">
                <a:avLst/>
              </a:prstGeom>
              <a:solidFill>
                <a:schemeClr val="accent1">
                  <a:lumMod val="20000"/>
                  <a:lumOff val="8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endParaRPr lang="en-US" sz="1200">
                  <a:solidFill>
                    <a:schemeClr val="tx1"/>
                  </a:solidFill>
                </a:endParaRPr>
              </a:p>
              <a:p>
                <a:pPr algn="ctr"/>
                <a:r>
                  <a:rPr lang="en-US" sz="1200" b="1">
                    <a:solidFill>
                      <a:schemeClr val="tx1"/>
                    </a:solidFill>
                  </a:rPr>
                  <a:t>Poor</a:t>
                </a:r>
              </a:p>
              <a:p>
                <a:pPr algn="ctr">
                  <a:lnSpc>
                    <a:spcPct val="100000"/>
                  </a:lnSpc>
                </a:pPr>
                <a:endParaRPr lang="en-US" sz="1200">
                  <a:solidFill>
                    <a:schemeClr val="tx1"/>
                  </a:solidFill>
                </a:endParaRPr>
              </a:p>
            </p:txBody>
          </p:sp>
        </p:grpSp>
        <p:sp>
          <p:nvSpPr>
            <p:cNvPr id="42" name="Rectangle 41">
              <a:extLst>
                <a:ext uri="{FF2B5EF4-FFF2-40B4-BE49-F238E27FC236}">
                  <a16:creationId xmlns:a16="http://schemas.microsoft.com/office/drawing/2014/main" id="{FD5BA56C-7287-9AD9-6202-341CFCF22C8B}"/>
                </a:ext>
              </a:extLst>
            </p:cNvPr>
            <p:cNvSpPr/>
            <p:nvPr/>
          </p:nvSpPr>
          <p:spPr>
            <a:xfrm>
              <a:off x="327123" y="1030912"/>
              <a:ext cx="4576491" cy="310000"/>
            </a:xfrm>
            <a:prstGeom prst="rect">
              <a:avLst/>
            </a:prstGeom>
            <a:solidFill>
              <a:schemeClr val="accent1"/>
            </a:solidFill>
            <a:ln w="28575">
              <a:solidFill>
                <a:schemeClr val="accent1"/>
              </a:solidFill>
            </a:ln>
            <a:effectLst/>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400" b="1">
                  <a:solidFill>
                    <a:schemeClr val="bg1"/>
                  </a:solidFill>
                </a:rPr>
                <a:t>Performance Rating Scale</a:t>
              </a:r>
            </a:p>
          </p:txBody>
        </p:sp>
      </p:grpSp>
      <p:sp>
        <p:nvSpPr>
          <p:cNvPr id="6" name="Rectangle 5">
            <a:extLst>
              <a:ext uri="{FF2B5EF4-FFF2-40B4-BE49-F238E27FC236}">
                <a16:creationId xmlns:a16="http://schemas.microsoft.com/office/drawing/2014/main" id="{E8897EA3-2209-ECAD-D195-6718BEA9940C}"/>
              </a:ext>
            </a:extLst>
          </p:cNvPr>
          <p:cNvSpPr/>
          <p:nvPr/>
        </p:nvSpPr>
        <p:spPr>
          <a:xfrm>
            <a:off x="5682146" y="1030911"/>
            <a:ext cx="5747854" cy="309999"/>
          </a:xfrm>
          <a:prstGeom prst="rect">
            <a:avLst/>
          </a:prstGeom>
          <a:solidFill>
            <a:schemeClr val="accent1"/>
          </a:solidFill>
          <a:ln w="28575">
            <a:solidFill>
              <a:schemeClr val="accent1"/>
            </a:solidFill>
          </a:ln>
          <a:effectLst/>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400" b="1">
                <a:solidFill>
                  <a:schemeClr val="bg1"/>
                </a:solidFill>
              </a:rPr>
              <a:t>Parameters for Board Evaluation </a:t>
            </a:r>
          </a:p>
        </p:txBody>
      </p:sp>
      <p:graphicFrame>
        <p:nvGraphicFramePr>
          <p:cNvPr id="44" name="Table 43">
            <a:extLst>
              <a:ext uri="{FF2B5EF4-FFF2-40B4-BE49-F238E27FC236}">
                <a16:creationId xmlns:a16="http://schemas.microsoft.com/office/drawing/2014/main" id="{34F9F5FC-2219-2BBE-219A-555FAD8C55C7}"/>
              </a:ext>
            </a:extLst>
          </p:cNvPr>
          <p:cNvGraphicFramePr>
            <a:graphicFrameLocks noGrp="1"/>
          </p:cNvGraphicFramePr>
          <p:nvPr>
            <p:extLst>
              <p:ext uri="{D42A27DB-BD31-4B8C-83A1-F6EECF244321}">
                <p14:modId xmlns:p14="http://schemas.microsoft.com/office/powerpoint/2010/main" val="504639356"/>
              </p:ext>
            </p:extLst>
          </p:nvPr>
        </p:nvGraphicFramePr>
        <p:xfrm>
          <a:off x="321447" y="4162350"/>
          <a:ext cx="4576491" cy="2393090"/>
        </p:xfrm>
        <a:graphic>
          <a:graphicData uri="http://schemas.openxmlformats.org/drawingml/2006/table">
            <a:tbl>
              <a:tblPr firstRow="1" bandRow="1">
                <a:tableStyleId>{5940675A-B579-460E-94D1-54222C63F5DA}</a:tableStyleId>
              </a:tblPr>
              <a:tblGrid>
                <a:gridCol w="3473012">
                  <a:extLst>
                    <a:ext uri="{9D8B030D-6E8A-4147-A177-3AD203B41FA5}">
                      <a16:colId xmlns:a16="http://schemas.microsoft.com/office/drawing/2014/main" val="652777106"/>
                    </a:ext>
                  </a:extLst>
                </a:gridCol>
                <a:gridCol w="1103479">
                  <a:extLst>
                    <a:ext uri="{9D8B030D-6E8A-4147-A177-3AD203B41FA5}">
                      <a16:colId xmlns:a16="http://schemas.microsoft.com/office/drawing/2014/main" val="2411576710"/>
                    </a:ext>
                  </a:extLst>
                </a:gridCol>
              </a:tblGrid>
              <a:tr h="136684">
                <a:tc>
                  <a:txBody>
                    <a:bodyPr/>
                    <a:lstStyle/>
                    <a:p>
                      <a:r>
                        <a:rPr lang="en-GB" sz="1400" b="1">
                          <a:solidFill>
                            <a:schemeClr val="bg1"/>
                          </a:solidFill>
                        </a:rPr>
                        <a:t>Particular</a:t>
                      </a:r>
                    </a:p>
                  </a:txBody>
                  <a:tcPr marL="62455" marR="62455">
                    <a:solidFill>
                      <a:schemeClr val="accent1"/>
                    </a:solidFill>
                  </a:tcPr>
                </a:tc>
                <a:tc>
                  <a:txBody>
                    <a:bodyPr/>
                    <a:lstStyle/>
                    <a:p>
                      <a:pPr algn="ctr"/>
                      <a:r>
                        <a:rPr lang="en-GB" sz="1400" b="1">
                          <a:solidFill>
                            <a:schemeClr val="bg1"/>
                          </a:solidFill>
                        </a:rPr>
                        <a:t>Rating</a:t>
                      </a:r>
                    </a:p>
                  </a:txBody>
                  <a:tcPr marL="62455" marR="62455">
                    <a:solidFill>
                      <a:schemeClr val="accent1"/>
                    </a:solidFill>
                  </a:tcPr>
                </a:tc>
                <a:extLst>
                  <a:ext uri="{0D108BD9-81ED-4DB2-BD59-A6C34878D82A}">
                    <a16:rowId xmlns:a16="http://schemas.microsoft.com/office/drawing/2014/main" val="2576911966"/>
                  </a:ext>
                </a:extLst>
              </a:tr>
              <a:tr h="289148">
                <a:tc>
                  <a:txBody>
                    <a:bodyPr/>
                    <a:lstStyle/>
                    <a:p>
                      <a:r>
                        <a:rPr lang="en-GB" sz="1200"/>
                        <a:t>Assessment of Whole Board</a:t>
                      </a:r>
                    </a:p>
                  </a:txBody>
                  <a:tcPr marL="62455" marR="62455"/>
                </a:tc>
                <a:tc>
                  <a:txBody>
                    <a:bodyPr/>
                    <a:lstStyle/>
                    <a:p>
                      <a:pPr algn="ctr"/>
                      <a:r>
                        <a:rPr lang="en-GB" sz="1200"/>
                        <a:t>2</a:t>
                      </a:r>
                    </a:p>
                  </a:txBody>
                  <a:tcPr marL="62455" marR="62455"/>
                </a:tc>
                <a:extLst>
                  <a:ext uri="{0D108BD9-81ED-4DB2-BD59-A6C34878D82A}">
                    <a16:rowId xmlns:a16="http://schemas.microsoft.com/office/drawing/2014/main" val="987400406"/>
                  </a:ext>
                </a:extLst>
              </a:tr>
              <a:tr h="289148">
                <a:tc>
                  <a:txBody>
                    <a:bodyPr/>
                    <a:lstStyle/>
                    <a:p>
                      <a:r>
                        <a:rPr lang="en-US" sz="1200"/>
                        <a:t>Assessment of Risk Management Committee</a:t>
                      </a:r>
                      <a:endParaRPr lang="en-GB" sz="1200"/>
                    </a:p>
                  </a:txBody>
                  <a:tcPr marL="62455" marR="62455"/>
                </a:tc>
                <a:tc>
                  <a:txBody>
                    <a:bodyPr/>
                    <a:lstStyle/>
                    <a:p>
                      <a:pPr algn="ctr"/>
                      <a:r>
                        <a:rPr lang="en-GB" sz="1200"/>
                        <a:t>3</a:t>
                      </a:r>
                    </a:p>
                  </a:txBody>
                  <a:tcPr marL="62455" marR="62455"/>
                </a:tc>
                <a:extLst>
                  <a:ext uri="{0D108BD9-81ED-4DB2-BD59-A6C34878D82A}">
                    <a16:rowId xmlns:a16="http://schemas.microsoft.com/office/drawing/2014/main" val="4190876236"/>
                  </a:ext>
                </a:extLst>
              </a:tr>
              <a:tr h="289148">
                <a:tc>
                  <a:txBody>
                    <a:bodyPr/>
                    <a:lstStyle/>
                    <a:p>
                      <a:r>
                        <a:rPr lang="en-US" sz="1200"/>
                        <a:t>Assessment of Operation Committees</a:t>
                      </a:r>
                      <a:endParaRPr lang="en-GB" sz="1200"/>
                    </a:p>
                  </a:txBody>
                  <a:tcPr marL="62455" marR="62455"/>
                </a:tc>
                <a:tc>
                  <a:txBody>
                    <a:bodyPr/>
                    <a:lstStyle/>
                    <a:p>
                      <a:pPr algn="ctr"/>
                      <a:r>
                        <a:rPr lang="en-GB" sz="1200"/>
                        <a:t>2</a:t>
                      </a:r>
                    </a:p>
                  </a:txBody>
                  <a:tcPr marL="62455" marR="62455"/>
                </a:tc>
                <a:extLst>
                  <a:ext uri="{0D108BD9-81ED-4DB2-BD59-A6C34878D82A}">
                    <a16:rowId xmlns:a16="http://schemas.microsoft.com/office/drawing/2014/main" val="2786401493"/>
                  </a:ext>
                </a:extLst>
              </a:tr>
              <a:tr h="289148">
                <a:tc>
                  <a:txBody>
                    <a:bodyPr/>
                    <a:lstStyle/>
                    <a:p>
                      <a:r>
                        <a:rPr lang="en-US" sz="1200"/>
                        <a:t>Assessment of Technology Committees </a:t>
                      </a:r>
                      <a:endParaRPr lang="en-GB" sz="1200"/>
                    </a:p>
                  </a:txBody>
                  <a:tcPr marL="62455" marR="62455"/>
                </a:tc>
                <a:tc>
                  <a:txBody>
                    <a:bodyPr/>
                    <a:lstStyle/>
                    <a:p>
                      <a:pPr algn="ctr"/>
                      <a:r>
                        <a:rPr lang="en-GB" sz="1200"/>
                        <a:t>2</a:t>
                      </a:r>
                    </a:p>
                  </a:txBody>
                  <a:tcPr marL="62455" marR="62455"/>
                </a:tc>
                <a:extLst>
                  <a:ext uri="{0D108BD9-81ED-4DB2-BD59-A6C34878D82A}">
                    <a16:rowId xmlns:a16="http://schemas.microsoft.com/office/drawing/2014/main" val="1724956361"/>
                  </a:ext>
                </a:extLst>
              </a:tr>
              <a:tr h="289148">
                <a:tc>
                  <a:txBody>
                    <a:bodyPr/>
                    <a:lstStyle/>
                    <a:p>
                      <a:r>
                        <a:rPr lang="en-US" sz="1200"/>
                        <a:t>Assessment of Ethics &amp; Compliance Committees</a:t>
                      </a:r>
                      <a:endParaRPr lang="en-GB" sz="1200"/>
                    </a:p>
                  </a:txBody>
                  <a:tcPr marL="62455" marR="62455"/>
                </a:tc>
                <a:tc>
                  <a:txBody>
                    <a:bodyPr/>
                    <a:lstStyle/>
                    <a:p>
                      <a:pPr algn="ctr"/>
                      <a:r>
                        <a:rPr lang="en-GB" sz="1200"/>
                        <a:t>3</a:t>
                      </a:r>
                    </a:p>
                  </a:txBody>
                  <a:tcPr marL="62455" marR="62455"/>
                </a:tc>
                <a:extLst>
                  <a:ext uri="{0D108BD9-81ED-4DB2-BD59-A6C34878D82A}">
                    <a16:rowId xmlns:a16="http://schemas.microsoft.com/office/drawing/2014/main" val="883045843"/>
                  </a:ext>
                </a:extLst>
              </a:tr>
              <a:tr h="321275">
                <a:tc>
                  <a:txBody>
                    <a:bodyPr/>
                    <a:lstStyle/>
                    <a:p>
                      <a:r>
                        <a:rPr lang="en-GB" sz="1200"/>
                        <a:t>Assessment of Chairman – Mr. A</a:t>
                      </a:r>
                    </a:p>
                  </a:txBody>
                  <a:tcPr marL="62455" marR="62455"/>
                </a:tc>
                <a:tc>
                  <a:txBody>
                    <a:bodyPr/>
                    <a:lstStyle/>
                    <a:p>
                      <a:pPr algn="ctr"/>
                      <a:r>
                        <a:rPr lang="en-GB" sz="1400"/>
                        <a:t>2</a:t>
                      </a:r>
                    </a:p>
                  </a:txBody>
                  <a:tcPr marL="62455" marR="62455"/>
                </a:tc>
                <a:extLst>
                  <a:ext uri="{0D108BD9-81ED-4DB2-BD59-A6C34878D82A}">
                    <a16:rowId xmlns:a16="http://schemas.microsoft.com/office/drawing/2014/main" val="1335096100"/>
                  </a:ext>
                </a:extLst>
              </a:tr>
              <a:tr h="321275">
                <a:tc>
                  <a:txBody>
                    <a:bodyPr/>
                    <a:lstStyle/>
                    <a:p>
                      <a:r>
                        <a:rPr lang="en-GB" sz="1200"/>
                        <a:t>Assessment of Executive Director – Mr. B</a:t>
                      </a:r>
                    </a:p>
                  </a:txBody>
                  <a:tcPr marL="62455" marR="62455"/>
                </a:tc>
                <a:tc>
                  <a:txBody>
                    <a:bodyPr/>
                    <a:lstStyle/>
                    <a:p>
                      <a:pPr algn="ctr"/>
                      <a:r>
                        <a:rPr lang="en-GB" sz="1400"/>
                        <a:t>1</a:t>
                      </a:r>
                    </a:p>
                  </a:txBody>
                  <a:tcPr marL="62455" marR="62455"/>
                </a:tc>
                <a:extLst>
                  <a:ext uri="{0D108BD9-81ED-4DB2-BD59-A6C34878D82A}">
                    <a16:rowId xmlns:a16="http://schemas.microsoft.com/office/drawing/2014/main" val="2780795912"/>
                  </a:ext>
                </a:extLst>
              </a:tr>
            </a:tbl>
          </a:graphicData>
        </a:graphic>
      </p:graphicFrame>
      <p:graphicFrame>
        <p:nvGraphicFramePr>
          <p:cNvPr id="46" name="Diagram 45">
            <a:extLst>
              <a:ext uri="{FF2B5EF4-FFF2-40B4-BE49-F238E27FC236}">
                <a16:creationId xmlns:a16="http://schemas.microsoft.com/office/drawing/2014/main" id="{AA40DB3F-68E4-FB0C-02A0-282FEB46C9DF}"/>
              </a:ext>
            </a:extLst>
          </p:cNvPr>
          <p:cNvGraphicFramePr/>
          <p:nvPr>
            <p:extLst>
              <p:ext uri="{D42A27DB-BD31-4B8C-83A1-F6EECF244321}">
                <p14:modId xmlns:p14="http://schemas.microsoft.com/office/powerpoint/2010/main" val="2184656641"/>
              </p:ext>
            </p:extLst>
          </p:nvPr>
        </p:nvGraphicFramePr>
        <p:xfrm>
          <a:off x="5682146" y="1545336"/>
          <a:ext cx="5747854" cy="501010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9" name="Rectangle 48">
            <a:extLst>
              <a:ext uri="{FF2B5EF4-FFF2-40B4-BE49-F238E27FC236}">
                <a16:creationId xmlns:a16="http://schemas.microsoft.com/office/drawing/2014/main" id="{1A238FFE-736C-5468-2DD1-4C6790D1A95A}"/>
              </a:ext>
            </a:extLst>
          </p:cNvPr>
          <p:cNvSpPr/>
          <p:nvPr/>
        </p:nvSpPr>
        <p:spPr>
          <a:xfrm>
            <a:off x="0" y="-8007"/>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sz="2400" b="1" kern="0">
                <a:latin typeface="+mj-lt"/>
                <a:cs typeface="Arial"/>
              </a:rPr>
              <a:t>Accountability | Board Evaluation</a:t>
            </a:r>
            <a:endParaRPr lang="en-US" sz="2400" b="1" spc="-10">
              <a:latin typeface="+mj-lt"/>
            </a:endParaRPr>
          </a:p>
        </p:txBody>
      </p:sp>
    </p:spTree>
    <p:custDataLst>
      <p:custData r:id="rId1"/>
    </p:custDataLst>
    <p:extLst>
      <p:ext uri="{BB962C8B-B14F-4D97-AF65-F5344CB8AC3E}">
        <p14:creationId xmlns:p14="http://schemas.microsoft.com/office/powerpoint/2010/main" val="3030655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20000"/>
              <a:lumOff val="80000"/>
            </a:schemeClr>
          </a:fgClr>
          <a:bgClr>
            <a:schemeClr val="bg1"/>
          </a:bgClr>
        </a:pattFill>
        <a:effectLst/>
      </p:bgPr>
    </p:bg>
    <p:spTree>
      <p:nvGrpSpPr>
        <p:cNvPr id="1" name="">
          <a:extLst>
            <a:ext uri="{FF2B5EF4-FFF2-40B4-BE49-F238E27FC236}">
              <a16:creationId xmlns:a16="http://schemas.microsoft.com/office/drawing/2014/main" id="{E5CE35B0-B825-4BA9-2C18-72E22F1F531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251BC37-B466-83FF-1F30-87B5904F64D5}"/>
              </a:ext>
            </a:extLst>
          </p:cNvPr>
          <p:cNvSpPr/>
          <p:nvPr/>
        </p:nvSpPr>
        <p:spPr>
          <a:xfrm>
            <a:off x="0" y="2526966"/>
            <a:ext cx="12192000" cy="16374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12">
            <a:extLst>
              <a:ext uri="{FF2B5EF4-FFF2-40B4-BE49-F238E27FC236}">
                <a16:creationId xmlns:a16="http://schemas.microsoft.com/office/drawing/2014/main" id="{68E2329B-CBE3-DB74-A3C3-261E95604776}"/>
              </a:ext>
            </a:extLst>
          </p:cNvPr>
          <p:cNvSpPr>
            <a:spLocks noGrp="1"/>
          </p:cNvSpPr>
          <p:nvPr>
            <p:ph type="body" idx="1"/>
          </p:nvPr>
        </p:nvSpPr>
        <p:spPr>
          <a:xfrm>
            <a:off x="123711" y="2976341"/>
            <a:ext cx="8637517" cy="738664"/>
          </a:xfrm>
        </p:spPr>
        <p:txBody>
          <a:bodyPr/>
          <a:lstStyle/>
          <a:p>
            <a:r>
              <a:rPr lang="en-GB" sz="6000" b="1" spc="0" noProof="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mj-lt"/>
              </a:rPr>
              <a:t>Transparency</a:t>
            </a:r>
          </a:p>
        </p:txBody>
      </p:sp>
    </p:spTree>
    <p:custDataLst>
      <p:custData r:id="rId1"/>
    </p:custDataLst>
    <p:extLst>
      <p:ext uri="{BB962C8B-B14F-4D97-AF65-F5344CB8AC3E}">
        <p14:creationId xmlns:p14="http://schemas.microsoft.com/office/powerpoint/2010/main" val="1885912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CEAE7-062A-DE95-3C3A-7DBE173ADA1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CD03BBF-44A5-D3DF-1C86-2EB3503B0F99}"/>
              </a:ext>
            </a:extLst>
          </p:cNvPr>
          <p:cNvSpPr>
            <a:spLocks noGrp="1"/>
          </p:cNvSpPr>
          <p:nvPr>
            <p:ph type="sldNum" sz="quarter" idx="11"/>
          </p:nvPr>
        </p:nvSpPr>
        <p:spPr>
          <a:xfrm>
            <a:off x="9984296" y="6215790"/>
            <a:ext cx="1764792" cy="137160"/>
          </a:xfrm>
          <a:prstGeom prst="rect">
            <a:avLst/>
          </a:prstGeom>
        </p:spPr>
        <p:txBody>
          <a:bodyPr vert="horz" lIns="0" tIns="0" rIns="0" bIns="0" rtlCol="0" anchor="b" anchorCtr="0">
            <a:noAutofit/>
          </a:bodyPr>
          <a:lstStyle>
            <a:defPPr>
              <a:defRPr lang="en-US"/>
            </a:defPPr>
            <a:lvl1pPr marL="0" algn="r" defTabSz="914400" rtl="0" eaLnBrk="1" latinLnBrk="0" hangingPunct="1">
              <a:defRPr sz="7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lang="en-US" smtClean="0"/>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grpSp>
        <p:nvGrpSpPr>
          <p:cNvPr id="5" name="Group 4">
            <a:extLst>
              <a:ext uri="{FF2B5EF4-FFF2-40B4-BE49-F238E27FC236}">
                <a16:creationId xmlns:a16="http://schemas.microsoft.com/office/drawing/2014/main" id="{99D0AB8B-32F3-1D63-0178-1B0EFD5A1ED0}"/>
              </a:ext>
            </a:extLst>
          </p:cNvPr>
          <p:cNvGrpSpPr/>
          <p:nvPr/>
        </p:nvGrpSpPr>
        <p:grpSpPr>
          <a:xfrm>
            <a:off x="0" y="861234"/>
            <a:ext cx="12199619" cy="5720316"/>
            <a:chOff x="0" y="1121250"/>
            <a:chExt cx="12199619" cy="5092104"/>
          </a:xfrm>
        </p:grpSpPr>
        <p:sp>
          <p:nvSpPr>
            <p:cNvPr id="32" name="Flowchart: Process 31">
              <a:extLst>
                <a:ext uri="{FF2B5EF4-FFF2-40B4-BE49-F238E27FC236}">
                  <a16:creationId xmlns:a16="http://schemas.microsoft.com/office/drawing/2014/main" id="{2975244D-E4F5-DFE0-ED80-83DE39485F4A}"/>
                </a:ext>
              </a:extLst>
            </p:cNvPr>
            <p:cNvSpPr/>
            <p:nvPr/>
          </p:nvSpPr>
          <p:spPr>
            <a:xfrm>
              <a:off x="0" y="1129997"/>
              <a:ext cx="2717478" cy="2546052"/>
            </a:xfrm>
            <a:prstGeom prst="flowChartProcess">
              <a:avLst/>
            </a:prstGeom>
            <a:solidFill>
              <a:schemeClr val="accent1">
                <a:lumMod val="20000"/>
                <a:lumOff val="80000"/>
              </a:schemeClr>
            </a:solidFill>
            <a:ln w="952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2"/>
                  </a:solidFill>
                </a:rPr>
                <a:t>Policies</a:t>
              </a:r>
            </a:p>
            <a:p>
              <a:pPr algn="ctr"/>
              <a:endParaRPr lang="en-US" sz="1400" b="1">
                <a:solidFill>
                  <a:schemeClr val="tx2"/>
                </a:solidFill>
                <a:highlight>
                  <a:srgbClr val="FFFF00"/>
                </a:highlight>
              </a:endParaRPr>
            </a:p>
            <a:p>
              <a:pPr algn="ctr"/>
              <a:r>
                <a:rPr lang="en-US" sz="1400">
                  <a:solidFill>
                    <a:schemeClr val="tx2"/>
                  </a:solidFill>
                </a:rPr>
                <a:t>Set governance standards, align with laws and promote accountability</a:t>
              </a:r>
            </a:p>
          </p:txBody>
        </p:sp>
        <p:sp>
          <p:nvSpPr>
            <p:cNvPr id="34" name="Flowchart: Process 33">
              <a:extLst>
                <a:ext uri="{FF2B5EF4-FFF2-40B4-BE49-F238E27FC236}">
                  <a16:creationId xmlns:a16="http://schemas.microsoft.com/office/drawing/2014/main" id="{E5C9755A-8C00-F8DB-17AE-99303B703A16}"/>
                </a:ext>
              </a:extLst>
            </p:cNvPr>
            <p:cNvSpPr/>
            <p:nvPr/>
          </p:nvSpPr>
          <p:spPr>
            <a:xfrm>
              <a:off x="207160" y="3658574"/>
              <a:ext cx="2300557" cy="2546052"/>
            </a:xfrm>
            <a:prstGeom prst="flowChart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Flowchart: Process 34">
              <a:extLst>
                <a:ext uri="{FF2B5EF4-FFF2-40B4-BE49-F238E27FC236}">
                  <a16:creationId xmlns:a16="http://schemas.microsoft.com/office/drawing/2014/main" id="{22BE8E44-B1C5-1719-2081-F11581EB1F19}"/>
                </a:ext>
              </a:extLst>
            </p:cNvPr>
            <p:cNvSpPr/>
            <p:nvPr/>
          </p:nvSpPr>
          <p:spPr>
            <a:xfrm>
              <a:off x="2582855" y="1121250"/>
              <a:ext cx="2300557" cy="2546052"/>
            </a:xfrm>
            <a:prstGeom prst="flowChart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Flowchart: Process 35">
              <a:extLst>
                <a:ext uri="{FF2B5EF4-FFF2-40B4-BE49-F238E27FC236}">
                  <a16:creationId xmlns:a16="http://schemas.microsoft.com/office/drawing/2014/main" id="{7C82B401-9685-1540-06A2-E908A6103E03}"/>
                </a:ext>
              </a:extLst>
            </p:cNvPr>
            <p:cNvSpPr/>
            <p:nvPr/>
          </p:nvSpPr>
          <p:spPr>
            <a:xfrm>
              <a:off x="2393241" y="3667301"/>
              <a:ext cx="2783674" cy="2546052"/>
            </a:xfrm>
            <a:prstGeom prst="flowChartProcess">
              <a:avLst/>
            </a:prstGeom>
            <a:solidFill>
              <a:schemeClr val="accent1">
                <a:lumMod val="20000"/>
                <a:lumOff val="80000"/>
              </a:schemeClr>
            </a:solidFill>
            <a:ln w="952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b="1">
                <a:solidFill>
                  <a:schemeClr val="tx2"/>
                </a:solidFill>
              </a:endParaRPr>
            </a:p>
            <a:p>
              <a:pPr algn="ctr"/>
              <a:endParaRPr lang="en-US" sz="1600" b="1">
                <a:solidFill>
                  <a:schemeClr val="tx2"/>
                </a:solidFill>
              </a:endParaRPr>
            </a:p>
            <a:p>
              <a:pPr algn="ctr"/>
              <a:r>
                <a:rPr lang="en-US" sz="1600" b="1">
                  <a:solidFill>
                    <a:schemeClr val="tx2"/>
                  </a:solidFill>
                </a:rPr>
                <a:t>Standard Operating Procedures </a:t>
              </a:r>
              <a:endParaRPr lang="en-US" sz="1600" b="1">
                <a:solidFill>
                  <a:schemeClr val="tx2"/>
                </a:solidFill>
                <a:cs typeface="Arial"/>
              </a:endParaRPr>
            </a:p>
            <a:p>
              <a:pPr marL="285750" indent="-285750">
                <a:buFont typeface="Wingdings" panose="05000000000000000000" pitchFamily="2" charset="2"/>
                <a:buChar char="§"/>
              </a:pPr>
              <a:endParaRPr lang="en-US" sz="1400" b="1">
                <a:solidFill>
                  <a:schemeClr val="tx2"/>
                </a:solidFill>
              </a:endParaRPr>
            </a:p>
            <a:p>
              <a:pPr algn="ctr"/>
              <a:r>
                <a:rPr lang="en-US" sz="1400">
                  <a:solidFill>
                    <a:schemeClr val="tx1"/>
                  </a:solidFill>
                </a:rPr>
                <a:t>Convert policies into daily actions, supporting clarity &amp; compliance</a:t>
              </a:r>
              <a:br>
                <a:rPr lang="en-US" sz="1600"/>
              </a:br>
              <a:endParaRPr lang="en-US" sz="1600" b="1">
                <a:solidFill>
                  <a:schemeClr val="tx2"/>
                </a:solidFill>
              </a:endParaRPr>
            </a:p>
            <a:p>
              <a:pPr algn="ctr"/>
              <a:br>
                <a:rPr lang="en-US" sz="1200"/>
              </a:br>
              <a:endParaRPr lang="en-GB" sz="1200">
                <a:solidFill>
                  <a:schemeClr val="tx2"/>
                </a:solidFill>
              </a:endParaRPr>
            </a:p>
          </p:txBody>
        </p:sp>
        <p:sp>
          <p:nvSpPr>
            <p:cNvPr id="37" name="Flowchart: Process 36">
              <a:extLst>
                <a:ext uri="{FF2B5EF4-FFF2-40B4-BE49-F238E27FC236}">
                  <a16:creationId xmlns:a16="http://schemas.microsoft.com/office/drawing/2014/main" id="{D817F5AA-1D1D-0D0F-FB47-93FD09C5B41D}"/>
                </a:ext>
              </a:extLst>
            </p:cNvPr>
            <p:cNvSpPr/>
            <p:nvPr/>
          </p:nvSpPr>
          <p:spPr>
            <a:xfrm>
              <a:off x="4697065" y="1121250"/>
              <a:ext cx="2711826" cy="2546052"/>
            </a:xfrm>
            <a:prstGeom prst="flowChartProcess">
              <a:avLst/>
            </a:prstGeom>
            <a:solidFill>
              <a:schemeClr val="accent1">
                <a:lumMod val="20000"/>
                <a:lumOff val="80000"/>
              </a:schemeClr>
            </a:solidFill>
            <a:ln w="952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2"/>
                  </a:solidFill>
                </a:rPr>
                <a:t>Technology</a:t>
              </a:r>
            </a:p>
            <a:p>
              <a:pPr algn="ctr"/>
              <a:endParaRPr lang="en-US" sz="1600" b="1">
                <a:solidFill>
                  <a:schemeClr val="tx2"/>
                </a:solidFill>
              </a:endParaRPr>
            </a:p>
            <a:p>
              <a:pPr algn="ctr"/>
              <a:r>
                <a:rPr lang="en-US" sz="1400">
                  <a:solidFill>
                    <a:schemeClr val="tx2"/>
                  </a:solidFill>
                </a:rPr>
                <a:t>Enables real-time data access, improves transparency and tracks compliances</a:t>
              </a:r>
            </a:p>
          </p:txBody>
        </p:sp>
        <p:sp>
          <p:nvSpPr>
            <p:cNvPr id="38" name="Flowchart: Process 37">
              <a:extLst>
                <a:ext uri="{FF2B5EF4-FFF2-40B4-BE49-F238E27FC236}">
                  <a16:creationId xmlns:a16="http://schemas.microsoft.com/office/drawing/2014/main" id="{A6D61B21-9F0B-C174-6F23-7F6C9F7B01B9}"/>
                </a:ext>
              </a:extLst>
            </p:cNvPr>
            <p:cNvSpPr/>
            <p:nvPr/>
          </p:nvSpPr>
          <p:spPr>
            <a:xfrm>
              <a:off x="4883412" y="3667302"/>
              <a:ext cx="2300557" cy="2546052"/>
            </a:xfrm>
            <a:prstGeom prst="flowChart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Flowchart: Process 38">
              <a:extLst>
                <a:ext uri="{FF2B5EF4-FFF2-40B4-BE49-F238E27FC236}">
                  <a16:creationId xmlns:a16="http://schemas.microsoft.com/office/drawing/2014/main" id="{B73AFC1F-1406-D5C9-4781-7FF3A28653BE}"/>
                </a:ext>
              </a:extLst>
            </p:cNvPr>
            <p:cNvSpPr/>
            <p:nvPr/>
          </p:nvSpPr>
          <p:spPr>
            <a:xfrm>
              <a:off x="7183969" y="1121250"/>
              <a:ext cx="2300557" cy="2546052"/>
            </a:xfrm>
            <a:prstGeom prst="flowChart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Flowchart: Process 39">
              <a:extLst>
                <a:ext uri="{FF2B5EF4-FFF2-40B4-BE49-F238E27FC236}">
                  <a16:creationId xmlns:a16="http://schemas.microsoft.com/office/drawing/2014/main" id="{8F7BD196-E41E-8DC4-CFE4-B4FA4D1074B6}"/>
                </a:ext>
              </a:extLst>
            </p:cNvPr>
            <p:cNvSpPr/>
            <p:nvPr/>
          </p:nvSpPr>
          <p:spPr>
            <a:xfrm>
              <a:off x="6994355" y="3667301"/>
              <a:ext cx="2783674" cy="2546052"/>
            </a:xfrm>
            <a:prstGeom prst="flowChartProcess">
              <a:avLst/>
            </a:prstGeom>
            <a:solidFill>
              <a:schemeClr val="accent1">
                <a:lumMod val="20000"/>
                <a:lumOff val="80000"/>
              </a:schemeClr>
            </a:solidFill>
            <a:ln w="952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2"/>
                  </a:solidFill>
                </a:rPr>
                <a:t>Board Training</a:t>
              </a:r>
            </a:p>
            <a:p>
              <a:pPr algn="ctr"/>
              <a:endParaRPr lang="en-US" sz="1600" b="1">
                <a:solidFill>
                  <a:schemeClr val="tx2"/>
                </a:solidFill>
              </a:endParaRPr>
            </a:p>
            <a:p>
              <a:pPr algn="ctr"/>
              <a:r>
                <a:rPr lang="en-US" sz="1400">
                  <a:solidFill>
                    <a:schemeClr val="tx2"/>
                  </a:solidFill>
                </a:rPr>
                <a:t>Builds legal &amp; ethical awareness for informed board decisions</a:t>
              </a:r>
              <a:br>
                <a:rPr lang="en-US" sz="1400">
                  <a:solidFill>
                    <a:schemeClr val="tx2"/>
                  </a:solidFill>
                </a:rPr>
              </a:br>
              <a:endParaRPr lang="en-GB" sz="1400">
                <a:solidFill>
                  <a:schemeClr val="tx2"/>
                </a:solidFill>
              </a:endParaRPr>
            </a:p>
          </p:txBody>
        </p:sp>
        <p:sp>
          <p:nvSpPr>
            <p:cNvPr id="41" name="Flowchart: Process 40">
              <a:extLst>
                <a:ext uri="{FF2B5EF4-FFF2-40B4-BE49-F238E27FC236}">
                  <a16:creationId xmlns:a16="http://schemas.microsoft.com/office/drawing/2014/main" id="{7B513239-A2A2-D072-6F26-8260CF06E2A5}"/>
                </a:ext>
              </a:extLst>
            </p:cNvPr>
            <p:cNvSpPr/>
            <p:nvPr/>
          </p:nvSpPr>
          <p:spPr>
            <a:xfrm>
              <a:off x="9415945" y="1126796"/>
              <a:ext cx="2783674" cy="2546052"/>
            </a:xfrm>
            <a:prstGeom prst="flowChartProcess">
              <a:avLst/>
            </a:prstGeom>
            <a:solidFill>
              <a:schemeClr val="accent1">
                <a:lumMod val="20000"/>
                <a:lumOff val="80000"/>
              </a:schemeClr>
            </a:solidFill>
            <a:ln w="952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600" b="1">
                <a:solidFill>
                  <a:schemeClr val="tx2"/>
                </a:solidFill>
              </a:endParaRPr>
            </a:p>
            <a:p>
              <a:pPr algn="ctr"/>
              <a:r>
                <a:rPr lang="en-US" sz="1600" b="1">
                  <a:solidFill>
                    <a:schemeClr val="tx2"/>
                  </a:solidFill>
                </a:rPr>
                <a:t>Disclosures &amp; Communication</a:t>
              </a:r>
              <a:endParaRPr lang="en-US" sz="1600" b="1">
                <a:solidFill>
                  <a:schemeClr val="tx2"/>
                </a:solidFill>
                <a:cs typeface="Arial"/>
              </a:endParaRPr>
            </a:p>
            <a:p>
              <a:pPr algn="ctr"/>
              <a:endParaRPr lang="en-US" sz="1600" b="1">
                <a:solidFill>
                  <a:schemeClr val="tx2"/>
                </a:solidFill>
              </a:endParaRPr>
            </a:p>
            <a:p>
              <a:pPr algn="ctr"/>
              <a:r>
                <a:rPr lang="en-US" sz="1400">
                  <a:solidFill>
                    <a:schemeClr val="tx2"/>
                  </a:solidFill>
                </a:rPr>
                <a:t>Ensure clear, timely stakeholder updates and reduce misinformation </a:t>
              </a:r>
              <a:endParaRPr lang="en-US" sz="1400">
                <a:solidFill>
                  <a:schemeClr val="tx2"/>
                </a:solidFill>
                <a:cs typeface="Arial"/>
              </a:endParaRPr>
            </a:p>
            <a:p>
              <a:pPr algn="ctr"/>
              <a:endParaRPr lang="en-US" sz="1600" b="1">
                <a:solidFill>
                  <a:schemeClr val="tx2"/>
                </a:solidFill>
              </a:endParaRPr>
            </a:p>
          </p:txBody>
        </p:sp>
        <p:sp>
          <p:nvSpPr>
            <p:cNvPr id="42" name="Flowchart: Process 41">
              <a:extLst>
                <a:ext uri="{FF2B5EF4-FFF2-40B4-BE49-F238E27FC236}">
                  <a16:creationId xmlns:a16="http://schemas.microsoft.com/office/drawing/2014/main" id="{05E1BBC4-6C5A-F7A8-DB91-5F355EB1096F}"/>
                </a:ext>
              </a:extLst>
            </p:cNvPr>
            <p:cNvSpPr/>
            <p:nvPr/>
          </p:nvSpPr>
          <p:spPr>
            <a:xfrm>
              <a:off x="9484525" y="3667302"/>
              <a:ext cx="2300557" cy="2546052"/>
            </a:xfrm>
            <a:prstGeom prst="flowChart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5" name="Graphic 44" descr="Scroll with solid fill">
              <a:extLst>
                <a:ext uri="{FF2B5EF4-FFF2-40B4-BE49-F238E27FC236}">
                  <a16:creationId xmlns:a16="http://schemas.microsoft.com/office/drawing/2014/main" id="{C13E9E8D-1677-8D2A-F720-B173C8E85E4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6494" y="4245395"/>
              <a:ext cx="1772632" cy="1350623"/>
            </a:xfrm>
            <a:prstGeom prst="rect">
              <a:avLst/>
            </a:prstGeom>
          </p:spPr>
        </p:pic>
        <p:pic>
          <p:nvPicPr>
            <p:cNvPr id="47" name="Graphic 46" descr="Checklist with solid fill">
              <a:extLst>
                <a:ext uri="{FF2B5EF4-FFF2-40B4-BE49-F238E27FC236}">
                  <a16:creationId xmlns:a16="http://schemas.microsoft.com/office/drawing/2014/main" id="{6A3FCB9D-626F-D553-CA84-B557A153E28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42890" y="1708071"/>
              <a:ext cx="1772632" cy="1350623"/>
            </a:xfrm>
            <a:prstGeom prst="rect">
              <a:avLst/>
            </a:prstGeom>
          </p:spPr>
        </p:pic>
        <p:pic>
          <p:nvPicPr>
            <p:cNvPr id="49" name="Graphic 48" descr="Cloud Computing with solid fill">
              <a:extLst>
                <a:ext uri="{FF2B5EF4-FFF2-40B4-BE49-F238E27FC236}">
                  <a16:creationId xmlns:a16="http://schemas.microsoft.com/office/drawing/2014/main" id="{247EE26D-C670-2CCA-353D-16A34453DC7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02284" y="4191955"/>
              <a:ext cx="1772632" cy="1350623"/>
            </a:xfrm>
            <a:prstGeom prst="rect">
              <a:avLst/>
            </a:prstGeom>
          </p:spPr>
        </p:pic>
        <p:pic>
          <p:nvPicPr>
            <p:cNvPr id="51" name="Graphic 50" descr="Lecturer with solid fill">
              <a:extLst>
                <a:ext uri="{FF2B5EF4-FFF2-40B4-BE49-F238E27FC236}">
                  <a16:creationId xmlns:a16="http://schemas.microsoft.com/office/drawing/2014/main" id="{AD8CB9B5-0F30-1EC5-179F-09EE4B189ED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457208" y="1671086"/>
              <a:ext cx="1772632" cy="1350623"/>
            </a:xfrm>
            <a:prstGeom prst="rect">
              <a:avLst/>
            </a:prstGeom>
          </p:spPr>
        </p:pic>
        <p:pic>
          <p:nvPicPr>
            <p:cNvPr id="53" name="Graphic 52" descr="Megaphone1 with solid fill">
              <a:extLst>
                <a:ext uri="{FF2B5EF4-FFF2-40B4-BE49-F238E27FC236}">
                  <a16:creationId xmlns:a16="http://schemas.microsoft.com/office/drawing/2014/main" id="{E8640DF1-B1A9-7955-F695-B0772F7234C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995437" y="4191955"/>
              <a:ext cx="1772632" cy="1350623"/>
            </a:xfrm>
            <a:prstGeom prst="rect">
              <a:avLst/>
            </a:prstGeom>
          </p:spPr>
        </p:pic>
      </p:grpSp>
      <p:sp>
        <p:nvSpPr>
          <p:cNvPr id="4" name="Rectangle 3">
            <a:extLst>
              <a:ext uri="{FF2B5EF4-FFF2-40B4-BE49-F238E27FC236}">
                <a16:creationId xmlns:a16="http://schemas.microsoft.com/office/drawing/2014/main" id="{942936F0-21F4-0A6F-5011-78F17B2FAD47}"/>
              </a:ext>
            </a:extLst>
          </p:cNvPr>
          <p:cNvSpPr/>
          <p:nvPr/>
        </p:nvSpPr>
        <p:spPr>
          <a:xfrm>
            <a:off x="0" y="-8007"/>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endParaRPr lang="en-US" sz="2400" b="1" spc="-10">
              <a:latin typeface="+mj-lt"/>
            </a:endParaRPr>
          </a:p>
        </p:txBody>
      </p:sp>
      <p:sp>
        <p:nvSpPr>
          <p:cNvPr id="2" name="Title 1">
            <a:extLst>
              <a:ext uri="{FF2B5EF4-FFF2-40B4-BE49-F238E27FC236}">
                <a16:creationId xmlns:a16="http://schemas.microsoft.com/office/drawing/2014/main" id="{0FAA32EB-BCF4-74F3-F03C-4240555663EC}"/>
              </a:ext>
            </a:extLst>
          </p:cNvPr>
          <p:cNvSpPr>
            <a:spLocks noGrp="1"/>
          </p:cNvSpPr>
          <p:nvPr>
            <p:ph type="title"/>
          </p:nvPr>
        </p:nvSpPr>
        <p:spPr>
          <a:xfrm>
            <a:off x="85909" y="92257"/>
            <a:ext cx="11173430" cy="371563"/>
          </a:xfrm>
        </p:spPr>
        <p:txBody>
          <a:bodyPr>
            <a:normAutofit/>
          </a:bodyPr>
          <a:lstStyle/>
          <a:p>
            <a:pPr>
              <a:spcBef>
                <a:spcPts val="0"/>
              </a:spcBef>
              <a:buSzPts val="3200"/>
              <a:defRPr/>
            </a:pPr>
            <a:r>
              <a:rPr lang="en-US" sz="2400" b="1">
                <a:solidFill>
                  <a:schemeClr val="bg1"/>
                </a:solidFill>
                <a:latin typeface="Georgia"/>
              </a:rPr>
              <a:t>Corporate Governance | Transparency | Key Drivers</a:t>
            </a:r>
          </a:p>
        </p:txBody>
      </p:sp>
    </p:spTree>
    <p:custDataLst>
      <p:custData r:id="rId1"/>
    </p:custDataLst>
    <p:extLst>
      <p:ext uri="{BB962C8B-B14F-4D97-AF65-F5344CB8AC3E}">
        <p14:creationId xmlns:p14="http://schemas.microsoft.com/office/powerpoint/2010/main" val="2378131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9BBA7130-D6BD-40C6-A906-B9B340896292}"/>
              </a:ext>
            </a:extLst>
          </p:cNvPr>
          <p:cNvCxnSpPr>
            <a:cxnSpLocks/>
          </p:cNvCxnSpPr>
          <p:nvPr/>
        </p:nvCxnSpPr>
        <p:spPr>
          <a:xfrm flipH="1">
            <a:off x="2515655" y="4508908"/>
            <a:ext cx="2023653"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6A65DE38-B3ED-49A2-9DB9-951B1EB962A3}"/>
              </a:ext>
            </a:extLst>
          </p:cNvPr>
          <p:cNvCxnSpPr>
            <a:cxnSpLocks/>
          </p:cNvCxnSpPr>
          <p:nvPr/>
        </p:nvCxnSpPr>
        <p:spPr>
          <a:xfrm>
            <a:off x="2553063" y="3699575"/>
            <a:ext cx="0" cy="820804"/>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67E5B3A7-6FBC-4464-8344-B786646FD4F2}"/>
              </a:ext>
            </a:extLst>
          </p:cNvPr>
          <p:cNvCxnSpPr/>
          <p:nvPr/>
        </p:nvCxnSpPr>
        <p:spPr>
          <a:xfrm flipH="1">
            <a:off x="7636490" y="4520379"/>
            <a:ext cx="1988457"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9482B158-F7DC-49E8-9B77-9DBC3B86144C}"/>
              </a:ext>
            </a:extLst>
          </p:cNvPr>
          <p:cNvCxnSpPr>
            <a:cxnSpLocks/>
          </p:cNvCxnSpPr>
          <p:nvPr/>
        </p:nvCxnSpPr>
        <p:spPr>
          <a:xfrm>
            <a:off x="9591710" y="3723014"/>
            <a:ext cx="0" cy="820804"/>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9BBEBD06-BBA5-43FB-8DD2-56167F72D5DF}"/>
              </a:ext>
            </a:extLst>
          </p:cNvPr>
          <p:cNvSpPr/>
          <p:nvPr/>
        </p:nvSpPr>
        <p:spPr>
          <a:xfrm>
            <a:off x="18479" y="3793115"/>
            <a:ext cx="12199044" cy="54878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tx1"/>
                </a:solidFill>
                <a:effectLst/>
                <a:uLnTx/>
                <a:uFillTx/>
                <a:latin typeface="Georgia" panose="02040502050405020303"/>
                <a:ea typeface="+mn-ea"/>
                <a:cs typeface="+mn-cs"/>
              </a:rPr>
              <a:t>Digital Governance Assets</a:t>
            </a:r>
          </a:p>
        </p:txBody>
      </p:sp>
      <p:graphicFrame>
        <p:nvGraphicFramePr>
          <p:cNvPr id="222" name="Diagram 221">
            <a:extLst>
              <a:ext uri="{FF2B5EF4-FFF2-40B4-BE49-F238E27FC236}">
                <a16:creationId xmlns:a16="http://schemas.microsoft.com/office/drawing/2014/main" id="{43BAC6B1-3EC0-4A2A-BC84-EB3DB9D17C6F}"/>
              </a:ext>
            </a:extLst>
          </p:cNvPr>
          <p:cNvGraphicFramePr/>
          <p:nvPr>
            <p:extLst>
              <p:ext uri="{D42A27DB-BD31-4B8C-83A1-F6EECF244321}">
                <p14:modId xmlns:p14="http://schemas.microsoft.com/office/powerpoint/2010/main" val="3336179674"/>
              </p:ext>
            </p:extLst>
          </p:nvPr>
        </p:nvGraphicFramePr>
        <p:xfrm>
          <a:off x="-9832" y="4609659"/>
          <a:ext cx="4549139" cy="16910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23" name="Diagram 222">
            <a:extLst>
              <a:ext uri="{FF2B5EF4-FFF2-40B4-BE49-F238E27FC236}">
                <a16:creationId xmlns:a16="http://schemas.microsoft.com/office/drawing/2014/main" id="{BF2D5040-32C5-46CB-B4E3-D0B353C3EC81}"/>
              </a:ext>
            </a:extLst>
          </p:cNvPr>
          <p:cNvGraphicFramePr/>
          <p:nvPr>
            <p:extLst>
              <p:ext uri="{D42A27DB-BD31-4B8C-83A1-F6EECF244321}">
                <p14:modId xmlns:p14="http://schemas.microsoft.com/office/powerpoint/2010/main" val="3975412787"/>
              </p:ext>
            </p:extLst>
          </p:nvPr>
        </p:nvGraphicFramePr>
        <p:xfrm>
          <a:off x="7237922" y="4576759"/>
          <a:ext cx="4944246" cy="169106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4" name="Rectangle 43">
            <a:extLst>
              <a:ext uri="{FF2B5EF4-FFF2-40B4-BE49-F238E27FC236}">
                <a16:creationId xmlns:a16="http://schemas.microsoft.com/office/drawing/2014/main" id="{157E81C9-1ADA-4EE0-991B-FD7D8284C986}"/>
              </a:ext>
            </a:extLst>
          </p:cNvPr>
          <p:cNvSpPr/>
          <p:nvPr/>
        </p:nvSpPr>
        <p:spPr>
          <a:xfrm>
            <a:off x="0" y="2734"/>
            <a:ext cx="12192000" cy="72185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Georgia" panose="02040502050405020303"/>
                <a:ea typeface="+mn-ea"/>
                <a:cs typeface="+mn-cs"/>
              </a:rPr>
              <a:t>Transparency | Technology</a:t>
            </a:r>
          </a:p>
        </p:txBody>
      </p:sp>
      <p:graphicFrame>
        <p:nvGraphicFramePr>
          <p:cNvPr id="7" name="Diagram 6">
            <a:extLst>
              <a:ext uri="{FF2B5EF4-FFF2-40B4-BE49-F238E27FC236}">
                <a16:creationId xmlns:a16="http://schemas.microsoft.com/office/drawing/2014/main" id="{445331E3-7D00-46C1-8AA9-2C1A6F3211CB}"/>
              </a:ext>
            </a:extLst>
          </p:cNvPr>
          <p:cNvGraphicFramePr/>
          <p:nvPr>
            <p:extLst>
              <p:ext uri="{D42A27DB-BD31-4B8C-83A1-F6EECF244321}">
                <p14:modId xmlns:p14="http://schemas.microsoft.com/office/powerpoint/2010/main" val="2490622113"/>
              </p:ext>
            </p:extLst>
          </p:nvPr>
        </p:nvGraphicFramePr>
        <p:xfrm>
          <a:off x="0" y="959449"/>
          <a:ext cx="12018495" cy="269815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pSp>
        <p:nvGrpSpPr>
          <p:cNvPr id="6" name="Group 5">
            <a:extLst>
              <a:ext uri="{FF2B5EF4-FFF2-40B4-BE49-F238E27FC236}">
                <a16:creationId xmlns:a16="http://schemas.microsoft.com/office/drawing/2014/main" id="{FD846D7F-DD5D-5E6C-3200-66075D85424B}"/>
              </a:ext>
            </a:extLst>
          </p:cNvPr>
          <p:cNvGrpSpPr/>
          <p:nvPr/>
        </p:nvGrpSpPr>
        <p:grpSpPr>
          <a:xfrm>
            <a:off x="4482796" y="4520379"/>
            <a:ext cx="2811638" cy="2109022"/>
            <a:chOff x="4316681" y="3368260"/>
            <a:chExt cx="3447288" cy="3391289"/>
          </a:xfrm>
          <a:solidFill>
            <a:schemeClr val="tx1"/>
          </a:solidFill>
        </p:grpSpPr>
        <p:grpSp>
          <p:nvGrpSpPr>
            <p:cNvPr id="8" name="Group 7">
              <a:extLst>
                <a:ext uri="{FF2B5EF4-FFF2-40B4-BE49-F238E27FC236}">
                  <a16:creationId xmlns:a16="http://schemas.microsoft.com/office/drawing/2014/main" id="{C9C17FAD-E45D-37C5-17AB-AD2C77CB7439}"/>
                </a:ext>
              </a:extLst>
            </p:cNvPr>
            <p:cNvGrpSpPr/>
            <p:nvPr/>
          </p:nvGrpSpPr>
          <p:grpSpPr>
            <a:xfrm>
              <a:off x="4316681" y="3368260"/>
              <a:ext cx="3447288" cy="3391289"/>
              <a:chOff x="995172" y="1330448"/>
              <a:chExt cx="4966970" cy="4567816"/>
            </a:xfrm>
            <a:grpFill/>
          </p:grpSpPr>
          <p:sp>
            <p:nvSpPr>
              <p:cNvPr id="10" name="object 3">
                <a:extLst>
                  <a:ext uri="{FF2B5EF4-FFF2-40B4-BE49-F238E27FC236}">
                    <a16:creationId xmlns:a16="http://schemas.microsoft.com/office/drawing/2014/main" id="{4DCA6E01-ABE7-2901-BC26-3DCD2DF39E83}"/>
                  </a:ext>
                </a:extLst>
              </p:cNvPr>
              <p:cNvSpPr/>
              <p:nvPr/>
            </p:nvSpPr>
            <p:spPr>
              <a:xfrm>
                <a:off x="3044949" y="4853550"/>
                <a:ext cx="974090" cy="938530"/>
              </a:xfrm>
              <a:custGeom>
                <a:avLst/>
                <a:gdLst/>
                <a:ahLst/>
                <a:cxnLst/>
                <a:rect l="l" t="t" r="r" b="b"/>
                <a:pathLst>
                  <a:path w="974089" h="938529">
                    <a:moveTo>
                      <a:pt x="277438" y="0"/>
                    </a:moveTo>
                    <a:lnTo>
                      <a:pt x="167608" y="13534"/>
                    </a:lnTo>
                    <a:lnTo>
                      <a:pt x="121243" y="76503"/>
                    </a:lnTo>
                    <a:lnTo>
                      <a:pt x="102298" y="206561"/>
                    </a:lnTo>
                    <a:lnTo>
                      <a:pt x="83084" y="401831"/>
                    </a:lnTo>
                    <a:lnTo>
                      <a:pt x="72236" y="505971"/>
                    </a:lnTo>
                    <a:lnTo>
                      <a:pt x="66315" y="558397"/>
                    </a:lnTo>
                    <a:lnTo>
                      <a:pt x="59992" y="610576"/>
                    </a:lnTo>
                    <a:lnTo>
                      <a:pt x="53214" y="662144"/>
                    </a:lnTo>
                    <a:lnTo>
                      <a:pt x="45927" y="712740"/>
                    </a:lnTo>
                    <a:lnTo>
                      <a:pt x="38078" y="761999"/>
                    </a:lnTo>
                    <a:lnTo>
                      <a:pt x="29614" y="809559"/>
                    </a:lnTo>
                    <a:lnTo>
                      <a:pt x="20482" y="855056"/>
                    </a:lnTo>
                    <a:lnTo>
                      <a:pt x="10628" y="898128"/>
                    </a:lnTo>
                    <a:lnTo>
                      <a:pt x="0" y="938411"/>
                    </a:lnTo>
                    <a:lnTo>
                      <a:pt x="973835" y="938411"/>
                    </a:lnTo>
                    <a:lnTo>
                      <a:pt x="963203" y="898128"/>
                    </a:lnTo>
                    <a:lnTo>
                      <a:pt x="953340" y="855056"/>
                    </a:lnTo>
                    <a:lnTo>
                      <a:pt x="944193" y="809559"/>
                    </a:lnTo>
                    <a:lnTo>
                      <a:pt x="935710" y="761999"/>
                    </a:lnTo>
                    <a:lnTo>
                      <a:pt x="927839" y="712740"/>
                    </a:lnTo>
                    <a:lnTo>
                      <a:pt x="920527" y="662144"/>
                    </a:lnTo>
                    <a:lnTo>
                      <a:pt x="913723" y="610576"/>
                    </a:lnTo>
                    <a:lnTo>
                      <a:pt x="907373" y="558397"/>
                    </a:lnTo>
                    <a:lnTo>
                      <a:pt x="901426" y="505971"/>
                    </a:lnTo>
                    <a:lnTo>
                      <a:pt x="890531" y="401831"/>
                    </a:lnTo>
                    <a:lnTo>
                      <a:pt x="871270" y="206561"/>
                    </a:lnTo>
                    <a:lnTo>
                      <a:pt x="801603" y="81800"/>
                    </a:lnTo>
                    <a:lnTo>
                      <a:pt x="670499" y="27659"/>
                    </a:lnTo>
                    <a:lnTo>
                      <a:pt x="543658" y="15891"/>
                    </a:lnTo>
                    <a:lnTo>
                      <a:pt x="486778" y="18245"/>
                    </a:lnTo>
                    <a:lnTo>
                      <a:pt x="277438" y="0"/>
                    </a:lnTo>
                    <a:close/>
                  </a:path>
                </a:pathLst>
              </a:custGeom>
              <a:grpFill/>
            </p:spPr>
            <p:txBody>
              <a:bodyPr wrap="square" lIns="0" tIns="0" rIns="0" bIns="0" rtlCol="0"/>
              <a:lstStyle/>
              <a:p>
                <a:endParaRPr/>
              </a:p>
            </p:txBody>
          </p:sp>
          <p:sp>
            <p:nvSpPr>
              <p:cNvPr id="11" name="object 5">
                <a:extLst>
                  <a:ext uri="{FF2B5EF4-FFF2-40B4-BE49-F238E27FC236}">
                    <a16:creationId xmlns:a16="http://schemas.microsoft.com/office/drawing/2014/main" id="{16543281-29D7-2C80-2491-5E44A3F93B3A}"/>
                  </a:ext>
                </a:extLst>
              </p:cNvPr>
              <p:cNvSpPr/>
              <p:nvPr/>
            </p:nvSpPr>
            <p:spPr>
              <a:xfrm>
                <a:off x="2685288" y="5721099"/>
                <a:ext cx="1581150" cy="177165"/>
              </a:xfrm>
              <a:custGeom>
                <a:avLst/>
                <a:gdLst/>
                <a:ahLst/>
                <a:cxnLst/>
                <a:rect l="l" t="t" r="r" b="b"/>
                <a:pathLst>
                  <a:path w="1581150" h="177164">
                    <a:moveTo>
                      <a:pt x="1533245" y="0"/>
                    </a:moveTo>
                    <a:lnTo>
                      <a:pt x="47904" y="0"/>
                    </a:lnTo>
                    <a:lnTo>
                      <a:pt x="29323" y="4434"/>
                    </a:lnTo>
                    <a:lnTo>
                      <a:pt x="14089" y="16500"/>
                    </a:lnTo>
                    <a:lnTo>
                      <a:pt x="3786" y="34343"/>
                    </a:lnTo>
                    <a:lnTo>
                      <a:pt x="0" y="56108"/>
                    </a:lnTo>
                    <a:lnTo>
                      <a:pt x="0" y="120662"/>
                    </a:lnTo>
                    <a:lnTo>
                      <a:pt x="3786" y="142429"/>
                    </a:lnTo>
                    <a:lnTo>
                      <a:pt x="14089" y="160277"/>
                    </a:lnTo>
                    <a:lnTo>
                      <a:pt x="29323" y="172347"/>
                    </a:lnTo>
                    <a:lnTo>
                      <a:pt x="47904" y="176784"/>
                    </a:lnTo>
                    <a:lnTo>
                      <a:pt x="1533245" y="176784"/>
                    </a:lnTo>
                    <a:lnTo>
                      <a:pt x="1551826" y="172347"/>
                    </a:lnTo>
                    <a:lnTo>
                      <a:pt x="1567060" y="160277"/>
                    </a:lnTo>
                    <a:lnTo>
                      <a:pt x="1577363" y="142429"/>
                    </a:lnTo>
                    <a:lnTo>
                      <a:pt x="1581150" y="120662"/>
                    </a:lnTo>
                    <a:lnTo>
                      <a:pt x="1581150" y="56108"/>
                    </a:lnTo>
                    <a:lnTo>
                      <a:pt x="1577363" y="34343"/>
                    </a:lnTo>
                    <a:lnTo>
                      <a:pt x="1567060" y="16500"/>
                    </a:lnTo>
                    <a:lnTo>
                      <a:pt x="1551826" y="4434"/>
                    </a:lnTo>
                    <a:lnTo>
                      <a:pt x="1533245" y="0"/>
                    </a:lnTo>
                    <a:close/>
                  </a:path>
                </a:pathLst>
              </a:custGeom>
              <a:grpFill/>
            </p:spPr>
            <p:txBody>
              <a:bodyPr wrap="square" lIns="0" tIns="0" rIns="0" bIns="0" rtlCol="0"/>
              <a:lstStyle/>
              <a:p>
                <a:endParaRPr/>
              </a:p>
            </p:txBody>
          </p:sp>
          <p:sp>
            <p:nvSpPr>
              <p:cNvPr id="12" name="object 6">
                <a:extLst>
                  <a:ext uri="{FF2B5EF4-FFF2-40B4-BE49-F238E27FC236}">
                    <a16:creationId xmlns:a16="http://schemas.microsoft.com/office/drawing/2014/main" id="{863A44AA-66AC-1A5D-FA05-2128EE6DB3E1}"/>
                  </a:ext>
                </a:extLst>
              </p:cNvPr>
              <p:cNvSpPr/>
              <p:nvPr/>
            </p:nvSpPr>
            <p:spPr>
              <a:xfrm>
                <a:off x="995172" y="1330448"/>
                <a:ext cx="4966970" cy="3966210"/>
              </a:xfrm>
              <a:custGeom>
                <a:avLst/>
                <a:gdLst/>
                <a:ahLst/>
                <a:cxnLst/>
                <a:rect l="l" t="t" r="r" b="b"/>
                <a:pathLst>
                  <a:path w="4966970" h="3966210">
                    <a:moveTo>
                      <a:pt x="4805553" y="0"/>
                    </a:moveTo>
                    <a:lnTo>
                      <a:pt x="161162" y="0"/>
                    </a:lnTo>
                    <a:lnTo>
                      <a:pt x="118542" y="6772"/>
                    </a:lnTo>
                    <a:lnTo>
                      <a:pt x="80105" y="25868"/>
                    </a:lnTo>
                    <a:lnTo>
                      <a:pt x="47444" y="55454"/>
                    </a:lnTo>
                    <a:lnTo>
                      <a:pt x="22145" y="93697"/>
                    </a:lnTo>
                    <a:lnTo>
                      <a:pt x="5801" y="138765"/>
                    </a:lnTo>
                    <a:lnTo>
                      <a:pt x="0" y="188823"/>
                    </a:lnTo>
                    <a:lnTo>
                      <a:pt x="0" y="3777399"/>
                    </a:lnTo>
                    <a:lnTo>
                      <a:pt x="5801" y="3827456"/>
                    </a:lnTo>
                    <a:lnTo>
                      <a:pt x="22145" y="3872521"/>
                    </a:lnTo>
                    <a:lnTo>
                      <a:pt x="47444" y="3910761"/>
                    </a:lnTo>
                    <a:lnTo>
                      <a:pt x="80105" y="3940344"/>
                    </a:lnTo>
                    <a:lnTo>
                      <a:pt x="118542" y="3959438"/>
                    </a:lnTo>
                    <a:lnTo>
                      <a:pt x="161162" y="3966210"/>
                    </a:lnTo>
                    <a:lnTo>
                      <a:pt x="4805553" y="3966210"/>
                    </a:lnTo>
                    <a:lnTo>
                      <a:pt x="4848279" y="3959438"/>
                    </a:lnTo>
                    <a:lnTo>
                      <a:pt x="4886745" y="3940344"/>
                    </a:lnTo>
                    <a:lnTo>
                      <a:pt x="4919386" y="3910761"/>
                    </a:lnTo>
                    <a:lnTo>
                      <a:pt x="4944637" y="3872521"/>
                    </a:lnTo>
                    <a:lnTo>
                      <a:pt x="4960935" y="3827456"/>
                    </a:lnTo>
                    <a:lnTo>
                      <a:pt x="4966716" y="3777399"/>
                    </a:lnTo>
                    <a:lnTo>
                      <a:pt x="4966716" y="188823"/>
                    </a:lnTo>
                    <a:lnTo>
                      <a:pt x="4960935" y="138765"/>
                    </a:lnTo>
                    <a:lnTo>
                      <a:pt x="4944637" y="93697"/>
                    </a:lnTo>
                    <a:lnTo>
                      <a:pt x="4919386" y="55454"/>
                    </a:lnTo>
                    <a:lnTo>
                      <a:pt x="4886745" y="25868"/>
                    </a:lnTo>
                    <a:lnTo>
                      <a:pt x="4848279" y="6772"/>
                    </a:lnTo>
                    <a:lnTo>
                      <a:pt x="4805553" y="0"/>
                    </a:lnTo>
                    <a:close/>
                  </a:path>
                </a:pathLst>
              </a:custGeom>
              <a:grpFill/>
            </p:spPr>
            <p:txBody>
              <a:bodyPr wrap="square" lIns="0" tIns="0" rIns="0" bIns="0" rtlCol="0"/>
              <a:lstStyle/>
              <a:p>
                <a:endParaRPr/>
              </a:p>
            </p:txBody>
          </p:sp>
        </p:grpSp>
        <p:sp>
          <p:nvSpPr>
            <p:cNvPr id="9" name="Rectangle 8">
              <a:extLst>
                <a:ext uri="{FF2B5EF4-FFF2-40B4-BE49-F238E27FC236}">
                  <a16:creationId xmlns:a16="http://schemas.microsoft.com/office/drawing/2014/main" id="{59DAB8E9-12DA-26BB-D170-9016EB1BBE3B}"/>
                </a:ext>
              </a:extLst>
            </p:cNvPr>
            <p:cNvSpPr/>
            <p:nvPr/>
          </p:nvSpPr>
          <p:spPr>
            <a:xfrm>
              <a:off x="4560737" y="3583172"/>
              <a:ext cx="2988381" cy="2442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00" b="1">
                <a:solidFill>
                  <a:schemeClr val="accent1"/>
                </a:solidFill>
              </a:endParaRPr>
            </a:p>
            <a:p>
              <a:pPr algn="ctr"/>
              <a:endParaRPr lang="en-GB" sz="1600" b="1">
                <a:solidFill>
                  <a:schemeClr val="accent1"/>
                </a:solidFill>
              </a:endParaRPr>
            </a:p>
            <a:p>
              <a:pPr algn="ctr"/>
              <a:endParaRPr lang="en-GB" sz="1600" b="1">
                <a:solidFill>
                  <a:schemeClr val="accent1"/>
                </a:solidFill>
              </a:endParaRPr>
            </a:p>
            <a:p>
              <a:pPr algn="ctr"/>
              <a:r>
                <a:rPr lang="en-GB" sz="1600" b="1">
                  <a:solidFill>
                    <a:schemeClr val="accent1"/>
                  </a:solidFill>
                </a:rPr>
                <a:t> </a:t>
              </a:r>
            </a:p>
          </p:txBody>
        </p:sp>
      </p:grpSp>
      <p:pic>
        <p:nvPicPr>
          <p:cNvPr id="13" name="Graphic 12">
            <a:extLst>
              <a:ext uri="{FF2B5EF4-FFF2-40B4-BE49-F238E27FC236}">
                <a16:creationId xmlns:a16="http://schemas.microsoft.com/office/drawing/2014/main" id="{564D781D-F49B-BEC3-56F6-288F567A1D8A}"/>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830126" y="4681464"/>
            <a:ext cx="2065740" cy="1451950"/>
          </a:xfrm>
          <a:prstGeom prst="rect">
            <a:avLst/>
          </a:prstGeom>
        </p:spPr>
      </p:pic>
      <p:sp>
        <p:nvSpPr>
          <p:cNvPr id="2" name="object 28">
            <a:extLst>
              <a:ext uri="{FF2B5EF4-FFF2-40B4-BE49-F238E27FC236}">
                <a16:creationId xmlns:a16="http://schemas.microsoft.com/office/drawing/2014/main" id="{38677054-91FB-5255-58C8-5D2AC4A8AB3B}"/>
              </a:ext>
            </a:extLst>
          </p:cNvPr>
          <p:cNvSpPr txBox="1">
            <a:spLocks/>
          </p:cNvSpPr>
          <p:nvPr/>
        </p:nvSpPr>
        <p:spPr>
          <a:xfrm>
            <a:off x="11802491" y="6620276"/>
            <a:ext cx="202438" cy="187248"/>
          </a:xfrm>
          <a:prstGeom prst="rect">
            <a:avLst/>
          </a:prstGeom>
        </p:spPr>
        <p:txBody>
          <a:bodyPr vert="horz" wrap="square" lIns="0" tIns="0" rIns="0" bIns="0" rtlCol="0">
            <a:spAutoFit/>
          </a:bodyPr>
          <a:lstStyle>
            <a:defPPr>
              <a:defRPr lang="en-US" kern="0"/>
            </a:defPPr>
            <a:lvl1pPr marL="0" algn="l" defTabSz="914400" rtl="0" eaLnBrk="1" latinLnBrk="0" hangingPunct="1">
              <a:defRPr sz="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3980">
              <a:spcBef>
                <a:spcPts val="25"/>
              </a:spcBef>
            </a:pPr>
            <a:fld id="{81D60167-4931-47E6-BA6A-407CBD079E47}" type="slidenum">
              <a:rPr lang="en-US" spc="-50" smtClean="0"/>
              <a:pPr marL="93980">
                <a:spcBef>
                  <a:spcPts val="25"/>
                </a:spcBef>
              </a:pPr>
              <a:t>19</a:t>
            </a:fld>
            <a:endParaRPr lang="en-US" spc="-50"/>
          </a:p>
        </p:txBody>
      </p:sp>
    </p:spTree>
    <p:custDataLst>
      <p:custData r:id="rId1"/>
    </p:custDataLst>
    <p:extLst>
      <p:ext uri="{BB962C8B-B14F-4D97-AF65-F5344CB8AC3E}">
        <p14:creationId xmlns:p14="http://schemas.microsoft.com/office/powerpoint/2010/main" val="1725499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20000"/>
              <a:lumOff val="80000"/>
            </a:schemeClr>
          </a:fgClr>
          <a:bgClr>
            <a:schemeClr val="bg1"/>
          </a:bgClr>
        </a:pattFill>
        <a:effectLst/>
      </p:bgPr>
    </p:bg>
    <p:spTree>
      <p:nvGrpSpPr>
        <p:cNvPr id="1" name="">
          <a:extLst>
            <a:ext uri="{FF2B5EF4-FFF2-40B4-BE49-F238E27FC236}">
              <a16:creationId xmlns:a16="http://schemas.microsoft.com/office/drawing/2014/main" id="{CA055F6A-3731-FA5D-6CDE-2272E2D568E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DC71F02-6FC4-A811-C9EC-D7836E7FE563}"/>
              </a:ext>
            </a:extLst>
          </p:cNvPr>
          <p:cNvSpPr/>
          <p:nvPr/>
        </p:nvSpPr>
        <p:spPr>
          <a:xfrm>
            <a:off x="0" y="2526966"/>
            <a:ext cx="12192000" cy="16374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12">
            <a:extLst>
              <a:ext uri="{FF2B5EF4-FFF2-40B4-BE49-F238E27FC236}">
                <a16:creationId xmlns:a16="http://schemas.microsoft.com/office/drawing/2014/main" id="{CF19B9F5-C138-2EBC-E02B-B45501FD82E0}"/>
              </a:ext>
            </a:extLst>
          </p:cNvPr>
          <p:cNvSpPr>
            <a:spLocks noGrp="1"/>
          </p:cNvSpPr>
          <p:nvPr>
            <p:ph type="body" idx="1"/>
          </p:nvPr>
        </p:nvSpPr>
        <p:spPr>
          <a:xfrm>
            <a:off x="123711" y="2976341"/>
            <a:ext cx="8637517" cy="738664"/>
          </a:xfrm>
        </p:spPr>
        <p:txBody>
          <a:bodyPr/>
          <a:lstStyle/>
          <a:p>
            <a:r>
              <a:rPr lang="en-GB" sz="6000" b="1" spc="0" noProof="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mj-lt"/>
              </a:rPr>
              <a:t>Responsibility</a:t>
            </a:r>
          </a:p>
        </p:txBody>
      </p:sp>
    </p:spTree>
    <p:custDataLst>
      <p:custData r:id="rId1"/>
    </p:custDataLst>
    <p:extLst>
      <p:ext uri="{BB962C8B-B14F-4D97-AF65-F5344CB8AC3E}">
        <p14:creationId xmlns:p14="http://schemas.microsoft.com/office/powerpoint/2010/main" val="3104726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8A03D-7115-90B3-B570-8B7B680D62C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0929A0-27CD-7B02-48C9-CB98D394559E}"/>
              </a:ext>
            </a:extLst>
          </p:cNvPr>
          <p:cNvSpPr>
            <a:spLocks noGrp="1"/>
          </p:cNvSpPr>
          <p:nvPr>
            <p:ph type="sldNum" sz="quarter" idx="11"/>
          </p:nvPr>
        </p:nvSpPr>
        <p:spPr>
          <a:xfrm>
            <a:off x="9984296" y="6492240"/>
            <a:ext cx="1764792" cy="137160"/>
          </a:xfrm>
          <a:prstGeom prst="rect">
            <a:avLst/>
          </a:prstGeom>
        </p:spPr>
        <p:txBody>
          <a:bodyPr vert="horz" lIns="0" tIns="0" rIns="0" bIns="0" rtlCol="0" anchor="b" anchorCtr="0">
            <a:noAutofit/>
          </a:bodyPr>
          <a:lstStyle>
            <a:defPPr>
              <a:defRPr lang="en-US"/>
            </a:defPPr>
            <a:lvl1pPr marL="0" algn="r" defTabSz="914400" rtl="0" eaLnBrk="1" latinLnBrk="0" hangingPunct="1">
              <a:defRPr sz="7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lang="en-US" smtClean="0"/>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grpSp>
        <p:nvGrpSpPr>
          <p:cNvPr id="5" name="Group 4">
            <a:extLst>
              <a:ext uri="{FF2B5EF4-FFF2-40B4-BE49-F238E27FC236}">
                <a16:creationId xmlns:a16="http://schemas.microsoft.com/office/drawing/2014/main" id="{71FD32B9-D31D-BF66-6703-17F41CDF48D0}"/>
              </a:ext>
            </a:extLst>
          </p:cNvPr>
          <p:cNvGrpSpPr/>
          <p:nvPr/>
        </p:nvGrpSpPr>
        <p:grpSpPr>
          <a:xfrm>
            <a:off x="244617" y="1265275"/>
            <a:ext cx="3675815" cy="4857467"/>
            <a:chOff x="244617" y="1620415"/>
            <a:chExt cx="3675815" cy="4463038"/>
          </a:xfrm>
        </p:grpSpPr>
        <p:sp>
          <p:nvSpPr>
            <p:cNvPr id="4" name="Flowchart: Process 3">
              <a:extLst>
                <a:ext uri="{FF2B5EF4-FFF2-40B4-BE49-F238E27FC236}">
                  <a16:creationId xmlns:a16="http://schemas.microsoft.com/office/drawing/2014/main" id="{706EF4B9-9772-273E-3959-3B5EEBF5E093}"/>
                </a:ext>
              </a:extLst>
            </p:cNvPr>
            <p:cNvSpPr/>
            <p:nvPr/>
          </p:nvSpPr>
          <p:spPr>
            <a:xfrm>
              <a:off x="680691" y="1652315"/>
              <a:ext cx="3239741" cy="4420506"/>
            </a:xfrm>
            <a:prstGeom prst="flowChartProcess">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lowchart: Off-page Connector 8">
              <a:extLst>
                <a:ext uri="{FF2B5EF4-FFF2-40B4-BE49-F238E27FC236}">
                  <a16:creationId xmlns:a16="http://schemas.microsoft.com/office/drawing/2014/main" id="{DEC2F279-FB12-1D0C-C4B6-5F93B5F233DE}"/>
                </a:ext>
              </a:extLst>
            </p:cNvPr>
            <p:cNvSpPr/>
            <p:nvPr/>
          </p:nvSpPr>
          <p:spPr>
            <a:xfrm rot="16200000">
              <a:off x="430549" y="1434483"/>
              <a:ext cx="1031565" cy="1403430"/>
            </a:xfrm>
            <a:prstGeom prst="flowChartOffpageConnector">
              <a:avLst/>
            </a:prstGeom>
            <a:solidFill>
              <a:schemeClr val="accent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C03F5F26-C684-41D7-8E7C-CE92CF0E7140}"/>
                </a:ext>
              </a:extLst>
            </p:cNvPr>
            <p:cNvSpPr txBox="1"/>
            <p:nvPr/>
          </p:nvSpPr>
          <p:spPr>
            <a:xfrm>
              <a:off x="1798086" y="1753645"/>
              <a:ext cx="1818167" cy="552893"/>
            </a:xfrm>
            <a:prstGeom prst="rect">
              <a:avLst/>
            </a:prstGeom>
            <a:noFill/>
          </p:spPr>
          <p:txBody>
            <a:bodyPr wrap="square" lIns="0" tIns="0" rIns="0" bIns="0" rtlCol="0">
              <a:noAutofit/>
            </a:bodyPr>
            <a:lstStyle/>
            <a:p>
              <a:pPr algn="ctr"/>
              <a:r>
                <a:rPr lang="en-US" sz="1600" b="1"/>
                <a:t>Environmental Social and Governance</a:t>
              </a:r>
              <a:endParaRPr lang="en-GB" sz="1600" b="1"/>
            </a:p>
          </p:txBody>
        </p:sp>
        <p:sp>
          <p:nvSpPr>
            <p:cNvPr id="12" name="TextBox 11">
              <a:extLst>
                <a:ext uri="{FF2B5EF4-FFF2-40B4-BE49-F238E27FC236}">
                  <a16:creationId xmlns:a16="http://schemas.microsoft.com/office/drawing/2014/main" id="{0544A8E8-71E4-90AE-2426-0A9DEED3CB4D}"/>
                </a:ext>
              </a:extLst>
            </p:cNvPr>
            <p:cNvSpPr txBox="1"/>
            <p:nvPr/>
          </p:nvSpPr>
          <p:spPr>
            <a:xfrm>
              <a:off x="808075" y="2894020"/>
              <a:ext cx="2977116" cy="2562446"/>
            </a:xfrm>
            <a:prstGeom prst="rect">
              <a:avLst/>
            </a:prstGeom>
            <a:noFill/>
          </p:spPr>
          <p:txBody>
            <a:bodyPr wrap="square" lIns="0" tIns="0" rIns="0" bIns="0" rtlCol="0">
              <a:noAutofit/>
            </a:bodyPr>
            <a:lstStyle/>
            <a:p>
              <a:br>
                <a:rPr lang="en-US" sz="1400"/>
              </a:br>
              <a:endParaRPr lang="en-GB" sz="1400">
                <a:latin typeface="+mj-lt"/>
              </a:endParaRPr>
            </a:p>
          </p:txBody>
        </p:sp>
        <p:pic>
          <p:nvPicPr>
            <p:cNvPr id="25" name="Graphic 24" descr="Open hand with plant with solid fill">
              <a:extLst>
                <a:ext uri="{FF2B5EF4-FFF2-40B4-BE49-F238E27FC236}">
                  <a16:creationId xmlns:a16="http://schemas.microsoft.com/office/drawing/2014/main" id="{3DAED1B5-A780-A785-00F9-2EE7B4C08C3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2206" y="1662946"/>
              <a:ext cx="914400" cy="914400"/>
            </a:xfrm>
            <a:prstGeom prst="rect">
              <a:avLst/>
            </a:prstGeom>
          </p:spPr>
        </p:pic>
        <p:sp>
          <p:nvSpPr>
            <p:cNvPr id="32" name="Rectangle 31">
              <a:extLst>
                <a:ext uri="{FF2B5EF4-FFF2-40B4-BE49-F238E27FC236}">
                  <a16:creationId xmlns:a16="http://schemas.microsoft.com/office/drawing/2014/main" id="{B252A909-6166-451E-9811-75B314E0D703}"/>
                </a:ext>
              </a:extLst>
            </p:cNvPr>
            <p:cNvSpPr/>
            <p:nvPr/>
          </p:nvSpPr>
          <p:spPr>
            <a:xfrm>
              <a:off x="680691" y="5907758"/>
              <a:ext cx="3239741" cy="17569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 name="Group 5">
            <a:extLst>
              <a:ext uri="{FF2B5EF4-FFF2-40B4-BE49-F238E27FC236}">
                <a16:creationId xmlns:a16="http://schemas.microsoft.com/office/drawing/2014/main" id="{2CC74C3A-6468-7CB3-774B-8E992485F2A4}"/>
              </a:ext>
            </a:extLst>
          </p:cNvPr>
          <p:cNvGrpSpPr/>
          <p:nvPr/>
        </p:nvGrpSpPr>
        <p:grpSpPr>
          <a:xfrm>
            <a:off x="4256947" y="1316892"/>
            <a:ext cx="3675815" cy="4811177"/>
            <a:chOff x="4258092" y="1652314"/>
            <a:chExt cx="3675815" cy="4420508"/>
          </a:xfrm>
        </p:grpSpPr>
        <p:sp>
          <p:nvSpPr>
            <p:cNvPr id="15" name="Flowchart: Process 14">
              <a:extLst>
                <a:ext uri="{FF2B5EF4-FFF2-40B4-BE49-F238E27FC236}">
                  <a16:creationId xmlns:a16="http://schemas.microsoft.com/office/drawing/2014/main" id="{F89F0E60-0874-765F-E340-EC492829B18D}"/>
                </a:ext>
              </a:extLst>
            </p:cNvPr>
            <p:cNvSpPr/>
            <p:nvPr/>
          </p:nvSpPr>
          <p:spPr>
            <a:xfrm>
              <a:off x="4694166" y="1652315"/>
              <a:ext cx="3239741" cy="4420507"/>
            </a:xfrm>
            <a:prstGeom prst="flowChartProcess">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Flowchart: Off-page Connector 15">
              <a:extLst>
                <a:ext uri="{FF2B5EF4-FFF2-40B4-BE49-F238E27FC236}">
                  <a16:creationId xmlns:a16="http://schemas.microsoft.com/office/drawing/2014/main" id="{DF52BA26-38CF-349C-A477-51EE2ADF4AE2}"/>
                </a:ext>
              </a:extLst>
            </p:cNvPr>
            <p:cNvSpPr/>
            <p:nvPr/>
          </p:nvSpPr>
          <p:spPr>
            <a:xfrm rot="16200000">
              <a:off x="4444024" y="1466382"/>
              <a:ext cx="1031565" cy="1403430"/>
            </a:xfrm>
            <a:prstGeom prst="flowChartOffpageConnector">
              <a:avLst/>
            </a:prstGeom>
            <a:solidFill>
              <a:schemeClr val="tx1">
                <a:lumMod val="65000"/>
                <a:lumOff val="3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97333F89-BAEF-45CF-67CA-AF6BBD4D908A}"/>
                </a:ext>
              </a:extLst>
            </p:cNvPr>
            <p:cNvSpPr txBox="1"/>
            <p:nvPr/>
          </p:nvSpPr>
          <p:spPr>
            <a:xfrm>
              <a:off x="5867366" y="1891650"/>
              <a:ext cx="1818167" cy="552893"/>
            </a:xfrm>
            <a:prstGeom prst="rect">
              <a:avLst/>
            </a:prstGeom>
            <a:noFill/>
          </p:spPr>
          <p:txBody>
            <a:bodyPr wrap="square" lIns="0" tIns="0" rIns="0" bIns="0" rtlCol="0">
              <a:noAutofit/>
            </a:bodyPr>
            <a:lstStyle/>
            <a:p>
              <a:pPr algn="ctr"/>
              <a:r>
                <a:rPr lang="en-GB" sz="1600" b="1"/>
                <a:t>Corporate Social Responsibility</a:t>
              </a:r>
            </a:p>
          </p:txBody>
        </p:sp>
        <p:sp>
          <p:nvSpPr>
            <p:cNvPr id="18" name="TextBox 17">
              <a:extLst>
                <a:ext uri="{FF2B5EF4-FFF2-40B4-BE49-F238E27FC236}">
                  <a16:creationId xmlns:a16="http://schemas.microsoft.com/office/drawing/2014/main" id="{F21E7934-4C68-1590-DC18-826817B36F8C}"/>
                </a:ext>
              </a:extLst>
            </p:cNvPr>
            <p:cNvSpPr txBox="1"/>
            <p:nvPr/>
          </p:nvSpPr>
          <p:spPr>
            <a:xfrm>
              <a:off x="4890978" y="2894020"/>
              <a:ext cx="2794556" cy="2763000"/>
            </a:xfrm>
            <a:prstGeom prst="rect">
              <a:avLst/>
            </a:prstGeom>
            <a:noFill/>
          </p:spPr>
          <p:txBody>
            <a:bodyPr wrap="square" lIns="0" tIns="0" rIns="0" bIns="0" rtlCol="0">
              <a:noAutofit/>
            </a:bodyPr>
            <a:lstStyle/>
            <a:p>
              <a:pPr marL="285750" indent="-285750">
                <a:buFont typeface="Arial" panose="020B0604020202020204" pitchFamily="34" charset="0"/>
                <a:buChar char="•"/>
              </a:pPr>
              <a:r>
                <a:rPr lang="en-US" sz="1400"/>
                <a:t>Integrates social and community goals with business strategy</a:t>
              </a:r>
            </a:p>
            <a:p>
              <a:pPr marL="285750" indent="-285750">
                <a:buFont typeface="Arial" panose="020B0604020202020204" pitchFamily="34" charset="0"/>
                <a:buChar char="•"/>
              </a:pPr>
              <a:r>
                <a:rPr lang="en-US" sz="1400"/>
                <a:t>Promotes ethical behavior and responsible corporate citizenship</a:t>
              </a:r>
            </a:p>
            <a:p>
              <a:pPr marL="285750" indent="-285750">
                <a:buFont typeface="Arial" panose="020B0604020202020204" pitchFamily="34" charset="0"/>
                <a:buChar char="•"/>
              </a:pPr>
              <a:r>
                <a:rPr lang="en-US" sz="1400"/>
                <a:t>Focuses on inclusive growth, diversity and community welfare</a:t>
              </a:r>
            </a:p>
            <a:p>
              <a:pPr marL="285750" indent="-285750">
                <a:buFont typeface="Arial" panose="020B0604020202020204" pitchFamily="34" charset="0"/>
                <a:buChar char="•"/>
              </a:pPr>
              <a:r>
                <a:rPr lang="en-US" sz="1400"/>
                <a:t>Strengthens corporate reputation and stakeholder trust</a:t>
              </a:r>
            </a:p>
            <a:p>
              <a:pPr marL="285750" indent="-285750">
                <a:buFont typeface="Arial" panose="020B0604020202020204" pitchFamily="34" charset="0"/>
                <a:buChar char="•"/>
              </a:pPr>
              <a:r>
                <a:rPr lang="en-US" sz="1400"/>
                <a:t>Demonstrates long-term commitment to social and environmental impact</a:t>
              </a:r>
              <a:br>
                <a:rPr lang="en-US" sz="1400"/>
              </a:br>
              <a:endParaRPr lang="en-GB" sz="1400"/>
            </a:p>
          </p:txBody>
        </p:sp>
        <p:pic>
          <p:nvPicPr>
            <p:cNvPr id="31" name="Graphic 30" descr="Social distancing with solid fill">
              <a:extLst>
                <a:ext uri="{FF2B5EF4-FFF2-40B4-BE49-F238E27FC236}">
                  <a16:creationId xmlns:a16="http://schemas.microsoft.com/office/drawing/2014/main" id="{01CDC2A9-3DF0-1E25-1198-293A2F0749A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26467" y="1752385"/>
              <a:ext cx="831273" cy="831273"/>
            </a:xfrm>
            <a:prstGeom prst="rect">
              <a:avLst/>
            </a:prstGeom>
          </p:spPr>
        </p:pic>
        <p:sp>
          <p:nvSpPr>
            <p:cNvPr id="33" name="Rectangle 32">
              <a:extLst>
                <a:ext uri="{FF2B5EF4-FFF2-40B4-BE49-F238E27FC236}">
                  <a16:creationId xmlns:a16="http://schemas.microsoft.com/office/drawing/2014/main" id="{39CEBCAB-46D8-9536-69F1-021A9C341B6C}"/>
                </a:ext>
              </a:extLst>
            </p:cNvPr>
            <p:cNvSpPr/>
            <p:nvPr/>
          </p:nvSpPr>
          <p:spPr>
            <a:xfrm>
              <a:off x="4694166" y="5896356"/>
              <a:ext cx="3239741" cy="175695"/>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 name="Group 6">
            <a:extLst>
              <a:ext uri="{FF2B5EF4-FFF2-40B4-BE49-F238E27FC236}">
                <a16:creationId xmlns:a16="http://schemas.microsoft.com/office/drawing/2014/main" id="{0BB263CE-17D4-0C32-1C28-2FAD51AAC83F}"/>
              </a:ext>
            </a:extLst>
          </p:cNvPr>
          <p:cNvGrpSpPr/>
          <p:nvPr/>
        </p:nvGrpSpPr>
        <p:grpSpPr>
          <a:xfrm>
            <a:off x="8271567" y="1342525"/>
            <a:ext cx="3675815" cy="4811178"/>
            <a:chOff x="8271567" y="1652314"/>
            <a:chExt cx="3675815" cy="4420508"/>
          </a:xfrm>
        </p:grpSpPr>
        <p:sp>
          <p:nvSpPr>
            <p:cNvPr id="20" name="Flowchart: Process 19">
              <a:extLst>
                <a:ext uri="{FF2B5EF4-FFF2-40B4-BE49-F238E27FC236}">
                  <a16:creationId xmlns:a16="http://schemas.microsoft.com/office/drawing/2014/main" id="{0671605D-7CA1-7122-CF29-3BA7BCA82457}"/>
                </a:ext>
              </a:extLst>
            </p:cNvPr>
            <p:cNvSpPr/>
            <p:nvPr/>
          </p:nvSpPr>
          <p:spPr>
            <a:xfrm>
              <a:off x="8707641" y="1652315"/>
              <a:ext cx="3239741" cy="4420507"/>
            </a:xfrm>
            <a:prstGeom prst="flowChartProcess">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Flowchart: Off-page Connector 20">
              <a:extLst>
                <a:ext uri="{FF2B5EF4-FFF2-40B4-BE49-F238E27FC236}">
                  <a16:creationId xmlns:a16="http://schemas.microsoft.com/office/drawing/2014/main" id="{D8D3E133-E4EA-A8D6-40E1-874F70A4D649}"/>
                </a:ext>
              </a:extLst>
            </p:cNvPr>
            <p:cNvSpPr/>
            <p:nvPr/>
          </p:nvSpPr>
          <p:spPr>
            <a:xfrm rot="16200000">
              <a:off x="8457499" y="1466382"/>
              <a:ext cx="1031565" cy="1403430"/>
            </a:xfrm>
            <a:prstGeom prst="flowChartOffpageConnector">
              <a:avLst/>
            </a:prstGeom>
            <a:solidFill>
              <a:schemeClr val="accent1">
                <a:lumMod val="60000"/>
                <a:lumOff val="4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7D0EDE93-F2F0-A3A4-99CB-0E7D8DFCD54B}"/>
                </a:ext>
              </a:extLst>
            </p:cNvPr>
            <p:cNvSpPr txBox="1"/>
            <p:nvPr/>
          </p:nvSpPr>
          <p:spPr>
            <a:xfrm>
              <a:off x="9880841" y="1891650"/>
              <a:ext cx="1818167" cy="552893"/>
            </a:xfrm>
            <a:prstGeom prst="rect">
              <a:avLst/>
            </a:prstGeom>
            <a:noFill/>
          </p:spPr>
          <p:txBody>
            <a:bodyPr wrap="square" lIns="0" tIns="0" rIns="0" bIns="0" rtlCol="0">
              <a:noAutofit/>
            </a:bodyPr>
            <a:lstStyle/>
            <a:p>
              <a:pPr algn="ctr"/>
              <a:r>
                <a:rPr lang="en-GB" sz="1600" b="1"/>
                <a:t>Stakeholder Engagement</a:t>
              </a:r>
            </a:p>
          </p:txBody>
        </p:sp>
        <p:sp>
          <p:nvSpPr>
            <p:cNvPr id="23" name="TextBox 22">
              <a:extLst>
                <a:ext uri="{FF2B5EF4-FFF2-40B4-BE49-F238E27FC236}">
                  <a16:creationId xmlns:a16="http://schemas.microsoft.com/office/drawing/2014/main" id="{733ED0D1-A10D-1FF1-289D-19C170E39E80}"/>
                </a:ext>
              </a:extLst>
            </p:cNvPr>
            <p:cNvSpPr txBox="1"/>
            <p:nvPr/>
          </p:nvSpPr>
          <p:spPr>
            <a:xfrm>
              <a:off x="8846288" y="2894020"/>
              <a:ext cx="2902799" cy="2562446"/>
            </a:xfrm>
            <a:prstGeom prst="rect">
              <a:avLst/>
            </a:prstGeom>
            <a:noFill/>
          </p:spPr>
          <p:txBody>
            <a:bodyPr wrap="square" lIns="0" tIns="0" rIns="0" bIns="0" rtlCol="0">
              <a:noAutofit/>
            </a:bodyPr>
            <a:lstStyle/>
            <a:p>
              <a:pPr marL="285750" indent="-285750">
                <a:buFont typeface="Arial" panose="020B0604020202020204" pitchFamily="34" charset="0"/>
                <a:buChar char="•"/>
              </a:pPr>
              <a:r>
                <a:rPr lang="en-US" sz="1400"/>
                <a:t>Reflects responsible leadership through active engagement</a:t>
              </a:r>
            </a:p>
            <a:p>
              <a:pPr marL="285750" indent="-285750">
                <a:buFont typeface="Arial" panose="020B0604020202020204" pitchFamily="34" charset="0"/>
                <a:buChar char="•"/>
              </a:pPr>
              <a:r>
                <a:rPr lang="en-US" sz="1400"/>
                <a:t>Aligns decisions with stakeholder interests</a:t>
              </a:r>
            </a:p>
            <a:p>
              <a:pPr marL="285750" indent="-285750">
                <a:buFont typeface="Arial" panose="020B0604020202020204" pitchFamily="34" charset="0"/>
                <a:buChar char="•"/>
              </a:pPr>
              <a:r>
                <a:rPr lang="en-US" sz="1400"/>
                <a:t>Encourages transparent and inclusive dialogue</a:t>
              </a:r>
            </a:p>
            <a:p>
              <a:pPr marL="285750" indent="-285750">
                <a:buFont typeface="Arial" panose="020B0604020202020204" pitchFamily="34" charset="0"/>
                <a:buChar char="•"/>
              </a:pPr>
              <a:r>
                <a:rPr lang="en-US" sz="1400"/>
                <a:t>Manages ESG and reputational risks</a:t>
              </a:r>
            </a:p>
            <a:p>
              <a:pPr marL="285750" indent="-285750">
                <a:buFont typeface="Arial" panose="020B0604020202020204" pitchFamily="34" charset="0"/>
                <a:buChar char="•"/>
              </a:pPr>
              <a:r>
                <a:rPr lang="en-US" sz="1400"/>
                <a:t>Reinforces board’s duty to all stakeholders</a:t>
              </a:r>
              <a:br>
                <a:rPr lang="en-US" sz="1400"/>
              </a:br>
              <a:endParaRPr lang="en-GB" sz="1300"/>
            </a:p>
          </p:txBody>
        </p:sp>
        <p:sp>
          <p:nvSpPr>
            <p:cNvPr id="34" name="Rectangle 33">
              <a:extLst>
                <a:ext uri="{FF2B5EF4-FFF2-40B4-BE49-F238E27FC236}">
                  <a16:creationId xmlns:a16="http://schemas.microsoft.com/office/drawing/2014/main" id="{825B6BBC-BA5E-5EFF-1B83-C598BBC29C40}"/>
                </a:ext>
              </a:extLst>
            </p:cNvPr>
            <p:cNvSpPr/>
            <p:nvPr/>
          </p:nvSpPr>
          <p:spPr>
            <a:xfrm>
              <a:off x="8707641" y="5897126"/>
              <a:ext cx="3239741" cy="1756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8" name="Rectangle 7">
            <a:extLst>
              <a:ext uri="{FF2B5EF4-FFF2-40B4-BE49-F238E27FC236}">
                <a16:creationId xmlns:a16="http://schemas.microsoft.com/office/drawing/2014/main" id="{851F97D1-D6A3-A0A9-486D-86633E9D83D6}"/>
              </a:ext>
            </a:extLst>
          </p:cNvPr>
          <p:cNvSpPr/>
          <p:nvPr/>
        </p:nvSpPr>
        <p:spPr>
          <a:xfrm>
            <a:off x="0" y="2734"/>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a:latin typeface="Georgia"/>
              </a:rPr>
              <a:t>Corporate Governance | Responsibility | Key Drivers</a:t>
            </a:r>
            <a:endParaRPr kumimoji="0" lang="en-US" sz="2400" b="1" i="0" u="none" strike="noStrike" kern="1200" cap="none" spc="0" normalizeH="0" baseline="0" noProof="0">
              <a:ln>
                <a:noFill/>
              </a:ln>
              <a:solidFill>
                <a:prstClr val="white"/>
              </a:solidFill>
              <a:effectLst/>
              <a:uLnTx/>
              <a:uFillTx/>
              <a:latin typeface="Georgia" panose="02040502050405020303"/>
              <a:ea typeface="+mn-ea"/>
              <a:cs typeface="+mn-cs"/>
            </a:endParaRPr>
          </a:p>
        </p:txBody>
      </p:sp>
      <p:sp>
        <p:nvSpPr>
          <p:cNvPr id="14" name="TextBox 13">
            <a:extLst>
              <a:ext uri="{FF2B5EF4-FFF2-40B4-BE49-F238E27FC236}">
                <a16:creationId xmlns:a16="http://schemas.microsoft.com/office/drawing/2014/main" id="{6EC34389-5C1F-0E75-FAA4-4BE8BACC6013}"/>
              </a:ext>
            </a:extLst>
          </p:cNvPr>
          <p:cNvSpPr txBox="1"/>
          <p:nvPr/>
        </p:nvSpPr>
        <p:spPr>
          <a:xfrm>
            <a:off x="813903" y="2583899"/>
            <a:ext cx="2866146" cy="2877711"/>
          </a:xfrm>
          <a:prstGeom prst="rect">
            <a:avLst/>
          </a:prstGeom>
          <a:noFill/>
        </p:spPr>
        <p:txBody>
          <a:bodyPr wrap="square">
            <a:spAutoFit/>
          </a:bodyPr>
          <a:lstStyle/>
          <a:p>
            <a:pPr marL="285750" indent="-285750">
              <a:buFont typeface="Arial" panose="020B0604020202020204" pitchFamily="34" charset="0"/>
              <a:buChar char="•"/>
            </a:pPr>
            <a:r>
              <a:rPr lang="en-US" sz="1400"/>
              <a:t>Aligns business goals with sustainable practices</a:t>
            </a:r>
          </a:p>
          <a:p>
            <a:pPr marL="285750" indent="-285750">
              <a:buFont typeface="Arial" panose="020B0604020202020204" pitchFamily="34" charset="0"/>
              <a:buChar char="•"/>
            </a:pPr>
            <a:r>
              <a:rPr lang="en-US" sz="1400"/>
              <a:t>Supports long-term value beyond profits</a:t>
            </a:r>
          </a:p>
          <a:p>
            <a:pPr marL="285750" indent="-285750">
              <a:buFont typeface="Arial" panose="020B0604020202020204" pitchFamily="34" charset="0"/>
              <a:buChar char="•"/>
            </a:pPr>
            <a:r>
              <a:rPr lang="en-US" sz="1400"/>
              <a:t>Strengthens board focus on climate, DE, ethics</a:t>
            </a:r>
          </a:p>
          <a:p>
            <a:pPr marL="285750" indent="-285750">
              <a:buFont typeface="Arial" panose="020B0604020202020204" pitchFamily="34" charset="0"/>
              <a:buChar char="•"/>
            </a:pPr>
            <a:r>
              <a:rPr lang="en-US" sz="1400"/>
              <a:t>Enables transparent ESG reporting </a:t>
            </a:r>
          </a:p>
          <a:p>
            <a:pPr marL="285750" indent="-285750">
              <a:buFont typeface="Arial" panose="020B0604020202020204" pitchFamily="34" charset="0"/>
              <a:buChar char="•"/>
            </a:pPr>
            <a:r>
              <a:rPr lang="en-US" sz="1400"/>
              <a:t>Helps mitigate risks through ethical conduct</a:t>
            </a:r>
          </a:p>
          <a:p>
            <a:pPr marL="285750" indent="-285750">
              <a:buFont typeface="Arial" panose="020B0604020202020204" pitchFamily="34" charset="0"/>
              <a:buChar char="•"/>
            </a:pPr>
            <a:r>
              <a:rPr lang="en-US" sz="1400"/>
              <a:t>Board oversees ESG risks and disclosures</a:t>
            </a:r>
            <a:br>
              <a:rPr lang="en-US" sz="1400"/>
            </a:br>
            <a:endParaRPr lang="en-GB" sz="1300"/>
          </a:p>
        </p:txBody>
      </p:sp>
      <p:pic>
        <p:nvPicPr>
          <p:cNvPr id="24" name="Graphic 23" descr="Social network with solid fill">
            <a:extLst>
              <a:ext uri="{FF2B5EF4-FFF2-40B4-BE49-F238E27FC236}">
                <a16:creationId xmlns:a16="http://schemas.microsoft.com/office/drawing/2014/main" id="{4FDA74C5-FC38-D7A7-05A0-83A2A492C71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427584" y="1446691"/>
            <a:ext cx="914400" cy="914400"/>
          </a:xfrm>
          <a:prstGeom prst="rect">
            <a:avLst/>
          </a:prstGeom>
        </p:spPr>
      </p:pic>
    </p:spTree>
    <p:custDataLst>
      <p:custData r:id="rId1"/>
    </p:custDataLst>
    <p:extLst>
      <p:ext uri="{BB962C8B-B14F-4D97-AF65-F5344CB8AC3E}">
        <p14:creationId xmlns:p14="http://schemas.microsoft.com/office/powerpoint/2010/main" val="4265176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20000"/>
              <a:lumOff val="80000"/>
            </a:schemeClr>
          </a:fgClr>
          <a:bgClr>
            <a:schemeClr val="bg1"/>
          </a:bgClr>
        </a:pattFill>
        <a:effectLst/>
      </p:bgPr>
    </p:bg>
    <p:spTree>
      <p:nvGrpSpPr>
        <p:cNvPr id="1" name="">
          <a:extLst>
            <a:ext uri="{FF2B5EF4-FFF2-40B4-BE49-F238E27FC236}">
              <a16:creationId xmlns:a16="http://schemas.microsoft.com/office/drawing/2014/main" id="{EE3228C5-47EA-36F4-D66C-FD4EFE70BCD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EDBD3DD-E1D8-10EF-36E1-482CBC3E5ECA}"/>
              </a:ext>
            </a:extLst>
          </p:cNvPr>
          <p:cNvSpPr/>
          <p:nvPr/>
        </p:nvSpPr>
        <p:spPr>
          <a:xfrm>
            <a:off x="0" y="2526966"/>
            <a:ext cx="12192000" cy="16374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12">
            <a:extLst>
              <a:ext uri="{FF2B5EF4-FFF2-40B4-BE49-F238E27FC236}">
                <a16:creationId xmlns:a16="http://schemas.microsoft.com/office/drawing/2014/main" id="{66497CA0-2133-3EA0-008C-749AC0D1B7D6}"/>
              </a:ext>
            </a:extLst>
          </p:cNvPr>
          <p:cNvSpPr>
            <a:spLocks noGrp="1"/>
          </p:cNvSpPr>
          <p:nvPr>
            <p:ph type="body" idx="1"/>
          </p:nvPr>
        </p:nvSpPr>
        <p:spPr>
          <a:xfrm>
            <a:off x="-1152999" y="2976341"/>
            <a:ext cx="8637517" cy="738664"/>
          </a:xfrm>
        </p:spPr>
        <p:txBody>
          <a:bodyPr/>
          <a:lstStyle/>
          <a:p>
            <a:r>
              <a:rPr lang="en-GB" sz="6000" b="1" spc="0" noProof="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mj-lt"/>
              </a:rPr>
              <a:t>Fairness</a:t>
            </a:r>
          </a:p>
        </p:txBody>
      </p:sp>
      <p:sp>
        <p:nvSpPr>
          <p:cNvPr id="3" name="Slide Number Placeholder 2">
            <a:extLst>
              <a:ext uri="{FF2B5EF4-FFF2-40B4-BE49-F238E27FC236}">
                <a16:creationId xmlns:a16="http://schemas.microsoft.com/office/drawing/2014/main" id="{3DEC28B9-123C-DF6E-7A4F-D37AA6C255EC}"/>
              </a:ext>
            </a:extLst>
          </p:cNvPr>
          <p:cNvSpPr>
            <a:spLocks noGrp="1"/>
          </p:cNvSpPr>
          <p:nvPr>
            <p:ph type="sldNum" sz="quarter" idx="4"/>
          </p:nvPr>
        </p:nvSpPr>
        <p:spPr>
          <a:xfrm>
            <a:off x="11503818" y="6501384"/>
            <a:ext cx="298209" cy="16158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custDataLst>
      <p:custData r:id="rId1"/>
    </p:custDataLst>
    <p:extLst>
      <p:ext uri="{BB962C8B-B14F-4D97-AF65-F5344CB8AC3E}">
        <p14:creationId xmlns:p14="http://schemas.microsoft.com/office/powerpoint/2010/main" val="11049724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a:extLst>
            <a:ext uri="{FF2B5EF4-FFF2-40B4-BE49-F238E27FC236}">
              <a16:creationId xmlns:a16="http://schemas.microsoft.com/office/drawing/2014/main" id="{2D4A4B9D-17AD-4FEC-D423-0A346DDC519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B4F8E5D-FA43-D0A8-6299-39EA5B5C1193}"/>
              </a:ext>
            </a:extLst>
          </p:cNvPr>
          <p:cNvSpPr>
            <a:spLocks noGrp="1"/>
          </p:cNvSpPr>
          <p:nvPr>
            <p:ph type="sldNum" sz="quarter" idx="4"/>
          </p:nvPr>
        </p:nvSpPr>
        <p:spPr>
          <a:xfrm>
            <a:off x="11503818" y="6501384"/>
            <a:ext cx="298209" cy="16158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43" name="Group 42">
            <a:extLst>
              <a:ext uri="{FF2B5EF4-FFF2-40B4-BE49-F238E27FC236}">
                <a16:creationId xmlns:a16="http://schemas.microsoft.com/office/drawing/2014/main" id="{CC5D1BAD-5CA4-7EF2-55C0-93D0706CC1E1}"/>
              </a:ext>
            </a:extLst>
          </p:cNvPr>
          <p:cNvGrpSpPr/>
          <p:nvPr/>
        </p:nvGrpSpPr>
        <p:grpSpPr>
          <a:xfrm>
            <a:off x="168224" y="1320089"/>
            <a:ext cx="11855552" cy="4864118"/>
            <a:chOff x="159239" y="1203131"/>
            <a:chExt cx="11855552" cy="4864118"/>
          </a:xfrm>
        </p:grpSpPr>
        <p:sp>
          <p:nvSpPr>
            <p:cNvPr id="12" name="Rectangle: Top Corners Rounded 11">
              <a:extLst>
                <a:ext uri="{FF2B5EF4-FFF2-40B4-BE49-F238E27FC236}">
                  <a16:creationId xmlns:a16="http://schemas.microsoft.com/office/drawing/2014/main" id="{0B26F078-D61F-BD96-84BD-694A2C8342A0}"/>
                </a:ext>
              </a:extLst>
            </p:cNvPr>
            <p:cNvSpPr/>
            <p:nvPr/>
          </p:nvSpPr>
          <p:spPr>
            <a:xfrm>
              <a:off x="159239" y="1217427"/>
              <a:ext cx="11855552" cy="4763385"/>
            </a:xfrm>
            <a:prstGeom prst="round2SameRect">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45400B07-3F47-0B58-FB86-2DAFF2EF955F}"/>
                </a:ext>
              </a:extLst>
            </p:cNvPr>
            <p:cNvCxnSpPr/>
            <p:nvPr/>
          </p:nvCxnSpPr>
          <p:spPr>
            <a:xfrm>
              <a:off x="4114797" y="1203131"/>
              <a:ext cx="0" cy="4754880"/>
            </a:xfrm>
            <a:prstGeom prst="line">
              <a:avLst/>
            </a:prstGeom>
            <a:ln w="19050" cap="flat" cmpd="sng" algn="ctr">
              <a:solidFill>
                <a:schemeClr val="accent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a:extLst>
                <a:ext uri="{FF2B5EF4-FFF2-40B4-BE49-F238E27FC236}">
                  <a16:creationId xmlns:a16="http://schemas.microsoft.com/office/drawing/2014/main" id="{24152A28-3B5D-644D-5DCD-B284BF1630CE}"/>
                </a:ext>
              </a:extLst>
            </p:cNvPr>
            <p:cNvCxnSpPr>
              <a:cxnSpLocks/>
            </p:cNvCxnSpPr>
            <p:nvPr/>
          </p:nvCxnSpPr>
          <p:spPr>
            <a:xfrm>
              <a:off x="8020494" y="1203131"/>
              <a:ext cx="0" cy="4777680"/>
            </a:xfrm>
            <a:prstGeom prst="line">
              <a:avLst/>
            </a:prstGeom>
            <a:ln w="19050" cap="flat" cmpd="sng" algn="ctr">
              <a:solidFill>
                <a:schemeClr val="accent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3" name="Oval 22">
              <a:extLst>
                <a:ext uri="{FF2B5EF4-FFF2-40B4-BE49-F238E27FC236}">
                  <a16:creationId xmlns:a16="http://schemas.microsoft.com/office/drawing/2014/main" id="{6327D9F4-2747-1B3D-E252-A8FA24CA868A}"/>
                </a:ext>
              </a:extLst>
            </p:cNvPr>
            <p:cNvSpPr/>
            <p:nvPr/>
          </p:nvSpPr>
          <p:spPr>
            <a:xfrm>
              <a:off x="1655277" y="1429877"/>
              <a:ext cx="923833" cy="84642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7" name="Group 26">
              <a:extLst>
                <a:ext uri="{FF2B5EF4-FFF2-40B4-BE49-F238E27FC236}">
                  <a16:creationId xmlns:a16="http://schemas.microsoft.com/office/drawing/2014/main" id="{40723794-FCFA-FD64-8DD6-1D8F75174114}"/>
                </a:ext>
              </a:extLst>
            </p:cNvPr>
            <p:cNvGrpSpPr/>
            <p:nvPr/>
          </p:nvGrpSpPr>
          <p:grpSpPr>
            <a:xfrm>
              <a:off x="5635258" y="1429878"/>
              <a:ext cx="923833" cy="846421"/>
              <a:chOff x="5635258" y="1344814"/>
              <a:chExt cx="923833" cy="846421"/>
            </a:xfrm>
          </p:grpSpPr>
          <p:sp>
            <p:nvSpPr>
              <p:cNvPr id="24" name="Oval 23">
                <a:extLst>
                  <a:ext uri="{FF2B5EF4-FFF2-40B4-BE49-F238E27FC236}">
                    <a16:creationId xmlns:a16="http://schemas.microsoft.com/office/drawing/2014/main" id="{37630C90-9F5B-4CC5-32AB-786905D0D840}"/>
                  </a:ext>
                </a:extLst>
              </p:cNvPr>
              <p:cNvSpPr/>
              <p:nvPr/>
            </p:nvSpPr>
            <p:spPr>
              <a:xfrm>
                <a:off x="5635258" y="1344814"/>
                <a:ext cx="923833" cy="84642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Graphic 19" descr="Board Of Directors with solid fill">
                <a:extLst>
                  <a:ext uri="{FF2B5EF4-FFF2-40B4-BE49-F238E27FC236}">
                    <a16:creationId xmlns:a16="http://schemas.microsoft.com/office/drawing/2014/main" id="{3F95EDF2-35F4-4411-3921-536449358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8149" y="1403633"/>
                <a:ext cx="755703" cy="755703"/>
              </a:xfrm>
              <a:prstGeom prst="rect">
                <a:avLst/>
              </a:prstGeom>
            </p:spPr>
          </p:pic>
        </p:grpSp>
        <p:grpSp>
          <p:nvGrpSpPr>
            <p:cNvPr id="29" name="Group 28">
              <a:extLst>
                <a:ext uri="{FF2B5EF4-FFF2-40B4-BE49-F238E27FC236}">
                  <a16:creationId xmlns:a16="http://schemas.microsoft.com/office/drawing/2014/main" id="{F159A96D-320A-2499-3762-6D14F94A4DD7}"/>
                </a:ext>
              </a:extLst>
            </p:cNvPr>
            <p:cNvGrpSpPr/>
            <p:nvPr/>
          </p:nvGrpSpPr>
          <p:grpSpPr>
            <a:xfrm>
              <a:off x="9338146" y="1440511"/>
              <a:ext cx="923833" cy="846421"/>
              <a:chOff x="9338146" y="1344814"/>
              <a:chExt cx="923833" cy="846421"/>
            </a:xfrm>
          </p:grpSpPr>
          <p:sp>
            <p:nvSpPr>
              <p:cNvPr id="25" name="Oval 24">
                <a:extLst>
                  <a:ext uri="{FF2B5EF4-FFF2-40B4-BE49-F238E27FC236}">
                    <a16:creationId xmlns:a16="http://schemas.microsoft.com/office/drawing/2014/main" id="{00274DF5-7BA3-E86F-DA9C-CE31F026D799}"/>
                  </a:ext>
                </a:extLst>
              </p:cNvPr>
              <p:cNvSpPr/>
              <p:nvPr/>
            </p:nvSpPr>
            <p:spPr>
              <a:xfrm>
                <a:off x="9338146" y="1344814"/>
                <a:ext cx="923833" cy="84642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2" name="Graphic 21" descr="Exclamation mark with solid fill">
                <a:extLst>
                  <a:ext uri="{FF2B5EF4-FFF2-40B4-BE49-F238E27FC236}">
                    <a16:creationId xmlns:a16="http://schemas.microsoft.com/office/drawing/2014/main" id="{21F02EBF-E095-B574-B21F-78D76F443B6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87789" y="1469210"/>
                <a:ext cx="624548" cy="624548"/>
              </a:xfrm>
              <a:prstGeom prst="rect">
                <a:avLst/>
              </a:prstGeom>
            </p:spPr>
          </p:pic>
        </p:grpSp>
        <p:sp>
          <p:nvSpPr>
            <p:cNvPr id="30" name="TextBox 29">
              <a:extLst>
                <a:ext uri="{FF2B5EF4-FFF2-40B4-BE49-F238E27FC236}">
                  <a16:creationId xmlns:a16="http://schemas.microsoft.com/office/drawing/2014/main" id="{1E7F406E-E05B-57AE-64CD-619828CB15C8}"/>
                </a:ext>
              </a:extLst>
            </p:cNvPr>
            <p:cNvSpPr txBox="1"/>
            <p:nvPr/>
          </p:nvSpPr>
          <p:spPr>
            <a:xfrm>
              <a:off x="406682" y="2692129"/>
              <a:ext cx="3452040" cy="520995"/>
            </a:xfrm>
            <a:prstGeom prst="rect">
              <a:avLst/>
            </a:prstGeom>
            <a:noFill/>
          </p:spPr>
          <p:txBody>
            <a:bodyPr wrap="square" lIns="0" tIns="0" rIns="0" bIns="0" rtlCol="0">
              <a:noAutofit/>
            </a:bodyPr>
            <a:lstStyle/>
            <a:p>
              <a:pPr algn="ctr"/>
              <a:r>
                <a:rPr lang="en-GB" b="1"/>
                <a:t>Whistle-Blower </a:t>
              </a:r>
            </a:p>
            <a:p>
              <a:pPr algn="ctr"/>
              <a:r>
                <a:rPr lang="en-GB" b="1"/>
                <a:t>Mechanism </a:t>
              </a:r>
            </a:p>
          </p:txBody>
        </p:sp>
        <p:sp>
          <p:nvSpPr>
            <p:cNvPr id="31" name="TextBox 30">
              <a:extLst>
                <a:ext uri="{FF2B5EF4-FFF2-40B4-BE49-F238E27FC236}">
                  <a16:creationId xmlns:a16="http://schemas.microsoft.com/office/drawing/2014/main" id="{63FF92BC-3799-4362-4F51-CDA56EB0FC44}"/>
                </a:ext>
              </a:extLst>
            </p:cNvPr>
            <p:cNvSpPr txBox="1"/>
            <p:nvPr/>
          </p:nvSpPr>
          <p:spPr>
            <a:xfrm>
              <a:off x="4360995" y="2692128"/>
              <a:ext cx="3452040" cy="520995"/>
            </a:xfrm>
            <a:prstGeom prst="rect">
              <a:avLst/>
            </a:prstGeom>
            <a:noFill/>
          </p:spPr>
          <p:txBody>
            <a:bodyPr wrap="square" lIns="0" tIns="0" rIns="0" bIns="0" rtlCol="0">
              <a:noAutofit/>
            </a:bodyPr>
            <a:lstStyle/>
            <a:p>
              <a:pPr algn="ctr"/>
              <a:r>
                <a:rPr lang="en-GB" b="1"/>
                <a:t>Board Diversity</a:t>
              </a:r>
            </a:p>
          </p:txBody>
        </p:sp>
        <p:sp>
          <p:nvSpPr>
            <p:cNvPr id="32" name="TextBox 31">
              <a:extLst>
                <a:ext uri="{FF2B5EF4-FFF2-40B4-BE49-F238E27FC236}">
                  <a16:creationId xmlns:a16="http://schemas.microsoft.com/office/drawing/2014/main" id="{11AD28BC-6BCF-3D88-2871-1D1E976B9CCD}"/>
                </a:ext>
              </a:extLst>
            </p:cNvPr>
            <p:cNvSpPr txBox="1"/>
            <p:nvPr/>
          </p:nvSpPr>
          <p:spPr>
            <a:xfrm>
              <a:off x="8315308" y="2692127"/>
              <a:ext cx="3452040" cy="520995"/>
            </a:xfrm>
            <a:prstGeom prst="rect">
              <a:avLst/>
            </a:prstGeom>
            <a:noFill/>
          </p:spPr>
          <p:txBody>
            <a:bodyPr wrap="square" lIns="0" tIns="0" rIns="0" bIns="0" rtlCol="0">
              <a:noAutofit/>
            </a:bodyPr>
            <a:lstStyle/>
            <a:p>
              <a:pPr algn="ctr"/>
              <a:r>
                <a:rPr lang="en-GB" b="1"/>
                <a:t>Stakeholder Grievance Mechanism </a:t>
              </a:r>
            </a:p>
          </p:txBody>
        </p:sp>
        <p:pic>
          <p:nvPicPr>
            <p:cNvPr id="34" name="Graphic 33" descr="Ringer with solid fill">
              <a:extLst>
                <a:ext uri="{FF2B5EF4-FFF2-40B4-BE49-F238E27FC236}">
                  <a16:creationId xmlns:a16="http://schemas.microsoft.com/office/drawing/2014/main" id="{5CFE43B1-A0ED-0B68-0DBA-EFF33EC875B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75390" y="1491544"/>
              <a:ext cx="687003" cy="687003"/>
            </a:xfrm>
            <a:prstGeom prst="rect">
              <a:avLst/>
            </a:prstGeom>
          </p:spPr>
        </p:pic>
        <p:sp>
          <p:nvSpPr>
            <p:cNvPr id="35" name="TextBox 34">
              <a:extLst>
                <a:ext uri="{FF2B5EF4-FFF2-40B4-BE49-F238E27FC236}">
                  <a16:creationId xmlns:a16="http://schemas.microsoft.com/office/drawing/2014/main" id="{181F6FCC-15C0-4551-C6A3-D01E3F1EC255}"/>
                </a:ext>
              </a:extLst>
            </p:cNvPr>
            <p:cNvSpPr txBox="1"/>
            <p:nvPr/>
          </p:nvSpPr>
          <p:spPr>
            <a:xfrm>
              <a:off x="520995" y="3609753"/>
              <a:ext cx="3179133" cy="1919177"/>
            </a:xfrm>
            <a:prstGeom prst="rect">
              <a:avLst/>
            </a:prstGeom>
            <a:noFill/>
          </p:spPr>
          <p:txBody>
            <a:bodyPr wrap="square" lIns="0" tIns="0" rIns="0" bIns="0" rtlCol="0">
              <a:noAutofit/>
            </a:bodyPr>
            <a:lstStyle/>
            <a:p>
              <a:pPr algn="ctr"/>
              <a:r>
                <a:rPr lang="en-GB" sz="1600"/>
                <a:t>A confidential and secure channel provided by the Company for employees, vendors or other stakeholders to report unethical practice, misconduct, fraud or violations of laws, policies or codes of conduct without fear of retaliation.</a:t>
              </a:r>
            </a:p>
          </p:txBody>
        </p:sp>
        <p:sp>
          <p:nvSpPr>
            <p:cNvPr id="36" name="TextBox 35">
              <a:extLst>
                <a:ext uri="{FF2B5EF4-FFF2-40B4-BE49-F238E27FC236}">
                  <a16:creationId xmlns:a16="http://schemas.microsoft.com/office/drawing/2014/main" id="{7FB2AF2F-2AC5-7540-6F63-40B9CC7E9A95}"/>
                </a:ext>
              </a:extLst>
            </p:cNvPr>
            <p:cNvSpPr txBox="1"/>
            <p:nvPr/>
          </p:nvSpPr>
          <p:spPr>
            <a:xfrm>
              <a:off x="4449724" y="3609753"/>
              <a:ext cx="3179133" cy="1919177"/>
            </a:xfrm>
            <a:prstGeom prst="rect">
              <a:avLst/>
            </a:prstGeom>
            <a:noFill/>
          </p:spPr>
          <p:txBody>
            <a:bodyPr wrap="square" lIns="0" tIns="0" rIns="0" bIns="0" rtlCol="0">
              <a:noAutofit/>
            </a:bodyPr>
            <a:lstStyle/>
            <a:p>
              <a:pPr algn="ctr"/>
              <a:r>
                <a:rPr lang="en-GB" sz="1600"/>
                <a:t>Board Diversity refers to the inclusion of individuals with different genders, age, groups, ethnicities, professional backgrounds, geographies and perspectives in the Company’s board of directors</a:t>
              </a:r>
            </a:p>
          </p:txBody>
        </p:sp>
        <p:sp>
          <p:nvSpPr>
            <p:cNvPr id="37" name="TextBox 36">
              <a:extLst>
                <a:ext uri="{FF2B5EF4-FFF2-40B4-BE49-F238E27FC236}">
                  <a16:creationId xmlns:a16="http://schemas.microsoft.com/office/drawing/2014/main" id="{A3E60A52-7599-0499-9394-A8498C69A089}"/>
                </a:ext>
              </a:extLst>
            </p:cNvPr>
            <p:cNvSpPr txBox="1"/>
            <p:nvPr/>
          </p:nvSpPr>
          <p:spPr>
            <a:xfrm>
              <a:off x="8368076" y="3653802"/>
              <a:ext cx="3179133" cy="1919177"/>
            </a:xfrm>
            <a:prstGeom prst="rect">
              <a:avLst/>
            </a:prstGeom>
            <a:noFill/>
          </p:spPr>
          <p:txBody>
            <a:bodyPr wrap="square" lIns="0" tIns="0" rIns="0" bIns="0" rtlCol="0">
              <a:noAutofit/>
            </a:bodyPr>
            <a:lstStyle/>
            <a:p>
              <a:pPr algn="ctr"/>
              <a:r>
                <a:rPr lang="en-GB" sz="1600"/>
                <a:t>A formalized system that allows stakeholders (shareholders, employees, customers, vendors, communities, etc.) to submit concerns, complaints or grievances and receive timely, transparent and just resolution</a:t>
              </a:r>
            </a:p>
          </p:txBody>
        </p:sp>
        <p:sp>
          <p:nvSpPr>
            <p:cNvPr id="38" name="Rectangle 37">
              <a:extLst>
                <a:ext uri="{FF2B5EF4-FFF2-40B4-BE49-F238E27FC236}">
                  <a16:creationId xmlns:a16="http://schemas.microsoft.com/office/drawing/2014/main" id="{86E0BC3F-5347-D010-39AC-ECF56C47F57B}"/>
                </a:ext>
              </a:extLst>
            </p:cNvPr>
            <p:cNvSpPr/>
            <p:nvPr/>
          </p:nvSpPr>
          <p:spPr>
            <a:xfrm>
              <a:off x="669853" y="5873956"/>
              <a:ext cx="2955847" cy="16852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639A54A9-0E90-76A5-70AD-0955935A41CF}"/>
                </a:ext>
              </a:extLst>
            </p:cNvPr>
            <p:cNvSpPr/>
            <p:nvPr/>
          </p:nvSpPr>
          <p:spPr>
            <a:xfrm>
              <a:off x="4571999" y="5896550"/>
              <a:ext cx="2955847" cy="16852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a:extLst>
                <a:ext uri="{FF2B5EF4-FFF2-40B4-BE49-F238E27FC236}">
                  <a16:creationId xmlns:a16="http://schemas.microsoft.com/office/drawing/2014/main" id="{9827D68F-51FD-F6D6-3678-21F91061850E}"/>
                </a:ext>
              </a:extLst>
            </p:cNvPr>
            <p:cNvSpPr/>
            <p:nvPr/>
          </p:nvSpPr>
          <p:spPr>
            <a:xfrm>
              <a:off x="8697075" y="5898726"/>
              <a:ext cx="2955847" cy="16852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4" name="Rectangle 43">
            <a:extLst>
              <a:ext uri="{FF2B5EF4-FFF2-40B4-BE49-F238E27FC236}">
                <a16:creationId xmlns:a16="http://schemas.microsoft.com/office/drawing/2014/main" id="{A282B8BD-1D75-3F0C-C5CC-77C9CD70FDDC}"/>
              </a:ext>
            </a:extLst>
          </p:cNvPr>
          <p:cNvSpPr/>
          <p:nvPr/>
        </p:nvSpPr>
        <p:spPr>
          <a:xfrm>
            <a:off x="0" y="2556"/>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sz="2400" b="1">
                <a:latin typeface="Georgia"/>
              </a:rPr>
              <a:t>Corporate Governance | Fairness | Key Drivers</a:t>
            </a:r>
            <a:endParaRPr lang="en-US" sz="2400" b="1">
              <a:solidFill>
                <a:prstClr val="white"/>
              </a:solidFill>
              <a:latin typeface="Georgia" panose="02040502050405020303"/>
            </a:endParaRPr>
          </a:p>
        </p:txBody>
      </p:sp>
    </p:spTree>
    <p:custDataLst>
      <p:custData r:id="rId1"/>
    </p:custDataLst>
    <p:extLst>
      <p:ext uri="{BB962C8B-B14F-4D97-AF65-F5344CB8AC3E}">
        <p14:creationId xmlns:p14="http://schemas.microsoft.com/office/powerpoint/2010/main" val="132310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5D6A2-5BC9-C968-9C29-401AF8B2820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4353E99-7741-EC29-CB44-D4C53FFDE707}"/>
              </a:ext>
            </a:extLst>
          </p:cNvPr>
          <p:cNvSpPr>
            <a:spLocks noGrp="1"/>
          </p:cNvSpPr>
          <p:nvPr>
            <p:ph type="sldNum" sz="quarter" idx="11"/>
          </p:nvPr>
        </p:nvSpPr>
        <p:spPr>
          <a:xfrm>
            <a:off x="9766217" y="6435940"/>
            <a:ext cx="1764792" cy="137160"/>
          </a:xfrm>
          <a:prstGeom prst="rect">
            <a:avLst/>
          </a:prstGeom>
        </p:spPr>
        <p:txBody>
          <a:bodyPr vert="horz" lIns="0" tIns="0" rIns="0" bIns="0" rtlCol="0" anchor="b" anchorCtr="0">
            <a:noAutofit/>
          </a:bodyPr>
          <a:lstStyle>
            <a:defPPr>
              <a:defRPr lang="en-US"/>
            </a:defPPr>
            <a:lvl1pPr marL="0" algn="r" defTabSz="914400" rtl="0" eaLnBrk="1" latinLnBrk="0" hangingPunct="1">
              <a:defRPr sz="7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lang="en-US" smtClean="0"/>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4" name="Title 1">
            <a:extLst>
              <a:ext uri="{FF2B5EF4-FFF2-40B4-BE49-F238E27FC236}">
                <a16:creationId xmlns:a16="http://schemas.microsoft.com/office/drawing/2014/main" id="{F9E0BB72-E955-81F5-6FF9-3FBCD6E74574}"/>
              </a:ext>
            </a:extLst>
          </p:cNvPr>
          <p:cNvSpPr txBox="1">
            <a:spLocks/>
          </p:cNvSpPr>
          <p:nvPr/>
        </p:nvSpPr>
        <p:spPr>
          <a:xfrm>
            <a:off x="5433237" y="536945"/>
            <a:ext cx="6139268" cy="506220"/>
          </a:xfrm>
          <a:prstGeom prst="rect">
            <a:avLst/>
          </a:prstGeom>
        </p:spPr>
        <p:txBody>
          <a:bodyPr vert="horz" lIns="0" tIns="0" rIns="0" bIns="0" rtlCol="0" anchor="t" anchorCtr="0">
            <a:normAutofit/>
          </a:bodyPr>
          <a:lst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a:lstStyle>
          <a:p>
            <a:pPr>
              <a:spcBef>
                <a:spcPts val="0"/>
              </a:spcBef>
              <a:buSzPts val="3200"/>
              <a:defRPr/>
            </a:pPr>
            <a:endParaRPr lang="en-US" b="1">
              <a:latin typeface="Georgia"/>
            </a:endParaRPr>
          </a:p>
          <a:p>
            <a:pPr>
              <a:spcBef>
                <a:spcPts val="0"/>
              </a:spcBef>
              <a:buSzPts val="3200"/>
              <a:defRPr/>
            </a:pPr>
            <a:endParaRPr lang="en-US" sz="2400" b="1">
              <a:latin typeface="Georgia"/>
            </a:endParaRPr>
          </a:p>
        </p:txBody>
      </p:sp>
      <p:pic>
        <p:nvPicPr>
          <p:cNvPr id="16" name="Picture 15" descr="Head outline and magnifying glass">
            <a:extLst>
              <a:ext uri="{FF2B5EF4-FFF2-40B4-BE49-F238E27FC236}">
                <a16:creationId xmlns:a16="http://schemas.microsoft.com/office/drawing/2014/main" id="{5A9FC8BD-BB8F-A69D-AC02-4ECE7669A84A}"/>
              </a:ext>
            </a:extLst>
          </p:cNvPr>
          <p:cNvPicPr>
            <a:picLocks noChangeAspect="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rcRect l="24953" r="25331"/>
          <a:stretch/>
        </p:blipFill>
        <p:spPr>
          <a:xfrm>
            <a:off x="0" y="0"/>
            <a:ext cx="5114261" cy="6858000"/>
          </a:xfrm>
          <a:prstGeom prst="rect">
            <a:avLst/>
          </a:prstGeom>
          <a:solidFill>
            <a:schemeClr val="accent1">
              <a:lumMod val="60000"/>
              <a:lumOff val="40000"/>
            </a:schemeClr>
          </a:solidFill>
        </p:spPr>
      </p:pic>
      <p:sp>
        <p:nvSpPr>
          <p:cNvPr id="17" name="Title 1">
            <a:extLst>
              <a:ext uri="{FF2B5EF4-FFF2-40B4-BE49-F238E27FC236}">
                <a16:creationId xmlns:a16="http://schemas.microsoft.com/office/drawing/2014/main" id="{D5730005-D947-4A0E-EB9C-1DED8D73204A}"/>
              </a:ext>
            </a:extLst>
          </p:cNvPr>
          <p:cNvSpPr>
            <a:spLocks noGrp="1"/>
          </p:cNvSpPr>
          <p:nvPr>
            <p:ph type="title"/>
          </p:nvPr>
        </p:nvSpPr>
        <p:spPr>
          <a:xfrm>
            <a:off x="5646103" y="422060"/>
            <a:ext cx="5979564" cy="506219"/>
          </a:xfrm>
        </p:spPr>
        <p:txBody>
          <a:bodyPr>
            <a:normAutofit fontScale="90000"/>
          </a:bodyPr>
          <a:lstStyle/>
          <a:p>
            <a:pPr>
              <a:spcBef>
                <a:spcPts val="0"/>
              </a:spcBef>
              <a:buSzPts val="3200"/>
              <a:defRPr/>
            </a:pPr>
            <a:r>
              <a:rPr lang="en-US" sz="2400" b="1">
                <a:latin typeface="Georgia"/>
              </a:rPr>
              <a:t>Real-world Governance Dilemmas- What would you do?</a:t>
            </a:r>
          </a:p>
        </p:txBody>
      </p:sp>
      <p:sp>
        <p:nvSpPr>
          <p:cNvPr id="19" name="TextBox 18">
            <a:extLst>
              <a:ext uri="{FF2B5EF4-FFF2-40B4-BE49-F238E27FC236}">
                <a16:creationId xmlns:a16="http://schemas.microsoft.com/office/drawing/2014/main" id="{664842D6-722C-901C-9D20-CAD926F5740E}"/>
              </a:ext>
            </a:extLst>
          </p:cNvPr>
          <p:cNvSpPr txBox="1"/>
          <p:nvPr/>
        </p:nvSpPr>
        <p:spPr>
          <a:xfrm>
            <a:off x="5646103" y="1519741"/>
            <a:ext cx="5884905" cy="523220"/>
          </a:xfrm>
          <a:prstGeom prst="rect">
            <a:avLst/>
          </a:prstGeom>
          <a:noFill/>
        </p:spPr>
        <p:txBody>
          <a:bodyPr wrap="square" lIns="91440" tIns="45720" rIns="91440" bIns="45720" anchor="t">
            <a:spAutoFit/>
          </a:bodyPr>
          <a:lstStyle/>
          <a:p>
            <a:r>
              <a:rPr lang="en-US" sz="1400"/>
              <a:t>Match the Principles: </a:t>
            </a:r>
            <a:r>
              <a:rPr lang="en-US" sz="1400" b="1"/>
              <a:t>A-</a:t>
            </a:r>
            <a:r>
              <a:rPr lang="en-US" sz="1400"/>
              <a:t> Accountability, </a:t>
            </a:r>
            <a:r>
              <a:rPr lang="en-US" sz="1400" b="1"/>
              <a:t>B</a:t>
            </a:r>
            <a:r>
              <a:rPr lang="en-US" sz="1400"/>
              <a:t>- Transparency, </a:t>
            </a:r>
            <a:r>
              <a:rPr lang="en-US" sz="1400" b="1"/>
              <a:t>C</a:t>
            </a:r>
            <a:r>
              <a:rPr lang="en-US" sz="1400"/>
              <a:t>- Fairness, and </a:t>
            </a:r>
            <a:r>
              <a:rPr lang="en-US" sz="1400" b="1"/>
              <a:t>D</a:t>
            </a:r>
            <a:r>
              <a:rPr lang="en-US" sz="1400"/>
              <a:t>- Responsibility with the following scenarios:</a:t>
            </a:r>
          </a:p>
        </p:txBody>
      </p:sp>
      <p:grpSp>
        <p:nvGrpSpPr>
          <p:cNvPr id="9" name="Group 8">
            <a:extLst>
              <a:ext uri="{FF2B5EF4-FFF2-40B4-BE49-F238E27FC236}">
                <a16:creationId xmlns:a16="http://schemas.microsoft.com/office/drawing/2014/main" id="{B32C2708-8B92-3543-6A55-BE64DBC9FA37}"/>
              </a:ext>
            </a:extLst>
          </p:cNvPr>
          <p:cNvGrpSpPr/>
          <p:nvPr/>
        </p:nvGrpSpPr>
        <p:grpSpPr>
          <a:xfrm>
            <a:off x="5630693" y="2561719"/>
            <a:ext cx="5744356" cy="3898537"/>
            <a:chOff x="5563726" y="2204547"/>
            <a:chExt cx="5744356" cy="3345773"/>
          </a:xfrm>
        </p:grpSpPr>
        <p:sp>
          <p:nvSpPr>
            <p:cNvPr id="22" name="Rectangle 21">
              <a:extLst>
                <a:ext uri="{FF2B5EF4-FFF2-40B4-BE49-F238E27FC236}">
                  <a16:creationId xmlns:a16="http://schemas.microsoft.com/office/drawing/2014/main" id="{196153AF-326A-CCA6-B8B6-28C47E2A092B}"/>
                </a:ext>
              </a:extLst>
            </p:cNvPr>
            <p:cNvSpPr/>
            <p:nvPr/>
          </p:nvSpPr>
          <p:spPr>
            <a:xfrm>
              <a:off x="6096000" y="2221636"/>
              <a:ext cx="5141976" cy="43290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The Board doesn’t review audit or risk reports properly</a:t>
              </a:r>
              <a:endParaRPr lang="en-GB" sz="1400">
                <a:solidFill>
                  <a:schemeClr val="tx1"/>
                </a:solidFill>
              </a:endParaRPr>
            </a:p>
          </p:txBody>
        </p:sp>
        <p:pic>
          <p:nvPicPr>
            <p:cNvPr id="24" name="Graphic 23" descr="Bar chart with solid fill">
              <a:extLst>
                <a:ext uri="{FF2B5EF4-FFF2-40B4-BE49-F238E27FC236}">
                  <a16:creationId xmlns:a16="http://schemas.microsoft.com/office/drawing/2014/main" id="{85628141-B454-27B1-7B28-DE5EFA47868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46104" y="2775154"/>
              <a:ext cx="426575" cy="426575"/>
            </a:xfrm>
            <a:prstGeom prst="rect">
              <a:avLst/>
            </a:prstGeom>
          </p:spPr>
        </p:pic>
        <p:sp>
          <p:nvSpPr>
            <p:cNvPr id="25" name="Rectangle 24">
              <a:extLst>
                <a:ext uri="{FF2B5EF4-FFF2-40B4-BE49-F238E27FC236}">
                  <a16:creationId xmlns:a16="http://schemas.microsoft.com/office/drawing/2014/main" id="{12824284-3860-DE3F-E0D0-1512B6BEF5C0}"/>
                </a:ext>
              </a:extLst>
            </p:cNvPr>
            <p:cNvSpPr/>
            <p:nvPr/>
          </p:nvSpPr>
          <p:spPr>
            <a:xfrm>
              <a:off x="6117338" y="2764234"/>
              <a:ext cx="5141976" cy="43290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t>Financial or compliance data is delayed and not disclosed properly</a:t>
              </a:r>
              <a:endParaRPr lang="en-GB" sz="1400">
                <a:solidFill>
                  <a:schemeClr val="bg1"/>
                </a:solidFill>
              </a:endParaRPr>
            </a:p>
          </p:txBody>
        </p:sp>
        <p:sp>
          <p:nvSpPr>
            <p:cNvPr id="29" name="Rectangle 28">
              <a:extLst>
                <a:ext uri="{FF2B5EF4-FFF2-40B4-BE49-F238E27FC236}">
                  <a16:creationId xmlns:a16="http://schemas.microsoft.com/office/drawing/2014/main" id="{A2E9D952-8532-5344-19BA-7263E9EDA028}"/>
                </a:ext>
              </a:extLst>
            </p:cNvPr>
            <p:cNvSpPr/>
            <p:nvPr/>
          </p:nvSpPr>
          <p:spPr>
            <a:xfrm>
              <a:off x="6126482" y="3303988"/>
              <a:ext cx="5141976" cy="43290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The company hides information about climate or safety risk</a:t>
              </a:r>
              <a:endParaRPr lang="en-GB" sz="1400">
                <a:solidFill>
                  <a:schemeClr val="tx1"/>
                </a:solidFill>
              </a:endParaRPr>
            </a:p>
          </p:txBody>
        </p:sp>
        <p:sp>
          <p:nvSpPr>
            <p:cNvPr id="32" name="Rectangle 31">
              <a:extLst>
                <a:ext uri="{FF2B5EF4-FFF2-40B4-BE49-F238E27FC236}">
                  <a16:creationId xmlns:a16="http://schemas.microsoft.com/office/drawing/2014/main" id="{05903496-EAA4-310E-A2B2-6876FA29ABA2}"/>
                </a:ext>
              </a:extLst>
            </p:cNvPr>
            <p:cNvSpPr/>
            <p:nvPr/>
          </p:nvSpPr>
          <p:spPr>
            <a:xfrm>
              <a:off x="6150866" y="3877012"/>
              <a:ext cx="5141976" cy="43290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t>Only men or people from one background are chosen as directors</a:t>
              </a:r>
              <a:endParaRPr lang="en-GB" sz="1400">
                <a:solidFill>
                  <a:schemeClr val="bg1"/>
                </a:solidFill>
              </a:endParaRPr>
            </a:p>
          </p:txBody>
        </p:sp>
        <p:pic>
          <p:nvPicPr>
            <p:cNvPr id="35" name="Graphic 34" descr="Sustainability with solid fill">
              <a:extLst>
                <a:ext uri="{FF2B5EF4-FFF2-40B4-BE49-F238E27FC236}">
                  <a16:creationId xmlns:a16="http://schemas.microsoft.com/office/drawing/2014/main" id="{F41A569B-8F95-D06D-7357-1C03B701800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32055" y="3293673"/>
              <a:ext cx="457201" cy="457201"/>
            </a:xfrm>
            <a:prstGeom prst="rect">
              <a:avLst/>
            </a:prstGeom>
          </p:spPr>
        </p:pic>
        <p:sp>
          <p:nvSpPr>
            <p:cNvPr id="36" name="Rectangle 35">
              <a:extLst>
                <a:ext uri="{FF2B5EF4-FFF2-40B4-BE49-F238E27FC236}">
                  <a16:creationId xmlns:a16="http://schemas.microsoft.com/office/drawing/2014/main" id="{56A97C71-2154-5C8A-68B8-B80DF1E4B787}"/>
                </a:ext>
              </a:extLst>
            </p:cNvPr>
            <p:cNvSpPr/>
            <p:nvPr/>
          </p:nvSpPr>
          <p:spPr>
            <a:xfrm>
              <a:off x="6166106" y="4450036"/>
              <a:ext cx="5141976" cy="43290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Investors ask questions, but the company doesn’t respond on time</a:t>
              </a:r>
              <a:endParaRPr lang="en-GB" sz="1400">
                <a:solidFill>
                  <a:schemeClr val="tx1"/>
                </a:solidFill>
              </a:endParaRPr>
            </a:p>
          </p:txBody>
        </p:sp>
        <p:sp>
          <p:nvSpPr>
            <p:cNvPr id="43" name="Rectangle 42">
              <a:extLst>
                <a:ext uri="{FF2B5EF4-FFF2-40B4-BE49-F238E27FC236}">
                  <a16:creationId xmlns:a16="http://schemas.microsoft.com/office/drawing/2014/main" id="{8C6A4F7A-131B-1F18-D29C-5F6CB2A974BB}"/>
                </a:ext>
              </a:extLst>
            </p:cNvPr>
            <p:cNvSpPr/>
            <p:nvPr/>
          </p:nvSpPr>
          <p:spPr>
            <a:xfrm>
              <a:off x="6166106" y="5014050"/>
              <a:ext cx="5141976" cy="43290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a:p>
            <a:p>
              <a:r>
                <a:rPr lang="en-US" sz="1400"/>
                <a:t>Minority shareholders are not consulted before a major restructuring decision </a:t>
              </a:r>
            </a:p>
            <a:p>
              <a:endParaRPr lang="en-GB" sz="1400"/>
            </a:p>
          </p:txBody>
        </p:sp>
        <p:pic>
          <p:nvPicPr>
            <p:cNvPr id="45" name="Graphic 44" descr="Contract with solid fill">
              <a:extLst>
                <a:ext uri="{FF2B5EF4-FFF2-40B4-BE49-F238E27FC236}">
                  <a16:creationId xmlns:a16="http://schemas.microsoft.com/office/drawing/2014/main" id="{00D0644C-CD91-2D98-C8C9-024DBAFC0C9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563726" y="2204547"/>
              <a:ext cx="516155" cy="516155"/>
            </a:xfrm>
            <a:prstGeom prst="rect">
              <a:avLst/>
            </a:prstGeom>
          </p:spPr>
        </p:pic>
        <p:pic>
          <p:nvPicPr>
            <p:cNvPr id="8" name="Graphic 7" descr="Woman Shrugging with solid fill">
              <a:extLst>
                <a:ext uri="{FF2B5EF4-FFF2-40B4-BE49-F238E27FC236}">
                  <a16:creationId xmlns:a16="http://schemas.microsoft.com/office/drawing/2014/main" id="{A31CC7BA-9B04-B9D5-0A95-01F7B644E63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600955" y="4368518"/>
              <a:ext cx="567771" cy="567771"/>
            </a:xfrm>
            <a:prstGeom prst="rect">
              <a:avLst/>
            </a:prstGeom>
          </p:spPr>
        </p:pic>
        <p:pic>
          <p:nvPicPr>
            <p:cNvPr id="5" name="Graphic 4" descr="Two Men with solid fill">
              <a:extLst>
                <a:ext uri="{FF2B5EF4-FFF2-40B4-BE49-F238E27FC236}">
                  <a16:creationId xmlns:a16="http://schemas.microsoft.com/office/drawing/2014/main" id="{248AA1CB-73C5-7425-0337-8101E8D89D1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616833" y="3864240"/>
              <a:ext cx="469232" cy="469232"/>
            </a:xfrm>
            <a:prstGeom prst="rect">
              <a:avLst/>
            </a:prstGeom>
          </p:spPr>
        </p:pic>
        <p:pic>
          <p:nvPicPr>
            <p:cNvPr id="7" name="Graphic 6" descr="Thumbs Down with solid fill">
              <a:extLst>
                <a:ext uri="{FF2B5EF4-FFF2-40B4-BE49-F238E27FC236}">
                  <a16:creationId xmlns:a16="http://schemas.microsoft.com/office/drawing/2014/main" id="{8ED1471E-9B3A-40C4-ACD8-6DD79336B28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616833" y="5081088"/>
              <a:ext cx="469232" cy="469232"/>
            </a:xfrm>
            <a:prstGeom prst="rect">
              <a:avLst/>
            </a:prstGeom>
          </p:spPr>
        </p:pic>
      </p:grpSp>
      <p:sp>
        <p:nvSpPr>
          <p:cNvPr id="2" name="Rectangle 1">
            <a:extLst>
              <a:ext uri="{FF2B5EF4-FFF2-40B4-BE49-F238E27FC236}">
                <a16:creationId xmlns:a16="http://schemas.microsoft.com/office/drawing/2014/main" id="{01CE7754-7C62-51B0-5000-34B33BAC681F}"/>
              </a:ext>
            </a:extLst>
          </p:cNvPr>
          <p:cNvSpPr/>
          <p:nvPr/>
        </p:nvSpPr>
        <p:spPr>
          <a:xfrm>
            <a:off x="11531008" y="2581635"/>
            <a:ext cx="415827" cy="5044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tx2"/>
                </a:solidFill>
              </a:rPr>
              <a:t>1</a:t>
            </a:r>
            <a:endParaRPr lang="en-IN" b="1">
              <a:solidFill>
                <a:schemeClr val="tx2"/>
              </a:solidFill>
            </a:endParaRPr>
          </a:p>
        </p:txBody>
      </p:sp>
      <p:sp>
        <p:nvSpPr>
          <p:cNvPr id="4" name="Rectangle 3">
            <a:extLst>
              <a:ext uri="{FF2B5EF4-FFF2-40B4-BE49-F238E27FC236}">
                <a16:creationId xmlns:a16="http://schemas.microsoft.com/office/drawing/2014/main" id="{2DF2BC43-4859-F27C-CCF7-854EFDE29931}"/>
              </a:ext>
            </a:extLst>
          </p:cNvPr>
          <p:cNvSpPr/>
          <p:nvPr/>
        </p:nvSpPr>
        <p:spPr>
          <a:xfrm>
            <a:off x="11531007" y="5816632"/>
            <a:ext cx="415827" cy="5044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tx2"/>
                </a:solidFill>
              </a:rPr>
              <a:t>6</a:t>
            </a:r>
            <a:endParaRPr lang="en-IN" b="1">
              <a:solidFill>
                <a:schemeClr val="tx2"/>
              </a:solidFill>
            </a:endParaRPr>
          </a:p>
        </p:txBody>
      </p:sp>
      <p:sp>
        <p:nvSpPr>
          <p:cNvPr id="6" name="Rectangle 5">
            <a:extLst>
              <a:ext uri="{FF2B5EF4-FFF2-40B4-BE49-F238E27FC236}">
                <a16:creationId xmlns:a16="http://schemas.microsoft.com/office/drawing/2014/main" id="{5832C436-3937-6F4E-09DA-CE9F8BB42656}"/>
              </a:ext>
            </a:extLst>
          </p:cNvPr>
          <p:cNvSpPr/>
          <p:nvPr/>
        </p:nvSpPr>
        <p:spPr>
          <a:xfrm>
            <a:off x="11531007" y="5178198"/>
            <a:ext cx="415827" cy="5044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tx2"/>
                </a:solidFill>
              </a:rPr>
              <a:t>5</a:t>
            </a:r>
          </a:p>
        </p:txBody>
      </p:sp>
      <p:sp>
        <p:nvSpPr>
          <p:cNvPr id="10" name="Rectangle 9">
            <a:extLst>
              <a:ext uri="{FF2B5EF4-FFF2-40B4-BE49-F238E27FC236}">
                <a16:creationId xmlns:a16="http://schemas.microsoft.com/office/drawing/2014/main" id="{020E2F22-0294-0F3F-0513-2ABB716C3107}"/>
              </a:ext>
            </a:extLst>
          </p:cNvPr>
          <p:cNvSpPr/>
          <p:nvPr/>
        </p:nvSpPr>
        <p:spPr>
          <a:xfrm>
            <a:off x="11525079" y="3226602"/>
            <a:ext cx="415827" cy="5044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tx2"/>
                </a:solidFill>
              </a:rPr>
              <a:t>2</a:t>
            </a:r>
            <a:endParaRPr lang="en-IN" b="1">
              <a:solidFill>
                <a:schemeClr val="tx2"/>
              </a:solidFill>
            </a:endParaRPr>
          </a:p>
        </p:txBody>
      </p:sp>
      <p:sp>
        <p:nvSpPr>
          <p:cNvPr id="11" name="Rectangle 10">
            <a:extLst>
              <a:ext uri="{FF2B5EF4-FFF2-40B4-BE49-F238E27FC236}">
                <a16:creationId xmlns:a16="http://schemas.microsoft.com/office/drawing/2014/main" id="{A0259DF5-D570-860A-FC4A-CC4B36345724}"/>
              </a:ext>
            </a:extLst>
          </p:cNvPr>
          <p:cNvSpPr/>
          <p:nvPr/>
        </p:nvSpPr>
        <p:spPr>
          <a:xfrm>
            <a:off x="11531006" y="3842806"/>
            <a:ext cx="415827" cy="5044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tx2"/>
                </a:solidFill>
              </a:rPr>
              <a:t>3</a:t>
            </a:r>
            <a:endParaRPr lang="en-IN" b="1">
              <a:solidFill>
                <a:schemeClr val="tx2"/>
              </a:solidFill>
            </a:endParaRPr>
          </a:p>
        </p:txBody>
      </p:sp>
      <p:sp>
        <p:nvSpPr>
          <p:cNvPr id="12" name="Rectangle 11">
            <a:extLst>
              <a:ext uri="{FF2B5EF4-FFF2-40B4-BE49-F238E27FC236}">
                <a16:creationId xmlns:a16="http://schemas.microsoft.com/office/drawing/2014/main" id="{FB9A784E-E96C-C3C2-CC37-1EF188348D4E}"/>
              </a:ext>
            </a:extLst>
          </p:cNvPr>
          <p:cNvSpPr/>
          <p:nvPr/>
        </p:nvSpPr>
        <p:spPr>
          <a:xfrm>
            <a:off x="11531006" y="4508788"/>
            <a:ext cx="415827" cy="5044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tx2"/>
                </a:solidFill>
              </a:rPr>
              <a:t>4</a:t>
            </a:r>
            <a:endParaRPr lang="en-IN" b="1">
              <a:solidFill>
                <a:schemeClr val="tx2"/>
              </a:solidFill>
            </a:endParaRPr>
          </a:p>
        </p:txBody>
      </p:sp>
    </p:spTree>
    <p:custDataLst>
      <p:custData r:id="rId1"/>
    </p:custDataLst>
    <p:extLst>
      <p:ext uri="{BB962C8B-B14F-4D97-AF65-F5344CB8AC3E}">
        <p14:creationId xmlns:p14="http://schemas.microsoft.com/office/powerpoint/2010/main" val="2809633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D5D24-90EA-5E7C-A182-7BF7C31725C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C01BA9B-1AE2-EE63-1B43-57C2FFFE65A2}"/>
              </a:ext>
            </a:extLst>
          </p:cNvPr>
          <p:cNvSpPr>
            <a:spLocks noGrp="1"/>
          </p:cNvSpPr>
          <p:nvPr>
            <p:ph type="sldNum" sz="quarter" idx="11"/>
          </p:nvPr>
        </p:nvSpPr>
        <p:spPr>
          <a:xfrm>
            <a:off x="10195963" y="6534769"/>
            <a:ext cx="1764792" cy="137160"/>
          </a:xfrm>
          <a:prstGeom prst="rect">
            <a:avLst/>
          </a:prstGeom>
        </p:spPr>
        <p:txBody>
          <a:bodyPr vert="horz" lIns="0" tIns="0" rIns="0" bIns="0" rtlCol="0" anchor="b" anchorCtr="0">
            <a:noAutofit/>
          </a:bodyPr>
          <a:lstStyle>
            <a:defPPr>
              <a:defRPr lang="en-US"/>
            </a:defPPr>
            <a:lvl1pPr marL="0" algn="r" defTabSz="914400" rtl="0" eaLnBrk="1" latinLnBrk="0" hangingPunct="1">
              <a:defRPr sz="7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lang="en-US" smtClean="0"/>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sp>
        <p:nvSpPr>
          <p:cNvPr id="11" name="Rectangle: Rounded Corners 10">
            <a:extLst>
              <a:ext uri="{FF2B5EF4-FFF2-40B4-BE49-F238E27FC236}">
                <a16:creationId xmlns:a16="http://schemas.microsoft.com/office/drawing/2014/main" id="{4479BB93-95A8-5B0B-C2DB-FCE22F8DA6E4}"/>
              </a:ext>
            </a:extLst>
          </p:cNvPr>
          <p:cNvSpPr/>
          <p:nvPr/>
        </p:nvSpPr>
        <p:spPr>
          <a:xfrm>
            <a:off x="3634177" y="807672"/>
            <a:ext cx="4976808" cy="516155"/>
          </a:xfrm>
          <a:prstGeom prst="roundRect">
            <a:avLst/>
          </a:prstGeom>
          <a:solidFill>
            <a:schemeClr val="accent1">
              <a:lumMod val="20000"/>
              <a:lumOff val="8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solidFill>
              </a:rPr>
              <a:t>Correct Answers </a:t>
            </a:r>
          </a:p>
        </p:txBody>
      </p:sp>
      <p:pic>
        <p:nvPicPr>
          <p:cNvPr id="13" name="Graphic 12" descr="Checkmark with solid fill">
            <a:extLst>
              <a:ext uri="{FF2B5EF4-FFF2-40B4-BE49-F238E27FC236}">
                <a16:creationId xmlns:a16="http://schemas.microsoft.com/office/drawing/2014/main" id="{016CE12E-C921-57BD-AD78-323C3ABD4E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24467" y="798665"/>
            <a:ext cx="516155" cy="516155"/>
          </a:xfrm>
          <a:prstGeom prst="rect">
            <a:avLst/>
          </a:prstGeom>
        </p:spPr>
      </p:pic>
      <p:sp>
        <p:nvSpPr>
          <p:cNvPr id="12" name="Rectangle 11">
            <a:extLst>
              <a:ext uri="{FF2B5EF4-FFF2-40B4-BE49-F238E27FC236}">
                <a16:creationId xmlns:a16="http://schemas.microsoft.com/office/drawing/2014/main" id="{08FD2D0B-37B9-5D6A-815A-B6D4C249DE43}"/>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a:latin typeface="Georgia"/>
              </a:rPr>
              <a:t>Real-world Governance Dilemmas- What would you do? </a:t>
            </a:r>
            <a:endParaRPr kumimoji="0" lang="en-US" sz="2400" b="1" i="0" u="none" strike="noStrike" kern="1200" cap="none" spc="0" normalizeH="0" baseline="0" noProof="0">
              <a:ln>
                <a:noFill/>
              </a:ln>
              <a:solidFill>
                <a:prstClr val="white"/>
              </a:solidFill>
              <a:effectLst/>
              <a:uLnTx/>
              <a:uFillTx/>
              <a:latin typeface="Georgia" panose="02040502050405020303"/>
              <a:ea typeface="+mn-ea"/>
              <a:cs typeface="+mn-cs"/>
            </a:endParaRPr>
          </a:p>
        </p:txBody>
      </p:sp>
      <p:pic>
        <p:nvPicPr>
          <p:cNvPr id="24" name="Graphic 23" descr="Bar chart with solid fill">
            <a:extLst>
              <a:ext uri="{FF2B5EF4-FFF2-40B4-BE49-F238E27FC236}">
                <a16:creationId xmlns:a16="http://schemas.microsoft.com/office/drawing/2014/main" id="{704D0EEB-92CD-8C2B-0132-5B44A0981BD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29832" y="2496848"/>
            <a:ext cx="469233" cy="556092"/>
          </a:xfrm>
          <a:prstGeom prst="rect">
            <a:avLst/>
          </a:prstGeom>
        </p:spPr>
      </p:pic>
      <p:sp>
        <p:nvSpPr>
          <p:cNvPr id="22" name="Rectangle 21">
            <a:extLst>
              <a:ext uri="{FF2B5EF4-FFF2-40B4-BE49-F238E27FC236}">
                <a16:creationId xmlns:a16="http://schemas.microsoft.com/office/drawing/2014/main" id="{339BCDB1-FF83-510F-4C91-0297B9BFFE46}"/>
              </a:ext>
            </a:extLst>
          </p:cNvPr>
          <p:cNvSpPr/>
          <p:nvPr/>
        </p:nvSpPr>
        <p:spPr>
          <a:xfrm>
            <a:off x="2045666" y="1709184"/>
            <a:ext cx="6598037" cy="60099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The Board doesn’t review audit or risk reports properly</a:t>
            </a:r>
            <a:endParaRPr lang="en-GB" sz="1400">
              <a:solidFill>
                <a:schemeClr val="tx1"/>
              </a:solidFill>
            </a:endParaRPr>
          </a:p>
        </p:txBody>
      </p:sp>
      <p:sp>
        <p:nvSpPr>
          <p:cNvPr id="25" name="Rectangle 24">
            <a:extLst>
              <a:ext uri="{FF2B5EF4-FFF2-40B4-BE49-F238E27FC236}">
                <a16:creationId xmlns:a16="http://schemas.microsoft.com/office/drawing/2014/main" id="{EF2A9B05-EC49-C1E9-ABF2-4456FB227C84}"/>
              </a:ext>
            </a:extLst>
          </p:cNvPr>
          <p:cNvSpPr/>
          <p:nvPr/>
        </p:nvSpPr>
        <p:spPr>
          <a:xfrm>
            <a:off x="2024158" y="2462473"/>
            <a:ext cx="6598037" cy="60099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Financial or compliance data is delayed and not disclosed properly</a:t>
            </a:r>
            <a:endParaRPr lang="en-GB" sz="1400">
              <a:solidFill>
                <a:schemeClr val="tx1"/>
              </a:solidFill>
            </a:endParaRPr>
          </a:p>
        </p:txBody>
      </p:sp>
      <p:sp>
        <p:nvSpPr>
          <p:cNvPr id="29" name="Rectangle 28">
            <a:extLst>
              <a:ext uri="{FF2B5EF4-FFF2-40B4-BE49-F238E27FC236}">
                <a16:creationId xmlns:a16="http://schemas.microsoft.com/office/drawing/2014/main" id="{51B5C878-E2DD-29F8-AB81-B7A129CFB6F3}"/>
              </a:ext>
            </a:extLst>
          </p:cNvPr>
          <p:cNvSpPr/>
          <p:nvPr/>
        </p:nvSpPr>
        <p:spPr>
          <a:xfrm>
            <a:off x="2035891" y="3211815"/>
            <a:ext cx="6598037" cy="60099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The company hides information about climate or safety risk</a:t>
            </a:r>
            <a:endParaRPr lang="en-GB" sz="1400">
              <a:solidFill>
                <a:schemeClr val="tx1"/>
              </a:solidFill>
            </a:endParaRPr>
          </a:p>
        </p:txBody>
      </p:sp>
      <p:sp>
        <p:nvSpPr>
          <p:cNvPr id="32" name="Rectangle 31">
            <a:extLst>
              <a:ext uri="{FF2B5EF4-FFF2-40B4-BE49-F238E27FC236}">
                <a16:creationId xmlns:a16="http://schemas.microsoft.com/office/drawing/2014/main" id="{276FC98A-06F9-C697-7855-ACA652702C99}"/>
              </a:ext>
            </a:extLst>
          </p:cNvPr>
          <p:cNvSpPr/>
          <p:nvPr/>
        </p:nvSpPr>
        <p:spPr>
          <a:xfrm>
            <a:off x="2050883" y="4007345"/>
            <a:ext cx="6598037" cy="60099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Only men or people from one background are chosen as directors</a:t>
            </a:r>
            <a:endParaRPr lang="en-GB" sz="1400">
              <a:solidFill>
                <a:schemeClr val="tx1"/>
              </a:solidFill>
            </a:endParaRPr>
          </a:p>
        </p:txBody>
      </p:sp>
      <p:pic>
        <p:nvPicPr>
          <p:cNvPr id="35" name="Graphic 34" descr="Sustainability with solid fill">
            <a:extLst>
              <a:ext uri="{FF2B5EF4-FFF2-40B4-BE49-F238E27FC236}">
                <a16:creationId xmlns:a16="http://schemas.microsoft.com/office/drawing/2014/main" id="{37B597D3-56C5-A188-791A-357F9B9DB94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28954" y="3228499"/>
            <a:ext cx="533334" cy="577030"/>
          </a:xfrm>
          <a:prstGeom prst="rect">
            <a:avLst/>
          </a:prstGeom>
        </p:spPr>
      </p:pic>
      <p:sp>
        <p:nvSpPr>
          <p:cNvPr id="36" name="Rectangle 35">
            <a:extLst>
              <a:ext uri="{FF2B5EF4-FFF2-40B4-BE49-F238E27FC236}">
                <a16:creationId xmlns:a16="http://schemas.microsoft.com/office/drawing/2014/main" id="{52AA808F-2097-29C7-67A7-E6F517867E7F}"/>
              </a:ext>
            </a:extLst>
          </p:cNvPr>
          <p:cNvSpPr/>
          <p:nvPr/>
        </p:nvSpPr>
        <p:spPr>
          <a:xfrm>
            <a:off x="2070439" y="4802875"/>
            <a:ext cx="6598037" cy="60099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a:solidFill>
                  <a:schemeClr val="tx1"/>
                </a:solidFill>
              </a:rPr>
              <a:t>Investors ask questions, but the company doesn’t respond on time</a:t>
            </a:r>
            <a:endParaRPr lang="en-GB" sz="1400">
              <a:solidFill>
                <a:schemeClr val="tx1"/>
              </a:solidFill>
            </a:endParaRPr>
          </a:p>
        </p:txBody>
      </p:sp>
      <p:sp>
        <p:nvSpPr>
          <p:cNvPr id="43" name="Rectangle 42">
            <a:extLst>
              <a:ext uri="{FF2B5EF4-FFF2-40B4-BE49-F238E27FC236}">
                <a16:creationId xmlns:a16="http://schemas.microsoft.com/office/drawing/2014/main" id="{E60DF5F0-5A7C-06BE-01B4-F0E6E7510787}"/>
              </a:ext>
            </a:extLst>
          </p:cNvPr>
          <p:cNvSpPr/>
          <p:nvPr/>
        </p:nvSpPr>
        <p:spPr>
          <a:xfrm>
            <a:off x="2070439" y="5598405"/>
            <a:ext cx="6598037" cy="60099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a:solidFill>
                <a:schemeClr val="tx1"/>
              </a:solidFill>
            </a:endParaRPr>
          </a:p>
          <a:p>
            <a:r>
              <a:rPr lang="en-US" sz="1400">
                <a:solidFill>
                  <a:schemeClr val="tx2"/>
                </a:solidFill>
              </a:rPr>
              <a:t>Minority shareholders are not consulted before a major restructuring decision </a:t>
            </a:r>
            <a:br>
              <a:rPr lang="en-US" sz="1400">
                <a:solidFill>
                  <a:schemeClr val="tx1"/>
                </a:solidFill>
              </a:rPr>
            </a:br>
            <a:endParaRPr lang="en-GB" sz="1400">
              <a:solidFill>
                <a:schemeClr val="tx1"/>
              </a:solidFill>
            </a:endParaRPr>
          </a:p>
        </p:txBody>
      </p:sp>
      <p:pic>
        <p:nvPicPr>
          <p:cNvPr id="45" name="Graphic 44" descr="Contract with solid fill">
            <a:extLst>
              <a:ext uri="{FF2B5EF4-FFF2-40B4-BE49-F238E27FC236}">
                <a16:creationId xmlns:a16="http://schemas.microsoft.com/office/drawing/2014/main" id="{AE867D52-91F0-A481-2C2A-4033D0B1146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421938" y="1734084"/>
            <a:ext cx="547368" cy="592215"/>
          </a:xfrm>
          <a:prstGeom prst="rect">
            <a:avLst/>
          </a:prstGeom>
        </p:spPr>
      </p:pic>
      <p:sp>
        <p:nvSpPr>
          <p:cNvPr id="4" name="Rectangle 3">
            <a:extLst>
              <a:ext uri="{FF2B5EF4-FFF2-40B4-BE49-F238E27FC236}">
                <a16:creationId xmlns:a16="http://schemas.microsoft.com/office/drawing/2014/main" id="{85B43DC9-BCBE-5E70-F45E-64E6D5F89177}"/>
              </a:ext>
            </a:extLst>
          </p:cNvPr>
          <p:cNvSpPr/>
          <p:nvPr/>
        </p:nvSpPr>
        <p:spPr>
          <a:xfrm>
            <a:off x="9016371" y="2497509"/>
            <a:ext cx="2103120" cy="576214"/>
          </a:xfrm>
          <a:prstGeom prst="rect">
            <a:avLst/>
          </a:prstGeom>
          <a:solidFill>
            <a:schemeClr val="accent1"/>
          </a:solidFill>
          <a:ln>
            <a:solidFill>
              <a:schemeClr val="bg1">
                <a:lumMod val="8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t>Transparency</a:t>
            </a:r>
          </a:p>
        </p:txBody>
      </p:sp>
      <p:sp>
        <p:nvSpPr>
          <p:cNvPr id="5" name="Rectangle 4">
            <a:extLst>
              <a:ext uri="{FF2B5EF4-FFF2-40B4-BE49-F238E27FC236}">
                <a16:creationId xmlns:a16="http://schemas.microsoft.com/office/drawing/2014/main" id="{0AF61E81-9058-AF7C-CE5E-583D73C58472}"/>
              </a:ext>
            </a:extLst>
          </p:cNvPr>
          <p:cNvSpPr/>
          <p:nvPr/>
        </p:nvSpPr>
        <p:spPr>
          <a:xfrm>
            <a:off x="9016371" y="4096575"/>
            <a:ext cx="2103120" cy="576214"/>
          </a:xfrm>
          <a:prstGeom prst="rect">
            <a:avLst/>
          </a:prstGeom>
          <a:solidFill>
            <a:schemeClr val="accent1">
              <a:lumMod val="20000"/>
              <a:lumOff val="80000"/>
            </a:schemeClr>
          </a:solidFill>
          <a:ln>
            <a:solidFill>
              <a:schemeClr val="bg1">
                <a:lumMod val="8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solidFill>
              </a:rPr>
              <a:t>Fairness</a:t>
            </a:r>
          </a:p>
        </p:txBody>
      </p:sp>
      <p:sp>
        <p:nvSpPr>
          <p:cNvPr id="7" name="Rectangle 6">
            <a:extLst>
              <a:ext uri="{FF2B5EF4-FFF2-40B4-BE49-F238E27FC236}">
                <a16:creationId xmlns:a16="http://schemas.microsoft.com/office/drawing/2014/main" id="{0091E0F4-8279-3A28-FFE7-2F9CAC2BE009}"/>
              </a:ext>
            </a:extLst>
          </p:cNvPr>
          <p:cNvSpPr/>
          <p:nvPr/>
        </p:nvSpPr>
        <p:spPr>
          <a:xfrm>
            <a:off x="8982843" y="1718290"/>
            <a:ext cx="2114665" cy="576214"/>
          </a:xfrm>
          <a:prstGeom prst="rect">
            <a:avLst/>
          </a:prstGeom>
          <a:solidFill>
            <a:schemeClr val="tx2"/>
          </a:solidFill>
          <a:ln>
            <a:solidFill>
              <a:schemeClr val="bg1">
                <a:lumMod val="8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t>Accountability</a:t>
            </a:r>
          </a:p>
        </p:txBody>
      </p:sp>
      <p:sp>
        <p:nvSpPr>
          <p:cNvPr id="9" name="Rectangle 8">
            <a:extLst>
              <a:ext uri="{FF2B5EF4-FFF2-40B4-BE49-F238E27FC236}">
                <a16:creationId xmlns:a16="http://schemas.microsoft.com/office/drawing/2014/main" id="{1D01F18C-E4DA-C64E-A4B6-64259F59290D}"/>
              </a:ext>
            </a:extLst>
          </p:cNvPr>
          <p:cNvSpPr/>
          <p:nvPr/>
        </p:nvSpPr>
        <p:spPr>
          <a:xfrm>
            <a:off x="9016371" y="3284349"/>
            <a:ext cx="2103120" cy="576214"/>
          </a:xfrm>
          <a:prstGeom prst="rect">
            <a:avLst/>
          </a:prstGeom>
          <a:solidFill>
            <a:schemeClr val="tx1">
              <a:lumMod val="50000"/>
              <a:lumOff val="50000"/>
            </a:schemeClr>
          </a:solidFill>
          <a:ln>
            <a:solidFill>
              <a:schemeClr val="bg1">
                <a:lumMod val="8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t>Responsibility</a:t>
            </a:r>
          </a:p>
        </p:txBody>
      </p:sp>
      <p:sp>
        <p:nvSpPr>
          <p:cNvPr id="10" name="Rectangle 9">
            <a:extLst>
              <a:ext uri="{FF2B5EF4-FFF2-40B4-BE49-F238E27FC236}">
                <a16:creationId xmlns:a16="http://schemas.microsoft.com/office/drawing/2014/main" id="{195A1867-501A-267C-3604-BBD7448323F7}"/>
              </a:ext>
            </a:extLst>
          </p:cNvPr>
          <p:cNvSpPr/>
          <p:nvPr/>
        </p:nvSpPr>
        <p:spPr>
          <a:xfrm>
            <a:off x="9016371" y="5655099"/>
            <a:ext cx="2103120" cy="576214"/>
          </a:xfrm>
          <a:prstGeom prst="rect">
            <a:avLst/>
          </a:prstGeom>
          <a:solidFill>
            <a:schemeClr val="accent1">
              <a:lumMod val="20000"/>
              <a:lumOff val="80000"/>
            </a:schemeClr>
          </a:solidFill>
          <a:ln>
            <a:solidFill>
              <a:schemeClr val="bg1">
                <a:lumMod val="8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solidFill>
              </a:rPr>
              <a:t>Fairness</a:t>
            </a:r>
          </a:p>
        </p:txBody>
      </p:sp>
      <p:pic>
        <p:nvPicPr>
          <p:cNvPr id="16" name="Graphic 15" descr="Woman Shrugging with solid fill">
            <a:extLst>
              <a:ext uri="{FF2B5EF4-FFF2-40B4-BE49-F238E27FC236}">
                <a16:creationId xmlns:a16="http://schemas.microsoft.com/office/drawing/2014/main" id="{B26EADF3-EFAE-5A2C-1D8F-7B8229E0D3B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437546" y="4822183"/>
            <a:ext cx="516155" cy="611700"/>
          </a:xfrm>
          <a:prstGeom prst="rect">
            <a:avLst/>
          </a:prstGeom>
        </p:spPr>
      </p:pic>
      <p:sp>
        <p:nvSpPr>
          <p:cNvPr id="6" name="Rectangle 5">
            <a:extLst>
              <a:ext uri="{FF2B5EF4-FFF2-40B4-BE49-F238E27FC236}">
                <a16:creationId xmlns:a16="http://schemas.microsoft.com/office/drawing/2014/main" id="{5AF59E9D-AC5A-A9F4-D5AA-20DDBB280249}"/>
              </a:ext>
            </a:extLst>
          </p:cNvPr>
          <p:cNvSpPr/>
          <p:nvPr/>
        </p:nvSpPr>
        <p:spPr>
          <a:xfrm>
            <a:off x="9016371" y="4827659"/>
            <a:ext cx="2103120" cy="576214"/>
          </a:xfrm>
          <a:prstGeom prst="rect">
            <a:avLst/>
          </a:prstGeom>
          <a:solidFill>
            <a:schemeClr val="tx1">
              <a:lumMod val="50000"/>
              <a:lumOff val="50000"/>
            </a:schemeClr>
          </a:solidFill>
          <a:ln>
            <a:solidFill>
              <a:schemeClr val="bg1">
                <a:lumMod val="8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t>Responsibility</a:t>
            </a:r>
          </a:p>
        </p:txBody>
      </p:sp>
      <p:pic>
        <p:nvPicPr>
          <p:cNvPr id="18" name="Graphic 17" descr="Two Men with solid fill">
            <a:extLst>
              <a:ext uri="{FF2B5EF4-FFF2-40B4-BE49-F238E27FC236}">
                <a16:creationId xmlns:a16="http://schemas.microsoft.com/office/drawing/2014/main" id="{96B0E251-2F1D-4510-4255-63BD2774570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461005" y="4064956"/>
            <a:ext cx="469232" cy="556091"/>
          </a:xfrm>
          <a:prstGeom prst="rect">
            <a:avLst/>
          </a:prstGeom>
        </p:spPr>
      </p:pic>
      <p:pic>
        <p:nvPicPr>
          <p:cNvPr id="19" name="Graphic 18" descr="Thumbs Down with solid fill">
            <a:extLst>
              <a:ext uri="{FF2B5EF4-FFF2-40B4-BE49-F238E27FC236}">
                <a16:creationId xmlns:a16="http://schemas.microsoft.com/office/drawing/2014/main" id="{AEA69F68-B076-1934-572F-7676D7DF7EAF}"/>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555167" y="5684553"/>
            <a:ext cx="426575" cy="589059"/>
          </a:xfrm>
          <a:prstGeom prst="rect">
            <a:avLst/>
          </a:prstGeom>
        </p:spPr>
      </p:pic>
      <p:sp>
        <p:nvSpPr>
          <p:cNvPr id="2" name="Rectangle 1">
            <a:extLst>
              <a:ext uri="{FF2B5EF4-FFF2-40B4-BE49-F238E27FC236}">
                <a16:creationId xmlns:a16="http://schemas.microsoft.com/office/drawing/2014/main" id="{69F0E65D-68B3-552B-B66D-C0763256E37D}"/>
              </a:ext>
            </a:extLst>
          </p:cNvPr>
          <p:cNvSpPr/>
          <p:nvPr/>
        </p:nvSpPr>
        <p:spPr>
          <a:xfrm>
            <a:off x="11425103" y="1718290"/>
            <a:ext cx="415827" cy="5044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a:solidFill>
                  <a:schemeClr val="tx2"/>
                </a:solidFill>
              </a:rPr>
              <a:t>A</a:t>
            </a:r>
            <a:endParaRPr lang="en-IN" sz="1600" b="1">
              <a:solidFill>
                <a:schemeClr val="tx2"/>
              </a:solidFill>
            </a:endParaRPr>
          </a:p>
        </p:txBody>
      </p:sp>
      <p:sp>
        <p:nvSpPr>
          <p:cNvPr id="8" name="Rectangle 7">
            <a:extLst>
              <a:ext uri="{FF2B5EF4-FFF2-40B4-BE49-F238E27FC236}">
                <a16:creationId xmlns:a16="http://schemas.microsoft.com/office/drawing/2014/main" id="{42689C06-63D4-4F54-DF97-900E6708439D}"/>
              </a:ext>
            </a:extLst>
          </p:cNvPr>
          <p:cNvSpPr/>
          <p:nvPr/>
        </p:nvSpPr>
        <p:spPr>
          <a:xfrm>
            <a:off x="11425103" y="2548517"/>
            <a:ext cx="415827" cy="5044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2"/>
                </a:solidFill>
              </a:rPr>
              <a:t>B</a:t>
            </a:r>
          </a:p>
        </p:txBody>
      </p:sp>
      <p:sp>
        <p:nvSpPr>
          <p:cNvPr id="14" name="Rectangle 13">
            <a:extLst>
              <a:ext uri="{FF2B5EF4-FFF2-40B4-BE49-F238E27FC236}">
                <a16:creationId xmlns:a16="http://schemas.microsoft.com/office/drawing/2014/main" id="{35C2C578-12B4-4DFF-549E-970791B9CCD4}"/>
              </a:ext>
            </a:extLst>
          </p:cNvPr>
          <p:cNvSpPr/>
          <p:nvPr/>
        </p:nvSpPr>
        <p:spPr>
          <a:xfrm>
            <a:off x="11425103" y="3320244"/>
            <a:ext cx="415827" cy="5044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a:solidFill>
                  <a:schemeClr val="tx2"/>
                </a:solidFill>
              </a:rPr>
              <a:t>D</a:t>
            </a:r>
            <a:endParaRPr lang="en-IN" sz="1600" b="1">
              <a:solidFill>
                <a:schemeClr val="tx2"/>
              </a:solidFill>
            </a:endParaRPr>
          </a:p>
        </p:txBody>
      </p:sp>
      <p:sp>
        <p:nvSpPr>
          <p:cNvPr id="15" name="Rectangle 14">
            <a:extLst>
              <a:ext uri="{FF2B5EF4-FFF2-40B4-BE49-F238E27FC236}">
                <a16:creationId xmlns:a16="http://schemas.microsoft.com/office/drawing/2014/main" id="{5A682389-5BE8-93F1-5F5F-AECE11E33AA5}"/>
              </a:ext>
            </a:extLst>
          </p:cNvPr>
          <p:cNvSpPr/>
          <p:nvPr/>
        </p:nvSpPr>
        <p:spPr>
          <a:xfrm>
            <a:off x="11403662" y="4126530"/>
            <a:ext cx="415827" cy="5044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a:solidFill>
                  <a:schemeClr val="tx2"/>
                </a:solidFill>
              </a:rPr>
              <a:t>C</a:t>
            </a:r>
            <a:endParaRPr lang="en-IN" sz="1600" b="1">
              <a:solidFill>
                <a:schemeClr val="tx2"/>
              </a:solidFill>
            </a:endParaRPr>
          </a:p>
        </p:txBody>
      </p:sp>
      <p:sp>
        <p:nvSpPr>
          <p:cNvPr id="17" name="Rectangle 16">
            <a:extLst>
              <a:ext uri="{FF2B5EF4-FFF2-40B4-BE49-F238E27FC236}">
                <a16:creationId xmlns:a16="http://schemas.microsoft.com/office/drawing/2014/main" id="{6E71E47E-54A1-EB3B-26F5-B0B8EDCD0196}"/>
              </a:ext>
            </a:extLst>
          </p:cNvPr>
          <p:cNvSpPr/>
          <p:nvPr/>
        </p:nvSpPr>
        <p:spPr>
          <a:xfrm>
            <a:off x="11408765" y="4847145"/>
            <a:ext cx="415827" cy="5044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a:solidFill>
                  <a:schemeClr val="tx2"/>
                </a:solidFill>
              </a:rPr>
              <a:t>D</a:t>
            </a:r>
            <a:endParaRPr lang="en-IN" sz="1600" b="1">
              <a:solidFill>
                <a:schemeClr val="tx2"/>
              </a:solidFill>
            </a:endParaRPr>
          </a:p>
        </p:txBody>
      </p:sp>
      <p:sp>
        <p:nvSpPr>
          <p:cNvPr id="20" name="Rectangle 19">
            <a:extLst>
              <a:ext uri="{FF2B5EF4-FFF2-40B4-BE49-F238E27FC236}">
                <a16:creationId xmlns:a16="http://schemas.microsoft.com/office/drawing/2014/main" id="{8BCB55D7-FB8E-8425-FBBE-A8C6AA894880}"/>
              </a:ext>
            </a:extLst>
          </p:cNvPr>
          <p:cNvSpPr/>
          <p:nvPr/>
        </p:nvSpPr>
        <p:spPr>
          <a:xfrm>
            <a:off x="11419392" y="5681818"/>
            <a:ext cx="415827" cy="5044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a:solidFill>
                  <a:schemeClr val="tx2"/>
                </a:solidFill>
              </a:rPr>
              <a:t>C</a:t>
            </a:r>
            <a:endParaRPr lang="en-IN" sz="1600" b="1">
              <a:solidFill>
                <a:schemeClr val="tx2"/>
              </a:solidFill>
            </a:endParaRPr>
          </a:p>
        </p:txBody>
      </p:sp>
      <p:sp>
        <p:nvSpPr>
          <p:cNvPr id="21" name="Rectangle 20">
            <a:extLst>
              <a:ext uri="{FF2B5EF4-FFF2-40B4-BE49-F238E27FC236}">
                <a16:creationId xmlns:a16="http://schemas.microsoft.com/office/drawing/2014/main" id="{C5448562-F1EF-AABC-EB49-7FFC7545BFD6}"/>
              </a:ext>
            </a:extLst>
          </p:cNvPr>
          <p:cNvSpPr/>
          <p:nvPr/>
        </p:nvSpPr>
        <p:spPr>
          <a:xfrm>
            <a:off x="8180439" y="1734084"/>
            <a:ext cx="430546" cy="5604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tx2"/>
                </a:solidFill>
              </a:rPr>
              <a:t>1</a:t>
            </a:r>
            <a:endParaRPr lang="en-IN" b="1">
              <a:solidFill>
                <a:schemeClr val="tx2"/>
              </a:solidFill>
            </a:endParaRPr>
          </a:p>
        </p:txBody>
      </p:sp>
      <p:sp>
        <p:nvSpPr>
          <p:cNvPr id="23" name="Rectangle 22">
            <a:extLst>
              <a:ext uri="{FF2B5EF4-FFF2-40B4-BE49-F238E27FC236}">
                <a16:creationId xmlns:a16="http://schemas.microsoft.com/office/drawing/2014/main" id="{4CCB4A01-DC4E-FDE0-25CA-90B4A3EB7023}"/>
              </a:ext>
            </a:extLst>
          </p:cNvPr>
          <p:cNvSpPr/>
          <p:nvPr/>
        </p:nvSpPr>
        <p:spPr>
          <a:xfrm>
            <a:off x="8180439" y="2471299"/>
            <a:ext cx="415827" cy="58164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tx2"/>
                </a:solidFill>
              </a:rPr>
              <a:t>2</a:t>
            </a:r>
            <a:endParaRPr lang="en-IN" b="1">
              <a:solidFill>
                <a:schemeClr val="tx2"/>
              </a:solidFill>
            </a:endParaRPr>
          </a:p>
        </p:txBody>
      </p:sp>
      <p:sp>
        <p:nvSpPr>
          <p:cNvPr id="26" name="Rectangle 25">
            <a:extLst>
              <a:ext uri="{FF2B5EF4-FFF2-40B4-BE49-F238E27FC236}">
                <a16:creationId xmlns:a16="http://schemas.microsoft.com/office/drawing/2014/main" id="{2619AE09-9E5E-A53F-7BF4-575C05219A89}"/>
              </a:ext>
            </a:extLst>
          </p:cNvPr>
          <p:cNvSpPr/>
          <p:nvPr/>
        </p:nvSpPr>
        <p:spPr>
          <a:xfrm>
            <a:off x="8187798" y="3260747"/>
            <a:ext cx="415827" cy="5044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tx2"/>
                </a:solidFill>
              </a:rPr>
              <a:t>3</a:t>
            </a:r>
            <a:endParaRPr lang="en-IN" b="1">
              <a:solidFill>
                <a:schemeClr val="tx2"/>
              </a:solidFill>
            </a:endParaRPr>
          </a:p>
        </p:txBody>
      </p:sp>
      <p:sp>
        <p:nvSpPr>
          <p:cNvPr id="27" name="Rectangle 26">
            <a:extLst>
              <a:ext uri="{FF2B5EF4-FFF2-40B4-BE49-F238E27FC236}">
                <a16:creationId xmlns:a16="http://schemas.microsoft.com/office/drawing/2014/main" id="{EA53D002-757C-2AF0-E6BB-D6043E8577B2}"/>
              </a:ext>
            </a:extLst>
          </p:cNvPr>
          <p:cNvSpPr/>
          <p:nvPr/>
        </p:nvSpPr>
        <p:spPr>
          <a:xfrm>
            <a:off x="8195158" y="4055632"/>
            <a:ext cx="415827" cy="5044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tx2"/>
                </a:solidFill>
              </a:rPr>
              <a:t>4</a:t>
            </a:r>
            <a:endParaRPr lang="en-IN" b="1">
              <a:solidFill>
                <a:schemeClr val="tx2"/>
              </a:solidFill>
            </a:endParaRPr>
          </a:p>
        </p:txBody>
      </p:sp>
      <p:sp>
        <p:nvSpPr>
          <p:cNvPr id="28" name="Rectangle 27">
            <a:extLst>
              <a:ext uri="{FF2B5EF4-FFF2-40B4-BE49-F238E27FC236}">
                <a16:creationId xmlns:a16="http://schemas.microsoft.com/office/drawing/2014/main" id="{F504B564-8C48-A884-584E-7F3E6F6FE104}"/>
              </a:ext>
            </a:extLst>
          </p:cNvPr>
          <p:cNvSpPr/>
          <p:nvPr/>
        </p:nvSpPr>
        <p:spPr>
          <a:xfrm>
            <a:off x="8218101" y="4845024"/>
            <a:ext cx="415827" cy="5044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tx2"/>
                </a:solidFill>
              </a:rPr>
              <a:t>5</a:t>
            </a:r>
          </a:p>
        </p:txBody>
      </p:sp>
      <p:sp>
        <p:nvSpPr>
          <p:cNvPr id="30" name="Rectangle 29">
            <a:extLst>
              <a:ext uri="{FF2B5EF4-FFF2-40B4-BE49-F238E27FC236}">
                <a16:creationId xmlns:a16="http://schemas.microsoft.com/office/drawing/2014/main" id="{01DF0920-C7F9-47F3-F58D-B19F53301953}"/>
              </a:ext>
            </a:extLst>
          </p:cNvPr>
          <p:cNvSpPr/>
          <p:nvPr/>
        </p:nvSpPr>
        <p:spPr>
          <a:xfrm>
            <a:off x="8242680" y="5646692"/>
            <a:ext cx="415827" cy="5044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a:solidFill>
                  <a:schemeClr val="tx2"/>
                </a:solidFill>
              </a:rPr>
              <a:t>6</a:t>
            </a:r>
            <a:endParaRPr lang="en-IN" b="1">
              <a:solidFill>
                <a:schemeClr val="tx2"/>
              </a:solidFill>
            </a:endParaRPr>
          </a:p>
        </p:txBody>
      </p:sp>
    </p:spTree>
    <p:custDataLst>
      <p:custData r:id="rId1"/>
    </p:custDataLst>
    <p:extLst>
      <p:ext uri="{BB962C8B-B14F-4D97-AF65-F5344CB8AC3E}">
        <p14:creationId xmlns:p14="http://schemas.microsoft.com/office/powerpoint/2010/main" val="816546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fill="hold"/>
                                        <p:tgtEl>
                                          <p:spTgt spid="15"/>
                                        </p:tgtEl>
                                        <p:attrNameLst>
                                          <p:attrName>ppt_x</p:attrName>
                                        </p:attrNameLst>
                                      </p:cBhvr>
                                      <p:tavLst>
                                        <p:tav tm="0">
                                          <p:val>
                                            <p:strVal val="#ppt_x"/>
                                          </p:val>
                                        </p:tav>
                                        <p:tav tm="100000">
                                          <p:val>
                                            <p:strVal val="#ppt_x"/>
                                          </p:val>
                                        </p:tav>
                                      </p:tavLst>
                                    </p:anim>
                                    <p:anim calcmode="lin" valueType="num">
                                      <p:cBhvr additive="base">
                                        <p:cTn id="4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 calcmode="lin" valueType="num">
                                      <p:cBhvr additive="base">
                                        <p:cTn id="47" dur="500" fill="hold"/>
                                        <p:tgtEl>
                                          <p:spTgt spid="6"/>
                                        </p:tgtEl>
                                        <p:attrNameLst>
                                          <p:attrName>ppt_x</p:attrName>
                                        </p:attrNameLst>
                                      </p:cBhvr>
                                      <p:tavLst>
                                        <p:tav tm="0">
                                          <p:val>
                                            <p:strVal val="#ppt_x"/>
                                          </p:val>
                                        </p:tav>
                                        <p:tav tm="100000">
                                          <p:val>
                                            <p:strVal val="#ppt_x"/>
                                          </p:val>
                                        </p:tav>
                                      </p:tavLst>
                                    </p:anim>
                                    <p:anim calcmode="lin" valueType="num">
                                      <p:cBhvr additive="base">
                                        <p:cTn id="48" dur="500" fill="hold"/>
                                        <p:tgtEl>
                                          <p:spTgt spid="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500"/>
                                        <p:tgtEl>
                                          <p:spTgt spid="1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10" grpId="0" animBg="1"/>
      <p:bldP spid="6" grpId="0" animBg="1"/>
      <p:bldP spid="2" grpId="0" animBg="1"/>
      <p:bldP spid="8" grpId="0" animBg="1"/>
      <p:bldP spid="14" grpId="0" animBg="1"/>
      <p:bldP spid="15" grpId="0" animBg="1"/>
      <p:bldP spid="17" grpId="0" animBg="1"/>
      <p:bldP spid="2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pattFill prst="diagBrick">
          <a:fgClr>
            <a:schemeClr val="accent1">
              <a:lumMod val="40000"/>
              <a:lumOff val="60000"/>
            </a:schemeClr>
          </a:fgClr>
          <a:bgClr>
            <a:schemeClr val="bg1"/>
          </a:bgClr>
        </a:pattFill>
        <a:effectLst/>
      </p:bgPr>
    </p:bg>
    <p:spTree>
      <p:nvGrpSpPr>
        <p:cNvPr id="1" name="">
          <a:extLst>
            <a:ext uri="{FF2B5EF4-FFF2-40B4-BE49-F238E27FC236}">
              <a16:creationId xmlns:a16="http://schemas.microsoft.com/office/drawing/2014/main" id="{8095797C-067C-2EDA-43FE-4C8785271DD0}"/>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140F476C-29D8-F224-BD01-BD86EA657243}"/>
              </a:ext>
            </a:extLst>
          </p:cNvPr>
          <p:cNvSpPr>
            <a:spLocks noGrp="1"/>
          </p:cNvSpPr>
          <p:nvPr>
            <p:ph type="body" idx="1"/>
          </p:nvPr>
        </p:nvSpPr>
        <p:spPr>
          <a:xfrm>
            <a:off x="7864214" y="434185"/>
            <a:ext cx="3462095" cy="4924425"/>
          </a:xfrm>
        </p:spPr>
        <p:txBody>
          <a:bodyPr/>
          <a:lstStyle/>
          <a:p>
            <a:r>
              <a:rPr lang="en-GB" sz="40000" noProof="0">
                <a:latin typeface="+mj-lt"/>
              </a:rPr>
              <a:t>3</a:t>
            </a:r>
          </a:p>
        </p:txBody>
      </p:sp>
      <p:sp>
        <p:nvSpPr>
          <p:cNvPr id="2" name="TextBox 1">
            <a:extLst>
              <a:ext uri="{FF2B5EF4-FFF2-40B4-BE49-F238E27FC236}">
                <a16:creationId xmlns:a16="http://schemas.microsoft.com/office/drawing/2014/main" id="{05BE057B-3AB8-B353-E13D-0EE4629774C5}"/>
              </a:ext>
            </a:extLst>
          </p:cNvPr>
          <p:cNvSpPr txBox="1"/>
          <p:nvPr/>
        </p:nvSpPr>
        <p:spPr>
          <a:xfrm>
            <a:off x="536792" y="4052744"/>
            <a:ext cx="8330762" cy="1222102"/>
          </a:xfrm>
          <a:prstGeom prst="rect">
            <a:avLst/>
          </a:prstGeom>
          <a:noFill/>
        </p:spPr>
        <p:txBody>
          <a:bodyPr wrap="square" lIns="0" tIns="0" rIns="0" bIns="0" rtlCol="0">
            <a:noAutofit/>
          </a:bodyPr>
          <a:lstStyle/>
          <a:p>
            <a:pPr algn="l"/>
            <a:endParaRPr lang="en-GB" sz="4500" b="1">
              <a:latin typeface="+mj-lt"/>
            </a:endParaRPr>
          </a:p>
        </p:txBody>
      </p:sp>
      <p:sp>
        <p:nvSpPr>
          <p:cNvPr id="4" name="TextBox 3">
            <a:extLst>
              <a:ext uri="{FF2B5EF4-FFF2-40B4-BE49-F238E27FC236}">
                <a16:creationId xmlns:a16="http://schemas.microsoft.com/office/drawing/2014/main" id="{900E32FF-BE77-9C9C-7124-A0F01F602712}"/>
              </a:ext>
            </a:extLst>
          </p:cNvPr>
          <p:cNvSpPr txBox="1"/>
          <p:nvPr/>
        </p:nvSpPr>
        <p:spPr>
          <a:xfrm>
            <a:off x="445509" y="4178390"/>
            <a:ext cx="7974591" cy="1222102"/>
          </a:xfrm>
          <a:prstGeom prst="rect">
            <a:avLst/>
          </a:prstGeom>
          <a:noFill/>
        </p:spPr>
        <p:txBody>
          <a:bodyPr wrap="square" lIns="0" tIns="0" rIns="0" bIns="0" rtlCol="0">
            <a:noAutofit/>
          </a:bodyPr>
          <a:lstStyle/>
          <a:p>
            <a:r>
              <a:rPr lang="en-US" sz="4000" b="1">
                <a:latin typeface="+mj-lt"/>
              </a:rPr>
              <a:t>Governance Beyond Compliance: Culture, Ethics &amp; Value Creation</a:t>
            </a:r>
            <a:endParaRPr lang="en-GB" sz="4000" b="1">
              <a:latin typeface="+mj-lt"/>
            </a:endParaRPr>
          </a:p>
        </p:txBody>
      </p:sp>
    </p:spTree>
    <p:custDataLst>
      <p:custData r:id="rId1"/>
    </p:custDataLst>
    <p:extLst>
      <p:ext uri="{BB962C8B-B14F-4D97-AF65-F5344CB8AC3E}">
        <p14:creationId xmlns:p14="http://schemas.microsoft.com/office/powerpoint/2010/main" val="37510051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5941E1-7A98-7723-62B9-0B74A4315C24}"/>
              </a:ext>
            </a:extLst>
          </p:cNvPr>
          <p:cNvSpPr>
            <a:spLocks noGrp="1"/>
          </p:cNvSpPr>
          <p:nvPr>
            <p:ph type="sldNum" sz="quarter" idx="4"/>
          </p:nvPr>
        </p:nvSpPr>
        <p:spPr/>
        <p:txBody>
          <a:bodyPr/>
          <a:lstStyle/>
          <a:p>
            <a:fld id="{3E6AC032-1535-134B-A583-D5E1DDD0D167}" type="slidenum">
              <a:rPr lang="en-US" smtClean="0"/>
              <a:pPr/>
              <a:t>27</a:t>
            </a:fld>
            <a:endParaRPr lang="en-US"/>
          </a:p>
        </p:txBody>
      </p:sp>
      <p:sp>
        <p:nvSpPr>
          <p:cNvPr id="5" name="Rectangle 4">
            <a:extLst>
              <a:ext uri="{FF2B5EF4-FFF2-40B4-BE49-F238E27FC236}">
                <a16:creationId xmlns:a16="http://schemas.microsoft.com/office/drawing/2014/main" id="{2BB8325A-D914-FF69-BC1E-6E43224C4B9C}"/>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lvl="0">
              <a:defRPr/>
            </a:pPr>
            <a:r>
              <a:rPr lang="en-US" sz="2400" b="1">
                <a:solidFill>
                  <a:prstClr val="white"/>
                </a:solidFill>
                <a:latin typeface="Georgia" panose="02040502050405020303"/>
              </a:rPr>
              <a:t>Activity | Boardroom Leadership Qualities</a:t>
            </a:r>
          </a:p>
        </p:txBody>
      </p:sp>
      <p:graphicFrame>
        <p:nvGraphicFramePr>
          <p:cNvPr id="12" name="Diagram 11">
            <a:extLst>
              <a:ext uri="{FF2B5EF4-FFF2-40B4-BE49-F238E27FC236}">
                <a16:creationId xmlns:a16="http://schemas.microsoft.com/office/drawing/2014/main" id="{F21A05B4-5587-277D-07CD-D67D5EDBEBBF}"/>
              </a:ext>
            </a:extLst>
          </p:cNvPr>
          <p:cNvGraphicFramePr/>
          <p:nvPr>
            <p:extLst>
              <p:ext uri="{D42A27DB-BD31-4B8C-83A1-F6EECF244321}">
                <p14:modId xmlns:p14="http://schemas.microsoft.com/office/powerpoint/2010/main" val="386655013"/>
              </p:ext>
            </p:extLst>
          </p:nvPr>
        </p:nvGraphicFramePr>
        <p:xfrm>
          <a:off x="1051560" y="1629875"/>
          <a:ext cx="10286999" cy="50330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C0828C8B-A718-5D47-7AAB-2B148C38FB2E}"/>
              </a:ext>
            </a:extLst>
          </p:cNvPr>
          <p:cNvSpPr txBox="1"/>
          <p:nvPr/>
        </p:nvSpPr>
        <p:spPr>
          <a:xfrm>
            <a:off x="9512542" y="3932605"/>
            <a:ext cx="556491" cy="400110"/>
          </a:xfrm>
          <a:prstGeom prst="rect">
            <a:avLst/>
          </a:prstGeom>
          <a:noFill/>
        </p:spPr>
        <p:txBody>
          <a:bodyPr wrap="square">
            <a:spAutoFit/>
          </a:bodyPr>
          <a:lstStyle/>
          <a:p>
            <a:r>
              <a:rPr lang="en-US" sz="2000" b="1" i="0">
                <a:solidFill>
                  <a:schemeClr val="bg1"/>
                </a:solidFill>
                <a:effectLst/>
              </a:rPr>
              <a:t>(✓)</a:t>
            </a:r>
            <a:endParaRPr lang="en-US" sz="2000" b="1">
              <a:solidFill>
                <a:schemeClr val="bg1"/>
              </a:solidFill>
            </a:endParaRPr>
          </a:p>
        </p:txBody>
      </p:sp>
      <p:sp>
        <p:nvSpPr>
          <p:cNvPr id="6" name="TextBox 5">
            <a:extLst>
              <a:ext uri="{FF2B5EF4-FFF2-40B4-BE49-F238E27FC236}">
                <a16:creationId xmlns:a16="http://schemas.microsoft.com/office/drawing/2014/main" id="{F401F7CC-7EFB-39EC-1852-637017CCD8AC}"/>
              </a:ext>
            </a:extLst>
          </p:cNvPr>
          <p:cNvSpPr txBox="1"/>
          <p:nvPr/>
        </p:nvSpPr>
        <p:spPr>
          <a:xfrm>
            <a:off x="2753859" y="1059983"/>
            <a:ext cx="6684282" cy="369332"/>
          </a:xfrm>
          <a:prstGeom prst="rect">
            <a:avLst/>
          </a:prstGeom>
          <a:noFill/>
        </p:spPr>
        <p:txBody>
          <a:bodyPr wrap="square">
            <a:spAutoFit/>
          </a:bodyPr>
          <a:lstStyle/>
          <a:p>
            <a:pPr algn="ctr"/>
            <a:r>
              <a:rPr lang="en-US" b="1"/>
              <a:t>Which quality would you value </a:t>
            </a:r>
            <a:r>
              <a:rPr lang="en-US" sz="1800" b="1">
                <a:solidFill>
                  <a:schemeClr val="tx1"/>
                </a:solidFill>
              </a:rPr>
              <a:t>in your fellow Directors?</a:t>
            </a:r>
          </a:p>
        </p:txBody>
      </p:sp>
    </p:spTree>
    <p:custDataLst>
      <p:custData r:id="rId1"/>
    </p:custDataLst>
    <p:extLst>
      <p:ext uri="{BB962C8B-B14F-4D97-AF65-F5344CB8AC3E}">
        <p14:creationId xmlns:p14="http://schemas.microsoft.com/office/powerpoint/2010/main" val="433745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P spid="3"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AA5CF-BF86-C28A-1C7D-8D401B92857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314239-9F9C-83C3-5556-3363B9894049}"/>
              </a:ext>
            </a:extLst>
          </p:cNvPr>
          <p:cNvSpPr>
            <a:spLocks noGrp="1"/>
          </p:cNvSpPr>
          <p:nvPr>
            <p:ph type="sldNum" sz="quarter" idx="4"/>
          </p:nvPr>
        </p:nvSpPr>
        <p:spPr>
          <a:xfrm>
            <a:off x="11652809" y="6632409"/>
            <a:ext cx="298209" cy="161583"/>
          </a:xfrm>
        </p:spPr>
        <p:txBody>
          <a:bodyPr/>
          <a:lstStyle/>
          <a:p>
            <a:fld id="{3E6AC032-1535-134B-A583-D5E1DDD0D167}" type="slidenum">
              <a:rPr lang="en-US" smtClean="0"/>
              <a:pPr/>
              <a:t>28</a:t>
            </a:fld>
            <a:endParaRPr lang="en-US"/>
          </a:p>
        </p:txBody>
      </p:sp>
      <p:sp>
        <p:nvSpPr>
          <p:cNvPr id="5" name="Rectangle 4">
            <a:extLst>
              <a:ext uri="{FF2B5EF4-FFF2-40B4-BE49-F238E27FC236}">
                <a16:creationId xmlns:a16="http://schemas.microsoft.com/office/drawing/2014/main" id="{068418E5-2700-C585-4B47-876B7901AFBC}"/>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2400" b="1">
                <a:latin typeface="Georgia"/>
              </a:rPr>
              <a:t>An interactive dive into how governance principles play role in Boardroom</a:t>
            </a:r>
            <a:endParaRPr lang="en-US" sz="2400" b="1">
              <a:solidFill>
                <a:prstClr val="white"/>
              </a:solidFill>
              <a:latin typeface="Georgia" panose="02040502050405020303"/>
            </a:endParaRPr>
          </a:p>
        </p:txBody>
      </p:sp>
      <p:sp>
        <p:nvSpPr>
          <p:cNvPr id="24" name="TextBox 23">
            <a:extLst>
              <a:ext uri="{FF2B5EF4-FFF2-40B4-BE49-F238E27FC236}">
                <a16:creationId xmlns:a16="http://schemas.microsoft.com/office/drawing/2014/main" id="{7F2286BD-86CB-33D3-8070-FCDBC5E9F713}"/>
              </a:ext>
            </a:extLst>
          </p:cNvPr>
          <p:cNvSpPr txBox="1"/>
          <p:nvPr/>
        </p:nvSpPr>
        <p:spPr>
          <a:xfrm>
            <a:off x="240981" y="1406085"/>
            <a:ext cx="11710037" cy="830997"/>
          </a:xfrm>
          <a:prstGeom prst="rect">
            <a:avLst/>
          </a:prstGeom>
        </p:spPr>
        <p:style>
          <a:lnRef idx="3">
            <a:schemeClr val="lt1"/>
          </a:lnRef>
          <a:fillRef idx="1">
            <a:schemeClr val="accent2"/>
          </a:fillRef>
          <a:effectRef idx="1">
            <a:schemeClr val="accent2"/>
          </a:effectRef>
          <a:fontRef idx="minor">
            <a:schemeClr val="lt1"/>
          </a:fontRef>
        </p:style>
        <p:txBody>
          <a:bodyPr wrap="square" lIns="91440" tIns="45720" rIns="91440" bIns="45720" anchor="t">
            <a:spAutoFit/>
          </a:bodyPr>
          <a:lstStyle/>
          <a:p>
            <a:pPr algn="ctr" rtl="0" fontAlgn="base">
              <a:spcBef>
                <a:spcPts val="900"/>
              </a:spcBef>
              <a:spcAft>
                <a:spcPts val="600"/>
              </a:spcAft>
              <a:buNone/>
            </a:pPr>
            <a:r>
              <a:rPr lang="en-US" sz="1600" b="1" i="0">
                <a:solidFill>
                  <a:schemeClr val="bg1"/>
                </a:solidFill>
                <a:effectLst/>
                <a:latin typeface="Arial"/>
                <a:cs typeface="Arial"/>
              </a:rPr>
              <a:t>Scenario: </a:t>
            </a:r>
            <a:r>
              <a:rPr lang="en-US" sz="1600" b="0" i="0">
                <a:solidFill>
                  <a:schemeClr val="bg1"/>
                </a:solidFill>
                <a:effectLst/>
                <a:latin typeface="Arial"/>
                <a:cs typeface="Arial"/>
              </a:rPr>
              <a:t>The Board of XYZ </a:t>
            </a:r>
            <a:r>
              <a:rPr lang="en-US" sz="1600">
                <a:solidFill>
                  <a:schemeClr val="bg1"/>
                </a:solidFill>
                <a:latin typeface="Arial"/>
                <a:cs typeface="Arial"/>
              </a:rPr>
              <a:t>Ltd. is</a:t>
            </a:r>
            <a:r>
              <a:rPr lang="en-US" sz="1600" b="0" i="0">
                <a:solidFill>
                  <a:schemeClr val="bg1"/>
                </a:solidFill>
                <a:effectLst/>
                <a:latin typeface="Arial"/>
                <a:cs typeface="Arial"/>
              </a:rPr>
              <a:t> considering acquiring a </a:t>
            </a:r>
            <a:r>
              <a:rPr lang="en-US" sz="1600">
                <a:solidFill>
                  <a:schemeClr val="bg1"/>
                </a:solidFill>
                <a:latin typeface="Arial"/>
                <a:cs typeface="Arial"/>
              </a:rPr>
              <a:t>Company</a:t>
            </a:r>
            <a:r>
              <a:rPr lang="en-US" sz="1600" b="0" i="0">
                <a:solidFill>
                  <a:schemeClr val="bg1"/>
                </a:solidFill>
                <a:effectLst/>
                <a:latin typeface="Arial"/>
                <a:cs typeface="Arial"/>
              </a:rPr>
              <a:t>. The CEO is enthusiastic, but some </a:t>
            </a:r>
            <a:r>
              <a:rPr lang="en-US" sz="1600">
                <a:solidFill>
                  <a:schemeClr val="bg1"/>
                </a:solidFill>
                <a:latin typeface="Arial"/>
                <a:cs typeface="Arial"/>
              </a:rPr>
              <a:t>Directors</a:t>
            </a:r>
            <a:r>
              <a:rPr lang="en-US" sz="1600" b="0" i="0">
                <a:solidFill>
                  <a:schemeClr val="bg1"/>
                </a:solidFill>
                <a:effectLst/>
                <a:latin typeface="Arial"/>
                <a:cs typeface="Arial"/>
              </a:rPr>
              <a:t> have concerns about the due diligence process and the potential risks. The Board </a:t>
            </a:r>
            <a:r>
              <a:rPr lang="en-US" sz="1600">
                <a:solidFill>
                  <a:schemeClr val="bg1"/>
                </a:solidFill>
                <a:latin typeface="Arial"/>
                <a:cs typeface="Arial"/>
              </a:rPr>
              <a:t>M</a:t>
            </a:r>
            <a:r>
              <a:rPr lang="en-US" sz="1600" b="0" i="0">
                <a:solidFill>
                  <a:schemeClr val="bg1"/>
                </a:solidFill>
                <a:effectLst/>
                <a:latin typeface="Arial"/>
                <a:cs typeface="Arial"/>
              </a:rPr>
              <a:t>eeting is tense, with differing opinions on how to proceed. </a:t>
            </a:r>
            <a:endParaRPr lang="en-US"/>
          </a:p>
        </p:txBody>
      </p:sp>
      <p:sp>
        <p:nvSpPr>
          <p:cNvPr id="4" name="TextBox 3">
            <a:extLst>
              <a:ext uri="{FF2B5EF4-FFF2-40B4-BE49-F238E27FC236}">
                <a16:creationId xmlns:a16="http://schemas.microsoft.com/office/drawing/2014/main" id="{B87EC002-7105-5292-DB10-B21B1D6DC12C}"/>
              </a:ext>
            </a:extLst>
          </p:cNvPr>
          <p:cNvSpPr txBox="1"/>
          <p:nvPr/>
        </p:nvSpPr>
        <p:spPr>
          <a:xfrm>
            <a:off x="702512" y="4137771"/>
            <a:ext cx="5190000" cy="1569660"/>
          </a:xfrm>
          <a:prstGeom prst="rect">
            <a:avLst/>
          </a:prstGeom>
          <a:noFill/>
        </p:spPr>
        <p:txBody>
          <a:bodyPr wrap="square">
            <a:spAutoFit/>
          </a:bodyPr>
          <a:lstStyle/>
          <a:p>
            <a:pPr fontAlgn="base"/>
            <a:r>
              <a:rPr lang="en-US" sz="1200" b="1">
                <a:solidFill>
                  <a:schemeClr val="tx1"/>
                </a:solidFill>
                <a:latin typeface="Arial"/>
                <a:cs typeface="Arial"/>
              </a:rPr>
              <a:t>What should the Board do to uphold the principle of transparency? </a:t>
            </a:r>
          </a:p>
          <a:p>
            <a:pPr fontAlgn="base"/>
            <a:endParaRPr lang="en-US" sz="1200" b="1">
              <a:solidFill>
                <a:schemeClr val="tx1"/>
              </a:solidFill>
              <a:latin typeface="Arial"/>
              <a:cs typeface="Arial"/>
            </a:endParaRPr>
          </a:p>
          <a:p>
            <a:pPr marL="228600" indent="-228600" fontAlgn="base">
              <a:buFont typeface="+mj-lt"/>
              <a:buAutoNum type="alphaUcPeriod"/>
            </a:pPr>
            <a:r>
              <a:rPr lang="en-US" sz="1200">
                <a:solidFill>
                  <a:schemeClr val="tx1"/>
                </a:solidFill>
                <a:latin typeface="Arial"/>
                <a:cs typeface="Arial"/>
              </a:rPr>
              <a:t>Proceed with the acquisition and fill in the missing data later. </a:t>
            </a:r>
          </a:p>
          <a:p>
            <a:pPr marL="228600" indent="-228600" fontAlgn="base">
              <a:buFont typeface="+mj-lt"/>
              <a:buAutoNum type="alphaUcPeriod"/>
            </a:pPr>
            <a:endParaRPr lang="en-US" sz="1200">
              <a:solidFill>
                <a:schemeClr val="tx1"/>
              </a:solidFill>
              <a:latin typeface="Arial"/>
              <a:cs typeface="Arial"/>
            </a:endParaRPr>
          </a:p>
          <a:p>
            <a:pPr marL="228600" indent="-228600" fontAlgn="base">
              <a:buFont typeface="+mj-lt"/>
              <a:buAutoNum type="alphaUcPeriod"/>
            </a:pPr>
            <a:r>
              <a:rPr lang="en-US" sz="1200">
                <a:solidFill>
                  <a:schemeClr val="tx1"/>
                </a:solidFill>
                <a:latin typeface="Arial"/>
                <a:cs typeface="Arial"/>
              </a:rPr>
              <a:t>Insist on full disclosure and review of all financial data before deciding. </a:t>
            </a:r>
          </a:p>
          <a:p>
            <a:pPr marL="228600" indent="-228600" fontAlgn="base">
              <a:buFont typeface="+mj-lt"/>
              <a:buAutoNum type="alphaUcPeriod"/>
            </a:pPr>
            <a:endParaRPr lang="en-US" sz="1200">
              <a:latin typeface="Arial"/>
              <a:cs typeface="Arial"/>
            </a:endParaRPr>
          </a:p>
          <a:p>
            <a:pPr marL="228600" indent="-228600" fontAlgn="base">
              <a:buFont typeface="+mj-lt"/>
              <a:buAutoNum type="alphaUcPeriod"/>
            </a:pPr>
            <a:r>
              <a:rPr lang="en-US" sz="1200">
                <a:solidFill>
                  <a:schemeClr val="tx1"/>
                </a:solidFill>
                <a:latin typeface="Arial"/>
                <a:cs typeface="Arial"/>
              </a:rPr>
              <a:t>Rely on the CEO’s judgment and move forward. </a:t>
            </a:r>
          </a:p>
          <a:p>
            <a:pPr fontAlgn="base"/>
            <a:r>
              <a:rPr lang="en-US" sz="1200">
                <a:latin typeface="Arial"/>
                <a:cs typeface="Arial"/>
              </a:rPr>
              <a:t> </a:t>
            </a:r>
            <a:endParaRPr lang="en-US" sz="1200">
              <a:solidFill>
                <a:schemeClr val="tx1"/>
              </a:solidFill>
              <a:latin typeface="Arial"/>
              <a:cs typeface="Arial"/>
            </a:endParaRPr>
          </a:p>
        </p:txBody>
      </p:sp>
      <p:sp>
        <p:nvSpPr>
          <p:cNvPr id="7" name="TextBox 6">
            <a:extLst>
              <a:ext uri="{FF2B5EF4-FFF2-40B4-BE49-F238E27FC236}">
                <a16:creationId xmlns:a16="http://schemas.microsoft.com/office/drawing/2014/main" id="{21297620-E133-3767-C114-C0E00C44DEDA}"/>
              </a:ext>
            </a:extLst>
          </p:cNvPr>
          <p:cNvSpPr txBox="1"/>
          <p:nvPr/>
        </p:nvSpPr>
        <p:spPr>
          <a:xfrm>
            <a:off x="724317" y="2680878"/>
            <a:ext cx="4925291" cy="738664"/>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just"/>
            <a:r>
              <a:rPr lang="en-US" sz="1400">
                <a:solidFill>
                  <a:schemeClr val="bg1"/>
                </a:solidFill>
                <a:latin typeface="Arial"/>
                <a:cs typeface="Arial"/>
              </a:rPr>
              <a:t>CFO reveals that some financial data about the target company is incomplete, but the CEO suggests moving forward quickly to outpace competitors. </a:t>
            </a:r>
            <a:endParaRPr lang="en-US" sz="1400">
              <a:solidFill>
                <a:schemeClr val="bg1"/>
              </a:solidFill>
            </a:endParaRPr>
          </a:p>
        </p:txBody>
      </p:sp>
      <p:sp>
        <p:nvSpPr>
          <p:cNvPr id="8" name="TextBox 7">
            <a:extLst>
              <a:ext uri="{FF2B5EF4-FFF2-40B4-BE49-F238E27FC236}">
                <a16:creationId xmlns:a16="http://schemas.microsoft.com/office/drawing/2014/main" id="{F25DFEBD-BA36-D7EE-F3EC-5910669350DA}"/>
              </a:ext>
            </a:extLst>
          </p:cNvPr>
          <p:cNvSpPr txBox="1"/>
          <p:nvPr/>
        </p:nvSpPr>
        <p:spPr>
          <a:xfrm>
            <a:off x="6397943" y="2664714"/>
            <a:ext cx="4925291" cy="738664"/>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just" fontAlgn="base">
              <a:spcBef>
                <a:spcPts val="1000"/>
              </a:spcBef>
              <a:spcAft>
                <a:spcPts val="600"/>
              </a:spcAft>
            </a:pPr>
            <a:r>
              <a:rPr lang="en-US" sz="1400">
                <a:solidFill>
                  <a:schemeClr val="bg1"/>
                </a:solidFill>
                <a:cs typeface="Arial"/>
              </a:rPr>
              <a:t>Post the acquisition, it was discovered that the target company had significant undisclosed liabilities. The Board is now facing shareholder criticism. </a:t>
            </a:r>
          </a:p>
        </p:txBody>
      </p:sp>
      <p:sp>
        <p:nvSpPr>
          <p:cNvPr id="10" name="TextBox 9">
            <a:extLst>
              <a:ext uri="{FF2B5EF4-FFF2-40B4-BE49-F238E27FC236}">
                <a16:creationId xmlns:a16="http://schemas.microsoft.com/office/drawing/2014/main" id="{964CB230-756D-13D0-B186-BCA95125512C}"/>
              </a:ext>
            </a:extLst>
          </p:cNvPr>
          <p:cNvSpPr txBox="1"/>
          <p:nvPr/>
        </p:nvSpPr>
        <p:spPr>
          <a:xfrm>
            <a:off x="6314815" y="4137771"/>
            <a:ext cx="5091545" cy="1533753"/>
          </a:xfrm>
          <a:prstGeom prst="rect">
            <a:avLst/>
          </a:prstGeom>
          <a:noFill/>
        </p:spPr>
        <p:txBody>
          <a:bodyPr wrap="square">
            <a:spAutoFit/>
          </a:bodyPr>
          <a:lstStyle/>
          <a:p>
            <a:pPr fontAlgn="base"/>
            <a:r>
              <a:rPr lang="en-US" sz="1200" b="1">
                <a:solidFill>
                  <a:schemeClr val="tx1"/>
                </a:solidFill>
                <a:latin typeface="Arial"/>
                <a:cs typeface="Arial"/>
              </a:rPr>
              <a:t>How should the Board demonstrate accountability? </a:t>
            </a:r>
          </a:p>
          <a:p>
            <a:pPr marL="228600" indent="-228600" fontAlgn="base">
              <a:lnSpc>
                <a:spcPts val="1395"/>
              </a:lnSpc>
              <a:spcBef>
                <a:spcPts val="1000"/>
              </a:spcBef>
              <a:spcAft>
                <a:spcPts val="600"/>
              </a:spcAft>
              <a:buFont typeface="+mj-lt"/>
              <a:buAutoNum type="alphaUcPeriod"/>
            </a:pPr>
            <a:r>
              <a:rPr lang="en-US" sz="1200">
                <a:solidFill>
                  <a:schemeClr val="tx1"/>
                </a:solidFill>
                <a:latin typeface="Arial"/>
                <a:cs typeface="Arial"/>
              </a:rPr>
              <a:t>Blame the Top management.</a:t>
            </a:r>
          </a:p>
          <a:p>
            <a:pPr marL="228600" indent="-228600" fontAlgn="base">
              <a:lnSpc>
                <a:spcPts val="1395"/>
              </a:lnSpc>
              <a:spcBef>
                <a:spcPts val="1000"/>
              </a:spcBef>
              <a:spcAft>
                <a:spcPts val="600"/>
              </a:spcAft>
              <a:buFont typeface="+mj-lt"/>
              <a:buAutoNum type="alphaUcPeriod"/>
            </a:pPr>
            <a:r>
              <a:rPr lang="en-US" sz="1200">
                <a:solidFill>
                  <a:schemeClr val="tx1"/>
                </a:solidFill>
                <a:latin typeface="Arial"/>
                <a:cs typeface="Arial"/>
              </a:rPr>
              <a:t>Acknowledge the oversight, communicate openly with shareholders, outline steps to prevent recurrence. </a:t>
            </a:r>
          </a:p>
          <a:p>
            <a:pPr marL="228600" indent="-228600" fontAlgn="base">
              <a:lnSpc>
                <a:spcPts val="1395"/>
              </a:lnSpc>
              <a:spcBef>
                <a:spcPts val="1000"/>
              </a:spcBef>
              <a:spcAft>
                <a:spcPts val="600"/>
              </a:spcAft>
              <a:buFont typeface="+mj-lt"/>
              <a:buAutoNum type="alphaUcPeriod"/>
            </a:pPr>
            <a:r>
              <a:rPr lang="en-US" sz="1200">
                <a:solidFill>
                  <a:schemeClr val="tx1"/>
                </a:solidFill>
                <a:latin typeface="Arial"/>
                <a:cs typeface="Arial"/>
              </a:rPr>
              <a:t>Ignore the criticism.</a:t>
            </a:r>
          </a:p>
        </p:txBody>
      </p:sp>
      <p:cxnSp>
        <p:nvCxnSpPr>
          <p:cNvPr id="12" name="Straight Arrow Connector 11">
            <a:extLst>
              <a:ext uri="{FF2B5EF4-FFF2-40B4-BE49-F238E27FC236}">
                <a16:creationId xmlns:a16="http://schemas.microsoft.com/office/drawing/2014/main" id="{C8CECE8F-E536-EFBA-1517-4D59286989A2}"/>
              </a:ext>
            </a:extLst>
          </p:cNvPr>
          <p:cNvCxnSpPr>
            <a:stCxn id="24" idx="2"/>
          </p:cNvCxnSpPr>
          <p:nvPr/>
        </p:nvCxnSpPr>
        <p:spPr>
          <a:xfrm flipH="1">
            <a:off x="4128655" y="2237082"/>
            <a:ext cx="1967345" cy="4276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DED2CFC-6FD0-DD75-2C1E-05F677EF1A4A}"/>
              </a:ext>
            </a:extLst>
          </p:cNvPr>
          <p:cNvCxnSpPr>
            <a:stCxn id="24" idx="2"/>
          </p:cNvCxnSpPr>
          <p:nvPr/>
        </p:nvCxnSpPr>
        <p:spPr>
          <a:xfrm>
            <a:off x="6096000" y="2237082"/>
            <a:ext cx="1958109" cy="4276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802293-DEE6-58DF-5E90-694561FBA4CF}"/>
              </a:ext>
            </a:extLst>
          </p:cNvPr>
          <p:cNvCxnSpPr>
            <a:stCxn id="7" idx="2"/>
          </p:cNvCxnSpPr>
          <p:nvPr/>
        </p:nvCxnSpPr>
        <p:spPr>
          <a:xfrm flipH="1">
            <a:off x="3186962" y="3419542"/>
            <a:ext cx="1" cy="718229"/>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Straight Connector 17">
            <a:extLst>
              <a:ext uri="{FF2B5EF4-FFF2-40B4-BE49-F238E27FC236}">
                <a16:creationId xmlns:a16="http://schemas.microsoft.com/office/drawing/2014/main" id="{8D022D95-F7C1-1C18-B205-B8DD264C395D}"/>
              </a:ext>
            </a:extLst>
          </p:cNvPr>
          <p:cNvCxnSpPr/>
          <p:nvPr/>
        </p:nvCxnSpPr>
        <p:spPr>
          <a:xfrm flipH="1">
            <a:off x="8860587" y="3402362"/>
            <a:ext cx="1" cy="718229"/>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3" name="Graphic 12" descr="Checkmark with solid fill">
            <a:extLst>
              <a:ext uri="{FF2B5EF4-FFF2-40B4-BE49-F238E27FC236}">
                <a16:creationId xmlns:a16="http://schemas.microsoft.com/office/drawing/2014/main" id="{FE1510D0-EE43-4774-FA88-1B18F7F11EE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3280" y="4749918"/>
            <a:ext cx="469232" cy="469232"/>
          </a:xfrm>
          <a:prstGeom prst="rect">
            <a:avLst/>
          </a:prstGeom>
        </p:spPr>
      </p:pic>
      <p:pic>
        <p:nvPicPr>
          <p:cNvPr id="15" name="Graphic 14" descr="Checkmark with solid fill">
            <a:extLst>
              <a:ext uri="{FF2B5EF4-FFF2-40B4-BE49-F238E27FC236}">
                <a16:creationId xmlns:a16="http://schemas.microsoft.com/office/drawing/2014/main" id="{E6A3A9EE-7A39-300B-95C1-DCC56578A2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28711" y="4749918"/>
            <a:ext cx="469232" cy="469232"/>
          </a:xfrm>
          <a:prstGeom prst="rect">
            <a:avLst/>
          </a:prstGeom>
        </p:spPr>
      </p:pic>
    </p:spTree>
    <p:custDataLst>
      <p:custData r:id="rId1"/>
    </p:custDataLst>
    <p:extLst>
      <p:ext uri="{BB962C8B-B14F-4D97-AF65-F5344CB8AC3E}">
        <p14:creationId xmlns:p14="http://schemas.microsoft.com/office/powerpoint/2010/main" val="1218129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250" fill="hold"/>
                                        <p:tgtEl>
                                          <p:spTgt spid="7"/>
                                        </p:tgtEl>
                                        <p:attrNameLst>
                                          <p:attrName>ppt_x</p:attrName>
                                        </p:attrNameLst>
                                      </p:cBhvr>
                                      <p:tavLst>
                                        <p:tav tm="0">
                                          <p:val>
                                            <p:strVal val="#ppt_x"/>
                                          </p:val>
                                        </p:tav>
                                        <p:tav tm="100000">
                                          <p:val>
                                            <p:strVal val="#ppt_x"/>
                                          </p:val>
                                        </p:tav>
                                      </p:tavLst>
                                    </p:anim>
                                    <p:anim calcmode="lin" valueType="num">
                                      <p:cBhvr additive="base">
                                        <p:cTn id="12" dur="25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 calcmode="lin" valueType="num">
                                      <p:cBhvr additive="base">
                                        <p:cTn id="1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 calcmode="lin" valueType="num">
                                      <p:cBhvr additive="base">
                                        <p:cTn id="2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 calcmode="lin" valueType="num">
                                      <p:cBhvr additive="base">
                                        <p:cTn id="3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 calcmode="lin" valueType="num">
                                      <p:cBhvr additive="base">
                                        <p:cTn id="3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250" fill="hold"/>
                                        <p:tgtEl>
                                          <p:spTgt spid="13"/>
                                        </p:tgtEl>
                                        <p:attrNameLst>
                                          <p:attrName>ppt_x</p:attrName>
                                        </p:attrNameLst>
                                      </p:cBhvr>
                                      <p:tavLst>
                                        <p:tav tm="0">
                                          <p:val>
                                            <p:strVal val="#ppt_x"/>
                                          </p:val>
                                        </p:tav>
                                        <p:tav tm="100000">
                                          <p:val>
                                            <p:strVal val="#ppt_x"/>
                                          </p:val>
                                        </p:tav>
                                      </p:tavLst>
                                    </p:anim>
                                    <p:anim calcmode="lin" valueType="num">
                                      <p:cBhvr additive="base">
                                        <p:cTn id="42" dur="25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additive="base">
                                        <p:cTn id="51" dur="250" fill="hold"/>
                                        <p:tgtEl>
                                          <p:spTgt spid="8"/>
                                        </p:tgtEl>
                                        <p:attrNameLst>
                                          <p:attrName>ppt_x</p:attrName>
                                        </p:attrNameLst>
                                      </p:cBhvr>
                                      <p:tavLst>
                                        <p:tav tm="0">
                                          <p:val>
                                            <p:strVal val="#ppt_x"/>
                                          </p:val>
                                        </p:tav>
                                        <p:tav tm="100000">
                                          <p:val>
                                            <p:strVal val="#ppt_x"/>
                                          </p:val>
                                        </p:tav>
                                      </p:tavLst>
                                    </p:anim>
                                    <p:anim calcmode="lin" valueType="num">
                                      <p:cBhvr additive="base">
                                        <p:cTn id="52" dur="250" fill="hold"/>
                                        <p:tgtEl>
                                          <p:spTgt spid="8"/>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0">
                                            <p:txEl>
                                              <p:pRg st="0" end="0"/>
                                            </p:txEl>
                                          </p:spTgt>
                                        </p:tgtEl>
                                        <p:attrNameLst>
                                          <p:attrName>style.visibility</p:attrName>
                                        </p:attrNameLst>
                                      </p:cBhvr>
                                      <p:to>
                                        <p:strVal val="visible"/>
                                      </p:to>
                                    </p:set>
                                    <p:anim calcmode="lin" valueType="num">
                                      <p:cBhvr additive="base">
                                        <p:cTn id="59"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0">
                                            <p:txEl>
                                              <p:pRg st="1" end="1"/>
                                            </p:txEl>
                                          </p:spTgt>
                                        </p:tgtEl>
                                        <p:attrNameLst>
                                          <p:attrName>style.visibility</p:attrName>
                                        </p:attrNameLst>
                                      </p:cBhvr>
                                      <p:to>
                                        <p:strVal val="visible"/>
                                      </p:to>
                                    </p:set>
                                    <p:anim calcmode="lin" valueType="num">
                                      <p:cBhvr additive="base">
                                        <p:cTn id="6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0">
                                            <p:txEl>
                                              <p:pRg st="2" end="2"/>
                                            </p:txEl>
                                          </p:spTgt>
                                        </p:tgtEl>
                                        <p:attrNameLst>
                                          <p:attrName>style.visibility</p:attrName>
                                        </p:attrNameLst>
                                      </p:cBhvr>
                                      <p:to>
                                        <p:strVal val="visible"/>
                                      </p:to>
                                    </p:set>
                                    <p:anim calcmode="lin" valueType="num">
                                      <p:cBhvr additive="base">
                                        <p:cTn id="67"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0">
                                            <p:txEl>
                                              <p:pRg st="3" end="3"/>
                                            </p:txEl>
                                          </p:spTgt>
                                        </p:tgtEl>
                                        <p:attrNameLst>
                                          <p:attrName>style.visibility</p:attrName>
                                        </p:attrNameLst>
                                      </p:cBhvr>
                                      <p:to>
                                        <p:strVal val="visible"/>
                                      </p:to>
                                    </p:set>
                                    <p:anim calcmode="lin" valueType="num">
                                      <p:cBhvr additive="base">
                                        <p:cTn id="71"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additive="base">
                                        <p:cTn id="77" dur="250" fill="hold"/>
                                        <p:tgtEl>
                                          <p:spTgt spid="15"/>
                                        </p:tgtEl>
                                        <p:attrNameLst>
                                          <p:attrName>ppt_x</p:attrName>
                                        </p:attrNameLst>
                                      </p:cBhvr>
                                      <p:tavLst>
                                        <p:tav tm="0">
                                          <p:val>
                                            <p:strVal val="#ppt_x"/>
                                          </p:val>
                                        </p:tav>
                                        <p:tav tm="100000">
                                          <p:val>
                                            <p:strVal val="#ppt_x"/>
                                          </p:val>
                                        </p:tav>
                                      </p:tavLst>
                                    </p:anim>
                                    <p:anim calcmode="lin" valueType="num">
                                      <p:cBhvr additive="base">
                                        <p:cTn id="78" dur="25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p:bldP spid="7" grpId="0" animBg="1"/>
      <p:bldP spid="8" grpId="0" animBg="1"/>
      <p:bldP spid="10" grpId="0" build="allAtOnce"/>
    </p:bldLst>
  </p:timing>
</p:sld>
</file>

<file path=ppt/slides/slide29.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20000"/>
              <a:lumOff val="80000"/>
            </a:schemeClr>
          </a:fgClr>
          <a:bgClr>
            <a:schemeClr val="bg1"/>
          </a:bgClr>
        </a:pattFill>
        <a:effectLst/>
      </p:bgPr>
    </p:bg>
    <p:spTree>
      <p:nvGrpSpPr>
        <p:cNvPr id="1" name="">
          <a:extLst>
            <a:ext uri="{FF2B5EF4-FFF2-40B4-BE49-F238E27FC236}">
              <a16:creationId xmlns:a16="http://schemas.microsoft.com/office/drawing/2014/main" id="{38BEEA67-5903-95F9-7929-3B466319EBC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A946976-102D-D7D4-33C1-96E8531AEBB9}"/>
              </a:ext>
            </a:extLst>
          </p:cNvPr>
          <p:cNvSpPr/>
          <p:nvPr/>
        </p:nvSpPr>
        <p:spPr>
          <a:xfrm>
            <a:off x="0" y="2403855"/>
            <a:ext cx="12192000" cy="16374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12">
            <a:extLst>
              <a:ext uri="{FF2B5EF4-FFF2-40B4-BE49-F238E27FC236}">
                <a16:creationId xmlns:a16="http://schemas.microsoft.com/office/drawing/2014/main" id="{521275A1-CBDA-049B-3644-AE9243C120FC}"/>
              </a:ext>
            </a:extLst>
          </p:cNvPr>
          <p:cNvSpPr>
            <a:spLocks noGrp="1"/>
          </p:cNvSpPr>
          <p:nvPr>
            <p:ph type="body" idx="1"/>
          </p:nvPr>
        </p:nvSpPr>
        <p:spPr>
          <a:xfrm>
            <a:off x="123711" y="2976341"/>
            <a:ext cx="11763489" cy="492443"/>
          </a:xfrm>
        </p:spPr>
        <p:txBody>
          <a:bodyPr/>
          <a:lstStyle/>
          <a:p>
            <a:pPr algn="ctr"/>
            <a:r>
              <a:rPr lang="en-US" sz="4000" b="1">
                <a:latin typeface="Georgia"/>
              </a:rPr>
              <a:t>Director’s Ethical Compass</a:t>
            </a:r>
            <a:endParaRPr lang="en-GB" sz="4000" b="1" spc="0" noProof="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mj-lt"/>
            </a:endParaRPr>
          </a:p>
        </p:txBody>
      </p:sp>
    </p:spTree>
    <p:custDataLst>
      <p:custData r:id="rId1"/>
    </p:custDataLst>
    <p:extLst>
      <p:ext uri="{BB962C8B-B14F-4D97-AF65-F5344CB8AC3E}">
        <p14:creationId xmlns:p14="http://schemas.microsoft.com/office/powerpoint/2010/main" val="2580799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56D3B-90B3-DA61-4DDC-D54114BB6BAB}"/>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F54E60A5-933D-6BA9-EDF5-CC2FC92157CE}"/>
              </a:ext>
            </a:extLst>
          </p:cNvPr>
          <p:cNvSpPr/>
          <p:nvPr/>
        </p:nvSpPr>
        <p:spPr>
          <a:xfrm>
            <a:off x="0" y="561712"/>
            <a:ext cx="4398264" cy="63877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A6B2E653-323C-9888-2EC3-480C1C8411C1}"/>
              </a:ext>
            </a:extLst>
          </p:cNvPr>
          <p:cNvSpPr/>
          <p:nvPr/>
        </p:nvSpPr>
        <p:spPr>
          <a:xfrm>
            <a:off x="5117455" y="720555"/>
            <a:ext cx="6556248" cy="43907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bject 28">
            <a:extLst>
              <a:ext uri="{FF2B5EF4-FFF2-40B4-BE49-F238E27FC236}">
                <a16:creationId xmlns:a16="http://schemas.microsoft.com/office/drawing/2014/main" id="{75FCAE1B-C44D-7F35-8D39-9E4B84AF677A}"/>
              </a:ext>
            </a:extLst>
          </p:cNvPr>
          <p:cNvSpPr txBox="1">
            <a:spLocks noGrp="1"/>
          </p:cNvSpPr>
          <p:nvPr>
            <p:ph type="sldNum" sz="quarter" idx="7"/>
          </p:nvPr>
        </p:nvSpPr>
        <p:spPr>
          <a:xfrm>
            <a:off x="11802491" y="6620276"/>
            <a:ext cx="202438" cy="187248"/>
          </a:xfrm>
          <a:prstGeom prst="rect">
            <a:avLst/>
          </a:prstGeom>
        </p:spPr>
        <p:txBody>
          <a:bodyPr vert="horz" wrap="square" lIns="0" tIns="0" rIns="0" bIns="0" rtlCol="0">
            <a:spAutoFit/>
          </a:bodyPr>
          <a:lstStyle>
            <a:defPPr>
              <a:defRPr kern="0"/>
            </a:defPPr>
            <a:lvl1pPr>
              <a:defRPr sz="800" b="0" i="0">
                <a:solidFill>
                  <a:schemeClr val="tx1"/>
                </a:solidFill>
                <a:latin typeface="Arial"/>
                <a:cs typeface="Arial"/>
              </a:defRPr>
            </a:lvl1pPr>
          </a:lstStyle>
          <a:p>
            <a:pPr marL="93980">
              <a:lnSpc>
                <a:spcPct val="100000"/>
              </a:lnSpc>
              <a:spcBef>
                <a:spcPts val="25"/>
              </a:spcBef>
            </a:pPr>
            <a:fld id="{81D60167-4931-47E6-BA6A-407CBD079E47}" type="slidenum">
              <a:rPr lang="en-US" spc="-50" smtClean="0"/>
              <a:pPr marL="93980">
                <a:lnSpc>
                  <a:spcPct val="100000"/>
                </a:lnSpc>
                <a:spcBef>
                  <a:spcPts val="25"/>
                </a:spcBef>
              </a:pPr>
              <a:t>30</a:t>
            </a:fld>
            <a:endParaRPr spc="-50"/>
          </a:p>
        </p:txBody>
      </p:sp>
      <p:pic>
        <p:nvPicPr>
          <p:cNvPr id="37" name="Graphic 36" descr="Bullseye with solid fill">
            <a:extLst>
              <a:ext uri="{FF2B5EF4-FFF2-40B4-BE49-F238E27FC236}">
                <a16:creationId xmlns:a16="http://schemas.microsoft.com/office/drawing/2014/main" id="{9DEBA686-C489-5B73-5781-EB29E845654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47034" y="3782753"/>
            <a:ext cx="446860" cy="446860"/>
          </a:xfrm>
          <a:prstGeom prst="rect">
            <a:avLst/>
          </a:prstGeom>
        </p:spPr>
      </p:pic>
      <p:pic>
        <p:nvPicPr>
          <p:cNvPr id="39" name="Graphic 38" descr="Scroll with solid fill">
            <a:extLst>
              <a:ext uri="{FF2B5EF4-FFF2-40B4-BE49-F238E27FC236}">
                <a16:creationId xmlns:a16="http://schemas.microsoft.com/office/drawing/2014/main" id="{9EF7FC4F-D967-7B71-E59C-FF5888CF327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053656" y="1276197"/>
            <a:ext cx="426575" cy="426575"/>
          </a:xfrm>
          <a:prstGeom prst="rect">
            <a:avLst/>
          </a:prstGeom>
        </p:spPr>
      </p:pic>
      <p:grpSp>
        <p:nvGrpSpPr>
          <p:cNvPr id="4" name="Group 3">
            <a:extLst>
              <a:ext uri="{FF2B5EF4-FFF2-40B4-BE49-F238E27FC236}">
                <a16:creationId xmlns:a16="http://schemas.microsoft.com/office/drawing/2014/main" id="{5B208F06-5264-E698-E070-ED2BC68B87A7}"/>
              </a:ext>
            </a:extLst>
          </p:cNvPr>
          <p:cNvGrpSpPr/>
          <p:nvPr/>
        </p:nvGrpSpPr>
        <p:grpSpPr>
          <a:xfrm>
            <a:off x="2982641" y="1159631"/>
            <a:ext cx="11126764" cy="5547094"/>
            <a:chOff x="775855" y="719666"/>
            <a:chExt cx="10289309" cy="5781718"/>
          </a:xfrm>
        </p:grpSpPr>
        <p:graphicFrame>
          <p:nvGraphicFramePr>
            <p:cNvPr id="5" name="Diagram 4">
              <a:extLst>
                <a:ext uri="{FF2B5EF4-FFF2-40B4-BE49-F238E27FC236}">
                  <a16:creationId xmlns:a16="http://schemas.microsoft.com/office/drawing/2014/main" id="{BB9F0A41-1E82-867D-0251-8B4122BD9AEF}"/>
                </a:ext>
              </a:extLst>
            </p:cNvPr>
            <p:cNvGraphicFramePr/>
            <p:nvPr>
              <p:extLst>
                <p:ext uri="{D42A27DB-BD31-4B8C-83A1-F6EECF244321}">
                  <p14:modId xmlns:p14="http://schemas.microsoft.com/office/powerpoint/2010/main" val="1898548096"/>
                </p:ext>
              </p:extLst>
            </p:nvPr>
          </p:nvGraphicFramePr>
          <p:xfrm>
            <a:off x="775855" y="719666"/>
            <a:ext cx="10289309" cy="578171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6" name="Picture 2" descr="Points of the compass - Wikipedia">
              <a:extLst>
                <a:ext uri="{FF2B5EF4-FFF2-40B4-BE49-F238E27FC236}">
                  <a16:creationId xmlns:a16="http://schemas.microsoft.com/office/drawing/2014/main" id="{B9C7F9DC-5C29-0143-9ECA-9D5402EA9EB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38000" y="2093370"/>
              <a:ext cx="2965018" cy="2965018"/>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Rectangle 8">
            <a:extLst>
              <a:ext uri="{FF2B5EF4-FFF2-40B4-BE49-F238E27FC236}">
                <a16:creationId xmlns:a16="http://schemas.microsoft.com/office/drawing/2014/main" id="{32BA0155-DE79-9B60-5C9B-E9AC7801458C}"/>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2400" b="1">
                <a:solidFill>
                  <a:prstClr val="white"/>
                </a:solidFill>
                <a:latin typeface="+mj-lt"/>
              </a:rPr>
              <a:t>Director’s Ethical Compass: The Ethical Core of Corporate Leadership</a:t>
            </a:r>
          </a:p>
        </p:txBody>
      </p:sp>
      <p:sp>
        <p:nvSpPr>
          <p:cNvPr id="11" name="TextBox 10">
            <a:extLst>
              <a:ext uri="{FF2B5EF4-FFF2-40B4-BE49-F238E27FC236}">
                <a16:creationId xmlns:a16="http://schemas.microsoft.com/office/drawing/2014/main" id="{BFB109DD-F501-D491-64E9-45BFF4F9DF5B}"/>
              </a:ext>
            </a:extLst>
          </p:cNvPr>
          <p:cNvSpPr txBox="1"/>
          <p:nvPr/>
        </p:nvSpPr>
        <p:spPr>
          <a:xfrm>
            <a:off x="6892027" y="780577"/>
            <a:ext cx="3273552" cy="227779"/>
          </a:xfrm>
          <a:prstGeom prst="rect">
            <a:avLst/>
          </a:prstGeom>
          <a:solidFill>
            <a:schemeClr val="bg2"/>
          </a:solidFill>
          <a:ln>
            <a:noFill/>
          </a:ln>
        </p:spPr>
        <p:style>
          <a:lnRef idx="2">
            <a:schemeClr val="accent2"/>
          </a:lnRef>
          <a:fillRef idx="1">
            <a:schemeClr val="lt1"/>
          </a:fillRef>
          <a:effectRef idx="0">
            <a:schemeClr val="accent2"/>
          </a:effectRef>
          <a:fontRef idx="minor">
            <a:schemeClr val="dk1"/>
          </a:fontRef>
        </p:style>
        <p:txBody>
          <a:bodyPr wrap="square" lIns="0" tIns="0" rIns="0" bIns="0" rtlCol="0">
            <a:noAutofit/>
          </a:bodyPr>
          <a:lstStyle/>
          <a:p>
            <a:pPr algn="ctr"/>
            <a:r>
              <a:rPr lang="en-US" b="1">
                <a:solidFill>
                  <a:schemeClr val="accent1"/>
                </a:solidFill>
              </a:rPr>
              <a:t>Key Elements</a:t>
            </a:r>
          </a:p>
        </p:txBody>
      </p:sp>
      <p:sp>
        <p:nvSpPr>
          <p:cNvPr id="3" name="TextBox 2">
            <a:extLst>
              <a:ext uri="{FF2B5EF4-FFF2-40B4-BE49-F238E27FC236}">
                <a16:creationId xmlns:a16="http://schemas.microsoft.com/office/drawing/2014/main" id="{14FCEF18-305B-A1C5-B851-0F108A105816}"/>
              </a:ext>
            </a:extLst>
          </p:cNvPr>
          <p:cNvSpPr txBox="1"/>
          <p:nvPr/>
        </p:nvSpPr>
        <p:spPr>
          <a:xfrm>
            <a:off x="362407" y="1702772"/>
            <a:ext cx="3527298" cy="2949525"/>
          </a:xfrm>
          <a:prstGeom prst="rect">
            <a:avLst/>
          </a:prstGeom>
          <a:noFill/>
        </p:spPr>
        <p:txBody>
          <a:bodyPr wrap="square" lIns="91440" tIns="45720" rIns="91440" bIns="45720" anchor="t">
            <a:spAutoFit/>
          </a:bodyPr>
          <a:lstStyle/>
          <a:p>
            <a:pPr algn="ctr">
              <a:lnSpc>
                <a:spcPct val="150000"/>
              </a:lnSpc>
            </a:pPr>
            <a:endParaRPr lang="en-US" sz="1800" b="1">
              <a:cs typeface="Arial"/>
            </a:endParaRPr>
          </a:p>
          <a:p>
            <a:pPr algn="ctr">
              <a:lnSpc>
                <a:spcPct val="150000"/>
              </a:lnSpc>
            </a:pPr>
            <a:r>
              <a:rPr lang="en-US" sz="1800" b="1"/>
              <a:t>A Director’s Ethical Compass is the framework of ethical values, integrity standards, and moral reasoning that guides Directors in fulfilling their fiduciary duties.</a:t>
            </a:r>
            <a:endParaRPr lang="en-US" sz="1800" b="1">
              <a:cs typeface="Arial"/>
            </a:endParaRPr>
          </a:p>
        </p:txBody>
      </p:sp>
    </p:spTree>
    <p:custDataLst>
      <p:custData r:id="rId1"/>
    </p:custDataLst>
    <p:extLst>
      <p:ext uri="{BB962C8B-B14F-4D97-AF65-F5344CB8AC3E}">
        <p14:creationId xmlns:p14="http://schemas.microsoft.com/office/powerpoint/2010/main" val="16397436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2,400+ Moral Compass Stock Photos, Pictures &amp; Royalty-Free Images - iStock">
            <a:extLst>
              <a:ext uri="{FF2B5EF4-FFF2-40B4-BE49-F238E27FC236}">
                <a16:creationId xmlns:a16="http://schemas.microsoft.com/office/drawing/2014/main" id="{F7114D1C-02A0-5891-E28E-2B70CA7BEABC}"/>
              </a:ext>
            </a:extLst>
          </p:cNvPr>
          <p:cNvPicPr>
            <a:picLocks noChangeAspect="1" noChangeArrowheads="1"/>
          </p:cNvPicPr>
          <p:nvPr/>
        </p:nvPicPr>
        <p:blipFill rotWithShape="1">
          <a:blip r:embed="rId3">
            <a:alphaModFix amt="85000"/>
            <a:extLst>
              <a:ext uri="{28A0092B-C50C-407E-A947-70E740481C1C}">
                <a14:useLocalDpi xmlns:a14="http://schemas.microsoft.com/office/drawing/2010/main" val="0"/>
              </a:ext>
            </a:extLst>
          </a:blip>
          <a:srcRect l="512" t="-339" r="-512" b="16543"/>
          <a:stretch>
            <a:fillRect/>
          </a:stretch>
        </p:blipFill>
        <p:spPr bwMode="auto">
          <a:xfrm>
            <a:off x="0" y="460842"/>
            <a:ext cx="12256655" cy="639715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CA5BEBBC-C95C-56BE-C485-7D27154FA80A}"/>
              </a:ext>
            </a:extLst>
          </p:cNvPr>
          <p:cNvSpPr/>
          <p:nvPr/>
        </p:nvSpPr>
        <p:spPr>
          <a:xfrm>
            <a:off x="0" y="4315968"/>
            <a:ext cx="5640740" cy="2470824"/>
          </a:xfrm>
          <a:custGeom>
            <a:avLst/>
            <a:gdLst>
              <a:gd name="connsiteX0" fmla="*/ 0 w 6078018"/>
              <a:gd name="connsiteY0" fmla="*/ 0 h 5024273"/>
              <a:gd name="connsiteX1" fmla="*/ 6078018 w 6078018"/>
              <a:gd name="connsiteY1" fmla="*/ 0 h 5024273"/>
              <a:gd name="connsiteX2" fmla="*/ 6078018 w 6078018"/>
              <a:gd name="connsiteY2" fmla="*/ 4662902 h 5024273"/>
              <a:gd name="connsiteX3" fmla="*/ 3041951 w 6078018"/>
              <a:gd name="connsiteY3" fmla="*/ 4663975 h 5024273"/>
              <a:gd name="connsiteX4" fmla="*/ 2829053 w 6078018"/>
              <a:gd name="connsiteY4" fmla="*/ 5023866 h 5024273"/>
              <a:gd name="connsiteX5" fmla="*/ 0 w 6078018"/>
              <a:gd name="connsiteY5" fmla="*/ 5024273 h 50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8018" h="5024273">
                <a:moveTo>
                  <a:pt x="0" y="0"/>
                </a:moveTo>
                <a:lnTo>
                  <a:pt x="6078018" y="0"/>
                </a:lnTo>
                <a:lnTo>
                  <a:pt x="6078018" y="4662902"/>
                </a:lnTo>
                <a:lnTo>
                  <a:pt x="3041951" y="4663975"/>
                </a:lnTo>
                <a:lnTo>
                  <a:pt x="2829053" y="5023866"/>
                </a:lnTo>
                <a:lnTo>
                  <a:pt x="0" y="5024273"/>
                </a:lnTo>
                <a:close/>
              </a:path>
            </a:pathLst>
          </a:custGeom>
          <a:solidFill>
            <a:schemeClr val="accent1">
              <a:lumMod val="60000"/>
              <a:lumOff val="40000"/>
            </a:schemeClr>
          </a:solidFill>
        </p:spPr>
        <p:style>
          <a:lnRef idx="3">
            <a:schemeClr val="lt1"/>
          </a:lnRef>
          <a:fillRef idx="1">
            <a:schemeClr val="accent3"/>
          </a:fillRef>
          <a:effectRef idx="1">
            <a:schemeClr val="accent3"/>
          </a:effectRef>
          <a:fontRef idx="minor">
            <a:schemeClr val="lt1"/>
          </a:fontRef>
        </p:style>
        <p:txBody>
          <a:bodyPr vert="horz" wrap="square" lIns="411480" tIns="457200" rIns="365760" bIns="0" rtlCol="0">
            <a:normAutofit/>
          </a:bodyPr>
          <a:lstStyle/>
          <a:p>
            <a:pPr algn="just"/>
            <a:endParaRPr lang="en-US"/>
          </a:p>
          <a:p>
            <a:pPr algn="just"/>
            <a:r>
              <a:rPr lang="en-US" b="1"/>
              <a:t>Choose 1 </a:t>
            </a:r>
            <a:r>
              <a:rPr lang="en-US"/>
              <a:t>element from the Director’s Ethical Compass  which is the most important for you  and tell us why…</a:t>
            </a:r>
          </a:p>
        </p:txBody>
      </p:sp>
      <p:sp>
        <p:nvSpPr>
          <p:cNvPr id="11" name="Rectangle 10">
            <a:extLst>
              <a:ext uri="{FF2B5EF4-FFF2-40B4-BE49-F238E27FC236}">
                <a16:creationId xmlns:a16="http://schemas.microsoft.com/office/drawing/2014/main" id="{2F06C2E8-3D55-B9EA-C8B6-B6D0B6EEC1D9}"/>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endParaRPr lang="en-US" sz="2400" b="1">
              <a:solidFill>
                <a:prstClr val="white"/>
              </a:solidFill>
              <a:latin typeface="+mj-lt"/>
            </a:endParaRPr>
          </a:p>
          <a:p>
            <a:pPr>
              <a:defRPr/>
            </a:pPr>
            <a:r>
              <a:rPr lang="en-US" sz="2400" b="1">
                <a:solidFill>
                  <a:prstClr val="white"/>
                </a:solidFill>
                <a:latin typeface="+mj-lt"/>
              </a:rPr>
              <a:t>Activity | Director’s Ethical Compass | Pick &amp; Defend Round</a:t>
            </a:r>
          </a:p>
          <a:p>
            <a:pPr>
              <a:defRPr/>
            </a:pPr>
            <a:endParaRPr lang="en-US" sz="2400" b="1">
              <a:solidFill>
                <a:prstClr val="white"/>
              </a:solidFill>
              <a:latin typeface="+mj-lt"/>
            </a:endParaRPr>
          </a:p>
        </p:txBody>
      </p:sp>
    </p:spTree>
    <p:custDataLst>
      <p:custData r:id="rId1"/>
    </p:custDataLst>
    <p:extLst>
      <p:ext uri="{BB962C8B-B14F-4D97-AF65-F5344CB8AC3E}">
        <p14:creationId xmlns:p14="http://schemas.microsoft.com/office/powerpoint/2010/main" val="6613886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20000"/>
              <a:lumOff val="80000"/>
            </a:schemeClr>
          </a:fgClr>
          <a:bgClr>
            <a:schemeClr val="bg1"/>
          </a:bgClr>
        </a:pattFill>
        <a:effectLst/>
      </p:bgPr>
    </p:bg>
    <p:spTree>
      <p:nvGrpSpPr>
        <p:cNvPr id="1" name="">
          <a:extLst>
            <a:ext uri="{FF2B5EF4-FFF2-40B4-BE49-F238E27FC236}">
              <a16:creationId xmlns:a16="http://schemas.microsoft.com/office/drawing/2014/main" id="{A49A55E2-FD2A-A334-B19B-1C2C177AA8A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7F3A5F2-5D85-3D32-E353-2D5B74692FDE}"/>
              </a:ext>
            </a:extLst>
          </p:cNvPr>
          <p:cNvSpPr/>
          <p:nvPr/>
        </p:nvSpPr>
        <p:spPr>
          <a:xfrm>
            <a:off x="0" y="2403855"/>
            <a:ext cx="12192000" cy="16374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12">
            <a:extLst>
              <a:ext uri="{FF2B5EF4-FFF2-40B4-BE49-F238E27FC236}">
                <a16:creationId xmlns:a16="http://schemas.microsoft.com/office/drawing/2014/main" id="{2863FCC8-3BB7-43A2-1A42-71F206101A7D}"/>
              </a:ext>
            </a:extLst>
          </p:cNvPr>
          <p:cNvSpPr>
            <a:spLocks noGrp="1"/>
          </p:cNvSpPr>
          <p:nvPr>
            <p:ph type="body" idx="1"/>
          </p:nvPr>
        </p:nvSpPr>
        <p:spPr>
          <a:xfrm>
            <a:off x="123711" y="2976341"/>
            <a:ext cx="11763489" cy="492443"/>
          </a:xfrm>
        </p:spPr>
        <p:txBody>
          <a:bodyPr/>
          <a:lstStyle/>
          <a:p>
            <a:pPr algn="ctr"/>
            <a:r>
              <a:rPr lang="en-US" sz="4000" b="1">
                <a:latin typeface="Georgia"/>
              </a:rPr>
              <a:t>Understanding Conflict of Interest</a:t>
            </a:r>
            <a:endParaRPr lang="en-GB" sz="4000" b="1" spc="0" noProof="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mj-lt"/>
            </a:endParaRPr>
          </a:p>
        </p:txBody>
      </p:sp>
    </p:spTree>
    <p:custDataLst>
      <p:custData r:id="rId1"/>
    </p:custDataLst>
    <p:extLst>
      <p:ext uri="{BB962C8B-B14F-4D97-AF65-F5344CB8AC3E}">
        <p14:creationId xmlns:p14="http://schemas.microsoft.com/office/powerpoint/2010/main" val="272407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098F7-4D84-61AC-BD46-0E93F178861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DBC4C27-E1E1-B6BD-0EFE-B2C4738FDAE8}"/>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2400" b="1">
                <a:solidFill>
                  <a:prstClr val="white"/>
                </a:solidFill>
                <a:latin typeface="+mj-lt"/>
              </a:rPr>
              <a:t>Activity | Understanding Conflict of Interest </a:t>
            </a:r>
          </a:p>
        </p:txBody>
      </p:sp>
      <p:pic>
        <p:nvPicPr>
          <p:cNvPr id="3074" name="Picture 2" descr="Too Hard Basket: How do I politely refuse to shake someone's hand? - ABC  listen">
            <a:extLst>
              <a:ext uri="{FF2B5EF4-FFF2-40B4-BE49-F238E27FC236}">
                <a16:creationId xmlns:a16="http://schemas.microsoft.com/office/drawing/2014/main" id="{3DD6D7F6-F132-23C5-7E11-0FE23645086C}"/>
              </a:ext>
            </a:extLst>
          </p:cNvPr>
          <p:cNvPicPr>
            <a:picLocks noChangeAspect="1" noChangeArrowheads="1"/>
          </p:cNvPicPr>
          <p:nvPr/>
        </p:nvPicPr>
        <p:blipFill rotWithShape="1">
          <a:blip r:embed="rId4">
            <a:grayscl/>
            <a:alphaModFix amt="70000"/>
            <a:extLst>
              <a:ext uri="{28A0092B-C50C-407E-A947-70E740481C1C}">
                <a14:useLocalDpi xmlns:a14="http://schemas.microsoft.com/office/drawing/2010/main" val="0"/>
              </a:ext>
            </a:extLst>
          </a:blip>
          <a:srcRect t="7177" b="3944"/>
          <a:stretch>
            <a:fillRect/>
          </a:stretch>
        </p:blipFill>
        <p:spPr bwMode="auto">
          <a:xfrm>
            <a:off x="203478" y="713232"/>
            <a:ext cx="11785044" cy="597570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1" name="Rectangle: Diagonal Corners Rounded 20">
            <a:extLst>
              <a:ext uri="{FF2B5EF4-FFF2-40B4-BE49-F238E27FC236}">
                <a16:creationId xmlns:a16="http://schemas.microsoft.com/office/drawing/2014/main" id="{51A300DC-513D-B4F9-D129-CF1B4D177405}"/>
              </a:ext>
            </a:extLst>
          </p:cNvPr>
          <p:cNvSpPr/>
          <p:nvPr/>
        </p:nvSpPr>
        <p:spPr>
          <a:xfrm>
            <a:off x="4800138" y="4940255"/>
            <a:ext cx="7086600" cy="1648136"/>
          </a:xfrm>
          <a:prstGeom prst="round2Diag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2000" b="1"/>
              <a:t>In one word, what comes to your mind when you hear the words -</a:t>
            </a:r>
          </a:p>
          <a:p>
            <a:pPr algn="ctr"/>
            <a:endParaRPr lang="en-US" sz="2000" b="1"/>
          </a:p>
          <a:p>
            <a:pPr algn="ctr"/>
            <a:r>
              <a:rPr lang="en-US" sz="2000" b="1"/>
              <a:t>‘Conflict of Interest?’ </a:t>
            </a:r>
          </a:p>
        </p:txBody>
      </p:sp>
    </p:spTree>
    <p:custDataLst>
      <p:custData r:id="rId1"/>
    </p:custDataLst>
    <p:extLst>
      <p:ext uri="{BB962C8B-B14F-4D97-AF65-F5344CB8AC3E}">
        <p14:creationId xmlns:p14="http://schemas.microsoft.com/office/powerpoint/2010/main" val="27475639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C433C-7643-A615-2A25-0383D720F387}"/>
            </a:ext>
          </a:extLst>
        </p:cNvPr>
        <p:cNvGrpSpPr/>
        <p:nvPr/>
      </p:nvGrpSpPr>
      <p:grpSpPr>
        <a:xfrm>
          <a:off x="0" y="0"/>
          <a:ext cx="0" cy="0"/>
          <a:chOff x="0" y="0"/>
          <a:chExt cx="0" cy="0"/>
        </a:xfrm>
      </p:grpSpPr>
      <p:sp>
        <p:nvSpPr>
          <p:cNvPr id="21" name="Plaque 20">
            <a:extLst>
              <a:ext uri="{FF2B5EF4-FFF2-40B4-BE49-F238E27FC236}">
                <a16:creationId xmlns:a16="http://schemas.microsoft.com/office/drawing/2014/main" id="{FE8CF637-7C3E-8973-96E9-9FEAF6FC31F9}"/>
              </a:ext>
            </a:extLst>
          </p:cNvPr>
          <p:cNvSpPr/>
          <p:nvPr/>
        </p:nvSpPr>
        <p:spPr>
          <a:xfrm>
            <a:off x="538828" y="898329"/>
            <a:ext cx="11114344" cy="741994"/>
          </a:xfrm>
          <a:prstGeom prst="plaqu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i="1">
                <a:solidFill>
                  <a:schemeClr val="bg1"/>
                </a:solidFill>
              </a:rPr>
              <a:t>Let us understand Conflict of Interest and take the right Governance move!</a:t>
            </a:r>
          </a:p>
        </p:txBody>
      </p:sp>
      <p:sp>
        <p:nvSpPr>
          <p:cNvPr id="9" name="Rectangle 8">
            <a:extLst>
              <a:ext uri="{FF2B5EF4-FFF2-40B4-BE49-F238E27FC236}">
                <a16:creationId xmlns:a16="http://schemas.microsoft.com/office/drawing/2014/main" id="{04F472E7-083A-E4CE-864B-927042F5E81A}"/>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2400" b="1">
                <a:solidFill>
                  <a:prstClr val="white"/>
                </a:solidFill>
                <a:latin typeface="+mj-lt"/>
              </a:rPr>
              <a:t>Understanding Conflict of Interest in the Boardroom </a:t>
            </a:r>
          </a:p>
        </p:txBody>
      </p:sp>
      <p:sp>
        <p:nvSpPr>
          <p:cNvPr id="2" name="Rectangle 1">
            <a:extLst>
              <a:ext uri="{FF2B5EF4-FFF2-40B4-BE49-F238E27FC236}">
                <a16:creationId xmlns:a16="http://schemas.microsoft.com/office/drawing/2014/main" id="{74A8BAD7-2449-0D9C-A1A0-8FFAD2C6E6B6}"/>
              </a:ext>
            </a:extLst>
          </p:cNvPr>
          <p:cNvSpPr/>
          <p:nvPr/>
        </p:nvSpPr>
        <p:spPr>
          <a:xfrm>
            <a:off x="558424" y="2165851"/>
            <a:ext cx="5336604" cy="842394"/>
          </a:xfrm>
          <a:prstGeom prst="rect">
            <a:avLst/>
          </a:prstGeom>
          <a:solidFill>
            <a:schemeClr val="accent2"/>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1200" b="1">
                <a:solidFill>
                  <a:srgbClr val="F4EDEB"/>
                </a:solidFill>
              </a:rPr>
              <a:t>Financial Conflict</a:t>
            </a:r>
          </a:p>
          <a:p>
            <a:pPr algn="ctr"/>
            <a:r>
              <a:rPr lang="en-US" sz="1200" i="1">
                <a:solidFill>
                  <a:srgbClr val="F4EDEB"/>
                </a:solidFill>
              </a:rPr>
              <a:t>Occurs when a Director has a direct or indirect financial interest in a transaction, contract, or decision that the Board is considering.</a:t>
            </a:r>
            <a:r>
              <a:rPr lang="en-US" sz="1200" b="1">
                <a:solidFill>
                  <a:srgbClr val="F4EDEB"/>
                </a:solidFill>
              </a:rPr>
              <a:t> </a:t>
            </a:r>
          </a:p>
        </p:txBody>
      </p:sp>
      <p:sp>
        <p:nvSpPr>
          <p:cNvPr id="3" name="Rectangle 2">
            <a:extLst>
              <a:ext uri="{FF2B5EF4-FFF2-40B4-BE49-F238E27FC236}">
                <a16:creationId xmlns:a16="http://schemas.microsoft.com/office/drawing/2014/main" id="{CCD6BD0E-06FC-C414-EE60-38B2476F75DA}"/>
              </a:ext>
            </a:extLst>
          </p:cNvPr>
          <p:cNvSpPr/>
          <p:nvPr/>
        </p:nvSpPr>
        <p:spPr>
          <a:xfrm>
            <a:off x="593236" y="3048147"/>
            <a:ext cx="2401941" cy="842394"/>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200" b="1">
                <a:solidFill>
                  <a:schemeClr val="tx1"/>
                </a:solidFill>
              </a:rPr>
              <a:t>Scenario: </a:t>
            </a:r>
            <a:r>
              <a:rPr lang="en-US" sz="1200">
                <a:solidFill>
                  <a:schemeClr val="tx1"/>
                </a:solidFill>
              </a:rPr>
              <a:t>A Director owns 20% in a logistics company bidding for the Company’s shipping contract.</a:t>
            </a:r>
          </a:p>
        </p:txBody>
      </p:sp>
      <p:sp>
        <p:nvSpPr>
          <p:cNvPr id="4" name="Rectangle 3">
            <a:extLst>
              <a:ext uri="{FF2B5EF4-FFF2-40B4-BE49-F238E27FC236}">
                <a16:creationId xmlns:a16="http://schemas.microsoft.com/office/drawing/2014/main" id="{95C5163F-9533-C80A-E170-B2D79CB0A1DC}"/>
              </a:ext>
            </a:extLst>
          </p:cNvPr>
          <p:cNvSpPr/>
          <p:nvPr/>
        </p:nvSpPr>
        <p:spPr>
          <a:xfrm>
            <a:off x="3491776" y="3048147"/>
            <a:ext cx="2401941" cy="842394"/>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200">
                <a:solidFill>
                  <a:schemeClr val="tx1"/>
                </a:solidFill>
              </a:rPr>
              <a:t>Director must declare the interest and abstain from voting/decision-making.</a:t>
            </a:r>
          </a:p>
        </p:txBody>
      </p:sp>
      <p:sp>
        <p:nvSpPr>
          <p:cNvPr id="7" name="Rectangle 6">
            <a:extLst>
              <a:ext uri="{FF2B5EF4-FFF2-40B4-BE49-F238E27FC236}">
                <a16:creationId xmlns:a16="http://schemas.microsoft.com/office/drawing/2014/main" id="{0CD46BBA-4B50-7DAF-00C8-256A52F410F8}"/>
              </a:ext>
            </a:extLst>
          </p:cNvPr>
          <p:cNvSpPr/>
          <p:nvPr/>
        </p:nvSpPr>
        <p:spPr>
          <a:xfrm>
            <a:off x="6303348" y="2165851"/>
            <a:ext cx="5369420" cy="842394"/>
          </a:xfrm>
          <a:prstGeom prst="rect">
            <a:avLst/>
          </a:prstGeom>
          <a:solidFill>
            <a:schemeClr val="accent2"/>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1200" b="1">
                <a:solidFill>
                  <a:srgbClr val="F4EDEB"/>
                </a:solidFill>
              </a:rPr>
              <a:t>Personal Conflict</a:t>
            </a:r>
          </a:p>
          <a:p>
            <a:pPr algn="ctr"/>
            <a:r>
              <a:rPr lang="en-US" sz="1200" i="1">
                <a:solidFill>
                  <a:srgbClr val="F4EDEB"/>
                </a:solidFill>
              </a:rPr>
              <a:t>Happens when personal relationships or family ties influence—or appear to influence—a director’s professional judgment</a:t>
            </a:r>
            <a:r>
              <a:rPr lang="en-US" sz="1200" i="1">
                <a:solidFill>
                  <a:schemeClr val="tx1"/>
                </a:solidFill>
              </a:rPr>
              <a:t>.</a:t>
            </a:r>
            <a:endParaRPr lang="en-US" sz="1200" b="1">
              <a:solidFill>
                <a:schemeClr val="tx1"/>
              </a:solidFill>
            </a:endParaRPr>
          </a:p>
        </p:txBody>
      </p:sp>
      <p:sp>
        <p:nvSpPr>
          <p:cNvPr id="12" name="Rectangle 11">
            <a:extLst>
              <a:ext uri="{FF2B5EF4-FFF2-40B4-BE49-F238E27FC236}">
                <a16:creationId xmlns:a16="http://schemas.microsoft.com/office/drawing/2014/main" id="{BE1768F4-2877-FDEA-62AC-77C583106D8E}"/>
              </a:ext>
            </a:extLst>
          </p:cNvPr>
          <p:cNvSpPr/>
          <p:nvPr/>
        </p:nvSpPr>
        <p:spPr>
          <a:xfrm>
            <a:off x="6337918" y="3048147"/>
            <a:ext cx="2417166" cy="842394"/>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200" b="1">
                <a:solidFill>
                  <a:schemeClr val="tx1"/>
                </a:solidFill>
              </a:rPr>
              <a:t>Scenario: </a:t>
            </a:r>
            <a:r>
              <a:rPr lang="en-US" sz="1200">
                <a:solidFill>
                  <a:schemeClr val="tx1"/>
                </a:solidFill>
              </a:rPr>
              <a:t>A Director’s relative applies for a senior management role in the same company.</a:t>
            </a:r>
          </a:p>
        </p:txBody>
      </p:sp>
      <p:sp>
        <p:nvSpPr>
          <p:cNvPr id="13" name="Rectangle 12">
            <a:extLst>
              <a:ext uri="{FF2B5EF4-FFF2-40B4-BE49-F238E27FC236}">
                <a16:creationId xmlns:a16="http://schemas.microsoft.com/office/drawing/2014/main" id="{1CE43ED7-1A63-DDD4-D8E4-9C3A06149B43}"/>
              </a:ext>
            </a:extLst>
          </p:cNvPr>
          <p:cNvSpPr/>
          <p:nvPr/>
        </p:nvSpPr>
        <p:spPr>
          <a:xfrm>
            <a:off x="9254736" y="3048147"/>
            <a:ext cx="2398436" cy="842394"/>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200">
                <a:solidFill>
                  <a:schemeClr val="tx1"/>
                </a:solidFill>
              </a:rPr>
              <a:t>Recruitment must be handled independently, with the Director excluded from process.</a:t>
            </a:r>
          </a:p>
        </p:txBody>
      </p:sp>
      <p:sp>
        <p:nvSpPr>
          <p:cNvPr id="15" name="Rectangle 14">
            <a:extLst>
              <a:ext uri="{FF2B5EF4-FFF2-40B4-BE49-F238E27FC236}">
                <a16:creationId xmlns:a16="http://schemas.microsoft.com/office/drawing/2014/main" id="{BECF306A-4A2F-79A1-3AC4-4430DEB4ED81}"/>
              </a:ext>
            </a:extLst>
          </p:cNvPr>
          <p:cNvSpPr/>
          <p:nvPr/>
        </p:nvSpPr>
        <p:spPr>
          <a:xfrm>
            <a:off x="3408785" y="4316579"/>
            <a:ext cx="5374436" cy="887055"/>
          </a:xfrm>
          <a:prstGeom prst="rect">
            <a:avLst/>
          </a:prstGeom>
          <a:solidFill>
            <a:schemeClr val="accent2"/>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1200" b="1">
                <a:solidFill>
                  <a:srgbClr val="F4EDEB"/>
                </a:solidFill>
              </a:rPr>
              <a:t>Use of Insider Information</a:t>
            </a:r>
          </a:p>
          <a:p>
            <a:pPr algn="ctr"/>
            <a:r>
              <a:rPr lang="en-US" sz="1200" i="1">
                <a:solidFill>
                  <a:srgbClr val="F4EDEB"/>
                </a:solidFill>
              </a:rPr>
              <a:t>Refers to exploiting confidential, price-sensitive company information for personal gain, commonly known as insider trading.</a:t>
            </a:r>
            <a:endParaRPr lang="en-US" sz="1200" b="1">
              <a:solidFill>
                <a:srgbClr val="F4EDEB"/>
              </a:solidFill>
            </a:endParaRPr>
          </a:p>
        </p:txBody>
      </p:sp>
      <p:sp>
        <p:nvSpPr>
          <p:cNvPr id="16" name="Rectangle 15">
            <a:extLst>
              <a:ext uri="{FF2B5EF4-FFF2-40B4-BE49-F238E27FC236}">
                <a16:creationId xmlns:a16="http://schemas.microsoft.com/office/drawing/2014/main" id="{7CAF3E23-A7DA-4031-0135-89EBCB80A923}"/>
              </a:ext>
            </a:extLst>
          </p:cNvPr>
          <p:cNvSpPr/>
          <p:nvPr/>
        </p:nvSpPr>
        <p:spPr>
          <a:xfrm>
            <a:off x="3428332" y="5245651"/>
            <a:ext cx="2434479" cy="887055"/>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200">
              <a:solidFill>
                <a:schemeClr val="tx1"/>
              </a:solidFill>
            </a:endParaRPr>
          </a:p>
          <a:p>
            <a:pPr algn="ctr"/>
            <a:r>
              <a:rPr lang="en-US" sz="1200" b="1">
                <a:solidFill>
                  <a:schemeClr val="tx1"/>
                </a:solidFill>
              </a:rPr>
              <a:t>Scenario: </a:t>
            </a:r>
            <a:r>
              <a:rPr lang="en-US" sz="1200">
                <a:solidFill>
                  <a:schemeClr val="tx1"/>
                </a:solidFill>
              </a:rPr>
              <a:t>A Director learns that the financials are positive &amp; attempts to buy shares before the news is public. </a:t>
            </a:r>
          </a:p>
          <a:p>
            <a:pPr algn="ctr"/>
            <a:endParaRPr lang="en-US" sz="1200">
              <a:solidFill>
                <a:schemeClr val="tx1"/>
              </a:solidFill>
            </a:endParaRPr>
          </a:p>
        </p:txBody>
      </p:sp>
      <p:sp>
        <p:nvSpPr>
          <p:cNvPr id="17" name="Rectangle 16">
            <a:extLst>
              <a:ext uri="{FF2B5EF4-FFF2-40B4-BE49-F238E27FC236}">
                <a16:creationId xmlns:a16="http://schemas.microsoft.com/office/drawing/2014/main" id="{A8888C9B-260D-B7E4-9190-03C00E11F2BD}"/>
              </a:ext>
            </a:extLst>
          </p:cNvPr>
          <p:cNvSpPr/>
          <p:nvPr/>
        </p:nvSpPr>
        <p:spPr>
          <a:xfrm>
            <a:off x="6362932" y="5245651"/>
            <a:ext cx="2420289" cy="887055"/>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200">
                <a:solidFill>
                  <a:schemeClr val="tx1"/>
                </a:solidFill>
              </a:rPr>
              <a:t>This is insider trading – strictly prohibited under law.</a:t>
            </a:r>
          </a:p>
        </p:txBody>
      </p:sp>
      <p:sp>
        <p:nvSpPr>
          <p:cNvPr id="8" name="Arrow: Right 7">
            <a:extLst>
              <a:ext uri="{FF2B5EF4-FFF2-40B4-BE49-F238E27FC236}">
                <a16:creationId xmlns:a16="http://schemas.microsoft.com/office/drawing/2014/main" id="{E1536C38-3334-D691-2C3D-40AA6A6921A1}"/>
              </a:ext>
            </a:extLst>
          </p:cNvPr>
          <p:cNvSpPr/>
          <p:nvPr/>
        </p:nvSpPr>
        <p:spPr>
          <a:xfrm>
            <a:off x="3060797" y="3359106"/>
            <a:ext cx="414941" cy="248694"/>
          </a:xfrm>
          <a:prstGeom prst="rightArrow">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en-GB" sz="1200"/>
          </a:p>
        </p:txBody>
      </p:sp>
      <p:sp>
        <p:nvSpPr>
          <p:cNvPr id="10" name="Arrow: Right 9">
            <a:extLst>
              <a:ext uri="{FF2B5EF4-FFF2-40B4-BE49-F238E27FC236}">
                <a16:creationId xmlns:a16="http://schemas.microsoft.com/office/drawing/2014/main" id="{4C95D696-D5FD-5065-3457-9BD4CBB1C94D}"/>
              </a:ext>
            </a:extLst>
          </p:cNvPr>
          <p:cNvSpPr/>
          <p:nvPr/>
        </p:nvSpPr>
        <p:spPr>
          <a:xfrm>
            <a:off x="8797439" y="3397215"/>
            <a:ext cx="414941" cy="248694"/>
          </a:xfrm>
          <a:prstGeom prst="rightArrow">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en-GB" sz="1200"/>
          </a:p>
        </p:txBody>
      </p:sp>
      <p:sp>
        <p:nvSpPr>
          <p:cNvPr id="11" name="Arrow: Right 10">
            <a:extLst>
              <a:ext uri="{FF2B5EF4-FFF2-40B4-BE49-F238E27FC236}">
                <a16:creationId xmlns:a16="http://schemas.microsoft.com/office/drawing/2014/main" id="{BF057D3E-FC90-9EF8-B268-5C0F6D4E8BBD}"/>
              </a:ext>
            </a:extLst>
          </p:cNvPr>
          <p:cNvSpPr/>
          <p:nvPr/>
        </p:nvSpPr>
        <p:spPr>
          <a:xfrm>
            <a:off x="5908759" y="5615561"/>
            <a:ext cx="414941" cy="248694"/>
          </a:xfrm>
          <a:prstGeom prst="rightArrow">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en-GB" sz="1200"/>
          </a:p>
        </p:txBody>
      </p:sp>
      <p:sp>
        <p:nvSpPr>
          <p:cNvPr id="20" name="object 28">
            <a:extLst>
              <a:ext uri="{FF2B5EF4-FFF2-40B4-BE49-F238E27FC236}">
                <a16:creationId xmlns:a16="http://schemas.microsoft.com/office/drawing/2014/main" id="{63C3DC23-55C8-4BA8-3F5B-E33CB8657292}"/>
              </a:ext>
            </a:extLst>
          </p:cNvPr>
          <p:cNvSpPr txBox="1">
            <a:spLocks/>
          </p:cNvSpPr>
          <p:nvPr/>
        </p:nvSpPr>
        <p:spPr>
          <a:xfrm>
            <a:off x="11802491" y="6620276"/>
            <a:ext cx="202438" cy="187248"/>
          </a:xfrm>
          <a:prstGeom prst="rect">
            <a:avLst/>
          </a:prstGeom>
        </p:spPr>
        <p:txBody>
          <a:bodyPr vert="horz" wrap="square" lIns="0" tIns="0" rIns="0" bIns="0" rtlCol="0">
            <a:spAutoFit/>
          </a:bodyPr>
          <a:lstStyle>
            <a:defPPr>
              <a:defRPr lang="en-US" kern="0"/>
            </a:defPPr>
            <a:lvl1pPr marL="0" algn="l" defTabSz="914400" rtl="0" eaLnBrk="1" latinLnBrk="0" hangingPunct="1">
              <a:defRPr sz="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3980">
              <a:spcBef>
                <a:spcPts val="25"/>
              </a:spcBef>
            </a:pPr>
            <a:fld id="{81D60167-4931-47E6-BA6A-407CBD079E47}" type="slidenum">
              <a:rPr lang="en-US" spc="-50" smtClean="0"/>
              <a:pPr marL="93980">
                <a:spcBef>
                  <a:spcPts val="25"/>
                </a:spcBef>
              </a:pPr>
              <a:t>34</a:t>
            </a:fld>
            <a:endParaRPr lang="en-US" spc="-50"/>
          </a:p>
        </p:txBody>
      </p:sp>
    </p:spTree>
    <p:custDataLst>
      <p:custData r:id="rId1"/>
    </p:custDataLst>
    <p:extLst>
      <p:ext uri="{BB962C8B-B14F-4D97-AF65-F5344CB8AC3E}">
        <p14:creationId xmlns:p14="http://schemas.microsoft.com/office/powerpoint/2010/main" val="14411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250" fill="hold"/>
                                        <p:tgtEl>
                                          <p:spTgt spid="21"/>
                                        </p:tgtEl>
                                        <p:attrNameLst>
                                          <p:attrName>ppt_x</p:attrName>
                                        </p:attrNameLst>
                                      </p:cBhvr>
                                      <p:tavLst>
                                        <p:tav tm="0">
                                          <p:val>
                                            <p:strVal val="#ppt_x"/>
                                          </p:val>
                                        </p:tav>
                                        <p:tav tm="100000">
                                          <p:val>
                                            <p:strVal val="#ppt_x"/>
                                          </p:val>
                                        </p:tav>
                                      </p:tavLst>
                                    </p:anim>
                                    <p:anim calcmode="lin" valueType="num">
                                      <p:cBhvr additive="base">
                                        <p:cTn id="8" dur="250" fill="hold"/>
                                        <p:tgtEl>
                                          <p:spTgt spid="21"/>
                                        </p:tgtEl>
                                        <p:attrNameLst>
                                          <p:attrName>ppt_y</p:attrName>
                                        </p:attrNameLst>
                                      </p:cBhvr>
                                      <p:tavLst>
                                        <p:tav tm="0">
                                          <p:val>
                                            <p:strVal val="1+#ppt_h/2"/>
                                          </p:val>
                                        </p:tav>
                                        <p:tav tm="100000">
                                          <p:val>
                                            <p:strVal val="#ppt_y"/>
                                          </p:val>
                                        </p:tav>
                                      </p:tavLst>
                                    </p:anim>
                                  </p:childTnLst>
                                </p:cTn>
                              </p:par>
                            </p:childTnLst>
                          </p:cTn>
                        </p:par>
                        <p:par>
                          <p:cTn id="9" fill="hold">
                            <p:stCondLst>
                              <p:cond delay="250"/>
                            </p:stCondLst>
                            <p:childTnLst>
                              <p:par>
                                <p:cTn id="10" presetID="2" presetClass="entr" presetSubtype="4"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250" fill="hold"/>
                                        <p:tgtEl>
                                          <p:spTgt spid="2"/>
                                        </p:tgtEl>
                                        <p:attrNameLst>
                                          <p:attrName>ppt_x</p:attrName>
                                        </p:attrNameLst>
                                      </p:cBhvr>
                                      <p:tavLst>
                                        <p:tav tm="0">
                                          <p:val>
                                            <p:strVal val="#ppt_x"/>
                                          </p:val>
                                        </p:tav>
                                        <p:tav tm="100000">
                                          <p:val>
                                            <p:strVal val="#ppt_x"/>
                                          </p:val>
                                        </p:tav>
                                      </p:tavLst>
                                    </p:anim>
                                    <p:anim calcmode="lin" valueType="num">
                                      <p:cBhvr additive="base">
                                        <p:cTn id="13" dur="25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250" fill="hold"/>
                                        <p:tgtEl>
                                          <p:spTgt spid="3"/>
                                        </p:tgtEl>
                                        <p:attrNameLst>
                                          <p:attrName>ppt_x</p:attrName>
                                        </p:attrNameLst>
                                      </p:cBhvr>
                                      <p:tavLst>
                                        <p:tav tm="0">
                                          <p:val>
                                            <p:strVal val="#ppt_x"/>
                                          </p:val>
                                        </p:tav>
                                        <p:tav tm="100000">
                                          <p:val>
                                            <p:strVal val="#ppt_x"/>
                                          </p:val>
                                        </p:tav>
                                      </p:tavLst>
                                    </p:anim>
                                    <p:anim calcmode="lin" valueType="num">
                                      <p:cBhvr additive="base">
                                        <p:cTn id="19" dur="250" fill="hold"/>
                                        <p:tgtEl>
                                          <p:spTgt spid="3"/>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250" fill="hold"/>
                                        <p:tgtEl>
                                          <p:spTgt spid="8"/>
                                        </p:tgtEl>
                                        <p:attrNameLst>
                                          <p:attrName>ppt_x</p:attrName>
                                        </p:attrNameLst>
                                      </p:cBhvr>
                                      <p:tavLst>
                                        <p:tav tm="0">
                                          <p:val>
                                            <p:strVal val="#ppt_x"/>
                                          </p:val>
                                        </p:tav>
                                        <p:tav tm="100000">
                                          <p:val>
                                            <p:strVal val="#ppt_x"/>
                                          </p:val>
                                        </p:tav>
                                      </p:tavLst>
                                    </p:anim>
                                    <p:anim calcmode="lin" valueType="num">
                                      <p:cBhvr additive="base">
                                        <p:cTn id="23" dur="25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additive="base">
                                        <p:cTn id="28" dur="250" fill="hold"/>
                                        <p:tgtEl>
                                          <p:spTgt spid="4"/>
                                        </p:tgtEl>
                                        <p:attrNameLst>
                                          <p:attrName>ppt_x</p:attrName>
                                        </p:attrNameLst>
                                      </p:cBhvr>
                                      <p:tavLst>
                                        <p:tav tm="0">
                                          <p:val>
                                            <p:strVal val="#ppt_x"/>
                                          </p:val>
                                        </p:tav>
                                        <p:tav tm="100000">
                                          <p:val>
                                            <p:strVal val="#ppt_x"/>
                                          </p:val>
                                        </p:tav>
                                      </p:tavLst>
                                    </p:anim>
                                    <p:anim calcmode="lin" valueType="num">
                                      <p:cBhvr additive="base">
                                        <p:cTn id="29" dur="25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additive="base">
                                        <p:cTn id="34" dur="250" fill="hold"/>
                                        <p:tgtEl>
                                          <p:spTgt spid="7"/>
                                        </p:tgtEl>
                                        <p:attrNameLst>
                                          <p:attrName>ppt_x</p:attrName>
                                        </p:attrNameLst>
                                      </p:cBhvr>
                                      <p:tavLst>
                                        <p:tav tm="0">
                                          <p:val>
                                            <p:strVal val="#ppt_x"/>
                                          </p:val>
                                        </p:tav>
                                        <p:tav tm="100000">
                                          <p:val>
                                            <p:strVal val="#ppt_x"/>
                                          </p:val>
                                        </p:tav>
                                      </p:tavLst>
                                    </p:anim>
                                    <p:anim calcmode="lin" valueType="num">
                                      <p:cBhvr additive="base">
                                        <p:cTn id="35" dur="25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250" fill="hold"/>
                                        <p:tgtEl>
                                          <p:spTgt spid="12"/>
                                        </p:tgtEl>
                                        <p:attrNameLst>
                                          <p:attrName>ppt_x</p:attrName>
                                        </p:attrNameLst>
                                      </p:cBhvr>
                                      <p:tavLst>
                                        <p:tav tm="0">
                                          <p:val>
                                            <p:strVal val="#ppt_x"/>
                                          </p:val>
                                        </p:tav>
                                        <p:tav tm="100000">
                                          <p:val>
                                            <p:strVal val="#ppt_x"/>
                                          </p:val>
                                        </p:tav>
                                      </p:tavLst>
                                    </p:anim>
                                    <p:anim calcmode="lin" valueType="num">
                                      <p:cBhvr additive="base">
                                        <p:cTn id="41" dur="250" fill="hold"/>
                                        <p:tgtEl>
                                          <p:spTgt spid="12"/>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additive="base">
                                        <p:cTn id="44" dur="250" fill="hold"/>
                                        <p:tgtEl>
                                          <p:spTgt spid="10"/>
                                        </p:tgtEl>
                                        <p:attrNameLst>
                                          <p:attrName>ppt_x</p:attrName>
                                        </p:attrNameLst>
                                      </p:cBhvr>
                                      <p:tavLst>
                                        <p:tav tm="0">
                                          <p:val>
                                            <p:strVal val="#ppt_x"/>
                                          </p:val>
                                        </p:tav>
                                        <p:tav tm="100000">
                                          <p:val>
                                            <p:strVal val="#ppt_x"/>
                                          </p:val>
                                        </p:tav>
                                      </p:tavLst>
                                    </p:anim>
                                    <p:anim calcmode="lin" valueType="num">
                                      <p:cBhvr additive="base">
                                        <p:cTn id="45" dur="25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250" fill="hold"/>
                                        <p:tgtEl>
                                          <p:spTgt spid="13"/>
                                        </p:tgtEl>
                                        <p:attrNameLst>
                                          <p:attrName>ppt_x</p:attrName>
                                        </p:attrNameLst>
                                      </p:cBhvr>
                                      <p:tavLst>
                                        <p:tav tm="0">
                                          <p:val>
                                            <p:strVal val="#ppt_x"/>
                                          </p:val>
                                        </p:tav>
                                        <p:tav tm="100000">
                                          <p:val>
                                            <p:strVal val="#ppt_x"/>
                                          </p:val>
                                        </p:tav>
                                      </p:tavLst>
                                    </p:anim>
                                    <p:anim calcmode="lin" valueType="num">
                                      <p:cBhvr additive="base">
                                        <p:cTn id="51" dur="25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additive="base">
                                        <p:cTn id="56" dur="250" fill="hold"/>
                                        <p:tgtEl>
                                          <p:spTgt spid="15"/>
                                        </p:tgtEl>
                                        <p:attrNameLst>
                                          <p:attrName>ppt_x</p:attrName>
                                        </p:attrNameLst>
                                      </p:cBhvr>
                                      <p:tavLst>
                                        <p:tav tm="0">
                                          <p:val>
                                            <p:strVal val="#ppt_x"/>
                                          </p:val>
                                        </p:tav>
                                        <p:tav tm="100000">
                                          <p:val>
                                            <p:strVal val="#ppt_x"/>
                                          </p:val>
                                        </p:tav>
                                      </p:tavLst>
                                    </p:anim>
                                    <p:anim calcmode="lin" valueType="num">
                                      <p:cBhvr additive="base">
                                        <p:cTn id="57" dur="25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250" fill="hold"/>
                                        <p:tgtEl>
                                          <p:spTgt spid="16"/>
                                        </p:tgtEl>
                                        <p:attrNameLst>
                                          <p:attrName>ppt_x</p:attrName>
                                        </p:attrNameLst>
                                      </p:cBhvr>
                                      <p:tavLst>
                                        <p:tav tm="0">
                                          <p:val>
                                            <p:strVal val="#ppt_x"/>
                                          </p:val>
                                        </p:tav>
                                        <p:tav tm="100000">
                                          <p:val>
                                            <p:strVal val="#ppt_x"/>
                                          </p:val>
                                        </p:tav>
                                      </p:tavLst>
                                    </p:anim>
                                    <p:anim calcmode="lin" valueType="num">
                                      <p:cBhvr additive="base">
                                        <p:cTn id="63" dur="250" fill="hold"/>
                                        <p:tgtEl>
                                          <p:spTgt spid="16"/>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11"/>
                                        </p:tgtEl>
                                        <p:attrNameLst>
                                          <p:attrName>style.visibility</p:attrName>
                                        </p:attrNameLst>
                                      </p:cBhvr>
                                      <p:to>
                                        <p:strVal val="visible"/>
                                      </p:to>
                                    </p:set>
                                    <p:anim calcmode="lin" valueType="num">
                                      <p:cBhvr additive="base">
                                        <p:cTn id="66" dur="250" fill="hold"/>
                                        <p:tgtEl>
                                          <p:spTgt spid="11"/>
                                        </p:tgtEl>
                                        <p:attrNameLst>
                                          <p:attrName>ppt_x</p:attrName>
                                        </p:attrNameLst>
                                      </p:cBhvr>
                                      <p:tavLst>
                                        <p:tav tm="0">
                                          <p:val>
                                            <p:strVal val="#ppt_x"/>
                                          </p:val>
                                        </p:tav>
                                        <p:tav tm="100000">
                                          <p:val>
                                            <p:strVal val="#ppt_x"/>
                                          </p:val>
                                        </p:tav>
                                      </p:tavLst>
                                    </p:anim>
                                    <p:anim calcmode="lin" valueType="num">
                                      <p:cBhvr additive="base">
                                        <p:cTn id="67" dur="25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250" fill="hold"/>
                                        <p:tgtEl>
                                          <p:spTgt spid="17"/>
                                        </p:tgtEl>
                                        <p:attrNameLst>
                                          <p:attrName>ppt_x</p:attrName>
                                        </p:attrNameLst>
                                      </p:cBhvr>
                                      <p:tavLst>
                                        <p:tav tm="0">
                                          <p:val>
                                            <p:strVal val="#ppt_x"/>
                                          </p:val>
                                        </p:tav>
                                        <p:tav tm="100000">
                                          <p:val>
                                            <p:strVal val="#ppt_x"/>
                                          </p:val>
                                        </p:tav>
                                      </p:tavLst>
                                    </p:anim>
                                    <p:anim calcmode="lin" valueType="num">
                                      <p:cBhvr additive="base">
                                        <p:cTn id="73" dur="25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 grpId="0" animBg="1"/>
      <p:bldP spid="3" grpId="0" animBg="1"/>
      <p:bldP spid="4" grpId="0" animBg="1"/>
      <p:bldP spid="7" grpId="0" animBg="1"/>
      <p:bldP spid="12" grpId="0" animBg="1"/>
      <p:bldP spid="13" grpId="0" animBg="1"/>
      <p:bldP spid="15" grpId="0" animBg="1"/>
      <p:bldP spid="16" grpId="0" animBg="1"/>
      <p:bldP spid="17" grpId="0" animBg="1"/>
      <p:bldP spid="8" grpId="0" animBg="1"/>
      <p:bldP spid="10" grpId="0" animBg="1"/>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20000"/>
              <a:lumOff val="80000"/>
            </a:schemeClr>
          </a:fgClr>
          <a:bgClr>
            <a:schemeClr val="bg1"/>
          </a:bgClr>
        </a:pattFill>
        <a:effectLst/>
      </p:bgPr>
    </p:bg>
    <p:spTree>
      <p:nvGrpSpPr>
        <p:cNvPr id="1" name="">
          <a:extLst>
            <a:ext uri="{FF2B5EF4-FFF2-40B4-BE49-F238E27FC236}">
              <a16:creationId xmlns:a16="http://schemas.microsoft.com/office/drawing/2014/main" id="{DA27D69C-F14A-6B91-0F82-7D736F0D8F0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D6B9321-B25D-D73E-1F16-769C740E79BB}"/>
              </a:ext>
            </a:extLst>
          </p:cNvPr>
          <p:cNvSpPr/>
          <p:nvPr/>
        </p:nvSpPr>
        <p:spPr>
          <a:xfrm>
            <a:off x="0" y="2440431"/>
            <a:ext cx="12192000" cy="163741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12">
            <a:extLst>
              <a:ext uri="{FF2B5EF4-FFF2-40B4-BE49-F238E27FC236}">
                <a16:creationId xmlns:a16="http://schemas.microsoft.com/office/drawing/2014/main" id="{F93CD59A-7860-6110-AC5B-A01D24E7BC16}"/>
              </a:ext>
            </a:extLst>
          </p:cNvPr>
          <p:cNvSpPr>
            <a:spLocks noGrp="1"/>
          </p:cNvSpPr>
          <p:nvPr>
            <p:ph type="body" idx="1"/>
          </p:nvPr>
        </p:nvSpPr>
        <p:spPr>
          <a:xfrm>
            <a:off x="64009" y="2766029"/>
            <a:ext cx="11913736" cy="1723549"/>
          </a:xfrm>
        </p:spPr>
        <p:txBody>
          <a:bodyPr/>
          <a:lstStyle/>
          <a:p>
            <a:pPr algn="ctr">
              <a:lnSpc>
                <a:spcPct val="100000"/>
              </a:lnSpc>
            </a:pPr>
            <a:r>
              <a:rPr lang="en-US" sz="4000" b="1">
                <a:latin typeface="Georgia"/>
              </a:rPr>
              <a:t>Strategic role of Board in shaping Sustainable Value Creation</a:t>
            </a:r>
          </a:p>
          <a:p>
            <a:pPr algn="ctr"/>
            <a:endParaRPr lang="en-GB" sz="4000" b="1" spc="0" noProof="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mj-lt"/>
            </a:endParaRPr>
          </a:p>
        </p:txBody>
      </p:sp>
    </p:spTree>
    <p:custDataLst>
      <p:custData r:id="rId1"/>
    </p:custDataLst>
    <p:extLst>
      <p:ext uri="{BB962C8B-B14F-4D97-AF65-F5344CB8AC3E}">
        <p14:creationId xmlns:p14="http://schemas.microsoft.com/office/powerpoint/2010/main" val="36008328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Diagonal Corners Rounded 7">
            <a:extLst>
              <a:ext uri="{FF2B5EF4-FFF2-40B4-BE49-F238E27FC236}">
                <a16:creationId xmlns:a16="http://schemas.microsoft.com/office/drawing/2014/main" id="{D9FFAF01-3939-EFAA-0715-60D86184AFBE}"/>
              </a:ext>
            </a:extLst>
          </p:cNvPr>
          <p:cNvSpPr/>
          <p:nvPr/>
        </p:nvSpPr>
        <p:spPr>
          <a:xfrm>
            <a:off x="49666" y="5947647"/>
            <a:ext cx="12056990" cy="505315"/>
          </a:xfrm>
          <a:prstGeom prst="round2Diag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2">
            <a:extLst>
              <a:ext uri="{FF2B5EF4-FFF2-40B4-BE49-F238E27FC236}">
                <a16:creationId xmlns:a16="http://schemas.microsoft.com/office/drawing/2014/main" id="{08BA2489-4D2F-B7C1-7940-ADF2B637FF50}"/>
              </a:ext>
            </a:extLst>
          </p:cNvPr>
          <p:cNvSpPr>
            <a:spLocks noGrp="1"/>
          </p:cNvSpPr>
          <p:nvPr>
            <p:ph type="sldNum" sz="quarter" idx="4"/>
          </p:nvPr>
        </p:nvSpPr>
        <p:spPr>
          <a:xfrm>
            <a:off x="11503818" y="6537960"/>
            <a:ext cx="298209" cy="161583"/>
          </a:xfrm>
        </p:spPr>
        <p:txBody>
          <a:bodyPr/>
          <a:lstStyle/>
          <a:p>
            <a:fld id="{3E6AC032-1535-134B-A583-D5E1DDD0D167}" type="slidenum">
              <a:rPr lang="en-US" smtClean="0"/>
              <a:pPr/>
              <a:t>36</a:t>
            </a:fld>
            <a:endParaRPr lang="en-US"/>
          </a:p>
        </p:txBody>
      </p:sp>
      <p:graphicFrame>
        <p:nvGraphicFramePr>
          <p:cNvPr id="22" name="Content Placeholder 21">
            <a:extLst>
              <a:ext uri="{FF2B5EF4-FFF2-40B4-BE49-F238E27FC236}">
                <a16:creationId xmlns:a16="http://schemas.microsoft.com/office/drawing/2014/main" id="{DA935329-F1F0-5EE4-BA94-C26D30BFCAC3}"/>
              </a:ext>
            </a:extLst>
          </p:cNvPr>
          <p:cNvGraphicFramePr>
            <a:graphicFrameLocks noGrp="1"/>
          </p:cNvGraphicFramePr>
          <p:nvPr>
            <p:ph sz="quarter" idx="13"/>
            <p:extLst>
              <p:ext uri="{D42A27DB-BD31-4B8C-83A1-F6EECF244321}">
                <p14:modId xmlns:p14="http://schemas.microsoft.com/office/powerpoint/2010/main" val="1590424644"/>
              </p:ext>
            </p:extLst>
          </p:nvPr>
        </p:nvGraphicFramePr>
        <p:xfrm>
          <a:off x="4818784" y="1275548"/>
          <a:ext cx="6982691" cy="459321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1" name="Rectangle 20">
            <a:extLst>
              <a:ext uri="{FF2B5EF4-FFF2-40B4-BE49-F238E27FC236}">
                <a16:creationId xmlns:a16="http://schemas.microsoft.com/office/drawing/2014/main" id="{1399F0B6-5061-32D5-6B4D-4C2C50E9AA8E}"/>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2400" b="1">
                <a:latin typeface="+mj-lt"/>
              </a:rPr>
              <a:t>Strategic Role of Board in Shaping Sustainable Value Creation</a:t>
            </a:r>
            <a:endParaRPr lang="en-US" sz="2400" b="1">
              <a:solidFill>
                <a:prstClr val="white"/>
              </a:solidFill>
              <a:latin typeface="+mj-lt"/>
            </a:endParaRPr>
          </a:p>
        </p:txBody>
      </p:sp>
      <p:sp>
        <p:nvSpPr>
          <p:cNvPr id="24" name="TextBox 23">
            <a:extLst>
              <a:ext uri="{FF2B5EF4-FFF2-40B4-BE49-F238E27FC236}">
                <a16:creationId xmlns:a16="http://schemas.microsoft.com/office/drawing/2014/main" id="{2EB063BD-8A31-D308-2323-7483B11B40DA}"/>
              </a:ext>
            </a:extLst>
          </p:cNvPr>
          <p:cNvSpPr txBox="1"/>
          <p:nvPr/>
        </p:nvSpPr>
        <p:spPr>
          <a:xfrm>
            <a:off x="4698151" y="898162"/>
            <a:ext cx="7223956" cy="584775"/>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1600" b="1">
                <a:solidFill>
                  <a:schemeClr val="accent2">
                    <a:lumMod val="75000"/>
                  </a:schemeClr>
                </a:solidFill>
                <a:ea typeface="Aptos" panose="020B0004020202020204" pitchFamily="34" charset="0"/>
                <a:cs typeface="Aptos" panose="020B0004020202020204" pitchFamily="34" charset="0"/>
              </a:rPr>
              <a:t>Global Framework driving value creation through</a:t>
            </a:r>
          </a:p>
          <a:p>
            <a:pPr algn="ctr"/>
            <a:r>
              <a:rPr lang="en-US" sz="1600" b="1">
                <a:solidFill>
                  <a:schemeClr val="accent2">
                    <a:lumMod val="75000"/>
                  </a:schemeClr>
                </a:solidFill>
                <a:ea typeface="Aptos" panose="020B0004020202020204" pitchFamily="34" charset="0"/>
                <a:cs typeface="Aptos" panose="020B0004020202020204" pitchFamily="34" charset="0"/>
              </a:rPr>
              <a:t> </a:t>
            </a:r>
            <a:r>
              <a:rPr lang="en-US" sz="1600" b="1">
                <a:solidFill>
                  <a:schemeClr val="accent2">
                    <a:lumMod val="75000"/>
                  </a:schemeClr>
                </a:solidFill>
                <a:effectLst/>
                <a:ea typeface="Aptos" panose="020B0004020202020204" pitchFamily="34" charset="0"/>
                <a:cs typeface="Aptos" panose="020B0004020202020204" pitchFamily="34" charset="0"/>
              </a:rPr>
              <a:t>Corporate Governance Principles</a:t>
            </a:r>
            <a:endParaRPr lang="en-US" sz="1600" b="1">
              <a:solidFill>
                <a:schemeClr val="accent2">
                  <a:lumMod val="75000"/>
                </a:schemeClr>
              </a:solidFill>
            </a:endParaRPr>
          </a:p>
        </p:txBody>
      </p:sp>
      <p:sp>
        <p:nvSpPr>
          <p:cNvPr id="29" name="TextBox 28">
            <a:extLst>
              <a:ext uri="{FF2B5EF4-FFF2-40B4-BE49-F238E27FC236}">
                <a16:creationId xmlns:a16="http://schemas.microsoft.com/office/drawing/2014/main" id="{5B5E7BE2-2916-A1A0-FC32-EC8A9D99F924}"/>
              </a:ext>
            </a:extLst>
          </p:cNvPr>
          <p:cNvSpPr txBox="1"/>
          <p:nvPr/>
        </p:nvSpPr>
        <p:spPr>
          <a:xfrm>
            <a:off x="152400" y="6050513"/>
            <a:ext cx="11887200" cy="276999"/>
          </a:xfrm>
          <a:prstGeom prst="rect">
            <a:avLst/>
          </a:prstGeom>
          <a:solidFill>
            <a:schemeClr val="bg2"/>
          </a:solidFill>
          <a:ln>
            <a:noFill/>
          </a:ln>
        </p:spPr>
        <p:style>
          <a:lnRef idx="2">
            <a:schemeClr val="accent5"/>
          </a:lnRef>
          <a:fillRef idx="1">
            <a:schemeClr val="lt1"/>
          </a:fillRef>
          <a:effectRef idx="0">
            <a:schemeClr val="accent5"/>
          </a:effectRef>
          <a:fontRef idx="minor">
            <a:schemeClr val="dk1"/>
          </a:fontRef>
        </p:style>
        <p:txBody>
          <a:bodyPr wrap="square">
            <a:spAutoFit/>
          </a:bodyPr>
          <a:lstStyle/>
          <a:p>
            <a:pPr algn="just"/>
            <a:r>
              <a:rPr lang="en-US" sz="1200" b="1" i="0">
                <a:solidFill>
                  <a:schemeClr val="tx1"/>
                </a:solidFill>
                <a:effectLst/>
              </a:rPr>
              <a:t>Why it matters:</a:t>
            </a:r>
            <a:r>
              <a:rPr lang="en-US" sz="1200" b="0" i="0">
                <a:solidFill>
                  <a:schemeClr val="tx1"/>
                </a:solidFill>
                <a:effectLst/>
              </a:rPr>
              <a:t> </a:t>
            </a:r>
            <a:r>
              <a:rPr lang="en-US" sz="1200" b="0" i="0">
                <a:solidFill>
                  <a:schemeClr val="accent2">
                    <a:lumMod val="75000"/>
                  </a:schemeClr>
                </a:solidFill>
                <a:effectLst/>
              </a:rPr>
              <a:t>Stakeholders now expect companies to go beyond profits, addressing issues like climate change, inclusion, human rights, and responsible business conduct.</a:t>
            </a:r>
            <a:endParaRPr lang="en-US" sz="1200">
              <a:solidFill>
                <a:schemeClr val="accent2">
                  <a:lumMod val="75000"/>
                </a:schemeClr>
              </a:solidFill>
            </a:endParaRPr>
          </a:p>
        </p:txBody>
      </p:sp>
      <p:grpSp>
        <p:nvGrpSpPr>
          <p:cNvPr id="10" name="Group 9">
            <a:extLst>
              <a:ext uri="{FF2B5EF4-FFF2-40B4-BE49-F238E27FC236}">
                <a16:creationId xmlns:a16="http://schemas.microsoft.com/office/drawing/2014/main" id="{E7091C61-263A-A04E-CF48-E758503AE6AA}"/>
              </a:ext>
            </a:extLst>
          </p:cNvPr>
          <p:cNvGrpSpPr/>
          <p:nvPr/>
        </p:nvGrpSpPr>
        <p:grpSpPr>
          <a:xfrm>
            <a:off x="411233" y="1848032"/>
            <a:ext cx="4002377" cy="3072114"/>
            <a:chOff x="389967" y="1950105"/>
            <a:chExt cx="4002377" cy="3072114"/>
          </a:xfrm>
        </p:grpSpPr>
        <p:cxnSp>
          <p:nvCxnSpPr>
            <p:cNvPr id="9" name="Straight Connector 8">
              <a:extLst>
                <a:ext uri="{FF2B5EF4-FFF2-40B4-BE49-F238E27FC236}">
                  <a16:creationId xmlns:a16="http://schemas.microsoft.com/office/drawing/2014/main" id="{611347E9-766B-A725-FB30-B2090A11A22C}"/>
                </a:ext>
              </a:extLst>
            </p:cNvPr>
            <p:cNvCxnSpPr/>
            <p:nvPr/>
          </p:nvCxnSpPr>
          <p:spPr>
            <a:xfrm>
              <a:off x="2424223" y="2541181"/>
              <a:ext cx="0" cy="1286540"/>
            </a:xfrm>
            <a:prstGeom prst="line">
              <a:avLst/>
            </a:prstGeom>
            <a:ln/>
          </p:spPr>
          <p:style>
            <a:lnRef idx="1">
              <a:schemeClr val="accent2"/>
            </a:lnRef>
            <a:fillRef idx="0">
              <a:schemeClr val="accent2"/>
            </a:fillRef>
            <a:effectRef idx="0">
              <a:schemeClr val="accent2"/>
            </a:effectRef>
            <a:fontRef idx="minor">
              <a:schemeClr val="tx1"/>
            </a:fontRef>
          </p:style>
        </p:cxnSp>
        <p:sp>
          <p:nvSpPr>
            <p:cNvPr id="4" name="Rectangle 3">
              <a:extLst>
                <a:ext uri="{FF2B5EF4-FFF2-40B4-BE49-F238E27FC236}">
                  <a16:creationId xmlns:a16="http://schemas.microsoft.com/office/drawing/2014/main" id="{27470749-099F-4102-F01E-92C2F8B0766E}"/>
                </a:ext>
              </a:extLst>
            </p:cNvPr>
            <p:cNvSpPr/>
            <p:nvPr/>
          </p:nvSpPr>
          <p:spPr>
            <a:xfrm>
              <a:off x="389967" y="3550035"/>
              <a:ext cx="4002377" cy="1472184"/>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just"/>
              <a:r>
                <a:rPr lang="en-US" sz="1200" b="1">
                  <a:solidFill>
                    <a:schemeClr val="accent2">
                      <a:lumMod val="75000"/>
                    </a:schemeClr>
                  </a:solidFill>
                </a:rPr>
                <a:t>How Boards demonstrate it? </a:t>
              </a:r>
            </a:p>
            <a:p>
              <a:pPr algn="just"/>
              <a:endParaRPr lang="en-US" sz="1200" b="1">
                <a:solidFill>
                  <a:schemeClr val="accent2">
                    <a:lumMod val="75000"/>
                  </a:schemeClr>
                </a:solidFill>
              </a:endParaRPr>
            </a:p>
            <a:p>
              <a:pPr algn="just"/>
              <a:r>
                <a:rPr lang="en-US" sz="1200">
                  <a:solidFill>
                    <a:schemeClr val="tx1"/>
                  </a:solidFill>
                </a:rPr>
                <a:t>The Board ensures that sustainability is </a:t>
              </a:r>
              <a:r>
                <a:rPr lang="en-US" sz="1200" b="1">
                  <a:solidFill>
                    <a:schemeClr val="tx1"/>
                  </a:solidFill>
                </a:rPr>
                <a:t>embedded into the business model </a:t>
              </a:r>
              <a:r>
                <a:rPr lang="en-US" sz="1200">
                  <a:solidFill>
                    <a:schemeClr val="tx1"/>
                  </a:solidFill>
                </a:rPr>
                <a:t>→</a:t>
              </a:r>
              <a:r>
                <a:rPr lang="en-US" sz="1200" b="1">
                  <a:solidFill>
                    <a:schemeClr val="tx1"/>
                  </a:solidFill>
                </a:rPr>
                <a:t> </a:t>
              </a:r>
              <a:r>
                <a:rPr lang="en-US" sz="1200">
                  <a:solidFill>
                    <a:schemeClr val="tx1"/>
                  </a:solidFill>
                </a:rPr>
                <a:t>by setting ESG goals, integrating sustainability into financial planning, developing stakeholder communication framework and stringent policy approval mechanisms. </a:t>
              </a:r>
              <a:endParaRPr lang="en-GB" sz="1200">
                <a:solidFill>
                  <a:schemeClr val="tx1"/>
                </a:solidFill>
              </a:endParaRPr>
            </a:p>
          </p:txBody>
        </p:sp>
        <p:sp>
          <p:nvSpPr>
            <p:cNvPr id="5" name="Rectangle 4">
              <a:extLst>
                <a:ext uri="{FF2B5EF4-FFF2-40B4-BE49-F238E27FC236}">
                  <a16:creationId xmlns:a16="http://schemas.microsoft.com/office/drawing/2014/main" id="{FB372F85-394A-0D62-9C03-D672E169119E}"/>
                </a:ext>
              </a:extLst>
            </p:cNvPr>
            <p:cNvSpPr/>
            <p:nvPr/>
          </p:nvSpPr>
          <p:spPr>
            <a:xfrm>
              <a:off x="389967" y="1950105"/>
              <a:ext cx="4002377" cy="902663"/>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just"/>
              <a:endParaRPr lang="en-US" sz="1200" b="1">
                <a:solidFill>
                  <a:schemeClr val="accent2">
                    <a:lumMod val="75000"/>
                  </a:schemeClr>
                </a:solidFill>
              </a:endParaRPr>
            </a:p>
            <a:p>
              <a:pPr algn="just"/>
              <a:r>
                <a:rPr lang="en-US" sz="1200" b="1">
                  <a:solidFill>
                    <a:schemeClr val="accent2">
                      <a:lumMod val="75000"/>
                    </a:schemeClr>
                  </a:solidFill>
                </a:rPr>
                <a:t>Sustainable Value Creation</a:t>
              </a:r>
            </a:p>
            <a:p>
              <a:pPr algn="just"/>
              <a:endParaRPr lang="en-US" sz="1200" b="1">
                <a:solidFill>
                  <a:schemeClr val="accent2">
                    <a:lumMod val="75000"/>
                  </a:schemeClr>
                </a:solidFill>
              </a:endParaRPr>
            </a:p>
            <a:p>
              <a:pPr algn="just"/>
              <a:r>
                <a:rPr lang="en-US" sz="1200">
                  <a:solidFill>
                    <a:schemeClr val="tx1"/>
                  </a:solidFill>
                </a:rPr>
                <a:t>Sustainable value means creating economic value while also considering ESG factors.</a:t>
              </a:r>
            </a:p>
            <a:p>
              <a:pPr algn="just"/>
              <a:endParaRPr lang="en-US" sz="1200" b="1">
                <a:solidFill>
                  <a:schemeClr val="accent2">
                    <a:lumMod val="75000"/>
                  </a:schemeClr>
                </a:solidFill>
              </a:endParaRPr>
            </a:p>
          </p:txBody>
        </p:sp>
      </p:grpSp>
      <p:pic>
        <p:nvPicPr>
          <p:cNvPr id="11" name="Graphic 10">
            <a:extLst>
              <a:ext uri="{FF2B5EF4-FFF2-40B4-BE49-F238E27FC236}">
                <a16:creationId xmlns:a16="http://schemas.microsoft.com/office/drawing/2014/main" id="{CEBF37D5-2119-A31D-26EA-8870D4E26F9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01735" y="831794"/>
            <a:ext cx="887508" cy="887508"/>
          </a:xfrm>
          <a:prstGeom prst="rect">
            <a:avLst/>
          </a:prstGeom>
        </p:spPr>
      </p:pic>
    </p:spTree>
    <p:custDataLst>
      <p:custData r:id="rId1"/>
    </p:custDataLst>
    <p:extLst>
      <p:ext uri="{BB962C8B-B14F-4D97-AF65-F5344CB8AC3E}">
        <p14:creationId xmlns:p14="http://schemas.microsoft.com/office/powerpoint/2010/main" val="52055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3C0DEC75-5BDC-9110-14E9-2D6865E9C85E}"/>
              </a:ext>
            </a:extLst>
          </p:cNvPr>
          <p:cNvSpPr>
            <a:spLocks noGrp="1"/>
          </p:cNvSpPr>
          <p:nvPr>
            <p:ph idx="1"/>
          </p:nvPr>
        </p:nvSpPr>
        <p:spPr>
          <a:xfrm>
            <a:off x="459999" y="2167221"/>
            <a:ext cx="3280410" cy="2442807"/>
          </a:xfrm>
        </p:spPr>
        <p:txBody>
          <a:bodyPr/>
          <a:lstStyle/>
          <a:p>
            <a:pPr algn="just"/>
            <a:r>
              <a:rPr lang="en-US" sz="1400" b="0"/>
              <a:t>Companies earned “Negligible” or “Low” ESG Risk Score (0.00-9.99 &amp; 10.00–19.99).</a:t>
            </a:r>
          </a:p>
          <a:p>
            <a:pPr algn="just"/>
            <a:r>
              <a:rPr lang="en-US" sz="1400" b="0" noProof="0"/>
              <a:t>These Companies showed:</a:t>
            </a:r>
          </a:p>
          <a:p>
            <a:pPr marL="171450" indent="-171450" algn="just">
              <a:buFont typeface="Wingdings" panose="05000000000000000000" pitchFamily="2" charset="2"/>
              <a:buChar char="§"/>
            </a:pPr>
            <a:r>
              <a:rPr lang="en-US" sz="1400" b="0" noProof="0"/>
              <a:t>Strong Board governance over ESG risks.</a:t>
            </a:r>
          </a:p>
          <a:p>
            <a:pPr marL="171450" indent="-171450" algn="just">
              <a:buFont typeface="Wingdings" panose="05000000000000000000" pitchFamily="2" charset="2"/>
              <a:buChar char="§"/>
            </a:pPr>
            <a:r>
              <a:rPr lang="en-US" sz="1400" b="0" noProof="0"/>
              <a:t>Long-term resilience and competitive advantage.</a:t>
            </a:r>
          </a:p>
          <a:p>
            <a:pPr marL="171450" indent="-171450" algn="just">
              <a:buFont typeface="Wingdings" panose="05000000000000000000" pitchFamily="2" charset="2"/>
              <a:buChar char="§"/>
            </a:pPr>
            <a:r>
              <a:rPr lang="en-US" sz="1400" b="0" noProof="0"/>
              <a:t>High stakeholder trust due to proactive ESG management.</a:t>
            </a:r>
            <a:endParaRPr lang="en-GB" sz="1400" b="0" noProof="0"/>
          </a:p>
        </p:txBody>
      </p:sp>
      <p:sp>
        <p:nvSpPr>
          <p:cNvPr id="18" name="Content Placeholder 17">
            <a:extLst>
              <a:ext uri="{FF2B5EF4-FFF2-40B4-BE49-F238E27FC236}">
                <a16:creationId xmlns:a16="http://schemas.microsoft.com/office/drawing/2014/main" id="{FBB74734-8730-D1B5-5CAB-2C4B044CD4F7}"/>
              </a:ext>
            </a:extLst>
          </p:cNvPr>
          <p:cNvSpPr>
            <a:spLocks noGrp="1"/>
          </p:cNvSpPr>
          <p:nvPr>
            <p:ph idx="10"/>
          </p:nvPr>
        </p:nvSpPr>
        <p:spPr>
          <a:xfrm>
            <a:off x="4133273" y="2125411"/>
            <a:ext cx="3680062" cy="3574394"/>
          </a:xfrm>
        </p:spPr>
        <p:txBody>
          <a:bodyPr/>
          <a:lstStyle/>
          <a:p>
            <a:pPr marL="171450" lvl="0" indent="-171450" algn="just" eaLnBrk="0" fontAlgn="base" hangingPunct="0">
              <a:spcBef>
                <a:spcPct val="0"/>
              </a:spcBef>
              <a:spcAft>
                <a:spcPct val="0"/>
              </a:spcAft>
              <a:buFont typeface="Wingdings" panose="05000000000000000000" pitchFamily="2" charset="2"/>
              <a:buChar char="§"/>
            </a:pPr>
            <a:r>
              <a:rPr lang="en-US" sz="1400" b="0"/>
              <a:t>Sustainalytics assigns</a:t>
            </a:r>
            <a:r>
              <a:rPr lang="en-US" sz="1400"/>
              <a:t> </a:t>
            </a:r>
            <a:r>
              <a:rPr lang="en-US" altLang="en-US" sz="1400"/>
              <a:t>8.11 </a:t>
            </a:r>
            <a:r>
              <a:rPr lang="en-US" altLang="en-US" sz="1400" b="0"/>
              <a:t>ESG Risk score  to this Company indicating </a:t>
            </a:r>
            <a:r>
              <a:rPr lang="en-US" altLang="en-US" sz="1400"/>
              <a:t>Negligible Risk </a:t>
            </a:r>
            <a:r>
              <a:rPr lang="en-US" altLang="en-US" sz="1400" b="0"/>
              <a:t>as per Morningstar’s ESG Risk Rating Assessments.</a:t>
            </a:r>
          </a:p>
          <a:p>
            <a:pPr marL="171450" lvl="0" indent="-171450" algn="just" eaLnBrk="0" fontAlgn="base" hangingPunct="0">
              <a:spcBef>
                <a:spcPct val="0"/>
              </a:spcBef>
              <a:spcAft>
                <a:spcPct val="0"/>
              </a:spcAft>
              <a:buFont typeface="Wingdings" panose="05000000000000000000" pitchFamily="2" charset="2"/>
              <a:buChar char="§"/>
            </a:pPr>
            <a:endParaRPr lang="en-US" altLang="en-US" sz="1400"/>
          </a:p>
          <a:p>
            <a:pPr marL="171450" lvl="0" indent="-171450" algn="just" eaLnBrk="0" fontAlgn="base" hangingPunct="0">
              <a:spcBef>
                <a:spcPct val="0"/>
              </a:spcBef>
              <a:spcAft>
                <a:spcPct val="0"/>
              </a:spcAft>
              <a:buFont typeface="Wingdings" panose="05000000000000000000" pitchFamily="2" charset="2"/>
              <a:buChar char="§"/>
            </a:pPr>
            <a:r>
              <a:rPr lang="en-US" altLang="en-US" sz="1400" b="0"/>
              <a:t>Morningstar gave a Strong ESG Risk Rating (</a:t>
            </a:r>
            <a:r>
              <a:rPr lang="en-US" altLang="en-US" sz="1400"/>
              <a:t>5 globes</a:t>
            </a:r>
            <a:r>
              <a:rPr lang="en-US" altLang="en-US" sz="1400" b="0"/>
              <a:t>) for the reasons sited below: </a:t>
            </a:r>
          </a:p>
          <a:p>
            <a:pPr marL="171450" lvl="0" indent="-171450" algn="just" eaLnBrk="0" fontAlgn="base" hangingPunct="0">
              <a:spcBef>
                <a:spcPct val="0"/>
              </a:spcBef>
              <a:spcAft>
                <a:spcPct val="0"/>
              </a:spcAft>
              <a:buFont typeface="Wingdings" panose="05000000000000000000" pitchFamily="2" charset="2"/>
              <a:buChar char="q"/>
            </a:pPr>
            <a:endParaRPr lang="en-US" sz="1400" b="0"/>
          </a:p>
          <a:p>
            <a:pPr marL="285750" lvl="0" indent="-285750" algn="just" eaLnBrk="0" fontAlgn="base" hangingPunct="0">
              <a:spcBef>
                <a:spcPct val="0"/>
              </a:spcBef>
              <a:spcAft>
                <a:spcPct val="0"/>
              </a:spcAft>
              <a:buFont typeface="+mj-lt"/>
              <a:buAutoNum type="romanLcPeriod"/>
            </a:pPr>
            <a:r>
              <a:rPr lang="en-US" sz="1400" b="0"/>
              <a:t>The CEO reports ESG strategy updates to the Board and engages senior managers on ESG issues.</a:t>
            </a:r>
          </a:p>
          <a:p>
            <a:pPr marL="285750" lvl="0" indent="-285750" algn="just" eaLnBrk="0" fontAlgn="base" hangingPunct="0">
              <a:spcBef>
                <a:spcPct val="0"/>
              </a:spcBef>
              <a:spcAft>
                <a:spcPct val="0"/>
              </a:spcAft>
              <a:buFont typeface="+mj-lt"/>
              <a:buAutoNum type="romanLcPeriod"/>
            </a:pPr>
            <a:endParaRPr lang="en-US" sz="1400" b="0"/>
          </a:p>
          <a:p>
            <a:pPr marL="285750" lvl="0" indent="-285750" algn="just" eaLnBrk="0" fontAlgn="base" hangingPunct="0">
              <a:spcBef>
                <a:spcPct val="0"/>
              </a:spcBef>
              <a:spcAft>
                <a:spcPct val="0"/>
              </a:spcAft>
              <a:buFont typeface="+mj-lt"/>
              <a:buAutoNum type="romanLcPeriod"/>
            </a:pPr>
            <a:r>
              <a:rPr lang="en-US" sz="1400" b="0"/>
              <a:t>The Board’s Audit committee oversees ethics, anti-bribery, fraud prevention, and corruption controls.</a:t>
            </a:r>
          </a:p>
        </p:txBody>
      </p:sp>
      <p:sp>
        <p:nvSpPr>
          <p:cNvPr id="19" name="Content Placeholder 18">
            <a:extLst>
              <a:ext uri="{FF2B5EF4-FFF2-40B4-BE49-F238E27FC236}">
                <a16:creationId xmlns:a16="http://schemas.microsoft.com/office/drawing/2014/main" id="{8D6C2C4A-56A8-A621-3AF3-7E1ABC42ECF9}"/>
              </a:ext>
            </a:extLst>
          </p:cNvPr>
          <p:cNvSpPr>
            <a:spLocks noGrp="1"/>
          </p:cNvSpPr>
          <p:nvPr>
            <p:ph idx="11"/>
          </p:nvPr>
        </p:nvSpPr>
        <p:spPr>
          <a:xfrm>
            <a:off x="8285336" y="1960387"/>
            <a:ext cx="3680057" cy="3574394"/>
          </a:xfrm>
        </p:spPr>
        <p:txBody>
          <a:bodyPr/>
          <a:lstStyle/>
          <a:p>
            <a:pPr marL="171450" lvl="0" indent="-171450" algn="just" eaLnBrk="0" fontAlgn="base" hangingPunct="0">
              <a:spcBef>
                <a:spcPct val="0"/>
              </a:spcBef>
              <a:spcAft>
                <a:spcPct val="0"/>
              </a:spcAft>
              <a:buFont typeface="Wingdings" panose="05000000000000000000" pitchFamily="2" charset="2"/>
              <a:buChar char="q"/>
            </a:pPr>
            <a:endParaRPr lang="en-US" altLang="en-US" sz="1400" b="0"/>
          </a:p>
          <a:p>
            <a:pPr marL="171450" indent="-171450" algn="just" eaLnBrk="0" fontAlgn="base" hangingPunct="0">
              <a:spcBef>
                <a:spcPct val="0"/>
              </a:spcBef>
              <a:spcAft>
                <a:spcPct val="0"/>
              </a:spcAft>
              <a:buFont typeface="Wingdings" panose="05000000000000000000" pitchFamily="2" charset="2"/>
              <a:buChar char="§"/>
            </a:pPr>
            <a:r>
              <a:rPr lang="en-US" altLang="en-US" sz="1400" b="0"/>
              <a:t>Sustainalytics assigns this Company </a:t>
            </a:r>
            <a:r>
              <a:rPr lang="en-US" altLang="en-US" sz="1400"/>
              <a:t>8.95</a:t>
            </a:r>
            <a:r>
              <a:rPr lang="en-US" altLang="en-US" sz="1400" b="0"/>
              <a:t> ESG Risk score indicating </a:t>
            </a:r>
            <a:r>
              <a:rPr lang="en-US" altLang="en-US" sz="1400"/>
              <a:t>Negligible</a:t>
            </a:r>
            <a:r>
              <a:rPr lang="en-US" altLang="en-US" sz="1400" b="0"/>
              <a:t> Risk as per Morningstar’s ESG Risk Rating Assessments.</a:t>
            </a:r>
          </a:p>
          <a:p>
            <a:pPr marL="171450" indent="-171450" algn="just" eaLnBrk="0" fontAlgn="base" hangingPunct="0">
              <a:spcBef>
                <a:spcPct val="0"/>
              </a:spcBef>
              <a:spcAft>
                <a:spcPct val="0"/>
              </a:spcAft>
              <a:buFont typeface="Wingdings" panose="05000000000000000000" pitchFamily="2" charset="2"/>
              <a:buChar char="§"/>
            </a:pPr>
            <a:endParaRPr lang="en-US" altLang="en-US" sz="1400" b="0"/>
          </a:p>
          <a:p>
            <a:pPr marL="171450" indent="-171450" algn="just" eaLnBrk="0" fontAlgn="base" hangingPunct="0">
              <a:spcBef>
                <a:spcPct val="0"/>
              </a:spcBef>
              <a:spcAft>
                <a:spcPct val="0"/>
              </a:spcAft>
              <a:buFont typeface="Wingdings" panose="05000000000000000000" pitchFamily="2" charset="2"/>
              <a:buChar char="§"/>
            </a:pPr>
            <a:r>
              <a:rPr lang="en-US" altLang="en-US" sz="1400" b="0"/>
              <a:t>Morningstar gave a Strong ESG Risk Rating </a:t>
            </a:r>
            <a:r>
              <a:rPr lang="en-US" altLang="en-US" sz="1400"/>
              <a:t>(5 globes) </a:t>
            </a:r>
            <a:r>
              <a:rPr lang="en-US" altLang="en-US" sz="1400" b="0"/>
              <a:t>for the reasons sited below: </a:t>
            </a:r>
          </a:p>
          <a:p>
            <a:pPr lvl="0" algn="just" eaLnBrk="0" fontAlgn="base" hangingPunct="0">
              <a:spcBef>
                <a:spcPct val="0"/>
              </a:spcBef>
              <a:spcAft>
                <a:spcPct val="0"/>
              </a:spcAft>
            </a:pPr>
            <a:endParaRPr lang="en-US" altLang="en-US" sz="1400" b="0"/>
          </a:p>
          <a:p>
            <a:pPr marL="285750" lvl="0" indent="-285750" algn="just" eaLnBrk="0" fontAlgn="base" hangingPunct="0">
              <a:spcBef>
                <a:spcPct val="0"/>
              </a:spcBef>
              <a:spcAft>
                <a:spcPct val="0"/>
              </a:spcAft>
              <a:buFont typeface="+mj-lt"/>
              <a:buAutoNum type="romanLcPeriod"/>
            </a:pPr>
            <a:r>
              <a:rPr lang="en-US" altLang="en-US" sz="1400" b="0"/>
              <a:t>The Board actively oversees ESG strategy, integrating it into core business operations.</a:t>
            </a:r>
          </a:p>
          <a:p>
            <a:pPr marL="285750" lvl="0" indent="-285750" algn="just" eaLnBrk="0" fontAlgn="base" hangingPunct="0">
              <a:spcBef>
                <a:spcPct val="0"/>
              </a:spcBef>
              <a:spcAft>
                <a:spcPct val="0"/>
              </a:spcAft>
              <a:buFont typeface="+mj-lt"/>
              <a:buAutoNum type="romanLcPeriod"/>
            </a:pPr>
            <a:endParaRPr lang="en-US" altLang="en-US" sz="1400" b="0"/>
          </a:p>
          <a:p>
            <a:pPr marL="285750" lvl="0" indent="-285750" algn="just" eaLnBrk="0" fontAlgn="base" hangingPunct="0">
              <a:spcBef>
                <a:spcPct val="0"/>
              </a:spcBef>
              <a:spcAft>
                <a:spcPct val="0"/>
              </a:spcAft>
              <a:buFont typeface="+mj-lt"/>
              <a:buAutoNum type="romanLcPeriod"/>
            </a:pPr>
            <a:r>
              <a:rPr lang="en-US" altLang="en-US" sz="1400" b="0"/>
              <a:t>Company’s robust product and service safety programs include mandatory employee training.</a:t>
            </a:r>
          </a:p>
          <a:p>
            <a:pPr algn="just"/>
            <a:endParaRPr lang="en-GB" sz="1200" b="0" noProof="0"/>
          </a:p>
        </p:txBody>
      </p:sp>
      <p:sp>
        <p:nvSpPr>
          <p:cNvPr id="3" name="Slide Number Placeholder 2">
            <a:extLst>
              <a:ext uri="{FF2B5EF4-FFF2-40B4-BE49-F238E27FC236}">
                <a16:creationId xmlns:a16="http://schemas.microsoft.com/office/drawing/2014/main" id="{F5032AB2-4799-E485-D669-F7B734AB25C9}"/>
              </a:ext>
            </a:extLst>
          </p:cNvPr>
          <p:cNvSpPr>
            <a:spLocks noGrp="1"/>
          </p:cNvSpPr>
          <p:nvPr>
            <p:ph type="sldNum" sz="quarter" idx="4"/>
          </p:nvPr>
        </p:nvSpPr>
        <p:spPr>
          <a:xfrm>
            <a:off x="11503818" y="6617001"/>
            <a:ext cx="298209" cy="133540"/>
          </a:xfrm>
        </p:spPr>
        <p:txBody>
          <a:bodyPr/>
          <a:lstStyle/>
          <a:p>
            <a:fld id="{3E6AC032-1535-134B-A583-D5E1DDD0D167}" type="slidenum">
              <a:rPr lang="en-US" smtClean="0"/>
              <a:pPr/>
              <a:t>37</a:t>
            </a:fld>
            <a:endParaRPr lang="en-US"/>
          </a:p>
        </p:txBody>
      </p:sp>
      <p:sp>
        <p:nvSpPr>
          <p:cNvPr id="4" name="Rectangle 3">
            <a:extLst>
              <a:ext uri="{FF2B5EF4-FFF2-40B4-BE49-F238E27FC236}">
                <a16:creationId xmlns:a16="http://schemas.microsoft.com/office/drawing/2014/main" id="{6E594B30-15FD-BE4A-36E1-B8D765E83EBD}"/>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2400" b="1">
                <a:solidFill>
                  <a:prstClr val="white"/>
                </a:solidFill>
                <a:latin typeface="+mj-lt"/>
              </a:rPr>
              <a:t>Impact of strong Boardroom oversight in Sustainability on ESG ratings</a:t>
            </a:r>
          </a:p>
        </p:txBody>
      </p:sp>
      <p:sp>
        <p:nvSpPr>
          <p:cNvPr id="6" name="TextBox 5">
            <a:extLst>
              <a:ext uri="{FF2B5EF4-FFF2-40B4-BE49-F238E27FC236}">
                <a16:creationId xmlns:a16="http://schemas.microsoft.com/office/drawing/2014/main" id="{8696EEA6-21CD-8FB7-14DD-844B15BB9AE0}"/>
              </a:ext>
            </a:extLst>
          </p:cNvPr>
          <p:cNvSpPr txBox="1"/>
          <p:nvPr/>
        </p:nvSpPr>
        <p:spPr>
          <a:xfrm>
            <a:off x="7598225" y="6237814"/>
            <a:ext cx="4727125" cy="215438"/>
          </a:xfrm>
          <a:prstGeom prst="rect">
            <a:avLst/>
          </a:prstGeom>
          <a:noFill/>
        </p:spPr>
        <p:txBody>
          <a:bodyPr wrap="square">
            <a:spAutoFit/>
          </a:bodyPr>
          <a:lstStyle/>
          <a:p>
            <a:r>
              <a:rPr lang="en-US" sz="800" i="1"/>
              <a:t>Source: https://www.morningstar.com/sustainable-investing/best-sustainable-companies-own-2026</a:t>
            </a:r>
          </a:p>
        </p:txBody>
      </p:sp>
      <p:sp>
        <p:nvSpPr>
          <p:cNvPr id="14" name="TextBox 13">
            <a:extLst>
              <a:ext uri="{FF2B5EF4-FFF2-40B4-BE49-F238E27FC236}">
                <a16:creationId xmlns:a16="http://schemas.microsoft.com/office/drawing/2014/main" id="{3396F3BE-3D60-D26B-5555-B08603D110EC}"/>
              </a:ext>
            </a:extLst>
          </p:cNvPr>
          <p:cNvSpPr txBox="1"/>
          <p:nvPr/>
        </p:nvSpPr>
        <p:spPr>
          <a:xfrm>
            <a:off x="374798" y="1086457"/>
            <a:ext cx="3506668" cy="738664"/>
          </a:xfrm>
          <a:prstGeom prst="rect">
            <a:avLst/>
          </a:prstGeom>
          <a:noFill/>
        </p:spPr>
        <p:txBody>
          <a:bodyPr wrap="square">
            <a:spAutoFit/>
          </a:bodyPr>
          <a:lstStyle/>
          <a:p>
            <a:pPr algn="ctr">
              <a:defRPr/>
            </a:pPr>
            <a:r>
              <a:rPr lang="en-US" sz="1400" b="1">
                <a:solidFill>
                  <a:schemeClr val="accent1"/>
                </a:solidFill>
              </a:rPr>
              <a:t>91 Companies - Morningstar’s Best Sustainable Companies to invest in 2026</a:t>
            </a:r>
          </a:p>
        </p:txBody>
      </p:sp>
      <p:cxnSp>
        <p:nvCxnSpPr>
          <p:cNvPr id="16" name="Straight Connector 15">
            <a:extLst>
              <a:ext uri="{FF2B5EF4-FFF2-40B4-BE49-F238E27FC236}">
                <a16:creationId xmlns:a16="http://schemas.microsoft.com/office/drawing/2014/main" id="{EE6C10D0-27CD-1269-0943-C211273ADD55}"/>
              </a:ext>
            </a:extLst>
          </p:cNvPr>
          <p:cNvCxnSpPr>
            <a:cxnSpLocks/>
          </p:cNvCxnSpPr>
          <p:nvPr/>
        </p:nvCxnSpPr>
        <p:spPr>
          <a:xfrm>
            <a:off x="4008583" y="561712"/>
            <a:ext cx="0" cy="565382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C11DDA50-F304-FC3E-DDC1-7E568E679B84}"/>
              </a:ext>
            </a:extLst>
          </p:cNvPr>
          <p:cNvCxnSpPr>
            <a:cxnSpLocks/>
          </p:cNvCxnSpPr>
          <p:nvPr/>
        </p:nvCxnSpPr>
        <p:spPr>
          <a:xfrm>
            <a:off x="8058728" y="561712"/>
            <a:ext cx="0" cy="5653826"/>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B0062148-9525-9B20-4B57-9589B6808159}"/>
              </a:ext>
            </a:extLst>
          </p:cNvPr>
          <p:cNvCxnSpPr>
            <a:cxnSpLocks/>
          </p:cNvCxnSpPr>
          <p:nvPr/>
        </p:nvCxnSpPr>
        <p:spPr>
          <a:xfrm>
            <a:off x="0" y="6215538"/>
            <a:ext cx="121920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25D0C4BE-DB81-C9E7-5871-825489998547}"/>
              </a:ext>
            </a:extLst>
          </p:cNvPr>
          <p:cNvSpPr txBox="1"/>
          <p:nvPr/>
        </p:nvSpPr>
        <p:spPr>
          <a:xfrm>
            <a:off x="4548963" y="1150255"/>
            <a:ext cx="3094074" cy="648586"/>
          </a:xfrm>
          <a:prstGeom prst="rect">
            <a:avLst/>
          </a:prstGeom>
          <a:noFill/>
        </p:spPr>
        <p:txBody>
          <a:bodyPr wrap="square" lIns="0" tIns="0" rIns="0" bIns="0" rtlCol="0">
            <a:noAutofit/>
          </a:bodyPr>
          <a:lstStyle/>
          <a:p>
            <a:pPr algn="ctr">
              <a:defRPr/>
            </a:pPr>
            <a:r>
              <a:rPr lang="en-US" sz="1400" b="1">
                <a:solidFill>
                  <a:schemeClr val="accent1"/>
                </a:solidFill>
              </a:rPr>
              <a:t>UK-based – Information Analytics Provider</a:t>
            </a:r>
            <a:endParaRPr lang="en-GB" sz="1400" b="1">
              <a:solidFill>
                <a:schemeClr val="accent1"/>
              </a:solidFill>
            </a:endParaRPr>
          </a:p>
        </p:txBody>
      </p:sp>
      <p:sp>
        <p:nvSpPr>
          <p:cNvPr id="8" name="TextBox 7">
            <a:extLst>
              <a:ext uri="{FF2B5EF4-FFF2-40B4-BE49-F238E27FC236}">
                <a16:creationId xmlns:a16="http://schemas.microsoft.com/office/drawing/2014/main" id="{15593107-8B13-D3A8-BBBE-8C067D6506D7}"/>
              </a:ext>
            </a:extLst>
          </p:cNvPr>
          <p:cNvSpPr txBox="1"/>
          <p:nvPr/>
        </p:nvSpPr>
        <p:spPr>
          <a:xfrm>
            <a:off x="8599107" y="1131496"/>
            <a:ext cx="3094074" cy="648586"/>
          </a:xfrm>
          <a:prstGeom prst="rect">
            <a:avLst/>
          </a:prstGeom>
          <a:noFill/>
        </p:spPr>
        <p:txBody>
          <a:bodyPr wrap="square" lIns="0" tIns="0" rIns="0" bIns="0" rtlCol="0">
            <a:noAutofit/>
          </a:bodyPr>
          <a:lstStyle/>
          <a:p>
            <a:pPr algn="ctr">
              <a:defRPr/>
            </a:pPr>
            <a:r>
              <a:rPr lang="en-US" sz="1400" b="1">
                <a:solidFill>
                  <a:schemeClr val="accent1"/>
                </a:solidFill>
              </a:rPr>
              <a:t>US-based – Life-sciences diagnostics innovator</a:t>
            </a:r>
            <a:endParaRPr lang="en-GB" sz="1400" b="1">
              <a:solidFill>
                <a:schemeClr val="accent1"/>
              </a:solidFill>
            </a:endParaRPr>
          </a:p>
        </p:txBody>
      </p:sp>
    </p:spTree>
    <p:custDataLst>
      <p:custData r:id="rId1"/>
    </p:custDataLst>
    <p:extLst>
      <p:ext uri="{BB962C8B-B14F-4D97-AF65-F5344CB8AC3E}">
        <p14:creationId xmlns:p14="http://schemas.microsoft.com/office/powerpoint/2010/main" val="1734198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pattFill prst="diagBrick">
          <a:fgClr>
            <a:schemeClr val="accent1">
              <a:lumMod val="40000"/>
              <a:lumOff val="60000"/>
            </a:schemeClr>
          </a:fgClr>
          <a:bgClr>
            <a:schemeClr val="bg1"/>
          </a:bgClr>
        </a:pattFill>
        <a:effectLst/>
      </p:bgPr>
    </p:bg>
    <p:spTree>
      <p:nvGrpSpPr>
        <p:cNvPr id="1" name="">
          <a:extLst>
            <a:ext uri="{FF2B5EF4-FFF2-40B4-BE49-F238E27FC236}">
              <a16:creationId xmlns:a16="http://schemas.microsoft.com/office/drawing/2014/main" id="{27A069DC-ECF3-820F-C5E9-3AF96283221C}"/>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807FA4F0-8E24-EAF0-AA02-412722CD606C}"/>
              </a:ext>
            </a:extLst>
          </p:cNvPr>
          <p:cNvSpPr>
            <a:spLocks noGrp="1"/>
          </p:cNvSpPr>
          <p:nvPr>
            <p:ph type="body" idx="1"/>
          </p:nvPr>
        </p:nvSpPr>
        <p:spPr>
          <a:xfrm>
            <a:off x="7864214" y="434185"/>
            <a:ext cx="3462095" cy="4924425"/>
          </a:xfrm>
        </p:spPr>
        <p:txBody>
          <a:bodyPr/>
          <a:lstStyle/>
          <a:p>
            <a:r>
              <a:rPr lang="en-GB" sz="40000">
                <a:latin typeface="+mj-lt"/>
              </a:rPr>
              <a:t>4</a:t>
            </a:r>
            <a:endParaRPr lang="en-GB" sz="40000" noProof="0">
              <a:latin typeface="+mj-lt"/>
            </a:endParaRPr>
          </a:p>
        </p:txBody>
      </p:sp>
      <p:sp>
        <p:nvSpPr>
          <p:cNvPr id="2" name="TextBox 1">
            <a:extLst>
              <a:ext uri="{FF2B5EF4-FFF2-40B4-BE49-F238E27FC236}">
                <a16:creationId xmlns:a16="http://schemas.microsoft.com/office/drawing/2014/main" id="{19E6B76F-927C-5ACE-06EF-20BA81C20084}"/>
              </a:ext>
            </a:extLst>
          </p:cNvPr>
          <p:cNvSpPr txBox="1"/>
          <p:nvPr/>
        </p:nvSpPr>
        <p:spPr>
          <a:xfrm>
            <a:off x="536792" y="4052744"/>
            <a:ext cx="8330762" cy="1222102"/>
          </a:xfrm>
          <a:prstGeom prst="rect">
            <a:avLst/>
          </a:prstGeom>
          <a:noFill/>
        </p:spPr>
        <p:txBody>
          <a:bodyPr wrap="square" lIns="0" tIns="0" rIns="0" bIns="0" rtlCol="0">
            <a:noAutofit/>
          </a:bodyPr>
          <a:lstStyle/>
          <a:p>
            <a:pPr algn="l"/>
            <a:endParaRPr lang="en-GB" sz="4500" b="1">
              <a:latin typeface="+mj-lt"/>
            </a:endParaRPr>
          </a:p>
        </p:txBody>
      </p:sp>
      <p:sp>
        <p:nvSpPr>
          <p:cNvPr id="4" name="TextBox 3">
            <a:extLst>
              <a:ext uri="{FF2B5EF4-FFF2-40B4-BE49-F238E27FC236}">
                <a16:creationId xmlns:a16="http://schemas.microsoft.com/office/drawing/2014/main" id="{3601A9BA-01A0-B738-503F-34A359F35EB5}"/>
              </a:ext>
            </a:extLst>
          </p:cNvPr>
          <p:cNvSpPr txBox="1"/>
          <p:nvPr/>
        </p:nvSpPr>
        <p:spPr>
          <a:xfrm>
            <a:off x="689192" y="4205144"/>
            <a:ext cx="8330762" cy="1222102"/>
          </a:xfrm>
          <a:prstGeom prst="rect">
            <a:avLst/>
          </a:prstGeom>
          <a:noFill/>
        </p:spPr>
        <p:txBody>
          <a:bodyPr wrap="square" lIns="0" tIns="0" rIns="0" bIns="0" rtlCol="0" anchor="t">
            <a:noAutofit/>
          </a:bodyPr>
          <a:lstStyle/>
          <a:p>
            <a:r>
              <a:rPr lang="en-US" sz="4000" b="1">
                <a:latin typeface="+mj-lt"/>
              </a:rPr>
              <a:t>Best Practices for Enhancing Corporate Governance </a:t>
            </a:r>
            <a:endParaRPr lang="en-GB" sz="4000" b="1">
              <a:latin typeface="+mj-lt"/>
            </a:endParaRPr>
          </a:p>
          <a:p>
            <a:pPr algn="l"/>
            <a:endParaRPr lang="en-GB" sz="4000" b="1">
              <a:latin typeface="+mj-lt"/>
            </a:endParaRPr>
          </a:p>
        </p:txBody>
      </p:sp>
    </p:spTree>
    <p:custDataLst>
      <p:custData r:id="rId1"/>
    </p:custDataLst>
    <p:extLst>
      <p:ext uri="{BB962C8B-B14F-4D97-AF65-F5344CB8AC3E}">
        <p14:creationId xmlns:p14="http://schemas.microsoft.com/office/powerpoint/2010/main" val="29280181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ADD20-3429-EC49-12E6-ACCBA9FA781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65F4667-004D-017E-19F9-0964EEFC4EDE}"/>
              </a:ext>
            </a:extLst>
          </p:cNvPr>
          <p:cNvSpPr/>
          <p:nvPr/>
        </p:nvSpPr>
        <p:spPr>
          <a:xfrm>
            <a:off x="15035" y="370285"/>
            <a:ext cx="3903606" cy="6487715"/>
          </a:xfrm>
          <a:prstGeom prst="rect">
            <a:avLst/>
          </a:prstGeom>
          <a:solidFill>
            <a:schemeClr val="accent1">
              <a:lumMod val="20000"/>
              <a:lumOff val="80000"/>
            </a:schemeClr>
          </a:solidFill>
          <a:ln>
            <a:solidFill>
              <a:srgbClr val="FD5108"/>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3" name="Rectangle 12">
            <a:extLst>
              <a:ext uri="{FF2B5EF4-FFF2-40B4-BE49-F238E27FC236}">
                <a16:creationId xmlns:a16="http://schemas.microsoft.com/office/drawing/2014/main" id="{22862164-49E0-F5D6-5261-062BBDAD3525}"/>
              </a:ext>
            </a:extLst>
          </p:cNvPr>
          <p:cNvSpPr/>
          <p:nvPr/>
        </p:nvSpPr>
        <p:spPr>
          <a:xfrm>
            <a:off x="3926159" y="248135"/>
            <a:ext cx="4090958" cy="6619503"/>
          </a:xfrm>
          <a:prstGeom prst="rect">
            <a:avLst/>
          </a:prstGeom>
          <a:solidFill>
            <a:schemeClr val="accent4">
              <a:lumMod val="20000"/>
              <a:lumOff val="80000"/>
            </a:schemeClr>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Rectangle 13">
            <a:extLst>
              <a:ext uri="{FF2B5EF4-FFF2-40B4-BE49-F238E27FC236}">
                <a16:creationId xmlns:a16="http://schemas.microsoft.com/office/drawing/2014/main" id="{1A906E7C-0B1F-B2B8-687C-4657369B27A1}"/>
              </a:ext>
            </a:extLst>
          </p:cNvPr>
          <p:cNvSpPr/>
          <p:nvPr/>
        </p:nvSpPr>
        <p:spPr>
          <a:xfrm>
            <a:off x="8024635" y="496274"/>
            <a:ext cx="4159848" cy="6371432"/>
          </a:xfrm>
          <a:prstGeom prst="rect">
            <a:avLst/>
          </a:prstGeom>
          <a:solidFill>
            <a:schemeClr val="accent1">
              <a:lumMod val="20000"/>
              <a:lumOff val="80000"/>
            </a:schemeClr>
          </a:solidFill>
          <a:ln>
            <a:solidFill>
              <a:srgbClr val="FD5108"/>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8" name="TextBox 17">
            <a:extLst>
              <a:ext uri="{FF2B5EF4-FFF2-40B4-BE49-F238E27FC236}">
                <a16:creationId xmlns:a16="http://schemas.microsoft.com/office/drawing/2014/main" id="{FF7D2BBD-F93B-DF5B-6B71-10C701463B89}"/>
              </a:ext>
            </a:extLst>
          </p:cNvPr>
          <p:cNvSpPr txBox="1"/>
          <p:nvPr/>
        </p:nvSpPr>
        <p:spPr>
          <a:xfrm>
            <a:off x="8246347" y="2783190"/>
            <a:ext cx="3715079" cy="3323987"/>
          </a:xfrm>
          <a:prstGeom prst="rect">
            <a:avLst/>
          </a:prstGeom>
          <a:solidFill>
            <a:schemeClr val="accent1">
              <a:lumMod val="20000"/>
              <a:lumOff val="80000"/>
            </a:schemeClr>
          </a:solidFill>
        </p:spPr>
        <p:txBody>
          <a:bodyPr wrap="square" lIns="91440" tIns="45720" rIns="91440" bIns="45720" anchor="t">
            <a:spAutoFit/>
          </a:bodyPr>
          <a:lstStyle/>
          <a:p>
            <a:pPr marL="285750" indent="-285750">
              <a:buSzPct val="97000"/>
              <a:buFont typeface="Courier New"/>
              <a:buChar char="o"/>
            </a:pPr>
            <a:r>
              <a:rPr lang="en-US" sz="1400" b="1"/>
              <a:t>Board Diversity</a:t>
            </a:r>
            <a:r>
              <a:rPr lang="en-US" sz="1400"/>
              <a:t>: Mix of financial,  global business,  diversity, leadership, IT, M &amp; A, Board service and governance, sales and marketing, ESG, risk management and cybersecurity on the Board. </a:t>
            </a:r>
            <a:endParaRPr lang="en-US">
              <a:cs typeface="Arial"/>
            </a:endParaRPr>
          </a:p>
          <a:p>
            <a:pPr marL="285750" indent="-285750">
              <a:buSzPct val="97000"/>
              <a:buFont typeface="Courier New"/>
              <a:buChar char="o"/>
            </a:pPr>
            <a:endParaRPr lang="en-US" sz="1400"/>
          </a:p>
          <a:p>
            <a:pPr marL="285750" indent="-285750">
              <a:buSzPct val="97000"/>
              <a:buFont typeface="Courier New"/>
              <a:buChar char="o"/>
            </a:pPr>
            <a:r>
              <a:rPr lang="en-US" sz="1400" b="1"/>
              <a:t>Board Trainings</a:t>
            </a:r>
            <a:r>
              <a:rPr lang="en-US" sz="1400"/>
              <a:t>: Induction Program for NEDs. Topics covered such as Gen AI &amp; Risk Management, Governance &amp; crisis management, ESG etc.</a:t>
            </a:r>
            <a:endParaRPr lang="en-US"/>
          </a:p>
          <a:p>
            <a:pPr marL="285750" indent="-285750">
              <a:buSzPct val="97000"/>
              <a:buFont typeface="Courier New"/>
              <a:buChar char="o"/>
            </a:pPr>
            <a:endParaRPr lang="en-US" sz="1400" b="1"/>
          </a:p>
          <a:p>
            <a:pPr marL="285750" lvl="0" indent="-285750">
              <a:buSzPct val="97000"/>
              <a:buFont typeface="Courier New"/>
              <a:buChar char="o"/>
            </a:pPr>
            <a:r>
              <a:rPr lang="en-US" sz="1400" b="1"/>
              <a:t>Multiple Strong Board Committees: </a:t>
            </a:r>
            <a:r>
              <a:rPr lang="en-US" sz="1400"/>
              <a:t>Audit, NRC, SRC, CSR, ESG, Risk Management, Cybersecurity largely or fully independent directors </a:t>
            </a:r>
            <a:endParaRPr lang="en-US">
              <a:cs typeface="Arial"/>
            </a:endParaRPr>
          </a:p>
        </p:txBody>
      </p:sp>
      <p:sp>
        <p:nvSpPr>
          <p:cNvPr id="20" name="TextBox 19">
            <a:extLst>
              <a:ext uri="{FF2B5EF4-FFF2-40B4-BE49-F238E27FC236}">
                <a16:creationId xmlns:a16="http://schemas.microsoft.com/office/drawing/2014/main" id="{01151EDA-491A-720D-0A5A-D0B4A9005205}"/>
              </a:ext>
            </a:extLst>
          </p:cNvPr>
          <p:cNvSpPr txBox="1"/>
          <p:nvPr/>
        </p:nvSpPr>
        <p:spPr>
          <a:xfrm>
            <a:off x="4621678" y="1550812"/>
            <a:ext cx="2707438" cy="428011"/>
          </a:xfrm>
          <a:prstGeom prst="rect">
            <a:avLst/>
          </a:prstGeom>
          <a:solidFill>
            <a:schemeClr val="bg2"/>
          </a:solidFill>
        </p:spPr>
        <p:txBody>
          <a:bodyPr wrap="square" lIns="0" tIns="0" rIns="0" bIns="0" rtlCol="0">
            <a:noAutofit/>
          </a:bodyPr>
          <a:lstStyle/>
          <a:p>
            <a:pPr algn="ctr"/>
            <a:r>
              <a:rPr lang="en-US" sz="1600" b="1">
                <a:solidFill>
                  <a:schemeClr val="accent1">
                    <a:lumMod val="75000"/>
                  </a:schemeClr>
                </a:solidFill>
              </a:rPr>
              <a:t>A British MNC - a</a:t>
            </a:r>
            <a:r>
              <a:rPr lang="en-US" sz="1600">
                <a:solidFill>
                  <a:schemeClr val="accent1">
                    <a:lumMod val="75000"/>
                  </a:schemeClr>
                </a:solidFill>
              </a:rPr>
              <a:t> </a:t>
            </a:r>
            <a:r>
              <a:rPr lang="en-US" sz="1600" b="1">
                <a:solidFill>
                  <a:schemeClr val="accent1">
                    <a:lumMod val="75000"/>
                  </a:schemeClr>
                </a:solidFill>
              </a:rPr>
              <a:t>global leader in consumer goods </a:t>
            </a:r>
            <a:endParaRPr lang="en-GB" sz="1600">
              <a:solidFill>
                <a:schemeClr val="accent1">
                  <a:lumMod val="75000"/>
                </a:schemeClr>
              </a:solidFill>
            </a:endParaRPr>
          </a:p>
        </p:txBody>
      </p:sp>
      <p:sp>
        <p:nvSpPr>
          <p:cNvPr id="12" name="TextBox 11">
            <a:extLst>
              <a:ext uri="{FF2B5EF4-FFF2-40B4-BE49-F238E27FC236}">
                <a16:creationId xmlns:a16="http://schemas.microsoft.com/office/drawing/2014/main" id="{C84361BF-88BE-4CF4-8881-96AB0E02DACF}"/>
              </a:ext>
            </a:extLst>
          </p:cNvPr>
          <p:cNvSpPr txBox="1"/>
          <p:nvPr/>
        </p:nvSpPr>
        <p:spPr>
          <a:xfrm>
            <a:off x="370987" y="1570110"/>
            <a:ext cx="2855309" cy="428011"/>
          </a:xfrm>
          <a:prstGeom prst="rect">
            <a:avLst/>
          </a:prstGeom>
          <a:solidFill>
            <a:schemeClr val="accent1">
              <a:lumMod val="20000"/>
              <a:lumOff val="80000"/>
            </a:schemeClr>
          </a:solidFill>
        </p:spPr>
        <p:txBody>
          <a:bodyPr wrap="square" lIns="0" tIns="0" rIns="0" bIns="0" rtlCol="0">
            <a:noAutofit/>
          </a:bodyPr>
          <a:lstStyle/>
          <a:p>
            <a:pPr algn="ctr"/>
            <a:r>
              <a:rPr lang="en-US" sz="1600" b="1">
                <a:solidFill>
                  <a:schemeClr val="accent1">
                    <a:lumMod val="75000"/>
                  </a:schemeClr>
                </a:solidFill>
              </a:rPr>
              <a:t>An Indian MNC - global leader in IT services</a:t>
            </a:r>
            <a:endParaRPr lang="en-GB" sz="1600">
              <a:solidFill>
                <a:schemeClr val="accent1">
                  <a:lumMod val="75000"/>
                </a:schemeClr>
              </a:solidFill>
            </a:endParaRPr>
          </a:p>
        </p:txBody>
      </p:sp>
      <p:sp>
        <p:nvSpPr>
          <p:cNvPr id="16" name="TextBox 15">
            <a:extLst>
              <a:ext uri="{FF2B5EF4-FFF2-40B4-BE49-F238E27FC236}">
                <a16:creationId xmlns:a16="http://schemas.microsoft.com/office/drawing/2014/main" id="{E6BECDCD-1418-8E7D-1AB9-C88E1E23059E}"/>
              </a:ext>
            </a:extLst>
          </p:cNvPr>
          <p:cNvSpPr txBox="1"/>
          <p:nvPr/>
        </p:nvSpPr>
        <p:spPr>
          <a:xfrm>
            <a:off x="170852" y="2776324"/>
            <a:ext cx="3255577" cy="3724096"/>
          </a:xfrm>
          <a:prstGeom prst="rect">
            <a:avLst/>
          </a:prstGeom>
          <a:solidFill>
            <a:schemeClr val="accent1">
              <a:lumMod val="20000"/>
              <a:lumOff val="80000"/>
            </a:schemeClr>
          </a:solidFill>
        </p:spPr>
        <p:txBody>
          <a:bodyPr wrap="square" lIns="91440" tIns="45720" rIns="91440" bIns="45720" anchor="t">
            <a:spAutoFit/>
          </a:bodyPr>
          <a:lstStyle/>
          <a:p>
            <a:pPr marL="285750" lvl="0" indent="-285750">
              <a:buSzPct val="97000"/>
              <a:buFont typeface="Courier New"/>
              <a:buChar char="o"/>
            </a:pPr>
            <a:r>
              <a:rPr lang="en-US" sz="1400" b="1"/>
              <a:t>Stakeholder Engagement</a:t>
            </a:r>
            <a:r>
              <a:rPr lang="en-US" sz="1400"/>
              <a:t>: Regular interaction with diverse stakeholders to identify a broad funnel of issues important to each of the constituencies</a:t>
            </a:r>
            <a:endParaRPr lang="en-US">
              <a:cs typeface="Arial"/>
            </a:endParaRPr>
          </a:p>
          <a:p>
            <a:pPr marL="285750" lvl="0" indent="-285750">
              <a:buSzPct val="97000"/>
              <a:buFont typeface="Courier New" panose="020B0604020202020204" pitchFamily="34" charset="0"/>
              <a:buChar char="o"/>
            </a:pPr>
            <a:endParaRPr lang="en-US" sz="1400">
              <a:cs typeface="Arial"/>
            </a:endParaRPr>
          </a:p>
          <a:p>
            <a:pPr marL="285750" lvl="0" indent="-285750">
              <a:buSzPct val="97000"/>
              <a:buFont typeface="Courier New" panose="020B0604020202020204" pitchFamily="34" charset="0"/>
              <a:buChar char="o"/>
            </a:pPr>
            <a:r>
              <a:rPr lang="en-US" sz="1400" b="1"/>
              <a:t>Enterprise Risk Management : </a:t>
            </a:r>
            <a:r>
              <a:rPr lang="en-US" sz="1400"/>
              <a:t>Applies a comprehensive approach to manage strategic, financial and operational risks</a:t>
            </a:r>
            <a:endParaRPr lang="en-US" sz="1400">
              <a:cs typeface="Arial"/>
            </a:endParaRPr>
          </a:p>
          <a:p>
            <a:pPr marL="285750" lvl="0" indent="-285750">
              <a:buSzPct val="97000"/>
              <a:buFont typeface="Courier New" panose="020B0604020202020204" pitchFamily="34" charset="0"/>
              <a:buChar char="o"/>
            </a:pPr>
            <a:endParaRPr lang="en-US" sz="1400">
              <a:cs typeface="Arial"/>
            </a:endParaRPr>
          </a:p>
          <a:p>
            <a:pPr marL="285750" lvl="0" indent="-285750">
              <a:buSzPct val="97000"/>
              <a:buFont typeface="Courier New" panose="020B0604020202020204" pitchFamily="34" charset="0"/>
              <a:buChar char="o"/>
            </a:pPr>
            <a:r>
              <a:rPr lang="en-US" sz="1400" b="1"/>
              <a:t>ESG Integration : </a:t>
            </a:r>
            <a:r>
              <a:rPr lang="en-US" sz="1400"/>
              <a:t>Recognized for  strong ESG performance, reinforcing commitment to sustainability, transparency and governance</a:t>
            </a:r>
            <a:endParaRPr lang="en-US" sz="1400">
              <a:cs typeface="Arial"/>
            </a:endParaRPr>
          </a:p>
          <a:p>
            <a:pPr marL="285750" lvl="0" indent="-285750">
              <a:buSzPct val="97000"/>
              <a:buFont typeface="Courier New" panose="020B0604020202020204" pitchFamily="34" charset="0"/>
              <a:buChar char="o"/>
            </a:pPr>
            <a:endParaRPr lang="en-US" sz="1200">
              <a:cs typeface="Arial"/>
            </a:endParaRPr>
          </a:p>
        </p:txBody>
      </p:sp>
      <p:sp>
        <p:nvSpPr>
          <p:cNvPr id="2" name="Rectangle 1">
            <a:extLst>
              <a:ext uri="{FF2B5EF4-FFF2-40B4-BE49-F238E27FC236}">
                <a16:creationId xmlns:a16="http://schemas.microsoft.com/office/drawing/2014/main" id="{B4DBFF8B-7474-EC81-3A85-73BAFA68B3DB}"/>
              </a:ext>
            </a:extLst>
          </p:cNvPr>
          <p:cNvSpPr/>
          <p:nvPr/>
        </p:nvSpPr>
        <p:spPr>
          <a:xfrm>
            <a:off x="-18150" y="-17393"/>
            <a:ext cx="12210150" cy="77535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sz="2400" b="1">
                <a:latin typeface="+mj-lt"/>
              </a:rPr>
              <a:t>Corporate Governance Strength -  India &amp; Global benchmarks and best practices</a:t>
            </a:r>
            <a:endParaRPr lang="en-GB" sz="2400">
              <a:latin typeface="+mj-lt"/>
            </a:endParaRPr>
          </a:p>
        </p:txBody>
      </p:sp>
      <p:sp>
        <p:nvSpPr>
          <p:cNvPr id="6" name="Rectangle 5">
            <a:extLst>
              <a:ext uri="{FF2B5EF4-FFF2-40B4-BE49-F238E27FC236}">
                <a16:creationId xmlns:a16="http://schemas.microsoft.com/office/drawing/2014/main" id="{D07F0E79-4075-B477-8BE7-0E22D475B1E6}"/>
              </a:ext>
            </a:extLst>
          </p:cNvPr>
          <p:cNvSpPr/>
          <p:nvPr/>
        </p:nvSpPr>
        <p:spPr>
          <a:xfrm>
            <a:off x="15035" y="6655982"/>
            <a:ext cx="3903606" cy="19615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018C9B87-6E3D-9A32-DA92-B93FDFCF91DA}"/>
              </a:ext>
            </a:extLst>
          </p:cNvPr>
          <p:cNvSpPr/>
          <p:nvPr/>
        </p:nvSpPr>
        <p:spPr>
          <a:xfrm>
            <a:off x="3951826" y="6655982"/>
            <a:ext cx="4065291" cy="211657"/>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5FC1EBEE-9A14-5D2D-CD12-06A3CDAE47E7}"/>
              </a:ext>
            </a:extLst>
          </p:cNvPr>
          <p:cNvSpPr/>
          <p:nvPr/>
        </p:nvSpPr>
        <p:spPr>
          <a:xfrm>
            <a:off x="8042784" y="6655982"/>
            <a:ext cx="4134181" cy="20201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223F7C55-1947-35D0-4037-72A29AE00010}"/>
              </a:ext>
            </a:extLst>
          </p:cNvPr>
          <p:cNvSpPr txBox="1"/>
          <p:nvPr/>
        </p:nvSpPr>
        <p:spPr>
          <a:xfrm>
            <a:off x="4134166" y="2779382"/>
            <a:ext cx="3715079" cy="3108543"/>
          </a:xfrm>
          <a:prstGeom prst="rect">
            <a:avLst/>
          </a:prstGeom>
          <a:solidFill>
            <a:schemeClr val="bg2"/>
          </a:solidFill>
        </p:spPr>
        <p:txBody>
          <a:bodyPr wrap="square" lIns="91440" tIns="45720" rIns="91440" bIns="45720" anchor="t">
            <a:spAutoFit/>
          </a:bodyPr>
          <a:lstStyle/>
          <a:p>
            <a:pPr marL="285750" lvl="0" indent="-285750">
              <a:buSzPct val="97000"/>
              <a:buFont typeface="Courier New"/>
              <a:buChar char="o"/>
            </a:pPr>
            <a:r>
              <a:rPr lang="en-US" sz="1400" b="1"/>
              <a:t>Global Board Model</a:t>
            </a:r>
            <a:r>
              <a:rPr lang="en-US" sz="1400"/>
              <a:t>: Operates boards in both UK &amp; Netherlands for diverse oversight.</a:t>
            </a:r>
            <a:endParaRPr lang="en-US">
              <a:cs typeface="Arial"/>
            </a:endParaRPr>
          </a:p>
          <a:p>
            <a:pPr marL="285750" lvl="0" indent="-285750">
              <a:buSzPct val="97000"/>
              <a:buFont typeface="Courier New" panose="020B0604020202020204" pitchFamily="34" charset="0"/>
              <a:buChar char="o"/>
            </a:pPr>
            <a:endParaRPr lang="en-US" sz="1400">
              <a:cs typeface="Arial"/>
            </a:endParaRPr>
          </a:p>
          <a:p>
            <a:pPr marL="285750" lvl="0" indent="-285750">
              <a:buSzPct val="97000"/>
              <a:buFont typeface="Courier New" panose="020B0604020202020204" pitchFamily="34" charset="0"/>
              <a:buChar char="o"/>
            </a:pPr>
            <a:r>
              <a:rPr lang="en-US" sz="1400" b="1"/>
              <a:t>ESG Integration</a:t>
            </a:r>
            <a:r>
              <a:rPr lang="en-US" sz="1400"/>
              <a:t>: ESG is central; focus on climate, nature, plastics and livelihoods</a:t>
            </a:r>
            <a:endParaRPr lang="en-US" sz="1400">
              <a:cs typeface="Arial"/>
            </a:endParaRPr>
          </a:p>
          <a:p>
            <a:pPr marL="285750" lvl="0" indent="-285750">
              <a:buSzPct val="97000"/>
              <a:buFont typeface="Courier New" panose="020B0604020202020204" pitchFamily="34" charset="0"/>
              <a:buChar char="o"/>
            </a:pPr>
            <a:endParaRPr lang="en-US" sz="1400">
              <a:cs typeface="Arial"/>
            </a:endParaRPr>
          </a:p>
          <a:p>
            <a:pPr marL="285750" lvl="0" indent="-285750">
              <a:buSzPct val="97000"/>
              <a:buFont typeface="Courier New" panose="020B0604020202020204" pitchFamily="34" charset="0"/>
              <a:buChar char="o"/>
            </a:pPr>
            <a:r>
              <a:rPr lang="en-US" sz="1400" b="1"/>
              <a:t>Transparency &amp; Disclosure: </a:t>
            </a:r>
            <a:r>
              <a:rPr lang="en-US" sz="1400"/>
              <a:t>Public Policies (Board Diversity, Board Workforce Engagement Policies) are published. The Company keeps its policies, </a:t>
            </a:r>
            <a:r>
              <a:rPr lang="en-US" sz="1400" err="1"/>
              <a:t>AoA</a:t>
            </a:r>
            <a:r>
              <a:rPr lang="en-US" sz="1400"/>
              <a:t> etc. accessible.  </a:t>
            </a:r>
            <a:endParaRPr lang="en-US" sz="1400">
              <a:cs typeface="Arial"/>
            </a:endParaRPr>
          </a:p>
          <a:p>
            <a:pPr marL="285750" lvl="0" indent="-285750">
              <a:buSzPct val="97000"/>
              <a:buFont typeface="Courier New" panose="020B0604020202020204" pitchFamily="34" charset="0"/>
              <a:buChar char="o"/>
            </a:pPr>
            <a:endParaRPr lang="en-US" sz="1400">
              <a:cs typeface="Arial"/>
            </a:endParaRPr>
          </a:p>
        </p:txBody>
      </p:sp>
      <p:sp>
        <p:nvSpPr>
          <p:cNvPr id="24" name="TextBox 23">
            <a:extLst>
              <a:ext uri="{FF2B5EF4-FFF2-40B4-BE49-F238E27FC236}">
                <a16:creationId xmlns:a16="http://schemas.microsoft.com/office/drawing/2014/main" id="{8CF55D04-D4BA-0524-EE1B-EFAAC48BCBA1}"/>
              </a:ext>
            </a:extLst>
          </p:cNvPr>
          <p:cNvSpPr txBox="1"/>
          <p:nvPr/>
        </p:nvSpPr>
        <p:spPr>
          <a:xfrm>
            <a:off x="8712636" y="1509803"/>
            <a:ext cx="2707438" cy="428011"/>
          </a:xfrm>
          <a:prstGeom prst="rect">
            <a:avLst/>
          </a:prstGeom>
          <a:solidFill>
            <a:schemeClr val="accent1">
              <a:lumMod val="20000"/>
              <a:lumOff val="80000"/>
            </a:schemeClr>
          </a:solidFill>
        </p:spPr>
        <p:txBody>
          <a:bodyPr wrap="square" lIns="0" tIns="0" rIns="0" bIns="0" rtlCol="0">
            <a:noAutofit/>
          </a:bodyPr>
          <a:lstStyle/>
          <a:p>
            <a:pPr algn="ctr"/>
            <a:r>
              <a:rPr lang="en-US" sz="1600" b="1">
                <a:solidFill>
                  <a:schemeClr val="accent1">
                    <a:lumMod val="75000"/>
                  </a:schemeClr>
                </a:solidFill>
              </a:rPr>
              <a:t> An Indian MNC - global leader in next-generation digital services</a:t>
            </a:r>
            <a:endParaRPr lang="en-GB" sz="1600">
              <a:solidFill>
                <a:schemeClr val="accent1">
                  <a:lumMod val="75000"/>
                </a:schemeClr>
              </a:solidFill>
            </a:endParaRPr>
          </a:p>
        </p:txBody>
      </p:sp>
    </p:spTree>
    <p:custDataLst>
      <p:custData r:id="rId1"/>
    </p:custDataLst>
    <p:extLst>
      <p:ext uri="{BB962C8B-B14F-4D97-AF65-F5344CB8AC3E}">
        <p14:creationId xmlns:p14="http://schemas.microsoft.com/office/powerpoint/2010/main" val="39732244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D7406-A0F1-18B5-D3FE-59696799F921}"/>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2B196586-6AA5-A173-BAA6-35DAF2782945}"/>
              </a:ext>
            </a:extLst>
          </p:cNvPr>
          <p:cNvSpPr/>
          <p:nvPr/>
        </p:nvSpPr>
        <p:spPr>
          <a:xfrm>
            <a:off x="0" y="413592"/>
            <a:ext cx="4199860" cy="6454704"/>
          </a:xfrm>
          <a:prstGeom prst="rect">
            <a:avLst/>
          </a:prstGeom>
          <a:solidFill>
            <a:schemeClr val="accent4">
              <a:lumMod val="20000"/>
              <a:lumOff val="80000"/>
            </a:schemeClr>
          </a:solidFill>
          <a:ln>
            <a:solidFill>
              <a:srgbClr val="FD5108"/>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Rectangle 13">
            <a:extLst>
              <a:ext uri="{FF2B5EF4-FFF2-40B4-BE49-F238E27FC236}">
                <a16:creationId xmlns:a16="http://schemas.microsoft.com/office/drawing/2014/main" id="{4F691880-06EC-4B33-E218-0610289FFF09}"/>
              </a:ext>
            </a:extLst>
          </p:cNvPr>
          <p:cNvSpPr/>
          <p:nvPr/>
        </p:nvSpPr>
        <p:spPr>
          <a:xfrm>
            <a:off x="4218010" y="491325"/>
            <a:ext cx="4199860" cy="6366211"/>
          </a:xfrm>
          <a:prstGeom prst="rect">
            <a:avLst/>
          </a:prstGeom>
          <a:solidFill>
            <a:schemeClr val="accent1">
              <a:lumMod val="20000"/>
              <a:lumOff val="80000"/>
            </a:schemeClr>
          </a:solidFill>
          <a:ln>
            <a:solidFill>
              <a:srgbClr val="FD5108"/>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spcAft>
                <a:spcPts val="600"/>
              </a:spcAft>
              <a:buFont typeface="Arial,Sans-Serif"/>
              <a:buChar char="•"/>
            </a:pPr>
            <a:endParaRPr lang="en-US" sz="1400">
              <a:solidFill>
                <a:schemeClr val="tx1"/>
              </a:solidFill>
              <a:cs typeface="Arial"/>
            </a:endParaRPr>
          </a:p>
        </p:txBody>
      </p:sp>
      <p:sp>
        <p:nvSpPr>
          <p:cNvPr id="15" name="Rectangle 14">
            <a:extLst>
              <a:ext uri="{FF2B5EF4-FFF2-40B4-BE49-F238E27FC236}">
                <a16:creationId xmlns:a16="http://schemas.microsoft.com/office/drawing/2014/main" id="{337E0C42-028A-768E-9C60-64BFF06A7719}"/>
              </a:ext>
            </a:extLst>
          </p:cNvPr>
          <p:cNvSpPr/>
          <p:nvPr/>
        </p:nvSpPr>
        <p:spPr>
          <a:xfrm>
            <a:off x="8385607" y="393406"/>
            <a:ext cx="3806393" cy="6470306"/>
          </a:xfrm>
          <a:prstGeom prst="rect">
            <a:avLst/>
          </a:prstGeom>
          <a:solidFill>
            <a:schemeClr val="bg2"/>
          </a:solidFill>
          <a:ln>
            <a:solidFill>
              <a:srgbClr val="FD5108"/>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b="1">
              <a:solidFill>
                <a:schemeClr val="tx1"/>
              </a:solidFill>
            </a:endParaRPr>
          </a:p>
        </p:txBody>
      </p:sp>
      <p:sp>
        <p:nvSpPr>
          <p:cNvPr id="23" name="TextBox 22">
            <a:extLst>
              <a:ext uri="{FF2B5EF4-FFF2-40B4-BE49-F238E27FC236}">
                <a16:creationId xmlns:a16="http://schemas.microsoft.com/office/drawing/2014/main" id="{83559EA9-8CFA-CD0E-AC6F-98DBF907AA78}"/>
              </a:ext>
            </a:extLst>
          </p:cNvPr>
          <p:cNvSpPr txBox="1"/>
          <p:nvPr/>
        </p:nvSpPr>
        <p:spPr>
          <a:xfrm>
            <a:off x="825267" y="1653269"/>
            <a:ext cx="2530272" cy="305891"/>
          </a:xfrm>
          <a:prstGeom prst="rect">
            <a:avLst/>
          </a:prstGeom>
          <a:solidFill>
            <a:schemeClr val="accent4">
              <a:lumMod val="20000"/>
              <a:lumOff val="80000"/>
            </a:schemeClr>
          </a:solidFill>
        </p:spPr>
        <p:txBody>
          <a:bodyPr wrap="square" lIns="0" tIns="0" rIns="0" bIns="0" rtlCol="0">
            <a:noAutofit/>
          </a:bodyPr>
          <a:lstStyle/>
          <a:p>
            <a:pPr algn="ctr"/>
            <a:r>
              <a:rPr lang="en-US" sz="1600" b="1">
                <a:solidFill>
                  <a:schemeClr val="accent1">
                    <a:lumMod val="75000"/>
                  </a:schemeClr>
                </a:solidFill>
              </a:rPr>
              <a:t>An American multinational technology conglomerate</a:t>
            </a:r>
            <a:endParaRPr lang="en-GB" sz="1600">
              <a:solidFill>
                <a:schemeClr val="accent1">
                  <a:lumMod val="75000"/>
                </a:schemeClr>
              </a:solidFill>
            </a:endParaRPr>
          </a:p>
        </p:txBody>
      </p:sp>
      <p:sp>
        <p:nvSpPr>
          <p:cNvPr id="25" name="TextBox 24">
            <a:extLst>
              <a:ext uri="{FF2B5EF4-FFF2-40B4-BE49-F238E27FC236}">
                <a16:creationId xmlns:a16="http://schemas.microsoft.com/office/drawing/2014/main" id="{41B7F21E-85BF-044A-82D9-87EB3BF99942}"/>
              </a:ext>
            </a:extLst>
          </p:cNvPr>
          <p:cNvSpPr txBox="1"/>
          <p:nvPr/>
        </p:nvSpPr>
        <p:spPr>
          <a:xfrm>
            <a:off x="254732" y="2856517"/>
            <a:ext cx="3583698" cy="3231654"/>
          </a:xfrm>
          <a:prstGeom prst="rect">
            <a:avLst/>
          </a:prstGeom>
          <a:solidFill>
            <a:schemeClr val="accent4">
              <a:lumMod val="20000"/>
              <a:lumOff val="80000"/>
            </a:schemeClr>
          </a:solidFill>
          <a:effectLst/>
        </p:spPr>
        <p:txBody>
          <a:bodyPr wrap="square" lIns="91440" tIns="45720" rIns="91440" bIns="45720" anchor="t">
            <a:spAutoFit/>
          </a:bodyPr>
          <a:lstStyle/>
          <a:p>
            <a:pPr marL="285750" indent="-285750" fontAlgn="base">
              <a:buFont typeface="Courier New"/>
              <a:buChar char="o"/>
            </a:pPr>
            <a:r>
              <a:rPr lang="en-US" sz="1400" b="1"/>
              <a:t>Shareholder engagement: </a:t>
            </a:r>
            <a:r>
              <a:rPr lang="en-US" sz="1400"/>
              <a:t>Conduct regular shareholder engagement, including votes on executive pay and climate progress (Say-on-Pay)  </a:t>
            </a:r>
            <a:endParaRPr lang="en-US">
              <a:cs typeface="Arial"/>
            </a:endParaRPr>
          </a:p>
          <a:p>
            <a:pPr marL="285750" indent="-285750" fontAlgn="base">
              <a:buFont typeface="Courier New" panose="020B0604020202020204" pitchFamily="34" charset="0"/>
              <a:buChar char="o"/>
            </a:pPr>
            <a:endParaRPr lang="en-US" sz="1400">
              <a:cs typeface="Arial"/>
            </a:endParaRPr>
          </a:p>
          <a:p>
            <a:pPr marL="285750" indent="-285750" fontAlgn="base">
              <a:buFont typeface="Courier New" panose="020B0604020202020204" pitchFamily="34" charset="0"/>
              <a:buChar char="o"/>
            </a:pPr>
            <a:r>
              <a:rPr lang="en-US" sz="1400" b="1"/>
              <a:t>ESG Integration </a:t>
            </a:r>
            <a:r>
              <a:rPr lang="en-US" sz="1400"/>
              <a:t>: The Company ties ESG goals to executive pay and ensures senior-level oversight. Targets carbon negativity by 2030 with third-party verified ESG reports.</a:t>
            </a:r>
            <a:br>
              <a:rPr lang="en-US" sz="1400"/>
            </a:br>
            <a:r>
              <a:rPr lang="en-US" sz="1400"/>
              <a:t>Strong DEI (Diversity, Equity, and Inclusion) governance is maintained dashboards.</a:t>
            </a:r>
          </a:p>
          <a:p>
            <a:pPr marL="285750" indent="-285750" fontAlgn="base">
              <a:buFont typeface="Courier New" panose="020B0604020202020204" pitchFamily="34" charset="0"/>
              <a:buChar char="o"/>
            </a:pPr>
            <a:endParaRPr lang="en-US" sz="1400">
              <a:cs typeface="Arial"/>
            </a:endParaRPr>
          </a:p>
        </p:txBody>
      </p:sp>
      <p:sp>
        <p:nvSpPr>
          <p:cNvPr id="30" name="TextBox 29">
            <a:extLst>
              <a:ext uri="{FF2B5EF4-FFF2-40B4-BE49-F238E27FC236}">
                <a16:creationId xmlns:a16="http://schemas.microsoft.com/office/drawing/2014/main" id="{04E10D71-38B4-7E3C-74A4-2E302346F7C0}"/>
              </a:ext>
            </a:extLst>
          </p:cNvPr>
          <p:cNvSpPr txBox="1"/>
          <p:nvPr/>
        </p:nvSpPr>
        <p:spPr>
          <a:xfrm>
            <a:off x="9269266" y="1705161"/>
            <a:ext cx="2500499" cy="819003"/>
          </a:xfrm>
          <a:prstGeom prst="rect">
            <a:avLst/>
          </a:prstGeom>
          <a:solidFill>
            <a:schemeClr val="bg2"/>
          </a:solidFill>
        </p:spPr>
        <p:txBody>
          <a:bodyPr wrap="square" lIns="0" tIns="0" rIns="0" bIns="0" rtlCol="0">
            <a:noAutofit/>
          </a:bodyPr>
          <a:lstStyle/>
          <a:p>
            <a:pPr algn="ctr"/>
            <a:r>
              <a:rPr lang="en-US" sz="1600" b="1">
                <a:solidFill>
                  <a:schemeClr val="accent1">
                    <a:lumMod val="75000"/>
                  </a:schemeClr>
                </a:solidFill>
              </a:rPr>
              <a:t>A Swiss-based MNC -  largest food company in the world</a:t>
            </a:r>
            <a:endParaRPr lang="en-GB" sz="1600" b="1">
              <a:solidFill>
                <a:schemeClr val="accent1">
                  <a:lumMod val="75000"/>
                </a:schemeClr>
              </a:solidFill>
            </a:endParaRPr>
          </a:p>
        </p:txBody>
      </p:sp>
      <p:sp>
        <p:nvSpPr>
          <p:cNvPr id="31" name="TextBox 30">
            <a:extLst>
              <a:ext uri="{FF2B5EF4-FFF2-40B4-BE49-F238E27FC236}">
                <a16:creationId xmlns:a16="http://schemas.microsoft.com/office/drawing/2014/main" id="{0EFA3264-98D7-47F7-AC33-5B124F0047BA}"/>
              </a:ext>
            </a:extLst>
          </p:cNvPr>
          <p:cNvSpPr txBox="1"/>
          <p:nvPr/>
        </p:nvSpPr>
        <p:spPr>
          <a:xfrm>
            <a:off x="8633637" y="2891562"/>
            <a:ext cx="3469316" cy="2462213"/>
          </a:xfrm>
          <a:prstGeom prst="rect">
            <a:avLst/>
          </a:prstGeom>
          <a:solidFill>
            <a:schemeClr val="bg2"/>
          </a:solidFill>
          <a:effectLst/>
        </p:spPr>
        <p:txBody>
          <a:bodyPr wrap="square" lIns="91440" tIns="45720" rIns="91440" bIns="45720" anchor="t">
            <a:spAutoFit/>
          </a:bodyPr>
          <a:lstStyle/>
          <a:p>
            <a:pPr marL="285750" indent="-285750" fontAlgn="base">
              <a:buFont typeface="Courier New"/>
              <a:buChar char="o"/>
            </a:pPr>
            <a:r>
              <a:rPr lang="en-US" sz="1400" b="1">
                <a:ea typeface="+mn-lt"/>
                <a:cs typeface="+mn-lt"/>
              </a:rPr>
              <a:t>Corporate governance structure: </a:t>
            </a:r>
            <a:r>
              <a:rPr lang="en-US" sz="1400">
                <a:ea typeface="+mn-lt"/>
                <a:cs typeface="+mn-lt"/>
              </a:rPr>
              <a:t>Comprehensive structure including a clear division of responsibilities between the board and management. </a:t>
            </a:r>
            <a:endParaRPr lang="en-US">
              <a:cs typeface="Arial"/>
            </a:endParaRPr>
          </a:p>
          <a:p>
            <a:pPr fontAlgn="base"/>
            <a:endParaRPr lang="en-US" sz="1400">
              <a:ea typeface="+mn-lt"/>
              <a:cs typeface="+mn-lt"/>
            </a:endParaRPr>
          </a:p>
          <a:p>
            <a:pPr marL="285750" indent="-285750" fontAlgn="base">
              <a:buFont typeface="Courier New" panose="020B0604020202020204" pitchFamily="34" charset="0"/>
              <a:buChar char="o"/>
            </a:pPr>
            <a:r>
              <a:rPr lang="en-US" sz="1400" b="1">
                <a:ea typeface="+mn-lt"/>
                <a:cs typeface="+mn-lt"/>
              </a:rPr>
              <a:t>Stakeholder engagement: </a:t>
            </a:r>
            <a:r>
              <a:rPr lang="en-US" sz="1400">
                <a:ea typeface="+mn-lt"/>
                <a:cs typeface="+mn-lt"/>
              </a:rPr>
              <a:t>The company regularly engages with stakeholders and provides detailed disclosures. Has a commitment to strong ethical culture with a Speak-up platform for its stakeholders.</a:t>
            </a:r>
          </a:p>
        </p:txBody>
      </p:sp>
      <p:sp>
        <p:nvSpPr>
          <p:cNvPr id="8" name="Rectangle 7">
            <a:extLst>
              <a:ext uri="{FF2B5EF4-FFF2-40B4-BE49-F238E27FC236}">
                <a16:creationId xmlns:a16="http://schemas.microsoft.com/office/drawing/2014/main" id="{6A402737-9146-0FA7-4F4F-96E593AA7B5D}"/>
              </a:ext>
            </a:extLst>
          </p:cNvPr>
          <p:cNvSpPr/>
          <p:nvPr/>
        </p:nvSpPr>
        <p:spPr>
          <a:xfrm>
            <a:off x="-1" y="6666024"/>
            <a:ext cx="4199859" cy="202609"/>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61D32D20-6B65-E6C0-1570-42DEF029A70C}"/>
              </a:ext>
            </a:extLst>
          </p:cNvPr>
          <p:cNvSpPr/>
          <p:nvPr/>
        </p:nvSpPr>
        <p:spPr>
          <a:xfrm>
            <a:off x="4203630" y="6666024"/>
            <a:ext cx="4192578" cy="19151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E5B906C1-4117-8E22-5657-579EE1B72306}"/>
              </a:ext>
            </a:extLst>
          </p:cNvPr>
          <p:cNvSpPr/>
          <p:nvPr/>
        </p:nvSpPr>
        <p:spPr>
          <a:xfrm>
            <a:off x="8408943" y="6662871"/>
            <a:ext cx="3789918" cy="191834"/>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62A0717D-95C0-808E-CC99-45B895AB3249}"/>
              </a:ext>
            </a:extLst>
          </p:cNvPr>
          <p:cNvSpPr/>
          <p:nvPr/>
        </p:nvSpPr>
        <p:spPr>
          <a:xfrm>
            <a:off x="-18150" y="-17393"/>
            <a:ext cx="12210150" cy="77535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2400" b="1">
                <a:latin typeface="+mj-lt"/>
              </a:rPr>
              <a:t>Corporate Governance Strength -  India &amp; Global benchmarks and best practices</a:t>
            </a:r>
            <a:endParaRPr lang="en-GB" sz="2400">
              <a:latin typeface="+mj-lt"/>
            </a:endParaRPr>
          </a:p>
        </p:txBody>
      </p:sp>
      <p:sp>
        <p:nvSpPr>
          <p:cNvPr id="5" name="TextBox 4">
            <a:extLst>
              <a:ext uri="{FF2B5EF4-FFF2-40B4-BE49-F238E27FC236}">
                <a16:creationId xmlns:a16="http://schemas.microsoft.com/office/drawing/2014/main" id="{519A0D66-CD9D-C5A2-9E4F-599C089D9D65}"/>
              </a:ext>
            </a:extLst>
          </p:cNvPr>
          <p:cNvSpPr txBox="1"/>
          <p:nvPr/>
        </p:nvSpPr>
        <p:spPr>
          <a:xfrm>
            <a:off x="4500160" y="2889174"/>
            <a:ext cx="3583698" cy="3123932"/>
          </a:xfrm>
          <a:prstGeom prst="rect">
            <a:avLst/>
          </a:prstGeom>
          <a:solidFill>
            <a:schemeClr val="accent1">
              <a:lumMod val="20000"/>
              <a:lumOff val="80000"/>
            </a:schemeClr>
          </a:solidFill>
          <a:effectLst/>
        </p:spPr>
        <p:txBody>
          <a:bodyPr wrap="square" lIns="91440" tIns="45720" rIns="91440" bIns="45720" anchor="t">
            <a:spAutoFit/>
          </a:bodyPr>
          <a:lstStyle/>
          <a:p>
            <a:pPr marL="285750" indent="-285750" fontAlgn="base">
              <a:spcAft>
                <a:spcPts val="600"/>
              </a:spcAft>
              <a:buFont typeface="Courier New"/>
              <a:buChar char="o"/>
            </a:pPr>
            <a:r>
              <a:rPr lang="en-US" sz="1400" b="1"/>
              <a:t>ESG integration:</a:t>
            </a:r>
            <a:r>
              <a:rPr lang="en-US" sz="1400"/>
              <a:t> </a:t>
            </a:r>
            <a:r>
              <a:rPr lang="en-US" sz="1400">
                <a:ea typeface="+mn-lt"/>
                <a:cs typeface="+mn-lt"/>
              </a:rPr>
              <a:t>The Company’s governance framework establishes a structured process for developing and implementing a comprehensive sustainability agenda, ensuring effective decision-making in this critical area.</a:t>
            </a:r>
            <a:endParaRPr lang="en-GB" sz="1400">
              <a:ea typeface="+mn-lt"/>
              <a:cs typeface="+mn-lt"/>
            </a:endParaRPr>
          </a:p>
          <a:p>
            <a:pPr marL="285750" indent="-285750">
              <a:spcAft>
                <a:spcPts val="600"/>
              </a:spcAft>
              <a:buFont typeface="Courier New"/>
              <a:buChar char="o"/>
            </a:pPr>
            <a:endParaRPr lang="en-US" sz="700" b="1">
              <a:ea typeface="+mn-lt"/>
              <a:cs typeface="+mn-lt"/>
            </a:endParaRPr>
          </a:p>
          <a:p>
            <a:pPr marL="285750" indent="-285750">
              <a:spcAft>
                <a:spcPts val="600"/>
              </a:spcAft>
              <a:buFont typeface="Courier New"/>
              <a:buChar char="o"/>
            </a:pPr>
            <a:r>
              <a:rPr lang="en-US" sz="1400" b="1">
                <a:ea typeface="+mn-lt"/>
                <a:cs typeface="+mn-lt"/>
              </a:rPr>
              <a:t>Board Governance: </a:t>
            </a:r>
            <a:r>
              <a:rPr lang="en-US" sz="1400">
                <a:ea typeface="+mn-lt"/>
                <a:cs typeface="+mn-lt"/>
              </a:rPr>
              <a:t>Its leadership is guided by a diverse and experienced 14-member Board, ensuring strategic direction and effective governance. </a:t>
            </a:r>
            <a:endParaRPr lang="en-GB" sz="1400">
              <a:cs typeface="Arial"/>
            </a:endParaRPr>
          </a:p>
          <a:p>
            <a:pPr>
              <a:spcAft>
                <a:spcPts val="600"/>
              </a:spcAft>
            </a:pPr>
            <a:endParaRPr lang="en-US" sz="1400">
              <a:cs typeface="Arial"/>
            </a:endParaRPr>
          </a:p>
        </p:txBody>
      </p:sp>
      <p:sp>
        <p:nvSpPr>
          <p:cNvPr id="6" name="TextBox 5">
            <a:extLst>
              <a:ext uri="{FF2B5EF4-FFF2-40B4-BE49-F238E27FC236}">
                <a16:creationId xmlns:a16="http://schemas.microsoft.com/office/drawing/2014/main" id="{4A7566BC-4694-5CDE-DECA-0D92200815FE}"/>
              </a:ext>
            </a:extLst>
          </p:cNvPr>
          <p:cNvSpPr txBox="1"/>
          <p:nvPr/>
        </p:nvSpPr>
        <p:spPr>
          <a:xfrm>
            <a:off x="4650678" y="1657565"/>
            <a:ext cx="3425237" cy="305892"/>
          </a:xfrm>
          <a:prstGeom prst="rect">
            <a:avLst/>
          </a:prstGeom>
          <a:solidFill>
            <a:schemeClr val="accent1">
              <a:lumMod val="20000"/>
              <a:lumOff val="80000"/>
            </a:schemeClr>
          </a:solidFill>
        </p:spPr>
        <p:txBody>
          <a:bodyPr wrap="square" lIns="0" tIns="0" rIns="0" bIns="0" rtlCol="0" anchor="t">
            <a:noAutofit/>
          </a:bodyPr>
          <a:lstStyle/>
          <a:p>
            <a:pPr algn="ctr"/>
            <a:r>
              <a:rPr lang="en-US" sz="1600" b="1">
                <a:solidFill>
                  <a:schemeClr val="accent1">
                    <a:lumMod val="75000"/>
                  </a:schemeClr>
                </a:solidFill>
              </a:rPr>
              <a:t>An Indian Fortune 500 company – a leader in energy, petrochemicals, natural gas, etc.</a:t>
            </a:r>
            <a:endParaRPr lang="en-GB" sz="1600">
              <a:solidFill>
                <a:schemeClr val="accent1">
                  <a:lumMod val="75000"/>
                </a:schemeClr>
              </a:solidFill>
            </a:endParaRPr>
          </a:p>
        </p:txBody>
      </p:sp>
    </p:spTree>
    <p:custDataLst>
      <p:custData r:id="rId1"/>
    </p:custDataLst>
    <p:extLst>
      <p:ext uri="{BB962C8B-B14F-4D97-AF65-F5344CB8AC3E}">
        <p14:creationId xmlns:p14="http://schemas.microsoft.com/office/powerpoint/2010/main" val="18206539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pattFill prst="diagBrick">
          <a:fgClr>
            <a:schemeClr val="accent1">
              <a:lumMod val="40000"/>
              <a:lumOff val="60000"/>
            </a:schemeClr>
          </a:fgClr>
          <a:bgClr>
            <a:schemeClr val="bg1"/>
          </a:bgClr>
        </a:pattFill>
        <a:effectLst/>
      </p:bgPr>
    </p:bg>
    <p:spTree>
      <p:nvGrpSpPr>
        <p:cNvPr id="1" name="">
          <a:extLst>
            <a:ext uri="{FF2B5EF4-FFF2-40B4-BE49-F238E27FC236}">
              <a16:creationId xmlns:a16="http://schemas.microsoft.com/office/drawing/2014/main" id="{28085032-5927-10E1-5B8C-363103FD4CEA}"/>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C4A32B3F-5F23-D941-E63C-BCF4F111BFFD}"/>
              </a:ext>
            </a:extLst>
          </p:cNvPr>
          <p:cNvSpPr>
            <a:spLocks noGrp="1"/>
          </p:cNvSpPr>
          <p:nvPr>
            <p:ph type="body" idx="1"/>
          </p:nvPr>
        </p:nvSpPr>
        <p:spPr>
          <a:xfrm>
            <a:off x="7864214" y="434185"/>
            <a:ext cx="3462095" cy="4924425"/>
          </a:xfrm>
        </p:spPr>
        <p:txBody>
          <a:bodyPr/>
          <a:lstStyle/>
          <a:p>
            <a:r>
              <a:rPr lang="en-GB" sz="40000" noProof="0">
                <a:latin typeface="+mj-lt"/>
              </a:rPr>
              <a:t>5</a:t>
            </a:r>
          </a:p>
        </p:txBody>
      </p:sp>
      <p:sp>
        <p:nvSpPr>
          <p:cNvPr id="2" name="TextBox 1">
            <a:extLst>
              <a:ext uri="{FF2B5EF4-FFF2-40B4-BE49-F238E27FC236}">
                <a16:creationId xmlns:a16="http://schemas.microsoft.com/office/drawing/2014/main" id="{5D42C95F-F27F-7082-0FEF-E5799844B4F1}"/>
              </a:ext>
            </a:extLst>
          </p:cNvPr>
          <p:cNvSpPr txBox="1"/>
          <p:nvPr/>
        </p:nvSpPr>
        <p:spPr>
          <a:xfrm>
            <a:off x="536792" y="4052744"/>
            <a:ext cx="8330762" cy="1222102"/>
          </a:xfrm>
          <a:prstGeom prst="rect">
            <a:avLst/>
          </a:prstGeom>
          <a:noFill/>
        </p:spPr>
        <p:txBody>
          <a:bodyPr wrap="square" lIns="0" tIns="0" rIns="0" bIns="0" rtlCol="0">
            <a:noAutofit/>
          </a:bodyPr>
          <a:lstStyle/>
          <a:p>
            <a:pPr algn="l"/>
            <a:endParaRPr lang="en-GB" sz="4500" b="1">
              <a:latin typeface="+mj-lt"/>
            </a:endParaRPr>
          </a:p>
        </p:txBody>
      </p:sp>
      <p:sp>
        <p:nvSpPr>
          <p:cNvPr id="4" name="TextBox 3">
            <a:extLst>
              <a:ext uri="{FF2B5EF4-FFF2-40B4-BE49-F238E27FC236}">
                <a16:creationId xmlns:a16="http://schemas.microsoft.com/office/drawing/2014/main" id="{7275D176-3FF2-7EA0-41EC-6706A2D63A82}"/>
              </a:ext>
            </a:extLst>
          </p:cNvPr>
          <p:cNvSpPr txBox="1"/>
          <p:nvPr/>
        </p:nvSpPr>
        <p:spPr>
          <a:xfrm>
            <a:off x="689192" y="4205144"/>
            <a:ext cx="8330762" cy="1222102"/>
          </a:xfrm>
          <a:prstGeom prst="rect">
            <a:avLst/>
          </a:prstGeom>
          <a:noFill/>
        </p:spPr>
        <p:txBody>
          <a:bodyPr wrap="square" lIns="0" tIns="0" rIns="0" bIns="0" rtlCol="0" anchor="t">
            <a:noAutofit/>
          </a:bodyPr>
          <a:lstStyle/>
          <a:p>
            <a:r>
              <a:rPr lang="en-US" sz="4000" b="1">
                <a:latin typeface="+mj-lt"/>
              </a:rPr>
              <a:t>Regulatory Frameworks: Indian and Global Governance standards</a:t>
            </a:r>
            <a:endParaRPr lang="en-GB" sz="4000" b="1">
              <a:latin typeface="+mj-lt"/>
            </a:endParaRPr>
          </a:p>
        </p:txBody>
      </p:sp>
    </p:spTree>
    <p:custDataLst>
      <p:custData r:id="rId1"/>
    </p:custDataLst>
    <p:extLst>
      <p:ext uri="{BB962C8B-B14F-4D97-AF65-F5344CB8AC3E}">
        <p14:creationId xmlns:p14="http://schemas.microsoft.com/office/powerpoint/2010/main" val="31075534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333D2-7530-038E-F75D-DF3770C5CD9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63903C3-5E92-FDEF-139F-685EB9BE8C93}"/>
              </a:ext>
            </a:extLst>
          </p:cNvPr>
          <p:cNvSpPr>
            <a:spLocks noGrp="1"/>
          </p:cNvSpPr>
          <p:nvPr>
            <p:ph type="sldNum" sz="quarter" idx="11"/>
          </p:nvPr>
        </p:nvSpPr>
        <p:spPr>
          <a:xfrm>
            <a:off x="10188798" y="6590180"/>
            <a:ext cx="1764792" cy="137160"/>
          </a:xfrm>
          <a:prstGeom prst="rect">
            <a:avLst/>
          </a:prstGeom>
        </p:spPr>
        <p:txBody>
          <a:bodyPr vert="horz" lIns="0" tIns="0" rIns="0" bIns="0" rtlCol="0" anchor="b" anchorCtr="0">
            <a:noAutofit/>
          </a:bodyPr>
          <a:lstStyle>
            <a:defPPr>
              <a:defRPr lang="en-US"/>
            </a:defPPr>
            <a:lvl1pPr marL="0" algn="r" defTabSz="914400" rtl="0" eaLnBrk="1" latinLnBrk="0" hangingPunct="1">
              <a:defRPr sz="75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870704B-CE94-48CC-AF30-84932A1262A7}" type="slidenum">
              <a:rPr lang="en-US" smtClean="0"/>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750" b="0" i="0" u="none" strike="noStrike" kern="1200" cap="none" spc="0" normalizeH="0" baseline="0" noProof="0">
              <a:ln>
                <a:noFill/>
              </a:ln>
              <a:solidFill>
                <a:srgbClr val="000000"/>
              </a:solidFill>
              <a:effectLst/>
              <a:uLnTx/>
              <a:uFillTx/>
              <a:latin typeface="Arial"/>
              <a:ea typeface="+mn-ea"/>
              <a:cs typeface="+mn-cs"/>
            </a:endParaRPr>
          </a:p>
        </p:txBody>
      </p:sp>
      <p:pic>
        <p:nvPicPr>
          <p:cNvPr id="2050" name="Picture 2" descr="Parliament India&quot; Images – Browse 35 Stock Photos, Vectors, and Video |  Adobe Stock">
            <a:extLst>
              <a:ext uri="{FF2B5EF4-FFF2-40B4-BE49-F238E27FC236}">
                <a16:creationId xmlns:a16="http://schemas.microsoft.com/office/drawing/2014/main" id="{0203A5DC-AFE2-5D5A-1925-9819E8E49FD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1866" b="12666"/>
          <a:stretch/>
        </p:blipFill>
        <p:spPr bwMode="auto">
          <a:xfrm>
            <a:off x="3363676" y="1630803"/>
            <a:ext cx="5301128" cy="216800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80F73A7F-4F1B-643C-4923-0B7004FF43C5}"/>
              </a:ext>
            </a:extLst>
          </p:cNvPr>
          <p:cNvGrpSpPr/>
          <p:nvPr/>
        </p:nvGrpSpPr>
        <p:grpSpPr>
          <a:xfrm>
            <a:off x="299130" y="3753285"/>
            <a:ext cx="3536949" cy="2556908"/>
            <a:chOff x="490523" y="3753285"/>
            <a:chExt cx="3536949" cy="2556908"/>
          </a:xfrm>
        </p:grpSpPr>
        <p:sp>
          <p:nvSpPr>
            <p:cNvPr id="149" name="Rectangle 148">
              <a:extLst>
                <a:ext uri="{FF2B5EF4-FFF2-40B4-BE49-F238E27FC236}">
                  <a16:creationId xmlns:a16="http://schemas.microsoft.com/office/drawing/2014/main" id="{444C05C4-694E-216E-7527-2ACA3A964CDC}"/>
                </a:ext>
              </a:extLst>
            </p:cNvPr>
            <p:cNvSpPr/>
            <p:nvPr/>
          </p:nvSpPr>
          <p:spPr>
            <a:xfrm>
              <a:off x="490523" y="3753285"/>
              <a:ext cx="3536949" cy="520996"/>
            </a:xfrm>
            <a:prstGeom prst="rect">
              <a:avLst/>
            </a:prstGeom>
            <a:solidFill>
              <a:schemeClr val="accent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b="1">
                  <a:solidFill>
                    <a:schemeClr val="bg1"/>
                  </a:solidFill>
                </a:rPr>
                <a:t>Companies Act, 2013</a:t>
              </a:r>
            </a:p>
          </p:txBody>
        </p:sp>
        <p:sp>
          <p:nvSpPr>
            <p:cNvPr id="151" name="Rectangle 150">
              <a:extLst>
                <a:ext uri="{FF2B5EF4-FFF2-40B4-BE49-F238E27FC236}">
                  <a16:creationId xmlns:a16="http://schemas.microsoft.com/office/drawing/2014/main" id="{51631C47-C86D-31AF-438B-0D8B53D4CE93}"/>
                </a:ext>
              </a:extLst>
            </p:cNvPr>
            <p:cNvSpPr/>
            <p:nvPr/>
          </p:nvSpPr>
          <p:spPr>
            <a:xfrm>
              <a:off x="516254" y="4325945"/>
              <a:ext cx="3511218" cy="1984248"/>
            </a:xfrm>
            <a:prstGeom prst="rect">
              <a:avLst/>
            </a:prstGeom>
            <a:solidFill>
              <a:schemeClr val="accent5">
                <a:lumMod val="20000"/>
                <a:lumOff val="8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Lays the legal groundwork by defining board roles, independent directors, committees, disclosures, and shareholder rights for transparent governance.</a:t>
              </a:r>
              <a:endParaRPr lang="en-GB" sz="1600">
                <a:solidFill>
                  <a:schemeClr val="tx1"/>
                </a:solidFill>
              </a:endParaRPr>
            </a:p>
          </p:txBody>
        </p:sp>
      </p:grpSp>
      <p:grpSp>
        <p:nvGrpSpPr>
          <p:cNvPr id="5" name="Group 4">
            <a:extLst>
              <a:ext uri="{FF2B5EF4-FFF2-40B4-BE49-F238E27FC236}">
                <a16:creationId xmlns:a16="http://schemas.microsoft.com/office/drawing/2014/main" id="{A151BB23-9B00-C69A-D3EE-A6CC761DA365}"/>
              </a:ext>
            </a:extLst>
          </p:cNvPr>
          <p:cNvGrpSpPr/>
          <p:nvPr/>
        </p:nvGrpSpPr>
        <p:grpSpPr>
          <a:xfrm>
            <a:off x="4289886" y="3799356"/>
            <a:ext cx="3536949" cy="2556908"/>
            <a:chOff x="4481279" y="3799356"/>
            <a:chExt cx="3536949" cy="2556908"/>
          </a:xfrm>
        </p:grpSpPr>
        <p:sp>
          <p:nvSpPr>
            <p:cNvPr id="152" name="Rectangle 151">
              <a:extLst>
                <a:ext uri="{FF2B5EF4-FFF2-40B4-BE49-F238E27FC236}">
                  <a16:creationId xmlns:a16="http://schemas.microsoft.com/office/drawing/2014/main" id="{2447FC24-CA3A-E847-C079-99055B77DE72}"/>
                </a:ext>
              </a:extLst>
            </p:cNvPr>
            <p:cNvSpPr/>
            <p:nvPr/>
          </p:nvSpPr>
          <p:spPr>
            <a:xfrm>
              <a:off x="4481279" y="3799356"/>
              <a:ext cx="3536949" cy="520996"/>
            </a:xfrm>
            <a:prstGeom prst="rect">
              <a:avLst/>
            </a:prstGeom>
            <a:solidFill>
              <a:schemeClr val="accent1">
                <a:lumMod val="20000"/>
                <a:lumOff val="8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b="1">
                  <a:solidFill>
                    <a:schemeClr val="tx2"/>
                  </a:solidFill>
                </a:rPr>
                <a:t>SEBI (LODR) Regulations, 2015</a:t>
              </a:r>
            </a:p>
          </p:txBody>
        </p:sp>
        <p:sp>
          <p:nvSpPr>
            <p:cNvPr id="153" name="Rectangle 152">
              <a:extLst>
                <a:ext uri="{FF2B5EF4-FFF2-40B4-BE49-F238E27FC236}">
                  <a16:creationId xmlns:a16="http://schemas.microsoft.com/office/drawing/2014/main" id="{8BE1F11C-62FD-BFE8-47D8-D39EC59C0B2F}"/>
                </a:ext>
              </a:extLst>
            </p:cNvPr>
            <p:cNvSpPr/>
            <p:nvPr/>
          </p:nvSpPr>
          <p:spPr>
            <a:xfrm>
              <a:off x="4507010" y="4372016"/>
              <a:ext cx="3511218" cy="1984248"/>
            </a:xfrm>
            <a:prstGeom prst="rect">
              <a:avLst/>
            </a:prstGeom>
            <a:solidFill>
              <a:schemeClr val="accent5">
                <a:lumMod val="20000"/>
                <a:lumOff val="8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rPr>
                <a:t>Mandates listed companies to follow fair practices in board composition, disclosures, related party transactions and investor rights.</a:t>
              </a:r>
              <a:endParaRPr lang="en-GB" sz="1600">
                <a:solidFill>
                  <a:schemeClr val="tx1"/>
                </a:solidFill>
              </a:endParaRPr>
            </a:p>
          </p:txBody>
        </p:sp>
      </p:grpSp>
      <p:grpSp>
        <p:nvGrpSpPr>
          <p:cNvPr id="6" name="Group 5">
            <a:extLst>
              <a:ext uri="{FF2B5EF4-FFF2-40B4-BE49-F238E27FC236}">
                <a16:creationId xmlns:a16="http://schemas.microsoft.com/office/drawing/2014/main" id="{DCBE53F8-B241-470B-11F2-426DE5BE012D}"/>
              </a:ext>
            </a:extLst>
          </p:cNvPr>
          <p:cNvGrpSpPr/>
          <p:nvPr/>
        </p:nvGrpSpPr>
        <p:grpSpPr>
          <a:xfrm>
            <a:off x="8238116" y="3824161"/>
            <a:ext cx="3536949" cy="2556908"/>
            <a:chOff x="8429509" y="3824161"/>
            <a:chExt cx="3536949" cy="2556908"/>
          </a:xfrm>
        </p:grpSpPr>
        <p:sp>
          <p:nvSpPr>
            <p:cNvPr id="154" name="Rectangle 153">
              <a:extLst>
                <a:ext uri="{FF2B5EF4-FFF2-40B4-BE49-F238E27FC236}">
                  <a16:creationId xmlns:a16="http://schemas.microsoft.com/office/drawing/2014/main" id="{084510EF-6398-5A71-A13B-F3E1E14A0A0E}"/>
                </a:ext>
              </a:extLst>
            </p:cNvPr>
            <p:cNvSpPr/>
            <p:nvPr/>
          </p:nvSpPr>
          <p:spPr>
            <a:xfrm>
              <a:off x="8429509" y="3824161"/>
              <a:ext cx="3536949" cy="520996"/>
            </a:xfrm>
            <a:prstGeom prst="rect">
              <a:avLst/>
            </a:prstGeom>
            <a:solidFill>
              <a:schemeClr val="accent1">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t>Secretarial Standards</a:t>
              </a:r>
            </a:p>
          </p:txBody>
        </p:sp>
        <p:sp>
          <p:nvSpPr>
            <p:cNvPr id="155" name="Rectangle 154">
              <a:extLst>
                <a:ext uri="{FF2B5EF4-FFF2-40B4-BE49-F238E27FC236}">
                  <a16:creationId xmlns:a16="http://schemas.microsoft.com/office/drawing/2014/main" id="{54768FF0-64E3-DCF0-8117-2C296CA2F1F5}"/>
                </a:ext>
              </a:extLst>
            </p:cNvPr>
            <p:cNvSpPr/>
            <p:nvPr/>
          </p:nvSpPr>
          <p:spPr>
            <a:xfrm>
              <a:off x="8442372" y="4396821"/>
              <a:ext cx="3511218" cy="1984248"/>
            </a:xfrm>
            <a:prstGeom prst="rect">
              <a:avLst/>
            </a:prstGeom>
            <a:solidFill>
              <a:schemeClr val="accent5">
                <a:lumMod val="20000"/>
                <a:lumOff val="8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a:p>
              <a:pPr algn="ctr"/>
              <a:r>
                <a:rPr lang="en-US" sz="1600">
                  <a:solidFill>
                    <a:schemeClr val="tx1"/>
                  </a:solidFill>
                </a:rPr>
                <a:t>Issued by ICSI to streamline board and general meeting procedure agenda, minutes, decision-making for greater transparency and effectiveness.</a:t>
              </a:r>
              <a:r>
                <a:rPr lang="en-GB" sz="1600">
                  <a:solidFill>
                    <a:schemeClr val="tx1"/>
                  </a:solidFill>
                </a:rPr>
                <a:t>  </a:t>
              </a:r>
            </a:p>
            <a:p>
              <a:pPr algn="ctr"/>
              <a:endParaRPr lang="en-GB"/>
            </a:p>
          </p:txBody>
        </p:sp>
      </p:grpSp>
      <p:sp>
        <p:nvSpPr>
          <p:cNvPr id="9" name="Rectangle 8">
            <a:extLst>
              <a:ext uri="{FF2B5EF4-FFF2-40B4-BE49-F238E27FC236}">
                <a16:creationId xmlns:a16="http://schemas.microsoft.com/office/drawing/2014/main" id="{1FC52626-8D20-9E48-2740-A912C3364000}"/>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GB" sz="2400" b="1">
                <a:latin typeface="+mj-lt"/>
              </a:rPr>
              <a:t>India’s Regulatory Framework</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11" name="TextBox 10">
            <a:extLst>
              <a:ext uri="{FF2B5EF4-FFF2-40B4-BE49-F238E27FC236}">
                <a16:creationId xmlns:a16="http://schemas.microsoft.com/office/drawing/2014/main" id="{5F81C7CB-71FF-490F-9072-F3EE2BBADB0E}"/>
              </a:ext>
            </a:extLst>
          </p:cNvPr>
          <p:cNvSpPr txBox="1"/>
          <p:nvPr/>
        </p:nvSpPr>
        <p:spPr>
          <a:xfrm>
            <a:off x="474319" y="734424"/>
            <a:ext cx="11243362" cy="646331"/>
          </a:xfrm>
          <a:prstGeom prst="rect">
            <a:avLst/>
          </a:prstGeom>
          <a:noFill/>
        </p:spPr>
        <p:txBody>
          <a:bodyPr wrap="square">
            <a:spAutoFit/>
          </a:bodyPr>
          <a:lstStyle/>
          <a:p>
            <a:pPr algn="ctr"/>
            <a:r>
              <a:rPr lang="en-GB"/>
              <a:t>India’s </a:t>
            </a:r>
            <a:r>
              <a:rPr lang="en-GB" sz="1800"/>
              <a:t>Corporate Governance framework is built on strong regulations ensuring </a:t>
            </a:r>
            <a:r>
              <a:rPr lang="en-GB" sz="1800" b="1"/>
              <a:t>accountability</a:t>
            </a:r>
            <a:r>
              <a:rPr lang="en-GB" sz="1800"/>
              <a:t>, </a:t>
            </a:r>
            <a:r>
              <a:rPr lang="en-GB" sz="1800" b="1"/>
              <a:t>transparency </a:t>
            </a:r>
            <a:r>
              <a:rPr lang="en-GB" sz="1800"/>
              <a:t>and </a:t>
            </a:r>
            <a:r>
              <a:rPr lang="en-GB" sz="1800" b="1"/>
              <a:t>stakeholders’ protection </a:t>
            </a:r>
          </a:p>
        </p:txBody>
      </p:sp>
    </p:spTree>
    <p:custDataLst>
      <p:custData r:id="rId1"/>
    </p:custDataLst>
    <p:extLst>
      <p:ext uri="{BB962C8B-B14F-4D97-AF65-F5344CB8AC3E}">
        <p14:creationId xmlns:p14="http://schemas.microsoft.com/office/powerpoint/2010/main" val="13735272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73D86-1D24-EC7B-B896-2FB6B7081CFD}"/>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B642B3D2-B73C-10CB-AE27-014B84A6820E}"/>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GB" sz="2400" b="1">
                <a:latin typeface="+mj-lt"/>
              </a:rPr>
              <a:t>Key Regulatory Requirements | India </a:t>
            </a:r>
          </a:p>
        </p:txBody>
      </p:sp>
      <p:sp>
        <p:nvSpPr>
          <p:cNvPr id="2" name="Rectangle 1">
            <a:extLst>
              <a:ext uri="{FF2B5EF4-FFF2-40B4-BE49-F238E27FC236}">
                <a16:creationId xmlns:a16="http://schemas.microsoft.com/office/drawing/2014/main" id="{81515B90-680F-0385-603E-3F6970DC2245}"/>
              </a:ext>
            </a:extLst>
          </p:cNvPr>
          <p:cNvSpPr/>
          <p:nvPr/>
        </p:nvSpPr>
        <p:spPr>
          <a:xfrm>
            <a:off x="0" y="3468235"/>
            <a:ext cx="12191999" cy="493031"/>
          </a:xfrm>
          <a:prstGeom prst="rect">
            <a:avLst/>
          </a:prstGeom>
          <a:ln>
            <a:noFill/>
          </a:ln>
        </p:spPr>
        <p:style>
          <a:lnRef idx="0">
            <a:schemeClr val="accent1"/>
          </a:lnRef>
          <a:fillRef idx="1">
            <a:schemeClr val="accent1"/>
          </a:fillRef>
          <a:effectRef idx="0">
            <a:schemeClr val="dk1"/>
          </a:effectRef>
          <a:fontRef idx="minor">
            <a:schemeClr val="lt1"/>
          </a:fontRef>
        </p:style>
        <p:txBody>
          <a:bodyPr tIns="91440" bIns="91440" rtlCol="0" anchor="ctr"/>
          <a:lstStyle/>
          <a:p>
            <a:pPr algn="ctr"/>
            <a:r>
              <a:rPr lang="en-US" sz="1400" b="1" spc="-15">
                <a:solidFill>
                  <a:schemeClr val="bg1"/>
                </a:solidFill>
                <a:cs typeface="Poppins" pitchFamily="2" charset="77"/>
              </a:rPr>
              <a:t>Companies Act, 2013 and SEBI LODR, 2015 </a:t>
            </a:r>
          </a:p>
        </p:txBody>
      </p:sp>
      <p:sp>
        <p:nvSpPr>
          <p:cNvPr id="5" name="Rectangle 4">
            <a:extLst>
              <a:ext uri="{FF2B5EF4-FFF2-40B4-BE49-F238E27FC236}">
                <a16:creationId xmlns:a16="http://schemas.microsoft.com/office/drawing/2014/main" id="{1A03C047-BC0E-CBA5-4014-0E278847343B}"/>
              </a:ext>
            </a:extLst>
          </p:cNvPr>
          <p:cNvSpPr/>
          <p:nvPr/>
        </p:nvSpPr>
        <p:spPr>
          <a:xfrm>
            <a:off x="7430830" y="4086502"/>
            <a:ext cx="2765904" cy="2085698"/>
          </a:xfrm>
          <a:prstGeom prst="rect">
            <a:avLst/>
          </a:prstGeom>
          <a:solidFill>
            <a:srgbClr val="DEDEDE"/>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r>
              <a:rPr lang="en-US" sz="1200" b="1" spc="-15">
                <a:solidFill>
                  <a:schemeClr val="accent1"/>
                </a:solidFill>
                <a:cs typeface="Poppins" pitchFamily="2" charset="77"/>
              </a:rPr>
              <a:t>Ethics and Compliance</a:t>
            </a:r>
          </a:p>
          <a:p>
            <a:pPr>
              <a:spcAft>
                <a:spcPts val="600"/>
              </a:spcAft>
            </a:pPr>
            <a:endParaRPr lang="en-US" sz="1200" b="1" spc="-15">
              <a:solidFill>
                <a:schemeClr val="accent1"/>
              </a:solidFill>
              <a:cs typeface="Poppins" pitchFamily="2" charset="77"/>
            </a:endParaRPr>
          </a:p>
          <a:p>
            <a:pPr marL="182880" lvl="0" indent="-182880">
              <a:spcAft>
                <a:spcPts val="600"/>
              </a:spcAft>
              <a:buFont typeface="Arial" panose="020B0604020202020204" pitchFamily="34" charset="0"/>
              <a:buChar char="•"/>
              <a:defRPr/>
            </a:pPr>
            <a:r>
              <a:rPr lang="en-US" sz="1200" kern="0">
                <a:solidFill>
                  <a:schemeClr val="tx1"/>
                </a:solidFill>
              </a:rPr>
              <a:t>Code of conduct is mandatory for leadership.</a:t>
            </a:r>
          </a:p>
          <a:p>
            <a:pPr marL="182880" lvl="0" indent="-182880">
              <a:spcAft>
                <a:spcPts val="600"/>
              </a:spcAft>
              <a:buFont typeface="Arial" panose="020B0604020202020204" pitchFamily="34" charset="0"/>
              <a:buChar char="•"/>
              <a:defRPr/>
            </a:pPr>
            <a:r>
              <a:rPr lang="en-US" sz="1200" kern="0">
                <a:solidFill>
                  <a:schemeClr val="tx1"/>
                </a:solidFill>
              </a:rPr>
              <a:t>Listed companies need a whistleblower policy.</a:t>
            </a:r>
          </a:p>
        </p:txBody>
      </p:sp>
      <p:sp>
        <p:nvSpPr>
          <p:cNvPr id="9" name="Rectangle 8">
            <a:extLst>
              <a:ext uri="{FF2B5EF4-FFF2-40B4-BE49-F238E27FC236}">
                <a16:creationId xmlns:a16="http://schemas.microsoft.com/office/drawing/2014/main" id="{A44BF4FC-1292-6ED0-143B-1A09C65D198F}"/>
              </a:ext>
            </a:extLst>
          </p:cNvPr>
          <p:cNvSpPr/>
          <p:nvPr/>
        </p:nvSpPr>
        <p:spPr>
          <a:xfrm>
            <a:off x="442912" y="1257300"/>
            <a:ext cx="2765904" cy="2085698"/>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lvl="0">
              <a:spcAft>
                <a:spcPts val="600"/>
              </a:spcAft>
              <a:defRPr/>
            </a:pPr>
            <a:r>
              <a:rPr lang="en-US" sz="1200" b="1" spc="-15">
                <a:solidFill>
                  <a:schemeClr val="accent1"/>
                </a:solidFill>
                <a:cs typeface="Poppins" pitchFamily="2" charset="77"/>
              </a:rPr>
              <a:t>Board Composition</a:t>
            </a:r>
          </a:p>
          <a:p>
            <a:pPr marL="171450" lvl="0" indent="-171450">
              <a:spcAft>
                <a:spcPts val="600"/>
              </a:spcAft>
              <a:buFont typeface="Arial" panose="020B0604020202020204" pitchFamily="34" charset="0"/>
              <a:buChar char="•"/>
              <a:defRPr/>
            </a:pPr>
            <a:r>
              <a:rPr lang="en-US" sz="1200">
                <a:solidFill>
                  <a:schemeClr val="tx1"/>
                </a:solidFill>
                <a:cs typeface="Arial" charset="0"/>
              </a:rPr>
              <a:t>Minimum directors: three for public, two for private, one for one-person companies.</a:t>
            </a:r>
          </a:p>
          <a:p>
            <a:pPr marL="171450" lvl="0" indent="-171450">
              <a:spcAft>
                <a:spcPts val="600"/>
              </a:spcAft>
              <a:buFont typeface="Arial" panose="020B0604020202020204" pitchFamily="34" charset="0"/>
              <a:buChar char="•"/>
              <a:defRPr/>
            </a:pPr>
            <a:r>
              <a:rPr lang="en-US" sz="1200">
                <a:solidFill>
                  <a:schemeClr val="tx1"/>
                </a:solidFill>
                <a:cs typeface="Arial" charset="0"/>
              </a:rPr>
              <a:t>Listed &amp; some unlisted public  companies need at least one-third independent directors;</a:t>
            </a:r>
          </a:p>
          <a:p>
            <a:pPr marL="171450" lvl="0" indent="-171450">
              <a:spcAft>
                <a:spcPts val="600"/>
              </a:spcAft>
              <a:buFont typeface="Arial" panose="020B0604020202020204" pitchFamily="34" charset="0"/>
              <a:buChar char="•"/>
              <a:defRPr/>
            </a:pPr>
            <a:r>
              <a:rPr lang="en-US" sz="1200">
                <a:solidFill>
                  <a:schemeClr val="tx1"/>
                </a:solidFill>
                <a:cs typeface="Arial" charset="0"/>
              </a:rPr>
              <a:t>Certain companies must have a woman director.</a:t>
            </a:r>
          </a:p>
        </p:txBody>
      </p:sp>
      <p:sp>
        <p:nvSpPr>
          <p:cNvPr id="12" name="Rectangle 11">
            <a:extLst>
              <a:ext uri="{FF2B5EF4-FFF2-40B4-BE49-F238E27FC236}">
                <a16:creationId xmlns:a16="http://schemas.microsoft.com/office/drawing/2014/main" id="{2A769785-E440-377A-5CEC-DAB55E2002DB}"/>
              </a:ext>
            </a:extLst>
          </p:cNvPr>
          <p:cNvSpPr/>
          <p:nvPr/>
        </p:nvSpPr>
        <p:spPr>
          <a:xfrm>
            <a:off x="3286477" y="1257300"/>
            <a:ext cx="2765904" cy="2085698"/>
          </a:xfrm>
          <a:prstGeom prst="rect">
            <a:avLst/>
          </a:prstGeom>
          <a:solidFill>
            <a:srgbClr val="DEDEDE"/>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r>
              <a:rPr lang="en-US" sz="1200" b="1" spc="-15">
                <a:solidFill>
                  <a:schemeClr val="accent1"/>
                </a:solidFill>
                <a:cs typeface="Poppins" pitchFamily="2" charset="77"/>
              </a:rPr>
              <a:t>Board Committees</a:t>
            </a:r>
          </a:p>
          <a:p>
            <a:pPr marL="171450" indent="-171450">
              <a:spcAft>
                <a:spcPts val="600"/>
              </a:spcAft>
              <a:buFont typeface="Arial" panose="020B0604020202020204" pitchFamily="34" charset="0"/>
              <a:buChar char="•"/>
            </a:pPr>
            <a:r>
              <a:rPr lang="en-US" sz="1200">
                <a:solidFill>
                  <a:schemeClr val="tx1"/>
                </a:solidFill>
                <a:cs typeface="Arial" charset="0"/>
              </a:rPr>
              <a:t>Audit Committee (mostly independent) is required for listed and some public companies.</a:t>
            </a:r>
          </a:p>
          <a:p>
            <a:pPr marL="171450" indent="-171450">
              <a:spcAft>
                <a:spcPts val="600"/>
              </a:spcAft>
              <a:buFont typeface="Arial" panose="020B0604020202020204" pitchFamily="34" charset="0"/>
              <a:buChar char="•"/>
            </a:pPr>
            <a:r>
              <a:rPr lang="en-US" sz="1200">
                <a:solidFill>
                  <a:schemeClr val="tx1"/>
                </a:solidFill>
                <a:cs typeface="Arial" charset="0"/>
              </a:rPr>
              <a:t>NRC oversees appointments and pay.</a:t>
            </a:r>
          </a:p>
          <a:p>
            <a:pPr marL="171450" indent="-171450">
              <a:spcAft>
                <a:spcPts val="600"/>
              </a:spcAft>
              <a:buFont typeface="Arial" panose="020B0604020202020204" pitchFamily="34" charset="0"/>
              <a:buChar char="•"/>
            </a:pPr>
            <a:r>
              <a:rPr lang="en-US" sz="1200">
                <a:solidFill>
                  <a:schemeClr val="tx1"/>
                </a:solidFill>
                <a:cs typeface="Arial" charset="0"/>
              </a:rPr>
              <a:t>SRC addresses grievances.</a:t>
            </a:r>
          </a:p>
          <a:p>
            <a:pPr marL="171450" indent="-171450">
              <a:spcAft>
                <a:spcPts val="600"/>
              </a:spcAft>
              <a:buFont typeface="Arial" panose="020B0604020202020204" pitchFamily="34" charset="0"/>
              <a:buChar char="•"/>
            </a:pPr>
            <a:r>
              <a:rPr lang="en-US" sz="1200">
                <a:solidFill>
                  <a:schemeClr val="tx1"/>
                </a:solidFill>
                <a:cs typeface="Arial" charset="0"/>
              </a:rPr>
              <a:t>Top 1000 listed companies need a Risk Management Committee.</a:t>
            </a:r>
          </a:p>
          <a:p>
            <a:pPr marL="171450" indent="-171450">
              <a:spcAft>
                <a:spcPts val="600"/>
              </a:spcAft>
              <a:buFont typeface="Arial" panose="020B0604020202020204" pitchFamily="34" charset="0"/>
              <a:buChar char="•"/>
            </a:pPr>
            <a:endParaRPr lang="en-US" sz="1200">
              <a:solidFill>
                <a:schemeClr val="tx1"/>
              </a:solidFill>
              <a:cs typeface="Arial" charset="0"/>
            </a:endParaRPr>
          </a:p>
        </p:txBody>
      </p:sp>
      <p:sp>
        <p:nvSpPr>
          <p:cNvPr id="22" name="Rectangle 21">
            <a:extLst>
              <a:ext uri="{FF2B5EF4-FFF2-40B4-BE49-F238E27FC236}">
                <a16:creationId xmlns:a16="http://schemas.microsoft.com/office/drawing/2014/main" id="{C70845BF-2D20-441A-10D6-A031EB1BA5E5}"/>
              </a:ext>
            </a:extLst>
          </p:cNvPr>
          <p:cNvSpPr/>
          <p:nvPr/>
        </p:nvSpPr>
        <p:spPr>
          <a:xfrm>
            <a:off x="8983184" y="1257300"/>
            <a:ext cx="2765904" cy="2085698"/>
          </a:xfrm>
          <a:prstGeom prst="rect">
            <a:avLst/>
          </a:prstGeom>
          <a:solidFill>
            <a:srgbClr val="DEDEDE"/>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r>
              <a:rPr lang="en-US" sz="1200" b="1" spc="-15">
                <a:solidFill>
                  <a:schemeClr val="accent1"/>
                </a:solidFill>
                <a:cs typeface="Poppins" pitchFamily="2" charset="77"/>
              </a:rPr>
              <a:t>Disclosure and Transparency</a:t>
            </a:r>
          </a:p>
          <a:p>
            <a:pPr marL="182880" lvl="0" indent="-182880" eaLnBrk="0" hangingPunct="0">
              <a:spcAft>
                <a:spcPts val="600"/>
              </a:spcAft>
              <a:buFont typeface="Arial" panose="020B0604020202020204" pitchFamily="34" charset="0"/>
              <a:buChar char="•"/>
              <a:defRPr/>
            </a:pPr>
            <a:r>
              <a:rPr lang="en-US" sz="1200" kern="0">
                <a:solidFill>
                  <a:schemeClr val="tx1"/>
                </a:solidFill>
                <a:cs typeface="Arial" charset="0"/>
              </a:rPr>
              <a:t>Timely disclosure of financials and key events.</a:t>
            </a:r>
          </a:p>
          <a:p>
            <a:pPr marL="182880" lvl="0" indent="-182880" eaLnBrk="0" hangingPunct="0">
              <a:spcAft>
                <a:spcPts val="600"/>
              </a:spcAft>
              <a:buFont typeface="Arial" panose="020B0604020202020204" pitchFamily="34" charset="0"/>
              <a:buChar char="•"/>
              <a:defRPr/>
            </a:pPr>
            <a:r>
              <a:rPr lang="en-US" sz="1200" kern="0">
                <a:solidFill>
                  <a:schemeClr val="tx1"/>
                </a:solidFill>
                <a:cs typeface="Arial" charset="0"/>
              </a:rPr>
              <a:t>Annual report must cover governance and management.</a:t>
            </a:r>
          </a:p>
          <a:p>
            <a:pPr marL="182880" lvl="0" indent="-182880" eaLnBrk="0" hangingPunct="0">
              <a:spcAft>
                <a:spcPts val="600"/>
              </a:spcAft>
              <a:buFont typeface="Arial" panose="020B0604020202020204" pitchFamily="34" charset="0"/>
              <a:buChar char="•"/>
              <a:defRPr/>
            </a:pPr>
            <a:r>
              <a:rPr lang="en-US" sz="1200" kern="0">
                <a:solidFill>
                  <a:schemeClr val="tx1"/>
                </a:solidFill>
                <a:cs typeface="Arial" charset="0"/>
              </a:rPr>
              <a:t>Key policies must be on the website.</a:t>
            </a:r>
          </a:p>
        </p:txBody>
      </p:sp>
      <p:sp>
        <p:nvSpPr>
          <p:cNvPr id="31" name="Rectangle 30">
            <a:extLst>
              <a:ext uri="{FF2B5EF4-FFF2-40B4-BE49-F238E27FC236}">
                <a16:creationId xmlns:a16="http://schemas.microsoft.com/office/drawing/2014/main" id="{6DE09261-A242-4D1D-5D25-D2BB185842F2}"/>
              </a:ext>
            </a:extLst>
          </p:cNvPr>
          <p:cNvSpPr/>
          <p:nvPr/>
        </p:nvSpPr>
        <p:spPr>
          <a:xfrm>
            <a:off x="1737316" y="4086502"/>
            <a:ext cx="2765904" cy="2085698"/>
          </a:xfrm>
          <a:prstGeom prst="rect">
            <a:avLst/>
          </a:prstGeom>
          <a:solidFill>
            <a:srgbClr val="DEDEDE"/>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r>
              <a:rPr lang="en-US" sz="1200" b="1" spc="-15">
                <a:solidFill>
                  <a:schemeClr val="accent1"/>
                </a:solidFill>
                <a:cs typeface="Poppins" pitchFamily="2" charset="77"/>
              </a:rPr>
              <a:t>Shareholder Rights and Engagement</a:t>
            </a:r>
          </a:p>
          <a:p>
            <a:pPr>
              <a:spcAft>
                <a:spcPts val="600"/>
              </a:spcAft>
            </a:pPr>
            <a:endParaRPr lang="en-US" sz="1200" b="1" spc="-15">
              <a:solidFill>
                <a:schemeClr val="accent1"/>
              </a:solidFill>
              <a:cs typeface="Poppins" pitchFamily="2" charset="77"/>
            </a:endParaRPr>
          </a:p>
          <a:p>
            <a:pPr marL="182880" lvl="0" indent="-182880" eaLnBrk="0" hangingPunct="0">
              <a:spcAft>
                <a:spcPts val="600"/>
              </a:spcAft>
              <a:buFont typeface="Arial" panose="020B0604020202020204" pitchFamily="34" charset="0"/>
              <a:buChar char="•"/>
              <a:defRPr/>
            </a:pPr>
            <a:r>
              <a:rPr lang="en-US" sz="1200">
                <a:solidFill>
                  <a:schemeClr val="tx1"/>
                </a:solidFill>
              </a:rPr>
              <a:t>Hold annual and special meetings.</a:t>
            </a:r>
          </a:p>
          <a:p>
            <a:pPr marL="182880" lvl="0" indent="-182880" eaLnBrk="0" hangingPunct="0">
              <a:spcAft>
                <a:spcPts val="600"/>
              </a:spcAft>
              <a:buFont typeface="Arial" panose="020B0604020202020204" pitchFamily="34" charset="0"/>
              <a:buChar char="•"/>
              <a:defRPr/>
            </a:pPr>
            <a:r>
              <a:rPr lang="en-US" sz="1200">
                <a:solidFill>
                  <a:schemeClr val="tx1"/>
                </a:solidFill>
              </a:rPr>
              <a:t>E-voting is compulsory for listed companies.</a:t>
            </a:r>
          </a:p>
          <a:p>
            <a:pPr>
              <a:spcAft>
                <a:spcPts val="600"/>
              </a:spcAft>
            </a:pPr>
            <a:endParaRPr lang="en-US" sz="1200" b="1" spc="-15">
              <a:solidFill>
                <a:schemeClr val="tx1"/>
              </a:solidFill>
              <a:cs typeface="Poppins" pitchFamily="2" charset="77"/>
            </a:endParaRPr>
          </a:p>
        </p:txBody>
      </p:sp>
      <p:sp>
        <p:nvSpPr>
          <p:cNvPr id="36" name="Rectangle 35">
            <a:extLst>
              <a:ext uri="{FF2B5EF4-FFF2-40B4-BE49-F238E27FC236}">
                <a16:creationId xmlns:a16="http://schemas.microsoft.com/office/drawing/2014/main" id="{3C5AE00F-BC1F-DCA4-1B38-0D71BA242BF5}"/>
              </a:ext>
            </a:extLst>
          </p:cNvPr>
          <p:cNvSpPr/>
          <p:nvPr/>
        </p:nvSpPr>
        <p:spPr>
          <a:xfrm>
            <a:off x="4584073" y="4086502"/>
            <a:ext cx="2765904" cy="2085698"/>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r>
              <a:rPr lang="en-US" sz="1200" b="1" spc="-15">
                <a:solidFill>
                  <a:schemeClr val="accent1"/>
                </a:solidFill>
                <a:cs typeface="Poppins" pitchFamily="2" charset="77"/>
              </a:rPr>
              <a:t>Director Duties and Liabilities</a:t>
            </a:r>
          </a:p>
          <a:p>
            <a:pPr>
              <a:spcAft>
                <a:spcPts val="600"/>
              </a:spcAft>
            </a:pPr>
            <a:endParaRPr lang="en-US" sz="1200" b="1" spc="-15">
              <a:solidFill>
                <a:schemeClr val="accent1"/>
              </a:solidFill>
              <a:cs typeface="Poppins" pitchFamily="2" charset="77"/>
            </a:endParaRPr>
          </a:p>
          <a:p>
            <a:pPr marL="182880" lvl="0" indent="-182880">
              <a:spcAft>
                <a:spcPts val="600"/>
              </a:spcAft>
              <a:buFont typeface="Arial" panose="020B0604020202020204" pitchFamily="34" charset="0"/>
              <a:buChar char="•"/>
              <a:defRPr/>
            </a:pPr>
            <a:r>
              <a:rPr lang="en-US" sz="1200" kern="0">
                <a:solidFill>
                  <a:schemeClr val="tx1"/>
                </a:solidFill>
              </a:rPr>
              <a:t>Directors must act honestly and in the company’s interest.</a:t>
            </a:r>
          </a:p>
          <a:p>
            <a:pPr marL="182880" lvl="0" indent="-182880">
              <a:spcAft>
                <a:spcPts val="600"/>
              </a:spcAft>
              <a:buFont typeface="Arial" panose="020B0604020202020204" pitchFamily="34" charset="0"/>
              <a:buChar char="•"/>
              <a:defRPr/>
            </a:pPr>
            <a:r>
              <a:rPr lang="en-US" sz="1200" kern="0">
                <a:solidFill>
                  <a:schemeClr val="tx1"/>
                </a:solidFill>
              </a:rPr>
              <a:t>They are personally liable for misconduct or non-compliance.</a:t>
            </a:r>
          </a:p>
        </p:txBody>
      </p:sp>
      <p:sp>
        <p:nvSpPr>
          <p:cNvPr id="39" name="Rectangle 38">
            <a:extLst>
              <a:ext uri="{FF2B5EF4-FFF2-40B4-BE49-F238E27FC236}">
                <a16:creationId xmlns:a16="http://schemas.microsoft.com/office/drawing/2014/main" id="{49FED980-3E14-885A-D403-6BA2A986E7A1}"/>
              </a:ext>
            </a:extLst>
          </p:cNvPr>
          <p:cNvSpPr/>
          <p:nvPr/>
        </p:nvSpPr>
        <p:spPr>
          <a:xfrm>
            <a:off x="6136427" y="1257300"/>
            <a:ext cx="2765904" cy="2085698"/>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r>
              <a:rPr lang="en-US" sz="1200" b="1" spc="-15">
                <a:solidFill>
                  <a:schemeClr val="accent1"/>
                </a:solidFill>
                <a:cs typeface="Poppins" pitchFamily="2" charset="77"/>
              </a:rPr>
              <a:t>Board Meetings and Processes</a:t>
            </a:r>
          </a:p>
          <a:p>
            <a:pPr marL="182880" indent="-182880" eaLnBrk="0" hangingPunct="0">
              <a:spcAft>
                <a:spcPts val="600"/>
              </a:spcAft>
              <a:buFont typeface="Arial" panose="020B0604020202020204" pitchFamily="34" charset="0"/>
              <a:buChar char="•"/>
              <a:defRPr/>
            </a:pPr>
            <a:r>
              <a:rPr lang="en-US" sz="1200">
                <a:solidFill>
                  <a:schemeClr val="tx1"/>
                </a:solidFill>
                <a:cs typeface="Arial" charset="0"/>
              </a:rPr>
              <a:t>At least four meetings yearly, max 120 days apart.</a:t>
            </a:r>
          </a:p>
          <a:p>
            <a:pPr marL="182880" indent="-182880" eaLnBrk="0" hangingPunct="0">
              <a:spcAft>
                <a:spcPts val="600"/>
              </a:spcAft>
              <a:buFont typeface="Arial" panose="020B0604020202020204" pitchFamily="34" charset="0"/>
              <a:buChar char="•"/>
              <a:defRPr/>
            </a:pPr>
            <a:r>
              <a:rPr lang="en-US" sz="1200">
                <a:solidFill>
                  <a:schemeClr val="tx1"/>
                </a:solidFill>
                <a:cs typeface="Arial" charset="0"/>
              </a:rPr>
              <a:t>Quorum: one-third of directors or two, whichever is more.</a:t>
            </a:r>
          </a:p>
          <a:p>
            <a:pPr marL="182880" indent="-182880" eaLnBrk="0" hangingPunct="0">
              <a:spcAft>
                <a:spcPts val="600"/>
              </a:spcAft>
              <a:buFont typeface="Arial" panose="020B0604020202020204" pitchFamily="34" charset="0"/>
              <a:buChar char="•"/>
              <a:defRPr/>
            </a:pPr>
            <a:r>
              <a:rPr lang="en-US" sz="1200">
                <a:solidFill>
                  <a:schemeClr val="tx1"/>
                </a:solidFill>
                <a:cs typeface="Arial" charset="0"/>
              </a:rPr>
              <a:t>Keep and sign detailed minutes.</a:t>
            </a:r>
          </a:p>
        </p:txBody>
      </p:sp>
      <p:sp>
        <p:nvSpPr>
          <p:cNvPr id="3" name="object 28">
            <a:extLst>
              <a:ext uri="{FF2B5EF4-FFF2-40B4-BE49-F238E27FC236}">
                <a16:creationId xmlns:a16="http://schemas.microsoft.com/office/drawing/2014/main" id="{6E654A76-8982-99E1-CBD4-920615D6F3EB}"/>
              </a:ext>
            </a:extLst>
          </p:cNvPr>
          <p:cNvSpPr txBox="1">
            <a:spLocks/>
          </p:cNvSpPr>
          <p:nvPr/>
        </p:nvSpPr>
        <p:spPr>
          <a:xfrm>
            <a:off x="11802491" y="6620276"/>
            <a:ext cx="202438" cy="187248"/>
          </a:xfrm>
          <a:prstGeom prst="rect">
            <a:avLst/>
          </a:prstGeom>
        </p:spPr>
        <p:txBody>
          <a:bodyPr vert="horz" wrap="square" lIns="0" tIns="0" rIns="0" bIns="0" rtlCol="0">
            <a:spAutoFit/>
          </a:bodyPr>
          <a:lstStyle>
            <a:defPPr>
              <a:defRPr lang="en-US" kern="0"/>
            </a:defPPr>
            <a:lvl1pPr marL="0" algn="l" defTabSz="914400" rtl="0" eaLnBrk="1" latinLnBrk="0" hangingPunct="1">
              <a:defRPr sz="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3980">
              <a:spcBef>
                <a:spcPts val="25"/>
              </a:spcBef>
            </a:pPr>
            <a:fld id="{81D60167-4931-47E6-BA6A-407CBD079E47}" type="slidenum">
              <a:rPr lang="en-US" spc="-50" smtClean="0"/>
              <a:pPr marL="93980">
                <a:spcBef>
                  <a:spcPts val="25"/>
                </a:spcBef>
              </a:pPr>
              <a:t>43</a:t>
            </a:fld>
            <a:endParaRPr lang="en-US" spc="-50"/>
          </a:p>
        </p:txBody>
      </p:sp>
    </p:spTree>
    <p:custDataLst>
      <p:custData r:id="rId1"/>
    </p:custDataLst>
    <p:extLst>
      <p:ext uri="{BB962C8B-B14F-4D97-AF65-F5344CB8AC3E}">
        <p14:creationId xmlns:p14="http://schemas.microsoft.com/office/powerpoint/2010/main" val="18533853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2E02E-CEE1-15D1-D4D8-B6AD36E27314}"/>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449BD8D3-AB97-12B4-585C-467DDD3A1DCB}"/>
              </a:ext>
            </a:extLst>
          </p:cNvPr>
          <p:cNvSpPr/>
          <p:nvPr/>
        </p:nvSpPr>
        <p:spPr>
          <a:xfrm>
            <a:off x="0" y="-1306"/>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GB" sz="2400" b="1">
                <a:latin typeface="+mj-lt"/>
              </a:rPr>
              <a:t>Board Committees| India</a:t>
            </a:r>
          </a:p>
        </p:txBody>
      </p:sp>
      <p:grpSp>
        <p:nvGrpSpPr>
          <p:cNvPr id="44" name="Group 43">
            <a:extLst>
              <a:ext uri="{FF2B5EF4-FFF2-40B4-BE49-F238E27FC236}">
                <a16:creationId xmlns:a16="http://schemas.microsoft.com/office/drawing/2014/main" id="{0F4E05E1-8D39-9C2F-1612-F94E6797C340}"/>
              </a:ext>
            </a:extLst>
          </p:cNvPr>
          <p:cNvGrpSpPr/>
          <p:nvPr/>
        </p:nvGrpSpPr>
        <p:grpSpPr>
          <a:xfrm>
            <a:off x="442800" y="605936"/>
            <a:ext cx="11398675" cy="4935331"/>
            <a:chOff x="870689" y="492247"/>
            <a:chExt cx="9824743" cy="4674113"/>
          </a:xfrm>
        </p:grpSpPr>
        <p:sp>
          <p:nvSpPr>
            <p:cNvPr id="9" name="Teardrop 8">
              <a:extLst>
                <a:ext uri="{FF2B5EF4-FFF2-40B4-BE49-F238E27FC236}">
                  <a16:creationId xmlns:a16="http://schemas.microsoft.com/office/drawing/2014/main" id="{0FD537DD-1E44-DD20-7328-026903A333CB}"/>
                </a:ext>
              </a:extLst>
            </p:cNvPr>
            <p:cNvSpPr/>
            <p:nvPr/>
          </p:nvSpPr>
          <p:spPr>
            <a:xfrm rot="7907326">
              <a:off x="3324481" y="537240"/>
              <a:ext cx="997745" cy="919227"/>
            </a:xfrm>
            <a:prstGeom prst="teardrop">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ardrop 9">
              <a:extLst>
                <a:ext uri="{FF2B5EF4-FFF2-40B4-BE49-F238E27FC236}">
                  <a16:creationId xmlns:a16="http://schemas.microsoft.com/office/drawing/2014/main" id="{52C0866C-FB6C-EF76-ECFE-EA873C5BF941}"/>
                </a:ext>
              </a:extLst>
            </p:cNvPr>
            <p:cNvSpPr/>
            <p:nvPr/>
          </p:nvSpPr>
          <p:spPr>
            <a:xfrm rot="7907326">
              <a:off x="5259055" y="533296"/>
              <a:ext cx="1001325" cy="919227"/>
            </a:xfrm>
            <a:prstGeom prst="teardrop">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ardrop 10">
              <a:extLst>
                <a:ext uri="{FF2B5EF4-FFF2-40B4-BE49-F238E27FC236}">
                  <a16:creationId xmlns:a16="http://schemas.microsoft.com/office/drawing/2014/main" id="{D42DCA5D-15AF-5AD8-BC18-EC3F1653C24A}"/>
                </a:ext>
              </a:extLst>
            </p:cNvPr>
            <p:cNvSpPr/>
            <p:nvPr/>
          </p:nvSpPr>
          <p:spPr>
            <a:xfrm rot="7907326">
              <a:off x="7254165" y="540496"/>
              <a:ext cx="1004283" cy="919227"/>
            </a:xfrm>
            <a:prstGeom prst="teardrop">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ardrop 11">
              <a:extLst>
                <a:ext uri="{FF2B5EF4-FFF2-40B4-BE49-F238E27FC236}">
                  <a16:creationId xmlns:a16="http://schemas.microsoft.com/office/drawing/2014/main" id="{DDE15BC2-44F0-B220-481B-D65ADF14D4AA}"/>
                </a:ext>
              </a:extLst>
            </p:cNvPr>
            <p:cNvSpPr/>
            <p:nvPr/>
          </p:nvSpPr>
          <p:spPr>
            <a:xfrm rot="7907326">
              <a:off x="9177970" y="535887"/>
              <a:ext cx="1005452" cy="919227"/>
            </a:xfrm>
            <a:prstGeom prst="teardrop">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2" name="Group 41">
              <a:extLst>
                <a:ext uri="{FF2B5EF4-FFF2-40B4-BE49-F238E27FC236}">
                  <a16:creationId xmlns:a16="http://schemas.microsoft.com/office/drawing/2014/main" id="{F6B031F4-9902-E79B-24F7-C29A7D53AC58}"/>
                </a:ext>
              </a:extLst>
            </p:cNvPr>
            <p:cNvGrpSpPr/>
            <p:nvPr/>
          </p:nvGrpSpPr>
          <p:grpSpPr>
            <a:xfrm>
              <a:off x="870689" y="710029"/>
              <a:ext cx="9824743" cy="4456331"/>
              <a:chOff x="870689" y="710029"/>
              <a:chExt cx="9824743" cy="4456331"/>
            </a:xfrm>
          </p:grpSpPr>
          <p:sp>
            <p:nvSpPr>
              <p:cNvPr id="2" name="Rectangle 1">
                <a:extLst>
                  <a:ext uri="{FF2B5EF4-FFF2-40B4-BE49-F238E27FC236}">
                    <a16:creationId xmlns:a16="http://schemas.microsoft.com/office/drawing/2014/main" id="{B9C8EFEF-6C73-F302-5170-0A813D6124B4}"/>
                  </a:ext>
                </a:extLst>
              </p:cNvPr>
              <p:cNvSpPr/>
              <p:nvPr/>
            </p:nvSpPr>
            <p:spPr>
              <a:xfrm>
                <a:off x="2831592" y="1709928"/>
                <a:ext cx="1965960" cy="75895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t>Audit Committee</a:t>
                </a:r>
              </a:p>
            </p:txBody>
          </p:sp>
          <p:sp>
            <p:nvSpPr>
              <p:cNvPr id="3" name="Rectangle 2">
                <a:extLst>
                  <a:ext uri="{FF2B5EF4-FFF2-40B4-BE49-F238E27FC236}">
                    <a16:creationId xmlns:a16="http://schemas.microsoft.com/office/drawing/2014/main" id="{4EEF7BBB-4017-6530-8CBE-F2BC1E546036}"/>
                  </a:ext>
                </a:extLst>
              </p:cNvPr>
              <p:cNvSpPr/>
              <p:nvPr/>
            </p:nvSpPr>
            <p:spPr>
              <a:xfrm>
                <a:off x="4797552" y="1709928"/>
                <a:ext cx="1965960" cy="758952"/>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t>Nomination &amp; Remuneration Committee</a:t>
                </a:r>
              </a:p>
            </p:txBody>
          </p:sp>
          <p:sp>
            <p:nvSpPr>
              <p:cNvPr id="5" name="Rectangle 4">
                <a:extLst>
                  <a:ext uri="{FF2B5EF4-FFF2-40B4-BE49-F238E27FC236}">
                    <a16:creationId xmlns:a16="http://schemas.microsoft.com/office/drawing/2014/main" id="{B29F3E6A-562B-BFBC-4D9E-9F94F64F7F98}"/>
                  </a:ext>
                </a:extLst>
              </p:cNvPr>
              <p:cNvSpPr/>
              <p:nvPr/>
            </p:nvSpPr>
            <p:spPr>
              <a:xfrm>
                <a:off x="6763512" y="1709928"/>
                <a:ext cx="1965960" cy="75895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t>Stakeholders’ Relationship</a:t>
                </a:r>
              </a:p>
              <a:p>
                <a:pPr algn="ctr"/>
                <a:r>
                  <a:rPr lang="en-GB" sz="1400"/>
                  <a:t>Committee</a:t>
                </a:r>
              </a:p>
            </p:txBody>
          </p:sp>
          <p:sp>
            <p:nvSpPr>
              <p:cNvPr id="6" name="Rectangle 5">
                <a:extLst>
                  <a:ext uri="{FF2B5EF4-FFF2-40B4-BE49-F238E27FC236}">
                    <a16:creationId xmlns:a16="http://schemas.microsoft.com/office/drawing/2014/main" id="{65A4E6E7-AE09-0FB5-BBC2-E61F87ECD4E1}"/>
                  </a:ext>
                </a:extLst>
              </p:cNvPr>
              <p:cNvSpPr/>
              <p:nvPr/>
            </p:nvSpPr>
            <p:spPr>
              <a:xfrm>
                <a:off x="8729472" y="1705356"/>
                <a:ext cx="1965960" cy="758952"/>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t>Corporate Social Responsibility Committee</a:t>
                </a:r>
              </a:p>
            </p:txBody>
          </p:sp>
          <p:pic>
            <p:nvPicPr>
              <p:cNvPr id="15" name="Graphic 14" descr="Cycle with people outline">
                <a:extLst>
                  <a:ext uri="{FF2B5EF4-FFF2-40B4-BE49-F238E27FC236}">
                    <a16:creationId xmlns:a16="http://schemas.microsoft.com/office/drawing/2014/main" id="{39C9963A-D7C4-B4E8-BE52-B374D1F5B38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79852" y="710029"/>
                <a:ext cx="687003" cy="687003"/>
              </a:xfrm>
              <a:prstGeom prst="rect">
                <a:avLst/>
              </a:prstGeom>
            </p:spPr>
          </p:pic>
          <p:pic>
            <p:nvPicPr>
              <p:cNvPr id="17" name="Graphic 16" descr="Contract with solid fill">
                <a:extLst>
                  <a:ext uri="{FF2B5EF4-FFF2-40B4-BE49-F238E27FC236}">
                    <a16:creationId xmlns:a16="http://schemas.microsoft.com/office/drawing/2014/main" id="{5935DFDA-386C-4143-226A-818509AC5F6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36838" y="757249"/>
                <a:ext cx="624548" cy="624548"/>
              </a:xfrm>
              <a:prstGeom prst="rect">
                <a:avLst/>
              </a:prstGeom>
            </p:spPr>
          </p:pic>
          <p:pic>
            <p:nvPicPr>
              <p:cNvPr id="19" name="Graphic 18" descr="User with solid fill">
                <a:extLst>
                  <a:ext uri="{FF2B5EF4-FFF2-40B4-BE49-F238E27FC236}">
                    <a16:creationId xmlns:a16="http://schemas.microsoft.com/office/drawing/2014/main" id="{E2505F23-39D5-AFEB-3CA8-1D0861806E2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06364" y="894441"/>
                <a:ext cx="387795" cy="387795"/>
              </a:xfrm>
              <a:prstGeom prst="rect">
                <a:avLst/>
              </a:prstGeom>
            </p:spPr>
          </p:pic>
          <p:pic>
            <p:nvPicPr>
              <p:cNvPr id="21" name="Graphic 20" descr="Group of people with solid fill">
                <a:extLst>
                  <a:ext uri="{FF2B5EF4-FFF2-40B4-BE49-F238E27FC236}">
                    <a16:creationId xmlns:a16="http://schemas.microsoft.com/office/drawing/2014/main" id="{10C734A6-D134-D026-E2CF-3CEFE3A545D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472421" y="757731"/>
                <a:ext cx="567771" cy="567771"/>
              </a:xfrm>
              <a:prstGeom prst="rect">
                <a:avLst/>
              </a:prstGeom>
            </p:spPr>
          </p:pic>
          <p:sp>
            <p:nvSpPr>
              <p:cNvPr id="24" name="Arrow: Pentagon 23">
                <a:extLst>
                  <a:ext uri="{FF2B5EF4-FFF2-40B4-BE49-F238E27FC236}">
                    <a16:creationId xmlns:a16="http://schemas.microsoft.com/office/drawing/2014/main" id="{86B900AC-176D-4569-1B0D-DA599D40350F}"/>
                  </a:ext>
                </a:extLst>
              </p:cNvPr>
              <p:cNvSpPr/>
              <p:nvPr/>
            </p:nvSpPr>
            <p:spPr>
              <a:xfrm>
                <a:off x="870689" y="2612691"/>
                <a:ext cx="1742487" cy="681644"/>
              </a:xfrm>
              <a:prstGeom prst="homePlat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t>Mandate </a:t>
                </a:r>
              </a:p>
            </p:txBody>
          </p:sp>
          <p:sp>
            <p:nvSpPr>
              <p:cNvPr id="25" name="Arrow: Pentagon 24">
                <a:extLst>
                  <a:ext uri="{FF2B5EF4-FFF2-40B4-BE49-F238E27FC236}">
                    <a16:creationId xmlns:a16="http://schemas.microsoft.com/office/drawing/2014/main" id="{747F3723-6E43-ED78-CC4C-FC262A67A217}"/>
                  </a:ext>
                </a:extLst>
              </p:cNvPr>
              <p:cNvSpPr/>
              <p:nvPr/>
            </p:nvSpPr>
            <p:spPr>
              <a:xfrm>
                <a:off x="870689" y="3505754"/>
                <a:ext cx="1742487" cy="681644"/>
              </a:xfrm>
              <a:prstGeom prst="homePlat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t>Composition </a:t>
                </a:r>
              </a:p>
            </p:txBody>
          </p:sp>
          <p:sp>
            <p:nvSpPr>
              <p:cNvPr id="26" name="Arrow: Pentagon 25">
                <a:extLst>
                  <a:ext uri="{FF2B5EF4-FFF2-40B4-BE49-F238E27FC236}">
                    <a16:creationId xmlns:a16="http://schemas.microsoft.com/office/drawing/2014/main" id="{722B2193-42A0-D6D2-2D33-C51468C48DD4}"/>
                  </a:ext>
                </a:extLst>
              </p:cNvPr>
              <p:cNvSpPr/>
              <p:nvPr/>
            </p:nvSpPr>
            <p:spPr>
              <a:xfrm>
                <a:off x="870689" y="4398819"/>
                <a:ext cx="1742487" cy="681644"/>
              </a:xfrm>
              <a:prstGeom prst="homePlat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t>Function </a:t>
                </a:r>
              </a:p>
            </p:txBody>
          </p:sp>
          <p:cxnSp>
            <p:nvCxnSpPr>
              <p:cNvPr id="31" name="Straight Connector 30">
                <a:extLst>
                  <a:ext uri="{FF2B5EF4-FFF2-40B4-BE49-F238E27FC236}">
                    <a16:creationId xmlns:a16="http://schemas.microsoft.com/office/drawing/2014/main" id="{E4B08F47-F473-5348-4675-4A4456A884CD}"/>
                  </a:ext>
                </a:extLst>
              </p:cNvPr>
              <p:cNvCxnSpPr/>
              <p:nvPr/>
            </p:nvCxnSpPr>
            <p:spPr>
              <a:xfrm>
                <a:off x="2831592" y="2464308"/>
                <a:ext cx="0" cy="268772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2EB21B5C-17AD-4372-755E-682B340B1754}"/>
                  </a:ext>
                </a:extLst>
              </p:cNvPr>
              <p:cNvCxnSpPr/>
              <p:nvPr/>
            </p:nvCxnSpPr>
            <p:spPr>
              <a:xfrm>
                <a:off x="4797552" y="2464307"/>
                <a:ext cx="0" cy="268772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6F1EAEA8-5B22-2962-E0D9-4AF90E6F2068}"/>
                  </a:ext>
                </a:extLst>
              </p:cNvPr>
              <p:cNvCxnSpPr/>
              <p:nvPr/>
            </p:nvCxnSpPr>
            <p:spPr>
              <a:xfrm>
                <a:off x="6763512" y="2464306"/>
                <a:ext cx="0" cy="268772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CE3B8EAF-DA40-D631-0BF9-029AA4455EFE}"/>
                  </a:ext>
                </a:extLst>
              </p:cNvPr>
              <p:cNvCxnSpPr/>
              <p:nvPr/>
            </p:nvCxnSpPr>
            <p:spPr>
              <a:xfrm>
                <a:off x="8729472" y="2464305"/>
                <a:ext cx="0" cy="268772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B9DAC849-86A7-027B-4CD8-55DCCA669760}"/>
                  </a:ext>
                </a:extLst>
              </p:cNvPr>
              <p:cNvCxnSpPr/>
              <p:nvPr/>
            </p:nvCxnSpPr>
            <p:spPr>
              <a:xfrm>
                <a:off x="10686288" y="2464304"/>
                <a:ext cx="0" cy="268772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571070A0-C1F1-F6BC-C73E-DE377E0497AD}"/>
                  </a:ext>
                </a:extLst>
              </p:cNvPr>
              <p:cNvCxnSpPr/>
              <p:nvPr/>
            </p:nvCxnSpPr>
            <p:spPr>
              <a:xfrm>
                <a:off x="2831592" y="5166360"/>
                <a:ext cx="786384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9870DDA9-FEEB-A78C-1024-431C40F04543}"/>
                  </a:ext>
                </a:extLst>
              </p:cNvPr>
              <p:cNvCxnSpPr/>
              <p:nvPr/>
            </p:nvCxnSpPr>
            <p:spPr>
              <a:xfrm>
                <a:off x="2831592" y="4299814"/>
                <a:ext cx="786384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F9D9974A-3BED-7EE1-1A44-9F5E2B4237EF}"/>
                  </a:ext>
                </a:extLst>
              </p:cNvPr>
              <p:cNvCxnSpPr/>
              <p:nvPr/>
            </p:nvCxnSpPr>
            <p:spPr>
              <a:xfrm>
                <a:off x="2831592" y="3433268"/>
                <a:ext cx="786384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grpSp>
      <p:sp>
        <p:nvSpPr>
          <p:cNvPr id="46" name="TextBox 45">
            <a:extLst>
              <a:ext uri="{FF2B5EF4-FFF2-40B4-BE49-F238E27FC236}">
                <a16:creationId xmlns:a16="http://schemas.microsoft.com/office/drawing/2014/main" id="{6098C3C5-534C-9ED7-7829-056B1103350F}"/>
              </a:ext>
            </a:extLst>
          </p:cNvPr>
          <p:cNvSpPr txBox="1"/>
          <p:nvPr/>
        </p:nvSpPr>
        <p:spPr>
          <a:xfrm>
            <a:off x="2830389" y="2829977"/>
            <a:ext cx="2229162" cy="951980"/>
          </a:xfrm>
          <a:prstGeom prst="rect">
            <a:avLst/>
          </a:prstGeom>
          <a:noFill/>
        </p:spPr>
        <p:txBody>
          <a:bodyPr wrap="square" lIns="0" tIns="0" rIns="0" bIns="0" rtlCol="0">
            <a:noAutofit/>
          </a:bodyPr>
          <a:lstStyle/>
          <a:p>
            <a:endParaRPr lang="en-US" sz="1200"/>
          </a:p>
          <a:p>
            <a:r>
              <a:rPr lang="en-US" sz="1200"/>
              <a:t>Listed Companies and Public Companies (meeting certain threshold)</a:t>
            </a:r>
            <a:endParaRPr lang="en-GB" sz="1200" err="1">
              <a:latin typeface="+mj-lt"/>
            </a:endParaRPr>
          </a:p>
        </p:txBody>
      </p:sp>
      <p:sp>
        <p:nvSpPr>
          <p:cNvPr id="47" name="TextBox 46">
            <a:extLst>
              <a:ext uri="{FF2B5EF4-FFF2-40B4-BE49-F238E27FC236}">
                <a16:creationId xmlns:a16="http://schemas.microsoft.com/office/drawing/2014/main" id="{C01E6878-59C9-62D6-31B5-95710972069E}"/>
              </a:ext>
            </a:extLst>
          </p:cNvPr>
          <p:cNvSpPr txBox="1"/>
          <p:nvPr/>
        </p:nvSpPr>
        <p:spPr>
          <a:xfrm>
            <a:off x="5076759" y="3008065"/>
            <a:ext cx="2229162" cy="951980"/>
          </a:xfrm>
          <a:prstGeom prst="rect">
            <a:avLst/>
          </a:prstGeom>
          <a:noFill/>
        </p:spPr>
        <p:txBody>
          <a:bodyPr wrap="square" lIns="0" tIns="0" rIns="0" bIns="0" rtlCol="0">
            <a:noAutofit/>
          </a:bodyPr>
          <a:lstStyle/>
          <a:p>
            <a:r>
              <a:rPr lang="en-US" sz="1200"/>
              <a:t>Listed Companies and Public Companies (meeting certain threshold)</a:t>
            </a:r>
            <a:endParaRPr lang="en-GB" sz="1200" err="1"/>
          </a:p>
        </p:txBody>
      </p:sp>
      <p:sp>
        <p:nvSpPr>
          <p:cNvPr id="48" name="TextBox 47">
            <a:extLst>
              <a:ext uri="{FF2B5EF4-FFF2-40B4-BE49-F238E27FC236}">
                <a16:creationId xmlns:a16="http://schemas.microsoft.com/office/drawing/2014/main" id="{A21D04E4-AB7D-F305-96AE-C9FC2CA103FF}"/>
              </a:ext>
            </a:extLst>
          </p:cNvPr>
          <p:cNvSpPr txBox="1"/>
          <p:nvPr/>
        </p:nvSpPr>
        <p:spPr>
          <a:xfrm>
            <a:off x="7314586" y="2720315"/>
            <a:ext cx="2229162" cy="951980"/>
          </a:xfrm>
          <a:prstGeom prst="rect">
            <a:avLst/>
          </a:prstGeom>
          <a:noFill/>
        </p:spPr>
        <p:txBody>
          <a:bodyPr wrap="square" lIns="0" tIns="0" rIns="0" bIns="0" rtlCol="0">
            <a:noAutofit/>
          </a:bodyPr>
          <a:lstStyle/>
          <a:p>
            <a:pPr algn="l"/>
            <a:endParaRPr lang="en-GB" sz="1600" err="1">
              <a:latin typeface="+mj-lt"/>
            </a:endParaRPr>
          </a:p>
        </p:txBody>
      </p:sp>
      <p:sp>
        <p:nvSpPr>
          <p:cNvPr id="49" name="TextBox 48">
            <a:extLst>
              <a:ext uri="{FF2B5EF4-FFF2-40B4-BE49-F238E27FC236}">
                <a16:creationId xmlns:a16="http://schemas.microsoft.com/office/drawing/2014/main" id="{5F52F443-5AC2-E811-FC5C-D17D901B17DA}"/>
              </a:ext>
            </a:extLst>
          </p:cNvPr>
          <p:cNvSpPr txBox="1"/>
          <p:nvPr/>
        </p:nvSpPr>
        <p:spPr>
          <a:xfrm>
            <a:off x="9599242" y="2718083"/>
            <a:ext cx="2229162" cy="951980"/>
          </a:xfrm>
          <a:prstGeom prst="rect">
            <a:avLst/>
          </a:prstGeom>
          <a:noFill/>
        </p:spPr>
        <p:txBody>
          <a:bodyPr wrap="square" lIns="0" tIns="0" rIns="0" bIns="0" rtlCol="0">
            <a:noAutofit/>
          </a:bodyPr>
          <a:lstStyle/>
          <a:p>
            <a:pPr algn="l"/>
            <a:endParaRPr lang="en-GB" sz="1600" err="1">
              <a:latin typeface="+mj-lt"/>
            </a:endParaRPr>
          </a:p>
        </p:txBody>
      </p:sp>
      <p:sp>
        <p:nvSpPr>
          <p:cNvPr id="50" name="TextBox 49">
            <a:extLst>
              <a:ext uri="{FF2B5EF4-FFF2-40B4-BE49-F238E27FC236}">
                <a16:creationId xmlns:a16="http://schemas.microsoft.com/office/drawing/2014/main" id="{FDDCC7AE-D2B5-B985-3F4F-10FA8F96CC2B}"/>
              </a:ext>
            </a:extLst>
          </p:cNvPr>
          <p:cNvSpPr txBox="1"/>
          <p:nvPr/>
        </p:nvSpPr>
        <p:spPr>
          <a:xfrm>
            <a:off x="2738412" y="3918899"/>
            <a:ext cx="2389094" cy="951980"/>
          </a:xfrm>
          <a:prstGeom prst="rect">
            <a:avLst/>
          </a:prstGeom>
          <a:noFill/>
        </p:spPr>
        <p:txBody>
          <a:bodyPr wrap="square" lIns="0" tIns="0" rIns="0" bIns="0" rtlCol="0">
            <a:noAutofit/>
          </a:bodyPr>
          <a:lstStyle/>
          <a:p>
            <a:r>
              <a:rPr lang="en-US" sz="1200"/>
              <a:t>Minimum three directors, majority independent, with at least one having financial expertise.</a:t>
            </a:r>
            <a:endParaRPr lang="en-GB" sz="1200" err="1">
              <a:latin typeface="+mj-lt"/>
            </a:endParaRPr>
          </a:p>
        </p:txBody>
      </p:sp>
      <p:sp>
        <p:nvSpPr>
          <p:cNvPr id="51" name="TextBox 50">
            <a:extLst>
              <a:ext uri="{FF2B5EF4-FFF2-40B4-BE49-F238E27FC236}">
                <a16:creationId xmlns:a16="http://schemas.microsoft.com/office/drawing/2014/main" id="{04D42287-D4D3-B319-A662-02B3B71DC627}"/>
              </a:ext>
            </a:extLst>
          </p:cNvPr>
          <p:cNvSpPr txBox="1"/>
          <p:nvPr/>
        </p:nvSpPr>
        <p:spPr>
          <a:xfrm>
            <a:off x="2786320" y="4819849"/>
            <a:ext cx="2229162" cy="951980"/>
          </a:xfrm>
          <a:prstGeom prst="rect">
            <a:avLst/>
          </a:prstGeom>
          <a:noFill/>
        </p:spPr>
        <p:txBody>
          <a:bodyPr wrap="square" lIns="0" tIns="0" rIns="0" bIns="0" rtlCol="0">
            <a:noAutofit/>
          </a:bodyPr>
          <a:lstStyle/>
          <a:p>
            <a:r>
              <a:rPr lang="en-US" sz="1200"/>
              <a:t>Oversee financial reporting, internal controls, audit process, and whistleblower mechanisms.</a:t>
            </a:r>
            <a:endParaRPr lang="en-GB" sz="1200" err="1">
              <a:latin typeface="+mj-lt"/>
            </a:endParaRPr>
          </a:p>
        </p:txBody>
      </p:sp>
      <p:sp>
        <p:nvSpPr>
          <p:cNvPr id="52" name="TextBox 51">
            <a:extLst>
              <a:ext uri="{FF2B5EF4-FFF2-40B4-BE49-F238E27FC236}">
                <a16:creationId xmlns:a16="http://schemas.microsoft.com/office/drawing/2014/main" id="{7B82E0ED-9CA1-1DE4-EB77-106DBB4CFECA}"/>
              </a:ext>
            </a:extLst>
          </p:cNvPr>
          <p:cNvSpPr txBox="1"/>
          <p:nvPr/>
        </p:nvSpPr>
        <p:spPr>
          <a:xfrm>
            <a:off x="5093583" y="3937890"/>
            <a:ext cx="2229162" cy="951980"/>
          </a:xfrm>
          <a:prstGeom prst="rect">
            <a:avLst/>
          </a:prstGeom>
          <a:noFill/>
        </p:spPr>
        <p:txBody>
          <a:bodyPr wrap="square" lIns="0" tIns="0" rIns="0" bIns="0" rtlCol="0">
            <a:noAutofit/>
          </a:bodyPr>
          <a:lstStyle/>
          <a:p>
            <a:r>
              <a:rPr lang="en-US" sz="1200"/>
              <a:t>Minimum three non-executive directors, majority independent.</a:t>
            </a:r>
            <a:endParaRPr lang="en-GB" sz="1200" err="1"/>
          </a:p>
        </p:txBody>
      </p:sp>
      <p:sp>
        <p:nvSpPr>
          <p:cNvPr id="53" name="TextBox 52">
            <a:extLst>
              <a:ext uri="{FF2B5EF4-FFF2-40B4-BE49-F238E27FC236}">
                <a16:creationId xmlns:a16="http://schemas.microsoft.com/office/drawing/2014/main" id="{038C0FE0-1D86-8296-38EB-B23822478393}"/>
              </a:ext>
            </a:extLst>
          </p:cNvPr>
          <p:cNvSpPr txBox="1"/>
          <p:nvPr/>
        </p:nvSpPr>
        <p:spPr>
          <a:xfrm>
            <a:off x="5054912" y="4737553"/>
            <a:ext cx="2353499" cy="951980"/>
          </a:xfrm>
          <a:prstGeom prst="rect">
            <a:avLst/>
          </a:prstGeom>
          <a:noFill/>
        </p:spPr>
        <p:txBody>
          <a:bodyPr wrap="square" lIns="0" tIns="0" rIns="0" bIns="0" rtlCol="0">
            <a:noAutofit/>
          </a:bodyPr>
          <a:lstStyle/>
          <a:p>
            <a:r>
              <a:rPr lang="en-US" sz="1200"/>
              <a:t>Identify and recommend candidates for directorship, evaluate board performance and determine remuneration policies.</a:t>
            </a:r>
            <a:endParaRPr lang="en-GB" sz="1200" err="1"/>
          </a:p>
        </p:txBody>
      </p:sp>
      <p:sp>
        <p:nvSpPr>
          <p:cNvPr id="54" name="TextBox 53">
            <a:extLst>
              <a:ext uri="{FF2B5EF4-FFF2-40B4-BE49-F238E27FC236}">
                <a16:creationId xmlns:a16="http://schemas.microsoft.com/office/drawing/2014/main" id="{793201A0-8B29-E54F-C7F2-99993A6B8308}"/>
              </a:ext>
            </a:extLst>
          </p:cNvPr>
          <p:cNvSpPr txBox="1"/>
          <p:nvPr/>
        </p:nvSpPr>
        <p:spPr>
          <a:xfrm>
            <a:off x="7350745" y="3007441"/>
            <a:ext cx="2229162" cy="951980"/>
          </a:xfrm>
          <a:prstGeom prst="rect">
            <a:avLst/>
          </a:prstGeom>
          <a:noFill/>
        </p:spPr>
        <p:txBody>
          <a:bodyPr wrap="square" lIns="0" tIns="0" rIns="0" bIns="0" rtlCol="0">
            <a:noAutofit/>
          </a:bodyPr>
          <a:lstStyle/>
          <a:p>
            <a:r>
              <a:rPr lang="en-US" sz="1200"/>
              <a:t>Listed Companies and every Company (exceeding certain no. of security holders)</a:t>
            </a:r>
            <a:endParaRPr lang="en-GB" sz="1200" err="1"/>
          </a:p>
        </p:txBody>
      </p:sp>
      <p:sp>
        <p:nvSpPr>
          <p:cNvPr id="55" name="TextBox 54">
            <a:extLst>
              <a:ext uri="{FF2B5EF4-FFF2-40B4-BE49-F238E27FC236}">
                <a16:creationId xmlns:a16="http://schemas.microsoft.com/office/drawing/2014/main" id="{0F987499-D190-A98C-BBDB-1DE82E4BF65D}"/>
              </a:ext>
            </a:extLst>
          </p:cNvPr>
          <p:cNvSpPr txBox="1"/>
          <p:nvPr/>
        </p:nvSpPr>
        <p:spPr>
          <a:xfrm>
            <a:off x="9640398" y="2985910"/>
            <a:ext cx="2229162" cy="951980"/>
          </a:xfrm>
          <a:prstGeom prst="rect">
            <a:avLst/>
          </a:prstGeom>
          <a:noFill/>
        </p:spPr>
        <p:txBody>
          <a:bodyPr wrap="square" lIns="0" tIns="0" rIns="0" bIns="0" rtlCol="0">
            <a:noAutofit/>
          </a:bodyPr>
          <a:lstStyle/>
          <a:p>
            <a:r>
              <a:rPr lang="en-US" sz="1200"/>
              <a:t>Every Company (meeting certain threshold)</a:t>
            </a:r>
            <a:endParaRPr lang="en-GB" sz="1200"/>
          </a:p>
        </p:txBody>
      </p:sp>
      <p:sp>
        <p:nvSpPr>
          <p:cNvPr id="56" name="TextBox 55">
            <a:extLst>
              <a:ext uri="{FF2B5EF4-FFF2-40B4-BE49-F238E27FC236}">
                <a16:creationId xmlns:a16="http://schemas.microsoft.com/office/drawing/2014/main" id="{7A9AB1CD-B3B5-29A2-4B5A-F592274D1634}"/>
              </a:ext>
            </a:extLst>
          </p:cNvPr>
          <p:cNvSpPr txBox="1"/>
          <p:nvPr/>
        </p:nvSpPr>
        <p:spPr>
          <a:xfrm>
            <a:off x="7378470" y="3937890"/>
            <a:ext cx="2229162" cy="951980"/>
          </a:xfrm>
          <a:prstGeom prst="rect">
            <a:avLst/>
          </a:prstGeom>
          <a:noFill/>
        </p:spPr>
        <p:txBody>
          <a:bodyPr wrap="square" lIns="0" tIns="0" rIns="0" bIns="0" rtlCol="0">
            <a:noAutofit/>
          </a:bodyPr>
          <a:lstStyle/>
          <a:p>
            <a:r>
              <a:rPr lang="en-US" sz="1200"/>
              <a:t>Chairperson should be non-executive director</a:t>
            </a:r>
            <a:endParaRPr lang="en-GB" sz="1200" err="1"/>
          </a:p>
        </p:txBody>
      </p:sp>
      <p:sp>
        <p:nvSpPr>
          <p:cNvPr id="57" name="TextBox 56">
            <a:extLst>
              <a:ext uri="{FF2B5EF4-FFF2-40B4-BE49-F238E27FC236}">
                <a16:creationId xmlns:a16="http://schemas.microsoft.com/office/drawing/2014/main" id="{3B5FB43A-5362-0DF3-68A2-D7721059A1F8}"/>
              </a:ext>
            </a:extLst>
          </p:cNvPr>
          <p:cNvSpPr txBox="1"/>
          <p:nvPr/>
        </p:nvSpPr>
        <p:spPr>
          <a:xfrm>
            <a:off x="7351270" y="4755841"/>
            <a:ext cx="2229162" cy="951980"/>
          </a:xfrm>
          <a:prstGeom prst="rect">
            <a:avLst/>
          </a:prstGeom>
          <a:noFill/>
        </p:spPr>
        <p:txBody>
          <a:bodyPr wrap="square" lIns="0" tIns="0" rIns="0" bIns="0" rtlCol="0">
            <a:noAutofit/>
          </a:bodyPr>
          <a:lstStyle/>
          <a:p>
            <a:r>
              <a:rPr lang="en-US" sz="1200"/>
              <a:t>Resolve grievances of shareholders, debenture holders and other security holders.</a:t>
            </a:r>
            <a:endParaRPr lang="en-GB" sz="1200" err="1"/>
          </a:p>
        </p:txBody>
      </p:sp>
      <p:sp>
        <p:nvSpPr>
          <p:cNvPr id="58" name="TextBox 57">
            <a:extLst>
              <a:ext uri="{FF2B5EF4-FFF2-40B4-BE49-F238E27FC236}">
                <a16:creationId xmlns:a16="http://schemas.microsoft.com/office/drawing/2014/main" id="{4AE531DA-A9D9-95CF-C64A-698A59B89D0F}"/>
              </a:ext>
            </a:extLst>
          </p:cNvPr>
          <p:cNvSpPr txBox="1"/>
          <p:nvPr/>
        </p:nvSpPr>
        <p:spPr>
          <a:xfrm>
            <a:off x="9625395" y="3937458"/>
            <a:ext cx="2182626" cy="951980"/>
          </a:xfrm>
          <a:prstGeom prst="rect">
            <a:avLst/>
          </a:prstGeom>
          <a:noFill/>
        </p:spPr>
        <p:txBody>
          <a:bodyPr wrap="square" lIns="0" tIns="0" rIns="0" bIns="0" rtlCol="0">
            <a:noAutofit/>
          </a:bodyPr>
          <a:lstStyle/>
          <a:p>
            <a:r>
              <a:rPr lang="en-US" sz="1200"/>
              <a:t>Minimum three directors, at least one independent.</a:t>
            </a:r>
            <a:endParaRPr lang="en-GB" sz="1200" err="1"/>
          </a:p>
        </p:txBody>
      </p:sp>
      <p:sp>
        <p:nvSpPr>
          <p:cNvPr id="59" name="TextBox 58">
            <a:extLst>
              <a:ext uri="{FF2B5EF4-FFF2-40B4-BE49-F238E27FC236}">
                <a16:creationId xmlns:a16="http://schemas.microsoft.com/office/drawing/2014/main" id="{43E2C147-68E4-A098-E31E-72084A263BFF}"/>
              </a:ext>
            </a:extLst>
          </p:cNvPr>
          <p:cNvSpPr txBox="1"/>
          <p:nvPr/>
        </p:nvSpPr>
        <p:spPr>
          <a:xfrm>
            <a:off x="9640398" y="4783273"/>
            <a:ext cx="2130000" cy="951980"/>
          </a:xfrm>
          <a:prstGeom prst="rect">
            <a:avLst/>
          </a:prstGeom>
          <a:noFill/>
        </p:spPr>
        <p:txBody>
          <a:bodyPr wrap="square" lIns="0" tIns="0" rIns="0" bIns="0" rtlCol="0">
            <a:noAutofit/>
          </a:bodyPr>
          <a:lstStyle/>
          <a:p>
            <a:r>
              <a:rPr lang="en-US" sz="1200"/>
              <a:t>Formulate and monitor CSR policy and activities.</a:t>
            </a:r>
            <a:endParaRPr lang="en-GB" sz="1200" err="1"/>
          </a:p>
        </p:txBody>
      </p:sp>
      <p:sp>
        <p:nvSpPr>
          <p:cNvPr id="60" name="Rectangle: Rounded Corners 59">
            <a:extLst>
              <a:ext uri="{FF2B5EF4-FFF2-40B4-BE49-F238E27FC236}">
                <a16:creationId xmlns:a16="http://schemas.microsoft.com/office/drawing/2014/main" id="{669867EB-1037-2364-30E7-49C86F4570E3}"/>
              </a:ext>
            </a:extLst>
          </p:cNvPr>
          <p:cNvSpPr/>
          <p:nvPr/>
        </p:nvSpPr>
        <p:spPr>
          <a:xfrm>
            <a:off x="230527" y="5689533"/>
            <a:ext cx="11639032" cy="1067874"/>
          </a:xfrm>
          <a:prstGeom prst="round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Rectangle: Rounded Corners 60">
            <a:extLst>
              <a:ext uri="{FF2B5EF4-FFF2-40B4-BE49-F238E27FC236}">
                <a16:creationId xmlns:a16="http://schemas.microsoft.com/office/drawing/2014/main" id="{CEBB4187-AE28-BBCC-F2A3-8E54D9698A3E}"/>
              </a:ext>
            </a:extLst>
          </p:cNvPr>
          <p:cNvSpPr/>
          <p:nvPr/>
        </p:nvSpPr>
        <p:spPr>
          <a:xfrm>
            <a:off x="230527" y="5689533"/>
            <a:ext cx="2381041" cy="106787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t>Other Committees formed as per SEBI LODR and best practices</a:t>
            </a:r>
          </a:p>
        </p:txBody>
      </p:sp>
      <p:sp>
        <p:nvSpPr>
          <p:cNvPr id="62" name="Rectangle 61">
            <a:extLst>
              <a:ext uri="{FF2B5EF4-FFF2-40B4-BE49-F238E27FC236}">
                <a16:creationId xmlns:a16="http://schemas.microsoft.com/office/drawing/2014/main" id="{4DEB84BC-5C44-F584-7F55-9EB6CB2434BA}"/>
              </a:ext>
            </a:extLst>
          </p:cNvPr>
          <p:cNvSpPr/>
          <p:nvPr/>
        </p:nvSpPr>
        <p:spPr>
          <a:xfrm>
            <a:off x="2786320" y="5762685"/>
            <a:ext cx="2381041" cy="4398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Risk Management </a:t>
            </a:r>
          </a:p>
          <a:p>
            <a:pPr algn="ctr"/>
            <a:r>
              <a:rPr lang="en-US" sz="1200">
                <a:solidFill>
                  <a:schemeClr val="tx1"/>
                </a:solidFill>
              </a:rPr>
              <a:t>Committee</a:t>
            </a:r>
            <a:endParaRPr lang="en-GB" sz="1200">
              <a:solidFill>
                <a:schemeClr val="tx1"/>
              </a:solidFill>
            </a:endParaRPr>
          </a:p>
        </p:txBody>
      </p:sp>
      <p:sp>
        <p:nvSpPr>
          <p:cNvPr id="63" name="Rectangle 62">
            <a:extLst>
              <a:ext uri="{FF2B5EF4-FFF2-40B4-BE49-F238E27FC236}">
                <a16:creationId xmlns:a16="http://schemas.microsoft.com/office/drawing/2014/main" id="{172C7B26-24BB-1A04-90C0-A4CD4BFF97F9}"/>
              </a:ext>
            </a:extLst>
          </p:cNvPr>
          <p:cNvSpPr/>
          <p:nvPr/>
        </p:nvSpPr>
        <p:spPr>
          <a:xfrm>
            <a:off x="5589076" y="5980723"/>
            <a:ext cx="2582170" cy="43804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a:p>
            <a:pPr algn="ctr"/>
            <a:r>
              <a:rPr lang="en-US" sz="1200">
                <a:solidFill>
                  <a:schemeClr val="tx1"/>
                </a:solidFill>
              </a:rPr>
              <a:t>Vigil Mechanism/</a:t>
            </a:r>
          </a:p>
          <a:p>
            <a:pPr algn="ctr"/>
            <a:r>
              <a:rPr lang="en-US" sz="1200">
                <a:solidFill>
                  <a:schemeClr val="tx1"/>
                </a:solidFill>
              </a:rPr>
              <a:t>Whistleblower Committee</a:t>
            </a:r>
          </a:p>
          <a:p>
            <a:pPr algn="ctr"/>
            <a:endParaRPr lang="en-GB" sz="1200">
              <a:solidFill>
                <a:schemeClr val="tx1"/>
              </a:solidFill>
            </a:endParaRPr>
          </a:p>
        </p:txBody>
      </p:sp>
      <p:sp>
        <p:nvSpPr>
          <p:cNvPr id="64" name="Rectangle 63">
            <a:extLst>
              <a:ext uri="{FF2B5EF4-FFF2-40B4-BE49-F238E27FC236}">
                <a16:creationId xmlns:a16="http://schemas.microsoft.com/office/drawing/2014/main" id="{B4A96CA3-1D65-E3BD-0864-F7F101EFD254}"/>
              </a:ext>
            </a:extLst>
          </p:cNvPr>
          <p:cNvSpPr/>
          <p:nvPr/>
        </p:nvSpPr>
        <p:spPr>
          <a:xfrm>
            <a:off x="8747798" y="5785548"/>
            <a:ext cx="2302450" cy="41696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fontAlgn="base"/>
            <a:r>
              <a:rPr lang="en-US" sz="1200">
                <a:solidFill>
                  <a:schemeClr val="tx1"/>
                </a:solidFill>
              </a:rPr>
              <a:t>ESOP/Compensation Committee</a:t>
            </a:r>
          </a:p>
        </p:txBody>
      </p:sp>
      <p:sp>
        <p:nvSpPr>
          <p:cNvPr id="65" name="Rectangle 64">
            <a:extLst>
              <a:ext uri="{FF2B5EF4-FFF2-40B4-BE49-F238E27FC236}">
                <a16:creationId xmlns:a16="http://schemas.microsoft.com/office/drawing/2014/main" id="{D2304368-5730-3B78-338E-35835895E8FE}"/>
              </a:ext>
            </a:extLst>
          </p:cNvPr>
          <p:cNvSpPr/>
          <p:nvPr/>
        </p:nvSpPr>
        <p:spPr>
          <a:xfrm>
            <a:off x="2786320" y="6268461"/>
            <a:ext cx="2381041" cy="44956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a:p>
            <a:pPr algn="ctr"/>
            <a:r>
              <a:rPr lang="en-US" sz="1200">
                <a:solidFill>
                  <a:schemeClr val="tx1"/>
                </a:solidFill>
              </a:rPr>
              <a:t>Finance Committee</a:t>
            </a:r>
          </a:p>
          <a:p>
            <a:pPr algn="ctr"/>
            <a:endParaRPr lang="en-GB" sz="1200">
              <a:solidFill>
                <a:schemeClr val="tx1"/>
              </a:solidFill>
            </a:endParaRPr>
          </a:p>
        </p:txBody>
      </p:sp>
      <p:sp>
        <p:nvSpPr>
          <p:cNvPr id="66" name="Rectangle 65">
            <a:extLst>
              <a:ext uri="{FF2B5EF4-FFF2-40B4-BE49-F238E27FC236}">
                <a16:creationId xmlns:a16="http://schemas.microsoft.com/office/drawing/2014/main" id="{51534238-B6FF-9CE6-128B-C0D10466035F}"/>
              </a:ext>
            </a:extLst>
          </p:cNvPr>
          <p:cNvSpPr/>
          <p:nvPr/>
        </p:nvSpPr>
        <p:spPr>
          <a:xfrm>
            <a:off x="8760868" y="6263476"/>
            <a:ext cx="2289380" cy="4291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fontAlgn="base"/>
            <a:r>
              <a:rPr lang="en-US" sz="1200">
                <a:solidFill>
                  <a:schemeClr val="tx1"/>
                </a:solidFill>
              </a:rPr>
              <a:t>Ethics Committee</a:t>
            </a:r>
          </a:p>
        </p:txBody>
      </p:sp>
      <p:pic>
        <p:nvPicPr>
          <p:cNvPr id="70" name="Graphic 69" descr="Earth globe: Africa and Europe with solid fill">
            <a:extLst>
              <a:ext uri="{FF2B5EF4-FFF2-40B4-BE49-F238E27FC236}">
                <a16:creationId xmlns:a16="http://schemas.microsoft.com/office/drawing/2014/main" id="{3780BA2C-4A33-03CE-5A35-33102378432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286331" y="798402"/>
            <a:ext cx="755703" cy="755703"/>
          </a:xfrm>
          <a:prstGeom prst="rect">
            <a:avLst/>
          </a:prstGeom>
        </p:spPr>
      </p:pic>
      <p:sp>
        <p:nvSpPr>
          <p:cNvPr id="4" name="object 28">
            <a:extLst>
              <a:ext uri="{FF2B5EF4-FFF2-40B4-BE49-F238E27FC236}">
                <a16:creationId xmlns:a16="http://schemas.microsoft.com/office/drawing/2014/main" id="{53B220D5-466B-F9A9-B58F-04FDEECCCF1B}"/>
              </a:ext>
            </a:extLst>
          </p:cNvPr>
          <p:cNvSpPr txBox="1">
            <a:spLocks/>
          </p:cNvSpPr>
          <p:nvPr/>
        </p:nvSpPr>
        <p:spPr>
          <a:xfrm>
            <a:off x="11802491" y="6620276"/>
            <a:ext cx="202438" cy="187248"/>
          </a:xfrm>
          <a:prstGeom prst="rect">
            <a:avLst/>
          </a:prstGeom>
        </p:spPr>
        <p:txBody>
          <a:bodyPr vert="horz" wrap="square" lIns="0" tIns="0" rIns="0" bIns="0" rtlCol="0">
            <a:spAutoFit/>
          </a:bodyPr>
          <a:lstStyle>
            <a:defPPr>
              <a:defRPr lang="en-US" kern="0"/>
            </a:defPPr>
            <a:lvl1pPr marL="0" algn="l" defTabSz="914400" rtl="0" eaLnBrk="1" latinLnBrk="0" hangingPunct="1">
              <a:defRPr sz="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3980">
              <a:spcBef>
                <a:spcPts val="25"/>
              </a:spcBef>
            </a:pPr>
            <a:fld id="{81D60167-4931-47E6-BA6A-407CBD079E47}" type="slidenum">
              <a:rPr lang="en-US" spc="-50" smtClean="0"/>
              <a:pPr marL="93980">
                <a:spcBef>
                  <a:spcPts val="25"/>
                </a:spcBef>
              </a:pPr>
              <a:t>44</a:t>
            </a:fld>
            <a:endParaRPr lang="en-US" spc="-50"/>
          </a:p>
        </p:txBody>
      </p:sp>
    </p:spTree>
    <p:custDataLst>
      <p:custData r:id="rId1"/>
    </p:custDataLst>
    <p:extLst>
      <p:ext uri="{BB962C8B-B14F-4D97-AF65-F5344CB8AC3E}">
        <p14:creationId xmlns:p14="http://schemas.microsoft.com/office/powerpoint/2010/main" val="31936180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B3D15-D261-973F-A0A3-F2BBBD8FFAB9}"/>
            </a:ext>
          </a:extLst>
        </p:cNvPr>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58D967FF-595D-7EBB-D1D3-04DFF0EDAD5A}"/>
              </a:ext>
            </a:extLst>
          </p:cNvPr>
          <p:cNvSpPr>
            <a:spLocks noGrp="1"/>
          </p:cNvSpPr>
          <p:nvPr>
            <p:ph idx="1"/>
          </p:nvPr>
        </p:nvSpPr>
        <p:spPr>
          <a:xfrm>
            <a:off x="319228" y="2304542"/>
            <a:ext cx="2591783" cy="2497137"/>
          </a:xfrm>
        </p:spPr>
        <p:txBody>
          <a:bodyPr vert="horz" lIns="0" tIns="0" rIns="91440" bIns="0" rtlCol="0" anchor="t">
            <a:noAutofit/>
          </a:bodyPr>
          <a:lstStyle/>
          <a:p>
            <a:pPr algn="just"/>
            <a:r>
              <a:rPr lang="en-GB" sz="1150"/>
              <a:t>UK Corporate Governance Code</a:t>
            </a:r>
          </a:p>
          <a:p>
            <a:pPr marL="171450" indent="-171450" algn="just">
              <a:spcBef>
                <a:spcPts val="0"/>
              </a:spcBef>
              <a:spcAft>
                <a:spcPts val="600"/>
              </a:spcAft>
              <a:buFont typeface="Wingdings" panose="05000000000000000000" pitchFamily="2" charset="2"/>
              <a:buChar char="§"/>
            </a:pPr>
            <a:r>
              <a:rPr lang="en-GB" sz="1150" b="0"/>
              <a:t>For Companies listed </a:t>
            </a:r>
            <a:r>
              <a:rPr lang="en-GB" sz="1150" b="0">
                <a:latin typeface="Arial"/>
                <a:cs typeface="Arial"/>
              </a:rPr>
              <a:t>on London Stock Exchange and operates on “Comply or explain” model; </a:t>
            </a:r>
          </a:p>
          <a:p>
            <a:pPr marL="171450" indent="-171450" algn="just">
              <a:spcBef>
                <a:spcPts val="0"/>
              </a:spcBef>
              <a:spcAft>
                <a:spcPts val="600"/>
              </a:spcAft>
              <a:buFont typeface="Wingdings" panose="05000000000000000000" pitchFamily="2" charset="2"/>
              <a:buChar char="§"/>
            </a:pPr>
            <a:r>
              <a:rPr lang="en-GB" sz="1150" b="0">
                <a:latin typeface="Arial"/>
                <a:cs typeface="Arial"/>
              </a:rPr>
              <a:t>Key focus is on board leadership</a:t>
            </a:r>
            <a:r>
              <a:rPr lang="en-GB" sz="1150" b="0" noProof="0">
                <a:latin typeface="Arial"/>
                <a:cs typeface="Arial"/>
              </a:rPr>
              <a:t>, </a:t>
            </a:r>
            <a:r>
              <a:rPr lang="en-GB" sz="1150" b="0">
                <a:latin typeface="Arial"/>
                <a:cs typeface="Arial"/>
              </a:rPr>
              <a:t>remuneration</a:t>
            </a:r>
            <a:r>
              <a:rPr lang="en-GB" sz="1150" b="0" noProof="0">
                <a:latin typeface="Arial"/>
                <a:cs typeface="Arial"/>
              </a:rPr>
              <a:t>, </a:t>
            </a:r>
            <a:r>
              <a:rPr lang="en-GB" sz="1150" b="0">
                <a:latin typeface="Arial"/>
                <a:cs typeface="Arial"/>
              </a:rPr>
              <a:t>shareholder relations</a:t>
            </a:r>
            <a:endParaRPr lang="en-GB" sz="1150" b="0" noProof="0">
              <a:cs typeface="Arial"/>
            </a:endParaRPr>
          </a:p>
          <a:p>
            <a:pPr algn="just"/>
            <a:r>
              <a:rPr lang="en-GB" sz="1150">
                <a:latin typeface="Arial"/>
                <a:cs typeface="Arial"/>
              </a:rPr>
              <a:t>Companies Act, 2006</a:t>
            </a:r>
          </a:p>
          <a:p>
            <a:pPr marL="171450" indent="-171450" algn="just">
              <a:buFont typeface="Wingdings" panose="05000000000000000000" pitchFamily="2" charset="2"/>
              <a:buChar char="§"/>
            </a:pPr>
            <a:r>
              <a:rPr lang="en-GB" sz="1150" b="0">
                <a:latin typeface="Arial"/>
                <a:cs typeface="Arial"/>
              </a:rPr>
              <a:t>Sets out Directors’ duties &amp; reporting and shareholder rights </a:t>
            </a:r>
          </a:p>
          <a:p>
            <a:endParaRPr lang="en-GB" sz="1150" b="0">
              <a:cs typeface="Arial"/>
            </a:endParaRPr>
          </a:p>
        </p:txBody>
      </p:sp>
      <p:sp>
        <p:nvSpPr>
          <p:cNvPr id="25" name="Content Placeholder 24">
            <a:extLst>
              <a:ext uri="{FF2B5EF4-FFF2-40B4-BE49-F238E27FC236}">
                <a16:creationId xmlns:a16="http://schemas.microsoft.com/office/drawing/2014/main" id="{BAD51E6A-A3BC-5DE0-BEAE-39F6876EE250}"/>
              </a:ext>
            </a:extLst>
          </p:cNvPr>
          <p:cNvSpPr>
            <a:spLocks noGrp="1"/>
          </p:cNvSpPr>
          <p:nvPr>
            <p:ph idx="10"/>
          </p:nvPr>
        </p:nvSpPr>
        <p:spPr>
          <a:xfrm>
            <a:off x="3314001" y="2306182"/>
            <a:ext cx="2397720" cy="3307838"/>
          </a:xfrm>
        </p:spPr>
        <p:txBody>
          <a:bodyPr vert="horz" lIns="0" tIns="0" rIns="91440" bIns="0" rtlCol="0" anchor="t">
            <a:noAutofit/>
          </a:bodyPr>
          <a:lstStyle/>
          <a:p>
            <a:pPr algn="just"/>
            <a:r>
              <a:rPr lang="en-US" sz="1150">
                <a:ea typeface="+mn-lt"/>
                <a:cs typeface="+mn-lt"/>
              </a:rPr>
              <a:t>Sarbanes-Oxley Act, 2002</a:t>
            </a:r>
          </a:p>
          <a:p>
            <a:pPr marL="171450" indent="-171450" algn="just">
              <a:spcBef>
                <a:spcPts val="0"/>
              </a:spcBef>
              <a:spcAft>
                <a:spcPts val="600"/>
              </a:spcAft>
              <a:buFont typeface="Wingdings" panose="05000000000000000000" pitchFamily="2" charset="2"/>
              <a:buChar char="§"/>
            </a:pPr>
            <a:r>
              <a:rPr lang="en-US" sz="1150" b="0">
                <a:ea typeface="+mn-lt"/>
                <a:cs typeface="+mn-lt"/>
              </a:rPr>
              <a:t>Stringent financial reporting, internal controls for corporate officers and Directors for listed companies resulting in enhanced accountability</a:t>
            </a:r>
            <a:endParaRPr lang="en-US" sz="1150">
              <a:cs typeface="Arial"/>
            </a:endParaRPr>
          </a:p>
          <a:p>
            <a:pPr algn="just"/>
            <a:r>
              <a:rPr lang="en-US" sz="1150">
                <a:ea typeface="+mn-lt"/>
                <a:cs typeface="+mn-lt"/>
              </a:rPr>
              <a:t>Dodd-Frank Act, 2010</a:t>
            </a:r>
          </a:p>
          <a:p>
            <a:pPr marL="171450" indent="-171450" algn="just">
              <a:spcBef>
                <a:spcPts val="0"/>
              </a:spcBef>
              <a:spcAft>
                <a:spcPts val="600"/>
              </a:spcAft>
              <a:buFont typeface="Wingdings" panose="05000000000000000000" pitchFamily="2" charset="2"/>
              <a:buChar char="§"/>
            </a:pPr>
            <a:r>
              <a:rPr lang="en-US" sz="1150" b="0">
                <a:ea typeface="+mn-lt"/>
                <a:cs typeface="+mn-lt"/>
              </a:rPr>
              <a:t>Governance requirements on executive pay, whistleblower protection and risk oversight.</a:t>
            </a:r>
            <a:endParaRPr lang="en-US" sz="1150">
              <a:cs typeface="Arial"/>
            </a:endParaRPr>
          </a:p>
          <a:p>
            <a:pPr algn="just"/>
            <a:r>
              <a:rPr lang="en-US" sz="1150">
                <a:ea typeface="+mn-lt"/>
                <a:cs typeface="+mn-lt"/>
              </a:rPr>
              <a:t>NYSE/NASDAQ Rules</a:t>
            </a:r>
          </a:p>
          <a:p>
            <a:pPr marL="171450" indent="-171450" algn="just">
              <a:spcBef>
                <a:spcPts val="0"/>
              </a:spcBef>
              <a:spcAft>
                <a:spcPts val="600"/>
              </a:spcAft>
              <a:buFont typeface="Wingdings" panose="05000000000000000000" pitchFamily="2" charset="2"/>
              <a:buChar char="§"/>
            </a:pPr>
            <a:r>
              <a:rPr lang="en-US" sz="1150" b="0">
                <a:ea typeface="+mn-lt"/>
                <a:cs typeface="+mn-lt"/>
              </a:rPr>
              <a:t>Focuses on Board independence, audit committees, codes of conduct.</a:t>
            </a:r>
            <a:r>
              <a:rPr lang="en-US" sz="1150" b="0">
                <a:ea typeface="+mn-lt"/>
                <a:cs typeface="Arial"/>
              </a:rPr>
              <a:t> </a:t>
            </a:r>
            <a:endParaRPr lang="en-US" sz="1150" b="0" noProof="0">
              <a:cs typeface="Arial"/>
            </a:endParaRPr>
          </a:p>
          <a:p>
            <a:pPr>
              <a:spcAft>
                <a:spcPts val="400"/>
              </a:spcAft>
            </a:pPr>
            <a:endParaRPr lang="en-US" sz="1150">
              <a:cs typeface="Arial"/>
            </a:endParaRPr>
          </a:p>
          <a:p>
            <a:endParaRPr lang="en-GB" sz="1150">
              <a:cs typeface="Arial"/>
            </a:endParaRPr>
          </a:p>
        </p:txBody>
      </p:sp>
      <p:sp>
        <p:nvSpPr>
          <p:cNvPr id="26" name="Content Placeholder 25">
            <a:extLst>
              <a:ext uri="{FF2B5EF4-FFF2-40B4-BE49-F238E27FC236}">
                <a16:creationId xmlns:a16="http://schemas.microsoft.com/office/drawing/2014/main" id="{B9F47A35-D0C8-934C-678D-73536E1351D9}"/>
              </a:ext>
            </a:extLst>
          </p:cNvPr>
          <p:cNvSpPr>
            <a:spLocks noGrp="1"/>
          </p:cNvSpPr>
          <p:nvPr>
            <p:ph idx="11"/>
          </p:nvPr>
        </p:nvSpPr>
        <p:spPr>
          <a:xfrm>
            <a:off x="6154130" y="2274827"/>
            <a:ext cx="2635706" cy="3888377"/>
          </a:xfrm>
        </p:spPr>
        <p:txBody>
          <a:bodyPr vert="horz" lIns="0" tIns="0" rIns="91440" bIns="0" rtlCol="0" anchor="t">
            <a:noAutofit/>
          </a:bodyPr>
          <a:lstStyle/>
          <a:p>
            <a:pPr algn="just"/>
            <a:r>
              <a:rPr lang="en-US" sz="1150">
                <a:ea typeface="+mn-lt"/>
                <a:cs typeface="+mn-lt"/>
              </a:rPr>
              <a:t>Australian Securities Exchange Listing Rules</a:t>
            </a:r>
          </a:p>
          <a:p>
            <a:pPr marL="171450" indent="-171450" algn="just">
              <a:spcBef>
                <a:spcPts val="0"/>
              </a:spcBef>
              <a:spcAft>
                <a:spcPts val="600"/>
              </a:spcAft>
              <a:buFont typeface="Wingdings" panose="05000000000000000000" pitchFamily="2" charset="2"/>
              <a:buChar char="§"/>
            </a:pPr>
            <a:r>
              <a:rPr lang="en-US" sz="1150" b="0">
                <a:ea typeface="+mn-lt"/>
                <a:cs typeface="+mn-lt"/>
              </a:rPr>
              <a:t>Corporate governance principles and listing rules.</a:t>
            </a:r>
          </a:p>
          <a:p>
            <a:pPr algn="just"/>
            <a:r>
              <a:rPr lang="en-US" sz="1150">
                <a:ea typeface="+mn-lt"/>
                <a:cs typeface="+mn-lt"/>
              </a:rPr>
              <a:t>Corporations Act 2001</a:t>
            </a:r>
          </a:p>
          <a:p>
            <a:pPr marL="171450" indent="-171450" algn="just">
              <a:spcBef>
                <a:spcPts val="0"/>
              </a:spcBef>
              <a:spcAft>
                <a:spcPts val="600"/>
              </a:spcAft>
              <a:buFont typeface="Wingdings" panose="05000000000000000000" pitchFamily="2" charset="2"/>
              <a:buChar char="§"/>
            </a:pPr>
            <a:r>
              <a:rPr lang="en-US" sz="1150" b="0">
                <a:ea typeface="+mn-lt"/>
                <a:cs typeface="+mn-lt"/>
              </a:rPr>
              <a:t>Principal statute governing companies. </a:t>
            </a:r>
            <a:endParaRPr lang="en-US" sz="1150" b="0">
              <a:cs typeface="Arial"/>
            </a:endParaRPr>
          </a:p>
          <a:p>
            <a:pPr algn="just"/>
            <a:r>
              <a:rPr lang="en-US" sz="1150">
                <a:ea typeface="+mn-lt"/>
                <a:cs typeface="+mn-lt"/>
              </a:rPr>
              <a:t>ASX Corporate Governance Principles and Recommendations</a:t>
            </a:r>
            <a:r>
              <a:rPr lang="en-US" sz="1150" b="0">
                <a:ea typeface="+mn-lt"/>
                <a:cs typeface="+mn-lt"/>
              </a:rPr>
              <a:t> </a:t>
            </a:r>
          </a:p>
          <a:p>
            <a:pPr marL="171450" indent="-171450" algn="just">
              <a:spcBef>
                <a:spcPts val="0"/>
              </a:spcBef>
              <a:spcAft>
                <a:spcPts val="600"/>
              </a:spcAft>
              <a:buFont typeface="Wingdings" panose="05000000000000000000" pitchFamily="2" charset="2"/>
              <a:buChar char="§"/>
            </a:pPr>
            <a:r>
              <a:rPr lang="en-US" sz="1150" b="0">
                <a:ea typeface="+mn-lt"/>
                <a:cs typeface="+mn-lt"/>
              </a:rPr>
              <a:t>Recommended for listed companies</a:t>
            </a:r>
          </a:p>
          <a:p>
            <a:pPr marL="171450" indent="-171450" algn="just">
              <a:spcBef>
                <a:spcPts val="0"/>
              </a:spcBef>
              <a:spcAft>
                <a:spcPts val="600"/>
              </a:spcAft>
              <a:buFont typeface="Wingdings" panose="05000000000000000000" pitchFamily="2" charset="2"/>
              <a:buChar char="§"/>
            </a:pPr>
            <a:r>
              <a:rPr lang="en-US" sz="1150" b="0" noProof="0">
                <a:ea typeface="+mn-lt"/>
                <a:cs typeface="+mn-lt"/>
              </a:rPr>
              <a:t> </a:t>
            </a:r>
            <a:r>
              <a:rPr lang="en-US" sz="1150" b="0">
                <a:ea typeface="+mn-lt"/>
                <a:cs typeface="+mn-lt"/>
              </a:rPr>
              <a:t>“Comply or explain” approach is followed</a:t>
            </a:r>
            <a:endParaRPr lang="en-US" sz="1150">
              <a:cs typeface="Arial"/>
            </a:endParaRPr>
          </a:p>
          <a:p>
            <a:pPr>
              <a:spcAft>
                <a:spcPts val="400"/>
              </a:spcAft>
            </a:pPr>
            <a:endParaRPr lang="en-US" sz="1150">
              <a:cs typeface="Arial"/>
            </a:endParaRPr>
          </a:p>
        </p:txBody>
      </p:sp>
      <p:sp>
        <p:nvSpPr>
          <p:cNvPr id="27" name="Content Placeholder 26">
            <a:extLst>
              <a:ext uri="{FF2B5EF4-FFF2-40B4-BE49-F238E27FC236}">
                <a16:creationId xmlns:a16="http://schemas.microsoft.com/office/drawing/2014/main" id="{A3FD2354-67E8-465D-30E1-C30B410E012F}"/>
              </a:ext>
            </a:extLst>
          </p:cNvPr>
          <p:cNvSpPr>
            <a:spLocks noGrp="1"/>
          </p:cNvSpPr>
          <p:nvPr>
            <p:ph idx="12"/>
          </p:nvPr>
        </p:nvSpPr>
        <p:spPr>
          <a:xfrm>
            <a:off x="9224984" y="3527095"/>
            <a:ext cx="2749927" cy="2497137"/>
          </a:xfrm>
        </p:spPr>
        <p:txBody>
          <a:bodyPr vert="horz" lIns="0" tIns="0" rIns="91440" bIns="0" rtlCol="0" anchor="t">
            <a:noAutofit/>
          </a:bodyPr>
          <a:lstStyle/>
          <a:p>
            <a:endParaRPr lang="en-US" sz="1300" b="0">
              <a:latin typeface="Arial"/>
              <a:cs typeface="Arial"/>
            </a:endParaRPr>
          </a:p>
          <a:p>
            <a:endParaRPr lang="en-GB" sz="1300">
              <a:cs typeface="Arial"/>
            </a:endParaRPr>
          </a:p>
          <a:p>
            <a:endParaRPr lang="en-GB" sz="1300" noProof="0">
              <a:cs typeface="Arial"/>
            </a:endParaRPr>
          </a:p>
        </p:txBody>
      </p:sp>
      <p:sp>
        <p:nvSpPr>
          <p:cNvPr id="3" name="Slide Number Placeholder 2">
            <a:extLst>
              <a:ext uri="{FF2B5EF4-FFF2-40B4-BE49-F238E27FC236}">
                <a16:creationId xmlns:a16="http://schemas.microsoft.com/office/drawing/2014/main" id="{E39A1F8B-8A68-F396-9739-1A2B585DBC86}"/>
              </a:ext>
            </a:extLst>
          </p:cNvPr>
          <p:cNvSpPr>
            <a:spLocks noGrp="1"/>
          </p:cNvSpPr>
          <p:nvPr>
            <p:ph type="sldNum" sz="quarter" idx="4"/>
          </p:nvPr>
        </p:nvSpPr>
        <p:spPr>
          <a:xfrm>
            <a:off x="11503818" y="6501384"/>
            <a:ext cx="298209" cy="161583"/>
          </a:xfrm>
        </p:spPr>
        <p:txBody>
          <a:bodyPr/>
          <a:lstStyle/>
          <a:p>
            <a:fld id="{3E6AC032-1535-134B-A583-D5E1DDD0D167}" type="slidenum">
              <a:rPr lang="en-US" smtClean="0"/>
              <a:pPr/>
              <a:t>45</a:t>
            </a:fld>
            <a:endParaRPr lang="en-US"/>
          </a:p>
        </p:txBody>
      </p:sp>
      <p:pic>
        <p:nvPicPr>
          <p:cNvPr id="5" name="Picture 4" descr="United kingdom ">
            <a:extLst>
              <a:ext uri="{FF2B5EF4-FFF2-40B4-BE49-F238E27FC236}">
                <a16:creationId xmlns:a16="http://schemas.microsoft.com/office/drawing/2014/main" id="{C268813A-89A6-849E-979B-F5E0EA43E40E}"/>
              </a:ext>
            </a:extLst>
          </p:cNvPr>
          <p:cNvPicPr>
            <a:picLocks noChangeAspect="1"/>
          </p:cNvPicPr>
          <p:nvPr/>
        </p:nvPicPr>
        <p:blipFill>
          <a:blip r:embed="rId4"/>
          <a:stretch>
            <a:fillRect/>
          </a:stretch>
        </p:blipFill>
        <p:spPr>
          <a:xfrm>
            <a:off x="1114896" y="912144"/>
            <a:ext cx="821460" cy="816694"/>
          </a:xfrm>
          <a:prstGeom prst="rect">
            <a:avLst/>
          </a:prstGeom>
        </p:spPr>
      </p:pic>
      <p:pic>
        <p:nvPicPr>
          <p:cNvPr id="2" name="Picture 1" descr="United states of america ">
            <a:extLst>
              <a:ext uri="{FF2B5EF4-FFF2-40B4-BE49-F238E27FC236}">
                <a16:creationId xmlns:a16="http://schemas.microsoft.com/office/drawing/2014/main" id="{4734D3B2-3AF3-846C-CA9E-8367B19FB2F0}"/>
              </a:ext>
            </a:extLst>
          </p:cNvPr>
          <p:cNvPicPr>
            <a:picLocks noChangeAspect="1"/>
          </p:cNvPicPr>
          <p:nvPr/>
        </p:nvPicPr>
        <p:blipFill>
          <a:blip r:embed="rId5"/>
          <a:stretch>
            <a:fillRect/>
          </a:stretch>
        </p:blipFill>
        <p:spPr>
          <a:xfrm>
            <a:off x="4126921" y="935629"/>
            <a:ext cx="832731" cy="825400"/>
          </a:xfrm>
          <a:prstGeom prst="rect">
            <a:avLst/>
          </a:prstGeom>
        </p:spPr>
      </p:pic>
      <p:pic>
        <p:nvPicPr>
          <p:cNvPr id="4" name="Picture 3" descr="Australia ">
            <a:extLst>
              <a:ext uri="{FF2B5EF4-FFF2-40B4-BE49-F238E27FC236}">
                <a16:creationId xmlns:a16="http://schemas.microsoft.com/office/drawing/2014/main" id="{9568E998-CE4F-42C5-5586-D53161424D44}"/>
              </a:ext>
            </a:extLst>
          </p:cNvPr>
          <p:cNvPicPr>
            <a:picLocks noChangeAspect="1"/>
          </p:cNvPicPr>
          <p:nvPr/>
        </p:nvPicPr>
        <p:blipFill>
          <a:blip r:embed="rId6"/>
          <a:stretch>
            <a:fillRect/>
          </a:stretch>
        </p:blipFill>
        <p:spPr>
          <a:xfrm>
            <a:off x="6972328" y="892387"/>
            <a:ext cx="832731" cy="832731"/>
          </a:xfrm>
          <a:prstGeom prst="rect">
            <a:avLst/>
          </a:prstGeom>
        </p:spPr>
      </p:pic>
      <p:sp>
        <p:nvSpPr>
          <p:cNvPr id="9" name="Content Placeholder 25">
            <a:extLst>
              <a:ext uri="{FF2B5EF4-FFF2-40B4-BE49-F238E27FC236}">
                <a16:creationId xmlns:a16="http://schemas.microsoft.com/office/drawing/2014/main" id="{1127AA93-A49B-9EE2-C579-C8B2F40BE5F7}"/>
              </a:ext>
            </a:extLst>
          </p:cNvPr>
          <p:cNvSpPr txBox="1">
            <a:spLocks/>
          </p:cNvSpPr>
          <p:nvPr/>
        </p:nvSpPr>
        <p:spPr>
          <a:xfrm>
            <a:off x="9135671" y="2271479"/>
            <a:ext cx="2635705" cy="3548237"/>
          </a:xfrm>
          <a:prstGeom prst="rect">
            <a:avLst/>
          </a:prstGeom>
        </p:spPr>
        <p:txBody>
          <a:bodyPr vert="horz" lIns="0" tIns="0" rIns="91440" bIns="0" rtlCol="0" anchor="t">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150">
                <a:ea typeface="+mn-lt"/>
                <a:cs typeface="+mn-lt"/>
              </a:rPr>
              <a:t>King Reports on Corporate Governance</a:t>
            </a:r>
          </a:p>
          <a:p>
            <a:pPr marL="171450" indent="-171450" algn="just">
              <a:spcBef>
                <a:spcPts val="0"/>
              </a:spcBef>
              <a:spcAft>
                <a:spcPts val="600"/>
              </a:spcAft>
              <a:buFont typeface="Wingdings" panose="05000000000000000000" pitchFamily="2" charset="2"/>
              <a:buChar char="§"/>
            </a:pPr>
            <a:r>
              <a:rPr lang="en-US" sz="1150" b="0">
                <a:ea typeface="+mn-lt"/>
                <a:cs typeface="+mn-lt"/>
              </a:rPr>
              <a:t>Internationally recognized for its robust corporate governance framework.</a:t>
            </a:r>
          </a:p>
          <a:p>
            <a:pPr marL="171450" indent="-171450" algn="just">
              <a:spcBef>
                <a:spcPts val="0"/>
              </a:spcBef>
              <a:spcAft>
                <a:spcPts val="600"/>
              </a:spcAft>
              <a:buFont typeface="Wingdings" panose="05000000000000000000" pitchFamily="2" charset="2"/>
              <a:buChar char="§"/>
            </a:pPr>
            <a:r>
              <a:rPr lang="en-US" sz="1150" b="0">
                <a:ea typeface="+mn-lt"/>
                <a:cs typeface="+mn-lt"/>
              </a:rPr>
              <a:t> Focuses on ethical leadership, sustainability, and a broader stakeholder approach than traditional financial-only models</a:t>
            </a:r>
          </a:p>
          <a:p>
            <a:pPr algn="just"/>
            <a:r>
              <a:rPr lang="en-US" sz="1150">
                <a:ea typeface="+mn-lt"/>
                <a:cs typeface="+mn-lt"/>
              </a:rPr>
              <a:t>Johannesburg Stock Exchange Rules</a:t>
            </a:r>
          </a:p>
          <a:p>
            <a:pPr marL="171450" indent="-171450" algn="just">
              <a:spcBef>
                <a:spcPts val="0"/>
              </a:spcBef>
              <a:spcAft>
                <a:spcPts val="600"/>
              </a:spcAft>
              <a:buFont typeface="Wingdings" panose="05000000000000000000" pitchFamily="2" charset="2"/>
              <a:buChar char="§"/>
            </a:pPr>
            <a:r>
              <a:rPr lang="en-US" sz="1150" b="0">
                <a:ea typeface="+mn-lt"/>
                <a:cs typeface="+mn-lt"/>
              </a:rPr>
              <a:t>Listing Requirements</a:t>
            </a:r>
          </a:p>
          <a:p>
            <a:pPr marL="171450" indent="-171450" algn="just">
              <a:spcBef>
                <a:spcPts val="0"/>
              </a:spcBef>
              <a:spcAft>
                <a:spcPts val="600"/>
              </a:spcAft>
              <a:buFont typeface="Wingdings" panose="05000000000000000000" pitchFamily="2" charset="2"/>
              <a:buChar char="§"/>
            </a:pPr>
            <a:r>
              <a:rPr lang="en-US" sz="1150" b="0">
                <a:ea typeface="+mn-lt"/>
                <a:cs typeface="+mn-lt"/>
              </a:rPr>
              <a:t>Financial &amp; shareholding and Annual Reports disclosures requirements</a:t>
            </a:r>
          </a:p>
          <a:p>
            <a:pPr marL="171450" indent="-171450">
              <a:buFont typeface="Wingdings" panose="05000000000000000000" pitchFamily="2" charset="2"/>
              <a:buChar char="§"/>
            </a:pPr>
            <a:endParaRPr lang="en-US" sz="1150" b="0">
              <a:ea typeface="+mn-lt"/>
              <a:cs typeface="+mn-lt"/>
            </a:endParaRPr>
          </a:p>
          <a:p>
            <a:r>
              <a:rPr lang="en-US"/>
              <a:t> </a:t>
            </a:r>
            <a:endParaRPr lang="en-US" sz="1150" b="0">
              <a:ea typeface="+mn-lt"/>
              <a:cs typeface="+mn-lt"/>
            </a:endParaRPr>
          </a:p>
          <a:p>
            <a:pPr algn="just"/>
            <a:endParaRPr lang="en-US" sz="1150" b="0">
              <a:ea typeface="+mn-lt"/>
              <a:cs typeface="+mn-lt"/>
            </a:endParaRPr>
          </a:p>
          <a:p>
            <a:endParaRPr lang="en-US" sz="1150" b="0">
              <a:cs typeface="Arial"/>
            </a:endParaRPr>
          </a:p>
        </p:txBody>
      </p:sp>
      <p:pic>
        <p:nvPicPr>
          <p:cNvPr id="10" name="Picture 9" descr="World ">
            <a:extLst>
              <a:ext uri="{FF2B5EF4-FFF2-40B4-BE49-F238E27FC236}">
                <a16:creationId xmlns:a16="http://schemas.microsoft.com/office/drawing/2014/main" id="{EEAAB7D6-44EF-1436-343A-3567D22EDD35}"/>
              </a:ext>
            </a:extLst>
          </p:cNvPr>
          <p:cNvPicPr>
            <a:picLocks noChangeAspect="1"/>
          </p:cNvPicPr>
          <p:nvPr/>
        </p:nvPicPr>
        <p:blipFill>
          <a:blip r:embed="rId7"/>
          <a:stretch>
            <a:fillRect/>
          </a:stretch>
        </p:blipFill>
        <p:spPr>
          <a:xfrm>
            <a:off x="9856320" y="938107"/>
            <a:ext cx="832731" cy="832731"/>
          </a:xfrm>
          <a:prstGeom prst="rect">
            <a:avLst/>
          </a:prstGeom>
        </p:spPr>
      </p:pic>
      <p:cxnSp>
        <p:nvCxnSpPr>
          <p:cNvPr id="11" name="Straight Arrow Connector 10">
            <a:extLst>
              <a:ext uri="{FF2B5EF4-FFF2-40B4-BE49-F238E27FC236}">
                <a16:creationId xmlns:a16="http://schemas.microsoft.com/office/drawing/2014/main" id="{47B7D5A2-DE4E-6790-65E6-58B62564A3F9}"/>
              </a:ext>
            </a:extLst>
          </p:cNvPr>
          <p:cNvCxnSpPr>
            <a:cxnSpLocks/>
          </p:cNvCxnSpPr>
          <p:nvPr/>
        </p:nvCxnSpPr>
        <p:spPr>
          <a:xfrm>
            <a:off x="3077064" y="939110"/>
            <a:ext cx="0" cy="4754880"/>
          </a:xfrm>
          <a:prstGeom prst="straightConnector1">
            <a:avLst/>
          </a:prstGeom>
          <a:ln w="12700">
            <a:solidFill>
              <a:schemeClr val="tx1">
                <a:lumMod val="65000"/>
                <a:lumOff val="3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D303A2B6-F4FF-E2FE-2859-83303760A566}"/>
              </a:ext>
            </a:extLst>
          </p:cNvPr>
          <p:cNvCxnSpPr>
            <a:cxnSpLocks/>
          </p:cNvCxnSpPr>
          <p:nvPr/>
        </p:nvCxnSpPr>
        <p:spPr>
          <a:xfrm>
            <a:off x="5933450" y="929966"/>
            <a:ext cx="0" cy="4754880"/>
          </a:xfrm>
          <a:prstGeom prst="straightConnector1">
            <a:avLst/>
          </a:prstGeom>
          <a:ln w="12700">
            <a:solidFill>
              <a:schemeClr val="tx1">
                <a:lumMod val="65000"/>
                <a:lumOff val="3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11C8DC5-2736-9D52-2E22-2C91A7B6DFD9}"/>
              </a:ext>
            </a:extLst>
          </p:cNvPr>
          <p:cNvCxnSpPr>
            <a:cxnSpLocks/>
          </p:cNvCxnSpPr>
          <p:nvPr/>
        </p:nvCxnSpPr>
        <p:spPr>
          <a:xfrm>
            <a:off x="8978842" y="939110"/>
            <a:ext cx="0" cy="4754880"/>
          </a:xfrm>
          <a:prstGeom prst="straightConnector1">
            <a:avLst/>
          </a:prstGeom>
          <a:ln w="12700">
            <a:solidFill>
              <a:schemeClr val="tx1">
                <a:lumMod val="65000"/>
                <a:lumOff val="35000"/>
              </a:schemeClr>
            </a:solidFill>
            <a:prstDash val="sysDash"/>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8CD15982-5984-289F-ABED-3C4704DDD586}"/>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GB" sz="2400" b="1">
                <a:latin typeface="+mj-lt"/>
              </a:rPr>
              <a:t>Global Regulatory Framework</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13" name="Content Placeholder 24">
            <a:extLst>
              <a:ext uri="{FF2B5EF4-FFF2-40B4-BE49-F238E27FC236}">
                <a16:creationId xmlns:a16="http://schemas.microsoft.com/office/drawing/2014/main" id="{1E74C7D5-C57E-30BF-C60D-CDF61739AF43}"/>
              </a:ext>
            </a:extLst>
          </p:cNvPr>
          <p:cNvSpPr txBox="1">
            <a:spLocks/>
          </p:cNvSpPr>
          <p:nvPr/>
        </p:nvSpPr>
        <p:spPr>
          <a:xfrm>
            <a:off x="1289304" y="6073772"/>
            <a:ext cx="10214514" cy="561504"/>
          </a:xfrm>
          <a:prstGeom prst="rect">
            <a:avLst/>
          </a:prstGeom>
        </p:spPr>
        <p:txBody>
          <a:bodyPr vert="horz" lIns="0" tIns="0" rIns="91440" bIns="0" rtlCol="0" anchor="t">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50" b="0" i="1">
                <a:latin typeface="Arial"/>
                <a:ea typeface="+mn-lt"/>
                <a:cs typeface="+mn-lt"/>
              </a:rPr>
              <a:t>While not strictly a corporate governance regulation, </a:t>
            </a:r>
            <a:r>
              <a:rPr lang="en-US" sz="1150" i="1">
                <a:latin typeface="Arial"/>
                <a:ea typeface="+mn-lt"/>
                <a:cs typeface="+mn-lt"/>
              </a:rPr>
              <a:t>IFRS</a:t>
            </a:r>
            <a:r>
              <a:rPr lang="en-US" sz="1150" b="0" i="1">
                <a:latin typeface="Arial"/>
                <a:ea typeface="+mn-lt"/>
                <a:cs typeface="+mn-lt"/>
              </a:rPr>
              <a:t>, issued by the</a:t>
            </a:r>
            <a:r>
              <a:rPr lang="en-US" sz="1150" i="1">
                <a:latin typeface="Arial"/>
                <a:ea typeface="+mn-lt"/>
                <a:cs typeface="+mn-lt"/>
              </a:rPr>
              <a:t> International Accounting Standards Board (IASB),</a:t>
            </a:r>
            <a:r>
              <a:rPr lang="en-US" sz="1150" b="0" i="1">
                <a:latin typeface="Arial"/>
                <a:ea typeface="+mn-lt"/>
                <a:cs typeface="+mn-lt"/>
              </a:rPr>
              <a:t> sets global standards for financial reporting, which is a key component of transparency and accountability in corporate governance.</a:t>
            </a:r>
            <a:endParaRPr lang="en-US" sz="1150" i="1">
              <a:cs typeface="Arial"/>
            </a:endParaRPr>
          </a:p>
          <a:p>
            <a:endParaRPr lang="en-GB" sz="1150">
              <a:cs typeface="Arial"/>
            </a:endParaRPr>
          </a:p>
        </p:txBody>
      </p:sp>
      <p:pic>
        <p:nvPicPr>
          <p:cNvPr id="18" name="Picture 17" descr="Ifrs Stock Illustrations – 213 Ifrs ...">
            <a:extLst>
              <a:ext uri="{FF2B5EF4-FFF2-40B4-BE49-F238E27FC236}">
                <a16:creationId xmlns:a16="http://schemas.microsoft.com/office/drawing/2014/main" id="{EE9BCDF8-AE6A-1B82-FBA0-0B5034DC7236}"/>
              </a:ext>
            </a:extLst>
          </p:cNvPr>
          <p:cNvPicPr>
            <a:picLocks noChangeAspect="1"/>
          </p:cNvPicPr>
          <p:nvPr/>
        </p:nvPicPr>
        <p:blipFill>
          <a:blip r:embed="rId8"/>
          <a:srcRect l="4038" t="4488" r="3535" b="6471"/>
          <a:stretch>
            <a:fillRect/>
          </a:stretch>
        </p:blipFill>
        <p:spPr>
          <a:xfrm>
            <a:off x="478159" y="5879740"/>
            <a:ext cx="706915" cy="673349"/>
          </a:xfrm>
          <a:prstGeom prst="ellipse">
            <a:avLst/>
          </a:prstGeom>
          <a:ln w="3175" cap="rnd">
            <a:solidFill>
              <a:srgbClr val="333333"/>
            </a:solidFill>
          </a:ln>
          <a:effectLst/>
          <a:scene3d>
            <a:camera prst="orthographicFront"/>
            <a:lightRig rig="contrasting" dir="t">
              <a:rot lat="0" lon="0" rev="3000000"/>
            </a:lightRig>
          </a:scene3d>
          <a:sp3d contourW="7620">
            <a:bevelT w="95250" h="31750"/>
            <a:contourClr>
              <a:srgbClr val="333333"/>
            </a:contourClr>
          </a:sp3d>
        </p:spPr>
      </p:pic>
      <p:cxnSp>
        <p:nvCxnSpPr>
          <p:cNvPr id="6" name="Straight Arrow Connector 5">
            <a:extLst>
              <a:ext uri="{FF2B5EF4-FFF2-40B4-BE49-F238E27FC236}">
                <a16:creationId xmlns:a16="http://schemas.microsoft.com/office/drawing/2014/main" id="{3B8BADEB-FFF8-4996-9063-83690FB31D2B}"/>
              </a:ext>
            </a:extLst>
          </p:cNvPr>
          <p:cNvCxnSpPr>
            <a:cxnSpLocks/>
          </p:cNvCxnSpPr>
          <p:nvPr/>
        </p:nvCxnSpPr>
        <p:spPr>
          <a:xfrm>
            <a:off x="249936" y="2021158"/>
            <a:ext cx="11521440" cy="0"/>
          </a:xfrm>
          <a:prstGeom prst="straightConnector1">
            <a:avLst/>
          </a:prstGeom>
          <a:ln w="12700">
            <a:solidFill>
              <a:schemeClr val="tx1">
                <a:lumMod val="65000"/>
                <a:lumOff val="3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622F824A-42BC-E597-353A-7B177FBF86D0}"/>
              </a:ext>
            </a:extLst>
          </p:cNvPr>
          <p:cNvCxnSpPr>
            <a:cxnSpLocks/>
          </p:cNvCxnSpPr>
          <p:nvPr/>
        </p:nvCxnSpPr>
        <p:spPr>
          <a:xfrm>
            <a:off x="277786" y="5734502"/>
            <a:ext cx="11521440" cy="0"/>
          </a:xfrm>
          <a:prstGeom prst="straightConnector1">
            <a:avLst/>
          </a:prstGeom>
          <a:ln w="12700">
            <a:solidFill>
              <a:schemeClr val="tx1">
                <a:lumMod val="65000"/>
                <a:lumOff val="35000"/>
              </a:schemeClr>
            </a:solidFill>
            <a:prstDash val="sysDash"/>
          </a:ln>
        </p:spPr>
        <p:style>
          <a:lnRef idx="2">
            <a:schemeClr val="accent1"/>
          </a:lnRef>
          <a:fillRef idx="0">
            <a:schemeClr val="accent1"/>
          </a:fillRef>
          <a:effectRef idx="1">
            <a:schemeClr val="accent1"/>
          </a:effectRef>
          <a:fontRef idx="minor">
            <a:schemeClr val="tx1"/>
          </a:fontRef>
        </p:style>
      </p:cxnSp>
    </p:spTree>
    <p:custDataLst>
      <p:custData r:id="rId1"/>
    </p:custDataLst>
    <p:extLst>
      <p:ext uri="{BB962C8B-B14F-4D97-AF65-F5344CB8AC3E}">
        <p14:creationId xmlns:p14="http://schemas.microsoft.com/office/powerpoint/2010/main" val="31554935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A0356-7F1A-EB23-199F-58C30E4C8D21}"/>
            </a:ext>
          </a:extLst>
        </p:cNvPr>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9EDD02C4-8207-C9A2-32D8-05147A871F40}"/>
              </a:ext>
            </a:extLst>
          </p:cNvPr>
          <p:cNvSpPr>
            <a:spLocks noGrp="1"/>
          </p:cNvSpPr>
          <p:nvPr>
            <p:ph idx="1"/>
          </p:nvPr>
        </p:nvSpPr>
        <p:spPr>
          <a:xfrm>
            <a:off x="236963" y="2432526"/>
            <a:ext cx="2315074" cy="4161191"/>
          </a:xfrm>
        </p:spPr>
        <p:txBody>
          <a:bodyPr vert="horz" lIns="0" tIns="0" rIns="91440" bIns="0" rtlCol="0" anchor="t">
            <a:noAutofit/>
          </a:bodyPr>
          <a:lstStyle/>
          <a:p>
            <a:pPr lvl="0" eaLnBrk="0" fontAlgn="base" hangingPunct="0">
              <a:spcBef>
                <a:spcPct val="0"/>
              </a:spcBef>
              <a:spcAft>
                <a:spcPct val="0"/>
              </a:spcAft>
            </a:pPr>
            <a:r>
              <a:rPr lang="en-US" altLang="en-US" sz="1150">
                <a:latin typeface="Arial" panose="020B0604020202020204" pitchFamily="34" charset="0"/>
              </a:rPr>
              <a:t>Canada Business Corporations Act </a:t>
            </a:r>
          </a:p>
          <a:p>
            <a:pPr lvl="0" eaLnBrk="0" fontAlgn="base" hangingPunct="0">
              <a:spcBef>
                <a:spcPct val="0"/>
              </a:spcBef>
              <a:spcAft>
                <a:spcPct val="0"/>
              </a:spcAft>
            </a:pPr>
            <a:endParaRPr lang="en-US" altLang="en-US" sz="1150">
              <a:latin typeface="Arial" panose="020B0604020202020204" pitchFamily="34" charset="0"/>
            </a:endParaRPr>
          </a:p>
          <a:p>
            <a:pPr marL="171450" lvl="0" indent="-171450" eaLnBrk="0" fontAlgn="base" hangingPunct="0">
              <a:spcBef>
                <a:spcPct val="0"/>
              </a:spcBef>
              <a:spcAft>
                <a:spcPts val="600"/>
              </a:spcAft>
              <a:buFont typeface="Wingdings" panose="05000000000000000000" pitchFamily="2" charset="2"/>
              <a:buChar char="§"/>
            </a:pPr>
            <a:r>
              <a:rPr lang="en-US" altLang="en-US" sz="1150" b="0">
                <a:latin typeface="Arial" panose="020B0604020202020204" pitchFamily="34" charset="0"/>
              </a:rPr>
              <a:t>Governs corporate structure, directors' duties, and shareholder rights.</a:t>
            </a:r>
          </a:p>
          <a:p>
            <a:pPr lvl="0" eaLnBrk="0" fontAlgn="base" hangingPunct="0">
              <a:spcBef>
                <a:spcPct val="0"/>
              </a:spcBef>
              <a:spcAft>
                <a:spcPct val="0"/>
              </a:spcAft>
            </a:pPr>
            <a:endParaRPr lang="en-US" altLang="en-US" sz="1150">
              <a:latin typeface="Arial" panose="020B0604020202020204" pitchFamily="34" charset="0"/>
            </a:endParaRPr>
          </a:p>
          <a:p>
            <a:pPr lvl="0" eaLnBrk="0" fontAlgn="base" hangingPunct="0">
              <a:spcBef>
                <a:spcPct val="0"/>
              </a:spcBef>
              <a:spcAft>
                <a:spcPct val="0"/>
              </a:spcAft>
            </a:pPr>
            <a:r>
              <a:rPr lang="en-US" altLang="en-US" sz="1150">
                <a:latin typeface="Arial" panose="020B0604020202020204" pitchFamily="34" charset="0"/>
              </a:rPr>
              <a:t>Toronto Stock Exchange Rules and National Instrument 58-101 </a:t>
            </a:r>
          </a:p>
          <a:p>
            <a:pPr lvl="0" eaLnBrk="0" fontAlgn="base" hangingPunct="0">
              <a:spcBef>
                <a:spcPct val="0"/>
              </a:spcBef>
              <a:spcAft>
                <a:spcPct val="0"/>
              </a:spcAft>
            </a:pPr>
            <a:endParaRPr lang="en-US" altLang="en-US" sz="1150">
              <a:latin typeface="Arial" panose="020B0604020202020204" pitchFamily="34" charset="0"/>
            </a:endParaRPr>
          </a:p>
          <a:p>
            <a:pPr marL="171450" lvl="0" indent="-171450" eaLnBrk="0" fontAlgn="base" hangingPunct="0">
              <a:spcBef>
                <a:spcPct val="0"/>
              </a:spcBef>
              <a:spcAft>
                <a:spcPts val="600"/>
              </a:spcAft>
              <a:buFont typeface="Wingdings" panose="05000000000000000000" pitchFamily="2" charset="2"/>
              <a:buChar char="§"/>
            </a:pPr>
            <a:r>
              <a:rPr lang="en-US" altLang="en-US" sz="1150" b="0">
                <a:latin typeface="Arial" panose="020B0604020202020204" pitchFamily="34" charset="0"/>
              </a:rPr>
              <a:t>Sets out board independence, committee structures and governance disclosure.</a:t>
            </a:r>
          </a:p>
          <a:p>
            <a:pPr lvl="0" eaLnBrk="0" fontAlgn="base" hangingPunct="0">
              <a:spcBef>
                <a:spcPct val="0"/>
              </a:spcBef>
              <a:spcAft>
                <a:spcPct val="0"/>
              </a:spcAft>
            </a:pPr>
            <a:endParaRPr lang="en-US" altLang="en-US" sz="1150" b="0">
              <a:latin typeface="Arial" panose="020B0604020202020204" pitchFamily="34" charset="0"/>
            </a:endParaRPr>
          </a:p>
          <a:p>
            <a:pPr lvl="0" eaLnBrk="0" fontAlgn="base" hangingPunct="0">
              <a:spcBef>
                <a:spcPct val="0"/>
              </a:spcBef>
              <a:spcAft>
                <a:spcPct val="0"/>
              </a:spcAft>
            </a:pPr>
            <a:r>
              <a:rPr lang="en-US" altLang="en-US" sz="1150">
                <a:latin typeface="Arial" panose="020B0604020202020204" pitchFamily="34" charset="0"/>
              </a:rPr>
              <a:t>National Policy 58-201</a:t>
            </a:r>
          </a:p>
          <a:p>
            <a:pPr lvl="0" eaLnBrk="0" fontAlgn="base" hangingPunct="0">
              <a:spcBef>
                <a:spcPct val="0"/>
              </a:spcBef>
              <a:spcAft>
                <a:spcPct val="0"/>
              </a:spcAft>
            </a:pPr>
            <a:endParaRPr lang="en-US" altLang="en-US" sz="1150">
              <a:latin typeface="Arial" panose="020B0604020202020204" pitchFamily="34" charset="0"/>
            </a:endParaRPr>
          </a:p>
          <a:p>
            <a:pPr marL="171450" lvl="0" indent="-171450" eaLnBrk="0" fontAlgn="base" hangingPunct="0">
              <a:spcBef>
                <a:spcPct val="0"/>
              </a:spcBef>
              <a:spcAft>
                <a:spcPts val="600"/>
              </a:spcAft>
              <a:buFont typeface="Wingdings" panose="05000000000000000000" pitchFamily="2" charset="2"/>
              <a:buChar char="§"/>
            </a:pPr>
            <a:r>
              <a:rPr lang="en-US" altLang="en-US" sz="1150" b="0">
                <a:latin typeface="Arial" panose="020B0604020202020204" pitchFamily="34" charset="0"/>
              </a:rPr>
              <a:t>Establishes a “comply or explain” model for listed companies.</a:t>
            </a:r>
          </a:p>
          <a:p>
            <a:endParaRPr lang="en-GB" sz="1150" b="0">
              <a:cs typeface="Arial"/>
            </a:endParaRPr>
          </a:p>
        </p:txBody>
      </p:sp>
      <p:sp>
        <p:nvSpPr>
          <p:cNvPr id="25" name="Content Placeholder 24">
            <a:extLst>
              <a:ext uri="{FF2B5EF4-FFF2-40B4-BE49-F238E27FC236}">
                <a16:creationId xmlns:a16="http://schemas.microsoft.com/office/drawing/2014/main" id="{D5F5167F-DA8D-0955-0BE7-21430566D2B9}"/>
              </a:ext>
            </a:extLst>
          </p:cNvPr>
          <p:cNvSpPr>
            <a:spLocks noGrp="1"/>
          </p:cNvSpPr>
          <p:nvPr>
            <p:ph idx="10"/>
          </p:nvPr>
        </p:nvSpPr>
        <p:spPr>
          <a:xfrm>
            <a:off x="2624747" y="2432526"/>
            <a:ext cx="2185766" cy="3534732"/>
          </a:xfrm>
        </p:spPr>
        <p:txBody>
          <a:bodyPr vert="horz" lIns="0" tIns="0" rIns="91440" bIns="0" rtlCol="0" anchor="t">
            <a:noAutofit/>
          </a:bodyPr>
          <a:lstStyle/>
          <a:p>
            <a:pPr lvl="0" eaLnBrk="0" fontAlgn="base" hangingPunct="0">
              <a:spcBef>
                <a:spcPct val="0"/>
              </a:spcBef>
              <a:spcAft>
                <a:spcPct val="0"/>
              </a:spcAft>
            </a:pPr>
            <a:r>
              <a:rPr lang="en-US" altLang="en-US" sz="1150">
                <a:latin typeface="Arial" panose="020B0604020202020204" pitchFamily="34" charset="0"/>
              </a:rPr>
              <a:t>Singapore Companies Act</a:t>
            </a:r>
          </a:p>
          <a:p>
            <a:pPr lvl="0" eaLnBrk="0" fontAlgn="base" hangingPunct="0">
              <a:spcBef>
                <a:spcPct val="0"/>
              </a:spcBef>
              <a:spcAft>
                <a:spcPct val="0"/>
              </a:spcAft>
            </a:pPr>
            <a:endParaRPr lang="en-US" altLang="en-US" sz="1150">
              <a:latin typeface="Arial" panose="020B0604020202020204" pitchFamily="34" charset="0"/>
            </a:endParaRPr>
          </a:p>
          <a:p>
            <a:pPr marL="171450" lvl="0" indent="-171450" eaLnBrk="0" fontAlgn="base" hangingPunct="0">
              <a:spcBef>
                <a:spcPct val="0"/>
              </a:spcBef>
              <a:spcAft>
                <a:spcPts val="600"/>
              </a:spcAft>
              <a:buFont typeface="Wingdings" panose="05000000000000000000" pitchFamily="2" charset="2"/>
              <a:buChar char="§"/>
            </a:pPr>
            <a:r>
              <a:rPr lang="en-US" altLang="en-US" sz="1150" b="0">
                <a:latin typeface="Arial" panose="020B0604020202020204" pitchFamily="34" charset="0"/>
              </a:rPr>
              <a:t>Sets out legal requirements for company governance.</a:t>
            </a:r>
          </a:p>
          <a:p>
            <a:pPr lvl="0" eaLnBrk="0" fontAlgn="base" hangingPunct="0">
              <a:spcBef>
                <a:spcPct val="0"/>
              </a:spcBef>
              <a:spcAft>
                <a:spcPct val="0"/>
              </a:spcAft>
            </a:pPr>
            <a:endParaRPr lang="en-US" altLang="en-US" sz="1150" b="0">
              <a:latin typeface="Arial" panose="020B0604020202020204" pitchFamily="34" charset="0"/>
            </a:endParaRPr>
          </a:p>
          <a:p>
            <a:pPr lvl="0" eaLnBrk="0" fontAlgn="base" hangingPunct="0">
              <a:spcBef>
                <a:spcPct val="0"/>
              </a:spcBef>
              <a:spcAft>
                <a:spcPct val="0"/>
              </a:spcAft>
            </a:pPr>
            <a:r>
              <a:rPr lang="en-US" altLang="en-US" sz="1150">
                <a:latin typeface="Arial" panose="020B0604020202020204" pitchFamily="34" charset="0"/>
              </a:rPr>
              <a:t>Singapore Exchange Listing Rules and Singapore Code of Corporate Governance</a:t>
            </a:r>
          </a:p>
          <a:p>
            <a:pPr lvl="0" eaLnBrk="0" fontAlgn="base" hangingPunct="0">
              <a:spcBef>
                <a:spcPct val="0"/>
              </a:spcBef>
              <a:spcAft>
                <a:spcPct val="0"/>
              </a:spcAft>
            </a:pPr>
            <a:endParaRPr lang="en-US" altLang="en-US" sz="1150">
              <a:latin typeface="Arial" panose="020B0604020202020204" pitchFamily="34" charset="0"/>
            </a:endParaRPr>
          </a:p>
          <a:p>
            <a:pPr marL="171450" lvl="0" indent="-171450" eaLnBrk="0" fontAlgn="base" hangingPunct="0">
              <a:spcBef>
                <a:spcPct val="0"/>
              </a:spcBef>
              <a:spcAft>
                <a:spcPts val="600"/>
              </a:spcAft>
              <a:buFont typeface="Wingdings" panose="05000000000000000000" pitchFamily="2" charset="2"/>
              <a:buChar char="§"/>
            </a:pPr>
            <a:r>
              <a:rPr lang="en-US" altLang="en-US" sz="1150" b="0">
                <a:latin typeface="Arial" panose="020B0604020202020204" pitchFamily="34" charset="0"/>
              </a:rPr>
              <a:t>Mandatory for listed companies under a “comply or explain” model</a:t>
            </a:r>
          </a:p>
          <a:p>
            <a:pPr marL="171450" lvl="0" indent="-171450" eaLnBrk="0" fontAlgn="base" hangingPunct="0">
              <a:spcBef>
                <a:spcPct val="0"/>
              </a:spcBef>
              <a:spcAft>
                <a:spcPts val="600"/>
              </a:spcAft>
              <a:buFont typeface="Wingdings" panose="05000000000000000000" pitchFamily="2" charset="2"/>
              <a:buChar char="§"/>
            </a:pPr>
            <a:r>
              <a:rPr lang="en-US" altLang="en-US" sz="1150" b="0">
                <a:latin typeface="Arial" panose="020B0604020202020204" pitchFamily="34" charset="0"/>
              </a:rPr>
              <a:t> Emphasis on  independence, board diversity and risk management. </a:t>
            </a:r>
          </a:p>
        </p:txBody>
      </p:sp>
      <p:sp>
        <p:nvSpPr>
          <p:cNvPr id="3" name="Slide Number Placeholder 2">
            <a:extLst>
              <a:ext uri="{FF2B5EF4-FFF2-40B4-BE49-F238E27FC236}">
                <a16:creationId xmlns:a16="http://schemas.microsoft.com/office/drawing/2014/main" id="{7F9A4C62-6D86-E612-5F96-5E87756B15F3}"/>
              </a:ext>
            </a:extLst>
          </p:cNvPr>
          <p:cNvSpPr>
            <a:spLocks noGrp="1"/>
          </p:cNvSpPr>
          <p:nvPr>
            <p:ph type="sldNum" sz="quarter" idx="4"/>
          </p:nvPr>
        </p:nvSpPr>
        <p:spPr>
          <a:xfrm>
            <a:off x="11622761" y="6506502"/>
            <a:ext cx="298209" cy="138499"/>
          </a:xfrm>
        </p:spPr>
        <p:txBody>
          <a:bodyPr/>
          <a:lstStyle/>
          <a:p>
            <a:fld id="{3E6AC032-1535-134B-A583-D5E1DDD0D167}" type="slidenum">
              <a:rPr lang="en-US" sz="900" smtClean="0"/>
              <a:pPr/>
              <a:t>46</a:t>
            </a:fld>
            <a:endParaRPr lang="en-US" sz="900"/>
          </a:p>
        </p:txBody>
      </p:sp>
      <p:sp>
        <p:nvSpPr>
          <p:cNvPr id="21" name="Content Placeholder 24">
            <a:extLst>
              <a:ext uri="{FF2B5EF4-FFF2-40B4-BE49-F238E27FC236}">
                <a16:creationId xmlns:a16="http://schemas.microsoft.com/office/drawing/2014/main" id="{BC53EB99-5ED4-75FB-A88F-2AEAE545701F}"/>
              </a:ext>
            </a:extLst>
          </p:cNvPr>
          <p:cNvSpPr txBox="1">
            <a:spLocks/>
          </p:cNvSpPr>
          <p:nvPr/>
        </p:nvSpPr>
        <p:spPr>
          <a:xfrm>
            <a:off x="4945805" y="2409710"/>
            <a:ext cx="2374767" cy="3612772"/>
          </a:xfrm>
          <a:prstGeom prst="rect">
            <a:avLst/>
          </a:prstGeom>
        </p:spPr>
        <p:txBody>
          <a:bodyPr vert="horz" lIns="0" tIns="0" rIns="91440" bIns="0" rtlCol="0" anchor="t">
            <a:no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eaLnBrk="0" fontAlgn="base" hangingPunct="0">
              <a:spcBef>
                <a:spcPct val="0"/>
              </a:spcBef>
              <a:spcAft>
                <a:spcPct val="0"/>
              </a:spcAft>
            </a:pPr>
            <a:r>
              <a:rPr lang="en-US" altLang="en-US" sz="1150">
                <a:latin typeface="Arial" panose="020B0604020202020204" pitchFamily="34" charset="0"/>
              </a:rPr>
              <a:t>UAE Commercial Companies Law</a:t>
            </a:r>
          </a:p>
          <a:p>
            <a:pPr lvl="0" eaLnBrk="0" fontAlgn="base" hangingPunct="0">
              <a:spcBef>
                <a:spcPct val="0"/>
              </a:spcBef>
              <a:spcAft>
                <a:spcPct val="0"/>
              </a:spcAft>
            </a:pPr>
            <a:endParaRPr lang="en-US" altLang="en-US" sz="1150">
              <a:latin typeface="Arial" panose="020B0604020202020204" pitchFamily="34" charset="0"/>
            </a:endParaRPr>
          </a:p>
          <a:p>
            <a:pPr marL="171450" lvl="0" indent="-171450" eaLnBrk="0" fontAlgn="base" hangingPunct="0">
              <a:spcBef>
                <a:spcPct val="0"/>
              </a:spcBef>
              <a:spcAft>
                <a:spcPct val="0"/>
              </a:spcAft>
              <a:buFont typeface="Wingdings" panose="05000000000000000000" pitchFamily="2" charset="2"/>
              <a:buChar char="§"/>
            </a:pPr>
            <a:r>
              <a:rPr lang="en-US" altLang="en-US" sz="1150" b="0">
                <a:latin typeface="Arial" panose="020B0604020202020204" pitchFamily="34" charset="0"/>
              </a:rPr>
              <a:t>Primary statute on governance</a:t>
            </a:r>
          </a:p>
          <a:p>
            <a:pPr marL="171450" lvl="0" indent="-171450" eaLnBrk="0" fontAlgn="base" hangingPunct="0">
              <a:spcBef>
                <a:spcPct val="0"/>
              </a:spcBef>
              <a:spcAft>
                <a:spcPct val="0"/>
              </a:spcAft>
              <a:buFont typeface="Wingdings" panose="05000000000000000000" pitchFamily="2" charset="2"/>
              <a:buChar char="q"/>
            </a:pPr>
            <a:endParaRPr lang="en-US" altLang="en-US" sz="1150" b="0">
              <a:latin typeface="Arial" panose="020B0604020202020204" pitchFamily="34" charset="0"/>
            </a:endParaRPr>
          </a:p>
          <a:p>
            <a:pPr lvl="0" eaLnBrk="0" fontAlgn="base" hangingPunct="0">
              <a:spcBef>
                <a:spcPct val="0"/>
              </a:spcBef>
              <a:spcAft>
                <a:spcPct val="0"/>
              </a:spcAft>
            </a:pPr>
            <a:r>
              <a:rPr lang="en-US" altLang="en-US" sz="1150">
                <a:latin typeface="Arial" panose="020B0604020202020204" pitchFamily="34" charset="0"/>
              </a:rPr>
              <a:t>ADX &amp; DFM Exchange Rules and Securities and Commodities Authority Corporate Governance Regulations</a:t>
            </a:r>
          </a:p>
          <a:p>
            <a:pPr lvl="0" eaLnBrk="0" fontAlgn="base" hangingPunct="0">
              <a:spcBef>
                <a:spcPct val="0"/>
              </a:spcBef>
              <a:spcAft>
                <a:spcPct val="0"/>
              </a:spcAft>
            </a:pPr>
            <a:endParaRPr lang="en-US" altLang="en-US" sz="1150">
              <a:latin typeface="Arial" panose="020B0604020202020204" pitchFamily="34" charset="0"/>
            </a:endParaRPr>
          </a:p>
          <a:p>
            <a:pPr marL="171450" lvl="0" indent="-171450" eaLnBrk="0" fontAlgn="base" hangingPunct="0">
              <a:spcBef>
                <a:spcPct val="0"/>
              </a:spcBef>
              <a:spcAft>
                <a:spcPts val="600"/>
              </a:spcAft>
              <a:buFont typeface="Wingdings" panose="05000000000000000000" pitchFamily="2" charset="2"/>
              <a:buChar char="§"/>
            </a:pPr>
            <a:r>
              <a:rPr lang="en-US" altLang="en-US" sz="1150" b="0">
                <a:latin typeface="Arial" panose="020B0604020202020204" pitchFamily="34" charset="0"/>
              </a:rPr>
              <a:t>Appliable to listed companies</a:t>
            </a:r>
          </a:p>
          <a:p>
            <a:pPr marL="171450" lvl="0" indent="-171450" eaLnBrk="0" fontAlgn="base" hangingPunct="0">
              <a:spcBef>
                <a:spcPct val="0"/>
              </a:spcBef>
              <a:spcAft>
                <a:spcPts val="600"/>
              </a:spcAft>
              <a:buFont typeface="Wingdings" panose="05000000000000000000" pitchFamily="2" charset="2"/>
              <a:buChar char="§"/>
            </a:pPr>
            <a:r>
              <a:rPr lang="en-US" altLang="en-US" sz="1150" b="0">
                <a:latin typeface="Arial" panose="020B0604020202020204" pitchFamily="34" charset="0"/>
              </a:rPr>
              <a:t>Sets board structure, audit committee and reporting requirements. </a:t>
            </a:r>
            <a:endParaRPr lang="en-US" sz="1150" b="0">
              <a:cs typeface="Arial"/>
            </a:endParaRPr>
          </a:p>
          <a:p>
            <a:endParaRPr lang="en-US" sz="1150" b="0">
              <a:cs typeface="Arial"/>
            </a:endParaRPr>
          </a:p>
          <a:p>
            <a:pPr>
              <a:spcAft>
                <a:spcPts val="400"/>
              </a:spcAft>
            </a:pPr>
            <a:endParaRPr lang="en-US" sz="1150">
              <a:cs typeface="Arial"/>
            </a:endParaRPr>
          </a:p>
          <a:p>
            <a:endParaRPr lang="en-GB" sz="1150">
              <a:cs typeface="Arial"/>
            </a:endParaRPr>
          </a:p>
        </p:txBody>
      </p:sp>
      <p:sp>
        <p:nvSpPr>
          <p:cNvPr id="9" name="TextBox 8">
            <a:extLst>
              <a:ext uri="{FF2B5EF4-FFF2-40B4-BE49-F238E27FC236}">
                <a16:creationId xmlns:a16="http://schemas.microsoft.com/office/drawing/2014/main" id="{63DA60D5-39D3-FA36-481A-01BDABE01421}"/>
              </a:ext>
            </a:extLst>
          </p:cNvPr>
          <p:cNvSpPr txBox="1"/>
          <p:nvPr/>
        </p:nvSpPr>
        <p:spPr>
          <a:xfrm>
            <a:off x="7402996" y="2409710"/>
            <a:ext cx="2303478" cy="265457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eaLnBrk="0" fontAlgn="base" hangingPunct="0">
              <a:spcBef>
                <a:spcPct val="0"/>
              </a:spcBef>
              <a:spcAft>
                <a:spcPct val="0"/>
              </a:spcAft>
            </a:pPr>
            <a:r>
              <a:rPr lang="en-US" altLang="en-US" sz="1150" b="1">
                <a:latin typeface="Arial" panose="020B0604020202020204" pitchFamily="34" charset="0"/>
              </a:rPr>
              <a:t>Law on Enterprises</a:t>
            </a:r>
          </a:p>
          <a:p>
            <a:pPr lvl="0" eaLnBrk="0" fontAlgn="base" hangingPunct="0">
              <a:spcBef>
                <a:spcPct val="0"/>
              </a:spcBef>
              <a:spcAft>
                <a:spcPct val="0"/>
              </a:spcAft>
            </a:pPr>
            <a:endParaRPr lang="en-US" altLang="en-US" sz="1150" b="1">
              <a:latin typeface="Arial" panose="020B0604020202020204" pitchFamily="34" charset="0"/>
            </a:endParaRPr>
          </a:p>
          <a:p>
            <a:pPr marL="171450" lvl="0" indent="-171450" eaLnBrk="0" fontAlgn="base" hangingPunct="0">
              <a:spcBef>
                <a:spcPct val="0"/>
              </a:spcBef>
              <a:spcAft>
                <a:spcPct val="0"/>
              </a:spcAft>
              <a:buFont typeface="Wingdings" panose="05000000000000000000" pitchFamily="2" charset="2"/>
              <a:buChar char="§"/>
            </a:pPr>
            <a:r>
              <a:rPr lang="en-US" altLang="en-US" sz="1150">
                <a:latin typeface="Arial" panose="020B0604020202020204" pitchFamily="34" charset="0"/>
              </a:rPr>
              <a:t>Governs corporate governance, shareholder rights and board duties.</a:t>
            </a:r>
          </a:p>
          <a:p>
            <a:pPr lvl="0" eaLnBrk="0" fontAlgn="base" hangingPunct="0">
              <a:spcBef>
                <a:spcPct val="0"/>
              </a:spcBef>
              <a:spcAft>
                <a:spcPct val="0"/>
              </a:spcAft>
            </a:pPr>
            <a:endParaRPr lang="en-US" altLang="en-US" sz="1150">
              <a:latin typeface="Arial" panose="020B0604020202020204" pitchFamily="34" charset="0"/>
            </a:endParaRPr>
          </a:p>
          <a:p>
            <a:pPr lvl="0" eaLnBrk="0" fontAlgn="base" hangingPunct="0">
              <a:spcBef>
                <a:spcPct val="0"/>
              </a:spcBef>
              <a:spcAft>
                <a:spcPct val="0"/>
              </a:spcAft>
            </a:pPr>
            <a:r>
              <a:rPr lang="en-US" altLang="en-US" sz="1150" b="1">
                <a:latin typeface="Arial" panose="020B0604020202020204" pitchFamily="34" charset="0"/>
              </a:rPr>
              <a:t>Law on Securities &amp; Corporate Governance Code</a:t>
            </a:r>
          </a:p>
          <a:p>
            <a:pPr lvl="0" eaLnBrk="0" fontAlgn="base" hangingPunct="0">
              <a:spcBef>
                <a:spcPct val="0"/>
              </a:spcBef>
              <a:spcAft>
                <a:spcPct val="0"/>
              </a:spcAft>
            </a:pPr>
            <a:endParaRPr lang="en-US" altLang="en-US" sz="1150" b="1">
              <a:latin typeface="Arial" panose="020B0604020202020204" pitchFamily="34" charset="0"/>
            </a:endParaRPr>
          </a:p>
          <a:p>
            <a:pPr marL="171450" lvl="0" indent="-171450" eaLnBrk="0" fontAlgn="base" hangingPunct="0">
              <a:spcBef>
                <a:spcPct val="0"/>
              </a:spcBef>
              <a:spcAft>
                <a:spcPct val="0"/>
              </a:spcAft>
              <a:buFont typeface="Wingdings" panose="05000000000000000000" pitchFamily="2" charset="2"/>
              <a:buChar char="§"/>
            </a:pPr>
            <a:r>
              <a:rPr lang="en-US" altLang="en-US" sz="1150">
                <a:latin typeface="Arial" panose="020B0604020202020204" pitchFamily="34" charset="0"/>
              </a:rPr>
              <a:t>Applicable to public companies</a:t>
            </a:r>
          </a:p>
          <a:p>
            <a:pPr marL="171450" lvl="0" indent="-171450" eaLnBrk="0" fontAlgn="base" hangingPunct="0">
              <a:spcBef>
                <a:spcPct val="0"/>
              </a:spcBef>
              <a:spcAft>
                <a:spcPct val="0"/>
              </a:spcAft>
              <a:buFont typeface="Wingdings" panose="05000000000000000000" pitchFamily="2" charset="2"/>
              <a:buChar char="§"/>
            </a:pPr>
            <a:endParaRPr lang="en-US" altLang="en-US" sz="1150">
              <a:latin typeface="Arial" panose="020B0604020202020204" pitchFamily="34" charset="0"/>
            </a:endParaRPr>
          </a:p>
          <a:p>
            <a:pPr marL="171450" lvl="0" indent="-171450" eaLnBrk="0" fontAlgn="base" hangingPunct="0">
              <a:spcBef>
                <a:spcPct val="0"/>
              </a:spcBef>
              <a:spcAft>
                <a:spcPct val="0"/>
              </a:spcAft>
              <a:buFont typeface="Wingdings" panose="05000000000000000000" pitchFamily="2" charset="2"/>
              <a:buChar char="§"/>
            </a:pPr>
            <a:r>
              <a:rPr lang="en-US" altLang="en-US" sz="1150">
                <a:latin typeface="Arial" panose="020B0604020202020204" pitchFamily="34" charset="0"/>
              </a:rPr>
              <a:t>Focuses on board independence &amp; responsibilities, internal control and risk management</a:t>
            </a:r>
          </a:p>
          <a:p>
            <a:pPr lvl="0" eaLnBrk="0" fontAlgn="base" hangingPunct="0">
              <a:spcBef>
                <a:spcPct val="0"/>
              </a:spcBef>
              <a:spcAft>
                <a:spcPct val="0"/>
              </a:spcAft>
            </a:pPr>
            <a:endParaRPr lang="en-US" altLang="en-US" sz="1150" b="1">
              <a:latin typeface="Arial" panose="020B0604020202020204" pitchFamily="34" charset="0"/>
            </a:endParaRPr>
          </a:p>
        </p:txBody>
      </p:sp>
      <p:sp>
        <p:nvSpPr>
          <p:cNvPr id="12" name="Rectangle 11">
            <a:extLst>
              <a:ext uri="{FF2B5EF4-FFF2-40B4-BE49-F238E27FC236}">
                <a16:creationId xmlns:a16="http://schemas.microsoft.com/office/drawing/2014/main" id="{A57008FB-2C79-C9C9-2D3A-6A3040EDE788}"/>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GB" sz="2400" b="1">
                <a:latin typeface="+mj-lt"/>
              </a:rPr>
              <a:t>Global Regulatory Framework</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pic>
        <p:nvPicPr>
          <p:cNvPr id="1029" name="Picture 5" descr="Canada ">
            <a:extLst>
              <a:ext uri="{FF2B5EF4-FFF2-40B4-BE49-F238E27FC236}">
                <a16:creationId xmlns:a16="http://schemas.microsoft.com/office/drawing/2014/main" id="{330F325E-0A97-4410-C914-0D1273147C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448" y="958135"/>
            <a:ext cx="925163" cy="925163"/>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Singapore ">
            <a:extLst>
              <a:ext uri="{FF2B5EF4-FFF2-40B4-BE49-F238E27FC236}">
                <a16:creationId xmlns:a16="http://schemas.microsoft.com/office/drawing/2014/main" id="{B5D4A9CE-394C-E1DD-DB78-B89B6B0519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49807" y="967371"/>
            <a:ext cx="925163" cy="925163"/>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United arab emirates ">
            <a:extLst>
              <a:ext uri="{FF2B5EF4-FFF2-40B4-BE49-F238E27FC236}">
                <a16:creationId xmlns:a16="http://schemas.microsoft.com/office/drawing/2014/main" id="{BB9098C3-9ABB-F580-55AF-FF49071B07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98167" y="958135"/>
            <a:ext cx="925163" cy="925163"/>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Vietnam ">
            <a:extLst>
              <a:ext uri="{FF2B5EF4-FFF2-40B4-BE49-F238E27FC236}">
                <a16:creationId xmlns:a16="http://schemas.microsoft.com/office/drawing/2014/main" id="{7C86F5EF-649F-093D-B55C-652B161D5C7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92154" y="932444"/>
            <a:ext cx="925163" cy="925163"/>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7">
            <a:extLst>
              <a:ext uri="{FF2B5EF4-FFF2-40B4-BE49-F238E27FC236}">
                <a16:creationId xmlns:a16="http://schemas.microsoft.com/office/drawing/2014/main" id="{074682FC-22DC-9640-56F5-58986131E5CD}"/>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TextBox 42">
            <a:extLst>
              <a:ext uri="{FF2B5EF4-FFF2-40B4-BE49-F238E27FC236}">
                <a16:creationId xmlns:a16="http://schemas.microsoft.com/office/drawing/2014/main" id="{668AE183-0FEB-0C32-5EAB-21CCE5EA6156}"/>
              </a:ext>
            </a:extLst>
          </p:cNvPr>
          <p:cNvSpPr txBox="1"/>
          <p:nvPr/>
        </p:nvSpPr>
        <p:spPr>
          <a:xfrm>
            <a:off x="9882630" y="2500115"/>
            <a:ext cx="2172842" cy="28315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150" b="1"/>
              <a:t>Companies Law</a:t>
            </a:r>
          </a:p>
          <a:p>
            <a:endParaRPr lang="en-US" sz="1150" b="1"/>
          </a:p>
          <a:p>
            <a:pPr marL="171450" indent="-171450">
              <a:buFont typeface="Wingdings" panose="05000000000000000000" pitchFamily="2" charset="2"/>
              <a:buChar char="§"/>
            </a:pPr>
            <a:r>
              <a:rPr lang="en-US" sz="1150"/>
              <a:t>Defines corporate structures, directors’ duties, and shareholder rights.</a:t>
            </a:r>
          </a:p>
          <a:p>
            <a:endParaRPr lang="en-US" sz="1150" b="1"/>
          </a:p>
          <a:p>
            <a:r>
              <a:rPr lang="en-US" sz="1150" b="1"/>
              <a:t>Saudi Exchange (Tadawul) Rules and Corporate Governance Regulations</a:t>
            </a:r>
          </a:p>
          <a:p>
            <a:endParaRPr lang="en-US" sz="1150" b="1"/>
          </a:p>
          <a:p>
            <a:pPr marL="171450" indent="-171450">
              <a:buFont typeface="Wingdings" panose="05000000000000000000" pitchFamily="2" charset="2"/>
              <a:buChar char="§"/>
            </a:pPr>
            <a:r>
              <a:rPr lang="en-US" sz="1150"/>
              <a:t>Applicable to listed companies; </a:t>
            </a:r>
          </a:p>
          <a:p>
            <a:pPr marL="171450" indent="-171450">
              <a:buFont typeface="Wingdings" panose="05000000000000000000" pitchFamily="2" charset="2"/>
              <a:buChar char="§"/>
            </a:pPr>
            <a:r>
              <a:rPr lang="en-US" sz="1150"/>
              <a:t>Focus on board composition, committee roles and disclosure requirements </a:t>
            </a:r>
          </a:p>
          <a:p>
            <a:pPr marL="171450" indent="-171450">
              <a:buFont typeface="Wingdings" panose="05000000000000000000" pitchFamily="2" charset="2"/>
              <a:buChar char="q"/>
            </a:pPr>
            <a:endParaRPr lang="en-US" sz="1150"/>
          </a:p>
        </p:txBody>
      </p:sp>
      <p:pic>
        <p:nvPicPr>
          <p:cNvPr id="1044" name="Picture 20" descr="Flag ">
            <a:extLst>
              <a:ext uri="{FF2B5EF4-FFF2-40B4-BE49-F238E27FC236}">
                <a16:creationId xmlns:a16="http://schemas.microsoft.com/office/drawing/2014/main" id="{FD718573-0AB6-7B19-4A6B-9A732F9360F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92038" y="903823"/>
            <a:ext cx="943759" cy="943759"/>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E7483A5F-61ED-2F7C-B990-C33ED69813D8}"/>
              </a:ext>
            </a:extLst>
          </p:cNvPr>
          <p:cNvCxnSpPr>
            <a:cxnSpLocks/>
          </p:cNvCxnSpPr>
          <p:nvPr/>
        </p:nvCxnSpPr>
        <p:spPr>
          <a:xfrm>
            <a:off x="297947" y="2066878"/>
            <a:ext cx="11521440" cy="0"/>
          </a:xfrm>
          <a:prstGeom prst="straightConnector1">
            <a:avLst/>
          </a:prstGeom>
          <a:ln w="12700">
            <a:solidFill>
              <a:schemeClr val="tx1">
                <a:lumMod val="65000"/>
                <a:lumOff val="3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93F9EA43-03CD-D0CC-0223-C01F5CB83398}"/>
              </a:ext>
            </a:extLst>
          </p:cNvPr>
          <p:cNvCxnSpPr>
            <a:cxnSpLocks/>
          </p:cNvCxnSpPr>
          <p:nvPr/>
        </p:nvCxnSpPr>
        <p:spPr>
          <a:xfrm>
            <a:off x="2552037" y="1051316"/>
            <a:ext cx="0" cy="5394960"/>
          </a:xfrm>
          <a:prstGeom prst="straightConnector1">
            <a:avLst/>
          </a:prstGeom>
          <a:ln w="12700">
            <a:solidFill>
              <a:schemeClr val="tx1">
                <a:lumMod val="65000"/>
                <a:lumOff val="3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27CD6E99-C350-AF0A-7C2C-1B70E8C87952}"/>
              </a:ext>
            </a:extLst>
          </p:cNvPr>
          <p:cNvCxnSpPr>
            <a:cxnSpLocks/>
          </p:cNvCxnSpPr>
          <p:nvPr/>
        </p:nvCxnSpPr>
        <p:spPr>
          <a:xfrm>
            <a:off x="4867112" y="1060460"/>
            <a:ext cx="0" cy="5394960"/>
          </a:xfrm>
          <a:prstGeom prst="straightConnector1">
            <a:avLst/>
          </a:prstGeom>
          <a:ln w="12700">
            <a:solidFill>
              <a:schemeClr val="tx1">
                <a:lumMod val="65000"/>
                <a:lumOff val="3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9EC4DD4C-400A-EF68-1458-EEFE41CE75DF}"/>
              </a:ext>
            </a:extLst>
          </p:cNvPr>
          <p:cNvCxnSpPr>
            <a:cxnSpLocks/>
          </p:cNvCxnSpPr>
          <p:nvPr/>
        </p:nvCxnSpPr>
        <p:spPr>
          <a:xfrm>
            <a:off x="7273627" y="1051316"/>
            <a:ext cx="0" cy="5394960"/>
          </a:xfrm>
          <a:prstGeom prst="straightConnector1">
            <a:avLst/>
          </a:prstGeom>
          <a:ln w="12700">
            <a:solidFill>
              <a:schemeClr val="tx1">
                <a:lumMod val="65000"/>
                <a:lumOff val="3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6DC9E36B-2A2E-95CE-9FAA-CF9622EF5CA0}"/>
              </a:ext>
            </a:extLst>
          </p:cNvPr>
          <p:cNvCxnSpPr>
            <a:cxnSpLocks/>
          </p:cNvCxnSpPr>
          <p:nvPr/>
        </p:nvCxnSpPr>
        <p:spPr>
          <a:xfrm>
            <a:off x="9799014" y="1079640"/>
            <a:ext cx="0" cy="5394960"/>
          </a:xfrm>
          <a:prstGeom prst="straightConnector1">
            <a:avLst/>
          </a:prstGeom>
          <a:ln w="12700">
            <a:solidFill>
              <a:schemeClr val="tx1">
                <a:lumMod val="65000"/>
                <a:lumOff val="3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0180522-108D-FA10-A479-348D0CA74D13}"/>
              </a:ext>
            </a:extLst>
          </p:cNvPr>
          <p:cNvCxnSpPr>
            <a:cxnSpLocks/>
          </p:cNvCxnSpPr>
          <p:nvPr/>
        </p:nvCxnSpPr>
        <p:spPr>
          <a:xfrm>
            <a:off x="179075" y="6443833"/>
            <a:ext cx="11521440" cy="0"/>
          </a:xfrm>
          <a:prstGeom prst="straightConnector1">
            <a:avLst/>
          </a:prstGeom>
          <a:ln w="12700">
            <a:solidFill>
              <a:schemeClr val="tx1">
                <a:lumMod val="65000"/>
                <a:lumOff val="35000"/>
              </a:schemeClr>
            </a:solidFill>
            <a:prstDash val="sysDash"/>
          </a:ln>
        </p:spPr>
        <p:style>
          <a:lnRef idx="2">
            <a:schemeClr val="accent1"/>
          </a:lnRef>
          <a:fillRef idx="0">
            <a:schemeClr val="accent1"/>
          </a:fillRef>
          <a:effectRef idx="1">
            <a:schemeClr val="accent1"/>
          </a:effectRef>
          <a:fontRef idx="minor">
            <a:schemeClr val="tx1"/>
          </a:fontRef>
        </p:style>
      </p:cxnSp>
    </p:spTree>
    <p:custDataLst>
      <p:custData r:id="rId1"/>
    </p:custDataLst>
    <p:extLst>
      <p:ext uri="{BB962C8B-B14F-4D97-AF65-F5344CB8AC3E}">
        <p14:creationId xmlns:p14="http://schemas.microsoft.com/office/powerpoint/2010/main" val="9150361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43896B-869E-694B-D7A7-6E508578B7FB}"/>
            </a:ext>
          </a:extLst>
        </p:cNvPr>
        <p:cNvGrpSpPr/>
        <p:nvPr/>
      </p:nvGrpSpPr>
      <p:grpSpPr>
        <a:xfrm>
          <a:off x="0" y="0"/>
          <a:ext cx="0" cy="0"/>
          <a:chOff x="0" y="0"/>
          <a:chExt cx="0" cy="0"/>
        </a:xfrm>
      </p:grpSpPr>
      <p:sp>
        <p:nvSpPr>
          <p:cNvPr id="57" name="Rectangle: Rounded Corners 56">
            <a:extLst>
              <a:ext uri="{FF2B5EF4-FFF2-40B4-BE49-F238E27FC236}">
                <a16:creationId xmlns:a16="http://schemas.microsoft.com/office/drawing/2014/main" id="{33E06A5B-E818-7EE4-98BB-C11BCA31FB75}"/>
              </a:ext>
            </a:extLst>
          </p:cNvPr>
          <p:cNvSpPr/>
          <p:nvPr/>
        </p:nvSpPr>
        <p:spPr>
          <a:xfrm>
            <a:off x="290043" y="1572564"/>
            <a:ext cx="2771104" cy="528033"/>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baseline="0">
                <a:solidFill>
                  <a:schemeClr val="tx1"/>
                </a:solidFill>
                <a:ea typeface="Arial"/>
                <a:cs typeface="Arial"/>
              </a:rPr>
              <a:t>Ensuring the basis for </a:t>
            </a:r>
            <a:r>
              <a:rPr lang="en-US" sz="1300">
                <a:solidFill>
                  <a:schemeClr val="tx1"/>
                </a:solidFill>
                <a:ea typeface="Arial"/>
                <a:cs typeface="Arial"/>
              </a:rPr>
              <a:t>an effective</a:t>
            </a:r>
            <a:r>
              <a:rPr lang="en-US" sz="1300" baseline="0">
                <a:solidFill>
                  <a:schemeClr val="tx1"/>
                </a:solidFill>
                <a:ea typeface="Arial"/>
                <a:cs typeface="Arial"/>
              </a:rPr>
              <a:t> corporate </a:t>
            </a:r>
            <a:r>
              <a:rPr lang="en-US" sz="1300">
                <a:solidFill>
                  <a:schemeClr val="tx1"/>
                </a:solidFill>
                <a:ea typeface="Arial"/>
                <a:cs typeface="Arial"/>
              </a:rPr>
              <a:t>governance framework</a:t>
            </a:r>
            <a:r>
              <a:rPr lang="en-GB" sz="1300">
                <a:solidFill>
                  <a:schemeClr val="tx1"/>
                </a:solidFill>
                <a:ea typeface="Arial"/>
                <a:cs typeface="Arial"/>
              </a:rPr>
              <a:t>​</a:t>
            </a:r>
            <a:endParaRPr lang="en-US">
              <a:solidFill>
                <a:schemeClr val="tx1"/>
              </a:solidFill>
              <a:cs typeface="Arial"/>
            </a:endParaRPr>
          </a:p>
        </p:txBody>
      </p:sp>
      <p:sp>
        <p:nvSpPr>
          <p:cNvPr id="56" name="Flowchart: Alternate Process 55">
            <a:extLst>
              <a:ext uri="{FF2B5EF4-FFF2-40B4-BE49-F238E27FC236}">
                <a16:creationId xmlns:a16="http://schemas.microsoft.com/office/drawing/2014/main" id="{7AE7247E-232C-7DC8-99CB-959418676F1D}"/>
              </a:ext>
            </a:extLst>
          </p:cNvPr>
          <p:cNvSpPr/>
          <p:nvPr/>
        </p:nvSpPr>
        <p:spPr>
          <a:xfrm>
            <a:off x="295409" y="908399"/>
            <a:ext cx="2760371" cy="516057"/>
          </a:xfrm>
          <a:prstGeom prst="flowChartAlternateProcess">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3">
            <a:extLst>
              <a:ext uri="{FF2B5EF4-FFF2-40B4-BE49-F238E27FC236}">
                <a16:creationId xmlns:a16="http://schemas.microsoft.com/office/drawing/2014/main" id="{F4458A53-4CB9-FB6C-6F28-0C0B605534DB}"/>
              </a:ext>
            </a:extLst>
          </p:cNvPr>
          <p:cNvSpPr>
            <a:spLocks noGrp="1"/>
          </p:cNvSpPr>
          <p:nvPr>
            <p:ph type="title"/>
          </p:nvPr>
        </p:nvSpPr>
        <p:spPr>
          <a:xfrm>
            <a:off x="595621" y="705037"/>
            <a:ext cx="2907327" cy="733611"/>
          </a:xfrm>
          <a:prstGeom prst="homePlate">
            <a:avLst/>
          </a:prstGeom>
        </p:spPr>
        <p:txBody>
          <a:bodyPr/>
          <a:lstStyle/>
          <a:p>
            <a:br>
              <a:rPr lang="en-GB">
                <a:solidFill>
                  <a:schemeClr val="bg1"/>
                </a:solidFill>
              </a:rPr>
            </a:br>
            <a:r>
              <a:rPr lang="en-GB" sz="1800" b="1">
                <a:solidFill>
                  <a:schemeClr val="bg1"/>
                </a:solidFill>
                <a:latin typeface="+mn-lt"/>
                <a:ea typeface="+mj-lt"/>
                <a:cs typeface="+mj-lt"/>
              </a:rPr>
              <a:t>OECD Principles</a:t>
            </a:r>
            <a:endParaRPr lang="en-US">
              <a:solidFill>
                <a:schemeClr val="bg1"/>
              </a:solidFill>
              <a:latin typeface="+mn-lt"/>
            </a:endParaRPr>
          </a:p>
        </p:txBody>
      </p:sp>
      <p:sp>
        <p:nvSpPr>
          <p:cNvPr id="3" name="Slide Number Placeholder 2">
            <a:extLst>
              <a:ext uri="{FF2B5EF4-FFF2-40B4-BE49-F238E27FC236}">
                <a16:creationId xmlns:a16="http://schemas.microsoft.com/office/drawing/2014/main" id="{31D84EA9-910A-BCD0-26AF-3FC8E1C228C1}"/>
              </a:ext>
            </a:extLst>
          </p:cNvPr>
          <p:cNvSpPr>
            <a:spLocks noGrp="1"/>
          </p:cNvSpPr>
          <p:nvPr>
            <p:ph type="sldNum" sz="quarter" idx="4"/>
          </p:nvPr>
        </p:nvSpPr>
        <p:spPr>
          <a:xfrm>
            <a:off x="11503818" y="6501384"/>
            <a:ext cx="298209" cy="161583"/>
          </a:xfrm>
        </p:spPr>
        <p:txBody>
          <a:bodyPr/>
          <a:lstStyle/>
          <a:p>
            <a:fld id="{3E6AC032-1535-134B-A583-D5E1DDD0D167}" type="slidenum">
              <a:rPr lang="en-US" smtClean="0"/>
              <a:pPr/>
              <a:t>47</a:t>
            </a:fld>
            <a:endParaRPr lang="en-US"/>
          </a:p>
        </p:txBody>
      </p:sp>
      <p:sp>
        <p:nvSpPr>
          <p:cNvPr id="5" name="TextBox 4">
            <a:extLst>
              <a:ext uri="{FF2B5EF4-FFF2-40B4-BE49-F238E27FC236}">
                <a16:creationId xmlns:a16="http://schemas.microsoft.com/office/drawing/2014/main" id="{5A7D730D-89AC-DBFD-364D-F721B2AB1A0B}"/>
              </a:ext>
            </a:extLst>
          </p:cNvPr>
          <p:cNvSpPr txBox="1"/>
          <p:nvPr/>
        </p:nvSpPr>
        <p:spPr>
          <a:xfrm>
            <a:off x="3286259" y="5958626"/>
            <a:ext cx="8517228" cy="33855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r"/>
            <a:r>
              <a:rPr lang="en-US" sz="1100" b="1" i="1"/>
              <a:t>Organisation for Economic Co-operation and Development (OECD) Principles: </a:t>
            </a:r>
            <a:endParaRPr lang="en-US" sz="1100" b="1">
              <a:cs typeface="Arial"/>
            </a:endParaRPr>
          </a:p>
          <a:p>
            <a:pPr algn="r"/>
            <a:r>
              <a:rPr lang="en-US" sz="1100" i="1"/>
              <a:t>International benchmark guiding corporate governance globally; serving as a guidance and not mandatorily required to be adopted</a:t>
            </a:r>
            <a:endParaRPr lang="en-US" sz="1100">
              <a:cs typeface="Arial"/>
            </a:endParaRPr>
          </a:p>
        </p:txBody>
      </p:sp>
      <p:sp>
        <p:nvSpPr>
          <p:cNvPr id="58" name="Rectangle: Rounded Corners 57">
            <a:extLst>
              <a:ext uri="{FF2B5EF4-FFF2-40B4-BE49-F238E27FC236}">
                <a16:creationId xmlns:a16="http://schemas.microsoft.com/office/drawing/2014/main" id="{577B2A0F-CDE5-FAA5-BC59-99CE4911B286}"/>
              </a:ext>
            </a:extLst>
          </p:cNvPr>
          <p:cNvSpPr/>
          <p:nvPr/>
        </p:nvSpPr>
        <p:spPr>
          <a:xfrm>
            <a:off x="279310" y="2237972"/>
            <a:ext cx="2771104" cy="528033"/>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300">
                <a:solidFill>
                  <a:schemeClr val="tx1"/>
                </a:solidFill>
                <a:cs typeface="Arial"/>
              </a:rPr>
              <a:t>The rights and equitable treatment of shareholders</a:t>
            </a:r>
            <a:endParaRPr lang="en-US">
              <a:solidFill>
                <a:schemeClr val="tx1"/>
              </a:solidFill>
            </a:endParaRPr>
          </a:p>
        </p:txBody>
      </p:sp>
      <p:sp>
        <p:nvSpPr>
          <p:cNvPr id="59" name="Rectangle: Rounded Corners 58">
            <a:extLst>
              <a:ext uri="{FF2B5EF4-FFF2-40B4-BE49-F238E27FC236}">
                <a16:creationId xmlns:a16="http://schemas.microsoft.com/office/drawing/2014/main" id="{F1BF6618-B6D9-7A0A-8E4C-ECA94E645BFB}"/>
              </a:ext>
            </a:extLst>
          </p:cNvPr>
          <p:cNvSpPr/>
          <p:nvPr/>
        </p:nvSpPr>
        <p:spPr>
          <a:xfrm>
            <a:off x="279310" y="2903381"/>
            <a:ext cx="2771104" cy="528033"/>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300">
                <a:solidFill>
                  <a:schemeClr val="tx1"/>
                </a:solidFill>
                <a:cs typeface="Arial"/>
              </a:rPr>
              <a:t>Institutional Investors, Stock Markets, and Other Intermediaries</a:t>
            </a:r>
            <a:endParaRPr lang="en-US">
              <a:solidFill>
                <a:schemeClr val="tx1"/>
              </a:solidFill>
              <a:cs typeface="Arial"/>
            </a:endParaRPr>
          </a:p>
        </p:txBody>
      </p:sp>
      <p:sp>
        <p:nvSpPr>
          <p:cNvPr id="60" name="Rectangle: Rounded Corners 59">
            <a:extLst>
              <a:ext uri="{FF2B5EF4-FFF2-40B4-BE49-F238E27FC236}">
                <a16:creationId xmlns:a16="http://schemas.microsoft.com/office/drawing/2014/main" id="{9E5F0906-EA6A-63C7-29DC-3779B6AA676E}"/>
              </a:ext>
            </a:extLst>
          </p:cNvPr>
          <p:cNvSpPr/>
          <p:nvPr/>
        </p:nvSpPr>
        <p:spPr>
          <a:xfrm>
            <a:off x="290043" y="3547324"/>
            <a:ext cx="2771104" cy="528033"/>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300">
                <a:solidFill>
                  <a:schemeClr val="tx1"/>
                </a:solidFill>
                <a:cs typeface="Arial"/>
              </a:rPr>
              <a:t>​</a:t>
            </a:r>
          </a:p>
          <a:p>
            <a:pPr algn="ctr"/>
            <a:endParaRPr lang="en-US" sz="1300">
              <a:solidFill>
                <a:schemeClr val="tx1"/>
              </a:solidFill>
              <a:cs typeface="Arial"/>
            </a:endParaRPr>
          </a:p>
          <a:p>
            <a:pPr algn="ctr"/>
            <a:r>
              <a:rPr lang="en-US" sz="1300">
                <a:solidFill>
                  <a:schemeClr val="tx1"/>
                </a:solidFill>
                <a:cs typeface="Arial"/>
              </a:rPr>
              <a:t>Disclosure and transparency​</a:t>
            </a:r>
          </a:p>
          <a:p>
            <a:pPr algn="ctr"/>
            <a:endParaRPr lang="en-US" sz="1300">
              <a:solidFill>
                <a:schemeClr val="tx1"/>
              </a:solidFill>
              <a:cs typeface="Arial"/>
            </a:endParaRPr>
          </a:p>
          <a:p>
            <a:pPr algn="ctr"/>
            <a:r>
              <a:rPr lang="en-US" sz="1300">
                <a:solidFill>
                  <a:schemeClr val="tx1"/>
                </a:solidFill>
                <a:cs typeface="Arial"/>
              </a:rPr>
              <a:t>​</a:t>
            </a:r>
          </a:p>
        </p:txBody>
      </p:sp>
      <p:sp>
        <p:nvSpPr>
          <p:cNvPr id="61" name="Rectangle: Rounded Corners 60">
            <a:extLst>
              <a:ext uri="{FF2B5EF4-FFF2-40B4-BE49-F238E27FC236}">
                <a16:creationId xmlns:a16="http://schemas.microsoft.com/office/drawing/2014/main" id="{2074FE70-FFCC-2B12-28A4-7CD51D167B30}"/>
              </a:ext>
            </a:extLst>
          </p:cNvPr>
          <p:cNvSpPr/>
          <p:nvPr/>
        </p:nvSpPr>
        <p:spPr>
          <a:xfrm>
            <a:off x="300775" y="4899605"/>
            <a:ext cx="2771104" cy="528033"/>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300">
                <a:solidFill>
                  <a:schemeClr val="tx1"/>
                </a:solidFill>
                <a:cs typeface="Arial"/>
              </a:rPr>
              <a:t>Sustainability and resilience​</a:t>
            </a:r>
          </a:p>
        </p:txBody>
      </p:sp>
      <p:sp>
        <p:nvSpPr>
          <p:cNvPr id="63" name="Text Placeholder 62">
            <a:extLst>
              <a:ext uri="{FF2B5EF4-FFF2-40B4-BE49-F238E27FC236}">
                <a16:creationId xmlns:a16="http://schemas.microsoft.com/office/drawing/2014/main" id="{57EE8240-3487-B9CC-F57E-5008C582FD08}"/>
              </a:ext>
            </a:extLst>
          </p:cNvPr>
          <p:cNvSpPr>
            <a:spLocks noGrp="1"/>
          </p:cNvSpPr>
          <p:nvPr>
            <p:ph type="body" sz="quarter" idx="12"/>
          </p:nvPr>
        </p:nvSpPr>
        <p:spPr>
          <a:xfrm>
            <a:off x="375472" y="5638661"/>
            <a:ext cx="2618284" cy="849398"/>
          </a:xfrm>
        </p:spPr>
        <p:txBody>
          <a:bodyPr vert="horz" lIns="0" tIns="0" rIns="0" bIns="0" rtlCol="0" anchor="t">
            <a:noAutofit/>
          </a:bodyPr>
          <a:lstStyle/>
          <a:p>
            <a:pPr algn="ctr">
              <a:lnSpc>
                <a:spcPct val="100000"/>
              </a:lnSpc>
            </a:pPr>
            <a:r>
              <a:rPr lang="en-US" sz="1400">
                <a:latin typeface="+mn-lt"/>
              </a:rPr>
              <a:t>Widely adopted as the foundation for national governance codes across major economies.</a:t>
            </a:r>
          </a:p>
        </p:txBody>
      </p:sp>
      <p:sp>
        <p:nvSpPr>
          <p:cNvPr id="64" name="Rectangle: Rounded Corners 63">
            <a:extLst>
              <a:ext uri="{FF2B5EF4-FFF2-40B4-BE49-F238E27FC236}">
                <a16:creationId xmlns:a16="http://schemas.microsoft.com/office/drawing/2014/main" id="{C7183938-73D7-1352-716A-1F3C6FACCEB1}"/>
              </a:ext>
            </a:extLst>
          </p:cNvPr>
          <p:cNvSpPr/>
          <p:nvPr/>
        </p:nvSpPr>
        <p:spPr>
          <a:xfrm>
            <a:off x="300775" y="4223464"/>
            <a:ext cx="2771104" cy="528033"/>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300">
                <a:solidFill>
                  <a:schemeClr val="tx1"/>
                </a:solidFill>
                <a:cs typeface="Arial"/>
              </a:rPr>
              <a:t>The responsibilities of the board</a:t>
            </a:r>
          </a:p>
        </p:txBody>
      </p:sp>
      <p:sp>
        <p:nvSpPr>
          <p:cNvPr id="2" name="Rectangle 1">
            <a:extLst>
              <a:ext uri="{FF2B5EF4-FFF2-40B4-BE49-F238E27FC236}">
                <a16:creationId xmlns:a16="http://schemas.microsoft.com/office/drawing/2014/main" id="{75677E23-42BE-24EB-57BD-BD7CB1B3B0D5}"/>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GB" sz="2400" b="1">
                <a:latin typeface="+mj-lt"/>
              </a:rPr>
              <a:t>Global Regulatory Framework</a:t>
            </a:r>
            <a:endParaRPr kumimoji="0" lang="en-US" sz="2400" b="1" i="0" u="none" strike="noStrike" kern="1200" cap="none" spc="0" normalizeH="0" baseline="0" noProof="0">
              <a:ln>
                <a:noFill/>
              </a:ln>
              <a:solidFill>
                <a:prstClr val="white"/>
              </a:solidFill>
              <a:effectLst/>
              <a:uLnTx/>
              <a:uFillTx/>
              <a:latin typeface="+mj-lt"/>
              <a:ea typeface="+mn-ea"/>
              <a:cs typeface="+mn-cs"/>
            </a:endParaRPr>
          </a:p>
        </p:txBody>
      </p:sp>
      <p:sp>
        <p:nvSpPr>
          <p:cNvPr id="6" name="TextBox 5">
            <a:extLst>
              <a:ext uri="{FF2B5EF4-FFF2-40B4-BE49-F238E27FC236}">
                <a16:creationId xmlns:a16="http://schemas.microsoft.com/office/drawing/2014/main" id="{0DE37CDD-5EF3-B1DE-8C92-10C6B5443798}"/>
              </a:ext>
            </a:extLst>
          </p:cNvPr>
          <p:cNvSpPr txBox="1"/>
          <p:nvPr/>
        </p:nvSpPr>
        <p:spPr>
          <a:xfrm>
            <a:off x="8867394" y="6462019"/>
            <a:ext cx="6140196" cy="230832"/>
          </a:xfrm>
          <a:prstGeom prst="rect">
            <a:avLst/>
          </a:prstGeom>
          <a:noFill/>
        </p:spPr>
        <p:txBody>
          <a:bodyPr wrap="square">
            <a:spAutoFit/>
          </a:bodyPr>
          <a:lstStyle/>
          <a:p>
            <a:r>
              <a:rPr lang="en-US" sz="900" i="1">
                <a:hlinkClick r:id="rId3">
                  <a:extLst>
                    <a:ext uri="{A12FA001-AC4F-418D-AE19-62706E023703}">
                      <ahyp:hlinkClr xmlns:ahyp="http://schemas.microsoft.com/office/drawing/2018/hyperlinkcolor" val="tx"/>
                    </a:ext>
                  </a:extLst>
                </a:hlinkClick>
              </a:rPr>
              <a:t>OECD Corporate Governance Factbook 2025 (EN)</a:t>
            </a:r>
            <a:endParaRPr lang="en-GB" sz="900" i="1"/>
          </a:p>
        </p:txBody>
      </p:sp>
      <p:sp>
        <p:nvSpPr>
          <p:cNvPr id="7" name="TextBox 6">
            <a:extLst>
              <a:ext uri="{FF2B5EF4-FFF2-40B4-BE49-F238E27FC236}">
                <a16:creationId xmlns:a16="http://schemas.microsoft.com/office/drawing/2014/main" id="{08988D93-CC00-AC21-1D12-E9C94D2C5571}"/>
              </a:ext>
            </a:extLst>
          </p:cNvPr>
          <p:cNvSpPr txBox="1"/>
          <p:nvPr/>
        </p:nvSpPr>
        <p:spPr>
          <a:xfrm>
            <a:off x="8510778" y="6528816"/>
            <a:ext cx="713232" cy="174908"/>
          </a:xfrm>
          <a:prstGeom prst="rect">
            <a:avLst/>
          </a:prstGeom>
          <a:noFill/>
        </p:spPr>
        <p:txBody>
          <a:bodyPr wrap="square" lIns="0" tIns="0" rIns="0" bIns="0" rtlCol="0">
            <a:noAutofit/>
          </a:bodyPr>
          <a:lstStyle/>
          <a:p>
            <a:pPr algn="l"/>
            <a:r>
              <a:rPr lang="en-GB" sz="900" i="1"/>
              <a:t>Source:</a:t>
            </a:r>
          </a:p>
        </p:txBody>
      </p:sp>
      <p:sp>
        <p:nvSpPr>
          <p:cNvPr id="4" name="Flowchart: Process 3">
            <a:extLst>
              <a:ext uri="{FF2B5EF4-FFF2-40B4-BE49-F238E27FC236}">
                <a16:creationId xmlns:a16="http://schemas.microsoft.com/office/drawing/2014/main" id="{2BA2EAEE-4D4B-CDBA-6078-48EFCE2D8875}"/>
              </a:ext>
            </a:extLst>
          </p:cNvPr>
          <p:cNvSpPr/>
          <p:nvPr/>
        </p:nvSpPr>
        <p:spPr>
          <a:xfrm>
            <a:off x="3762185" y="689542"/>
            <a:ext cx="7741633" cy="5249402"/>
          </a:xfrm>
          <a:prstGeom prst="flowChartProcess">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26" name="Picture 2">
            <a:extLst>
              <a:ext uri="{FF2B5EF4-FFF2-40B4-BE49-F238E27FC236}">
                <a16:creationId xmlns:a16="http://schemas.microsoft.com/office/drawing/2014/main" id="{74C30C21-D66F-1435-BA88-90A1C82D96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1897" y="678669"/>
            <a:ext cx="8201025" cy="5250073"/>
          </a:xfrm>
          <a:prstGeom prst="rect">
            <a:avLst/>
          </a:prstGeom>
          <a:noFill/>
          <a:extLst>
            <a:ext uri="{909E8E84-426E-40DD-AFC4-6F175D3DCCD1}">
              <a14:hiddenFill xmlns:a14="http://schemas.microsoft.com/office/drawing/2010/main">
                <a:solidFill>
                  <a:srgbClr val="FFFFFF"/>
                </a:solidFill>
              </a14:hiddenFill>
            </a:ext>
          </a:extLst>
        </p:spPr>
      </p:pic>
    </p:spTree>
    <p:custDataLst>
      <p:custData r:id="rId1"/>
    </p:custDataLst>
    <p:extLst>
      <p:ext uri="{BB962C8B-B14F-4D97-AF65-F5344CB8AC3E}">
        <p14:creationId xmlns:p14="http://schemas.microsoft.com/office/powerpoint/2010/main" val="36471840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6AE10-3584-3EAE-85DF-F8E9F23870C7}"/>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ED869D0-1078-6559-852B-7E71164C9081}"/>
              </a:ext>
            </a:extLst>
          </p:cNvPr>
          <p:cNvCxnSpPr>
            <a:cxnSpLocks/>
          </p:cNvCxnSpPr>
          <p:nvPr/>
        </p:nvCxnSpPr>
        <p:spPr>
          <a:xfrm>
            <a:off x="8934893" y="1282366"/>
            <a:ext cx="0" cy="3821262"/>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CA2DD72A-D162-41FA-531E-AEA78CD76FF3}"/>
              </a:ext>
            </a:extLst>
          </p:cNvPr>
          <p:cNvCxnSpPr/>
          <p:nvPr/>
        </p:nvCxnSpPr>
        <p:spPr>
          <a:xfrm>
            <a:off x="3221665" y="1775637"/>
            <a:ext cx="0" cy="4114800"/>
          </a:xfrm>
          <a:prstGeom prst="line">
            <a:avLst/>
          </a:prstGeom>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F65D1224-2B27-1A9F-A1AB-E7B563884CEC}"/>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sz="2400" b="1">
                <a:latin typeface="+mj-lt"/>
              </a:rPr>
              <a:t>Key Regulatory Requirements | Global</a:t>
            </a:r>
          </a:p>
        </p:txBody>
      </p:sp>
      <p:sp>
        <p:nvSpPr>
          <p:cNvPr id="2" name="Rectangle 1">
            <a:extLst>
              <a:ext uri="{FF2B5EF4-FFF2-40B4-BE49-F238E27FC236}">
                <a16:creationId xmlns:a16="http://schemas.microsoft.com/office/drawing/2014/main" id="{3DDF4D0E-309D-CDD7-48A3-39EFE43DD1FA}"/>
              </a:ext>
            </a:extLst>
          </p:cNvPr>
          <p:cNvSpPr/>
          <p:nvPr/>
        </p:nvSpPr>
        <p:spPr>
          <a:xfrm>
            <a:off x="1" y="6258247"/>
            <a:ext cx="12191999" cy="493031"/>
          </a:xfrm>
          <a:prstGeom prst="rect">
            <a:avLst/>
          </a:prstGeom>
          <a:ln>
            <a:noFill/>
          </a:ln>
        </p:spPr>
        <p:style>
          <a:lnRef idx="0">
            <a:schemeClr val="accent1"/>
          </a:lnRef>
          <a:fillRef idx="1">
            <a:schemeClr val="accent1"/>
          </a:fillRef>
          <a:effectRef idx="0">
            <a:schemeClr val="dk1"/>
          </a:effectRef>
          <a:fontRef idx="minor">
            <a:schemeClr val="lt1"/>
          </a:fontRef>
        </p:style>
        <p:txBody>
          <a:bodyPr tIns="91440" bIns="91440" rtlCol="0" anchor="ctr"/>
          <a:lstStyle/>
          <a:p>
            <a:pPr algn="ctr"/>
            <a:r>
              <a:rPr lang="en-US" sz="1400" b="1" spc="-15">
                <a:solidFill>
                  <a:schemeClr val="bg1"/>
                </a:solidFill>
                <a:cs typeface="Poppins" pitchFamily="2" charset="77"/>
              </a:rPr>
              <a:t>  Covering laws of US, UK, EU, Australia, Canada, Singapore, UAE, Vietnam, South Africa and Saudi Arabia</a:t>
            </a:r>
          </a:p>
        </p:txBody>
      </p:sp>
      <p:sp>
        <p:nvSpPr>
          <p:cNvPr id="5" name="Rectangle 4">
            <a:extLst>
              <a:ext uri="{FF2B5EF4-FFF2-40B4-BE49-F238E27FC236}">
                <a16:creationId xmlns:a16="http://schemas.microsoft.com/office/drawing/2014/main" id="{5956390F-4AA8-B23A-D7A9-0262C3B12942}"/>
              </a:ext>
            </a:extLst>
          </p:cNvPr>
          <p:cNvSpPr/>
          <p:nvPr/>
        </p:nvSpPr>
        <p:spPr>
          <a:xfrm>
            <a:off x="6258035" y="4074898"/>
            <a:ext cx="5545743" cy="1428598"/>
          </a:xfrm>
          <a:prstGeom prst="rect">
            <a:avLst/>
          </a:prstGeom>
          <a:solidFill>
            <a:srgbClr val="DEDEDE"/>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r>
              <a:rPr lang="en-US" sz="1100" b="1" spc="-15">
                <a:solidFill>
                  <a:schemeClr val="accent1"/>
                </a:solidFill>
                <a:cs typeface="Poppins" pitchFamily="2" charset="77"/>
              </a:rPr>
              <a:t>Ethics and Compliance</a:t>
            </a:r>
          </a:p>
          <a:p>
            <a:pPr marL="182880" lvl="0" indent="-182880">
              <a:spcAft>
                <a:spcPts val="600"/>
              </a:spcAft>
              <a:buFont typeface="Arial" panose="020B0604020202020204" pitchFamily="34" charset="0"/>
              <a:buChar char="•"/>
              <a:defRPr/>
            </a:pPr>
            <a:r>
              <a:rPr lang="en-US" sz="1100" kern="0">
                <a:solidFill>
                  <a:schemeClr val="tx1"/>
                </a:solidFill>
              </a:rPr>
              <a:t>Mandatory Code of Conduct for Directors &amp; Senior Management.</a:t>
            </a:r>
          </a:p>
          <a:p>
            <a:pPr marL="182880" lvl="0" indent="-182880">
              <a:spcAft>
                <a:spcPts val="600"/>
              </a:spcAft>
              <a:buFont typeface="Arial" panose="020B0604020202020204" pitchFamily="34" charset="0"/>
              <a:buChar char="•"/>
              <a:defRPr/>
            </a:pPr>
            <a:r>
              <a:rPr lang="en-US" sz="1100" kern="0">
                <a:solidFill>
                  <a:schemeClr val="tx1"/>
                </a:solidFill>
              </a:rPr>
              <a:t>Whistleblower policy and protections required/ strongly promoted. </a:t>
            </a:r>
          </a:p>
          <a:p>
            <a:pPr marL="182880" lvl="0" indent="-182880">
              <a:spcAft>
                <a:spcPts val="600"/>
              </a:spcAft>
              <a:buFont typeface="Arial" panose="020B0604020202020204" pitchFamily="34" charset="0"/>
              <a:buChar char="•"/>
              <a:defRPr/>
            </a:pPr>
            <a:r>
              <a:rPr lang="en-US" sz="1100" kern="0">
                <a:solidFill>
                  <a:schemeClr val="tx1"/>
                </a:solidFill>
              </a:rPr>
              <a:t>Anti-bribery, anti-corruption, and ESG compliance frameworks enforced across jurisdictions.</a:t>
            </a:r>
          </a:p>
          <a:p>
            <a:pPr marL="182880" lvl="0" indent="-182880">
              <a:spcAft>
                <a:spcPts val="600"/>
              </a:spcAft>
              <a:buFont typeface="Arial" panose="020B0604020202020204" pitchFamily="34" charset="0"/>
              <a:buChar char="•"/>
              <a:defRPr/>
            </a:pPr>
            <a:r>
              <a:rPr lang="en-US" sz="1100" kern="0">
                <a:solidFill>
                  <a:schemeClr val="tx1"/>
                </a:solidFill>
              </a:rPr>
              <a:t>Enforcement of penalties by regulators for non-compliance.</a:t>
            </a:r>
          </a:p>
        </p:txBody>
      </p:sp>
      <p:sp>
        <p:nvSpPr>
          <p:cNvPr id="9" name="Rectangle 8">
            <a:extLst>
              <a:ext uri="{FF2B5EF4-FFF2-40B4-BE49-F238E27FC236}">
                <a16:creationId xmlns:a16="http://schemas.microsoft.com/office/drawing/2014/main" id="{3E7902A3-1B42-D44A-2A79-733A21FE132F}"/>
              </a:ext>
            </a:extLst>
          </p:cNvPr>
          <p:cNvSpPr/>
          <p:nvPr/>
        </p:nvSpPr>
        <p:spPr>
          <a:xfrm>
            <a:off x="436527" y="731225"/>
            <a:ext cx="5545745" cy="1310214"/>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lvl="0" algn="just">
              <a:spcAft>
                <a:spcPts val="600"/>
              </a:spcAft>
              <a:defRPr/>
            </a:pPr>
            <a:r>
              <a:rPr lang="en-US" sz="1100" b="1" spc="-15">
                <a:solidFill>
                  <a:schemeClr val="accent1"/>
                </a:solidFill>
                <a:cs typeface="Poppins" pitchFamily="2" charset="77"/>
              </a:rPr>
              <a:t>Board Composition</a:t>
            </a:r>
          </a:p>
          <a:p>
            <a:pPr marL="171450" lvl="0" indent="-171450" algn="just">
              <a:spcAft>
                <a:spcPts val="600"/>
              </a:spcAft>
              <a:buFont typeface="Arial" panose="020B0604020202020204" pitchFamily="34" charset="0"/>
              <a:buChar char="•"/>
              <a:defRPr/>
            </a:pPr>
            <a:r>
              <a:rPr lang="en-US" sz="1100">
                <a:solidFill>
                  <a:schemeClr val="tx1"/>
                </a:solidFill>
                <a:cs typeface="Arial" charset="0"/>
              </a:rPr>
              <a:t>Minimum independent directors required for public/listed companies. </a:t>
            </a:r>
          </a:p>
          <a:p>
            <a:pPr marL="171450" lvl="0" indent="-171450" algn="just">
              <a:spcAft>
                <a:spcPts val="600"/>
              </a:spcAft>
              <a:buFont typeface="Arial" panose="020B0604020202020204" pitchFamily="34" charset="0"/>
              <a:buChar char="•"/>
              <a:defRPr/>
            </a:pPr>
            <a:r>
              <a:rPr lang="en-US" sz="1100">
                <a:solidFill>
                  <a:schemeClr val="tx1"/>
                </a:solidFill>
                <a:cs typeface="Arial" charset="0"/>
              </a:rPr>
              <a:t>Gender diversity mandated. </a:t>
            </a:r>
          </a:p>
          <a:p>
            <a:pPr marL="171450" lvl="0" indent="-171450" algn="just">
              <a:spcAft>
                <a:spcPts val="600"/>
              </a:spcAft>
              <a:buFont typeface="Arial" panose="020B0604020202020204" pitchFamily="34" charset="0"/>
              <a:buChar char="•"/>
              <a:defRPr/>
            </a:pPr>
            <a:r>
              <a:rPr lang="en-US" sz="1100">
                <a:solidFill>
                  <a:schemeClr val="tx1"/>
                </a:solidFill>
                <a:cs typeface="Arial" charset="0"/>
              </a:rPr>
              <a:t>Mix of executive, non-executive, and independent directors required.</a:t>
            </a:r>
          </a:p>
          <a:p>
            <a:pPr marL="171450" lvl="0" indent="-171450" algn="just">
              <a:spcAft>
                <a:spcPts val="600"/>
              </a:spcAft>
              <a:buFont typeface="Arial" panose="020B0604020202020204" pitchFamily="34" charset="0"/>
              <a:buChar char="•"/>
              <a:defRPr/>
            </a:pPr>
            <a:r>
              <a:rPr lang="en-US" sz="1100">
                <a:solidFill>
                  <a:schemeClr val="tx1"/>
                </a:solidFill>
                <a:cs typeface="Arial" charset="0"/>
              </a:rPr>
              <a:t>Board size and composition aligned to regulatory and listing standards.</a:t>
            </a:r>
          </a:p>
        </p:txBody>
      </p:sp>
      <p:sp>
        <p:nvSpPr>
          <p:cNvPr id="12" name="Rectangle 11">
            <a:extLst>
              <a:ext uri="{FF2B5EF4-FFF2-40B4-BE49-F238E27FC236}">
                <a16:creationId xmlns:a16="http://schemas.microsoft.com/office/drawing/2014/main" id="{95CEB254-86ED-BE06-14E2-60912CAD3F55}"/>
              </a:ext>
            </a:extLst>
          </p:cNvPr>
          <p:cNvSpPr/>
          <p:nvPr/>
        </p:nvSpPr>
        <p:spPr>
          <a:xfrm>
            <a:off x="436527" y="2115561"/>
            <a:ext cx="5545745" cy="1310214"/>
          </a:xfrm>
          <a:prstGeom prst="rect">
            <a:avLst/>
          </a:prstGeom>
          <a:solidFill>
            <a:srgbClr val="DEDEDE"/>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lgn="just">
              <a:spcAft>
                <a:spcPts val="600"/>
              </a:spcAft>
            </a:pPr>
            <a:r>
              <a:rPr lang="en-US" sz="1100" b="1" spc="-15">
                <a:solidFill>
                  <a:schemeClr val="accent1"/>
                </a:solidFill>
                <a:cs typeface="Poppins" pitchFamily="2" charset="77"/>
              </a:rPr>
              <a:t>Board Committees</a:t>
            </a:r>
          </a:p>
          <a:p>
            <a:pPr marL="171450" indent="-171450" algn="just">
              <a:spcAft>
                <a:spcPts val="600"/>
              </a:spcAft>
              <a:buFont typeface="Arial" panose="020B0604020202020204" pitchFamily="34" charset="0"/>
              <a:buChar char="•"/>
            </a:pPr>
            <a:r>
              <a:rPr lang="en-US" sz="1100">
                <a:solidFill>
                  <a:schemeClr val="tx1"/>
                </a:solidFill>
                <a:cs typeface="Arial" charset="0"/>
              </a:rPr>
              <a:t>Mandatory Audit, Nomination &amp; Remuneration, and Risk Management Committees for listed companies.</a:t>
            </a:r>
          </a:p>
          <a:p>
            <a:pPr marL="171450" indent="-171450" algn="just">
              <a:spcAft>
                <a:spcPts val="600"/>
              </a:spcAft>
              <a:buFont typeface="Arial" panose="020B0604020202020204" pitchFamily="34" charset="0"/>
              <a:buChar char="•"/>
            </a:pPr>
            <a:r>
              <a:rPr lang="en-US" sz="1100">
                <a:solidFill>
                  <a:schemeClr val="tx1"/>
                </a:solidFill>
                <a:cs typeface="Arial" charset="0"/>
              </a:rPr>
              <a:t>Independence required for Audit Committee members globally.</a:t>
            </a:r>
          </a:p>
          <a:p>
            <a:pPr marL="171450" indent="-171450" algn="just">
              <a:spcAft>
                <a:spcPts val="600"/>
              </a:spcAft>
              <a:buFont typeface="Arial" panose="020B0604020202020204" pitchFamily="34" charset="0"/>
              <a:buChar char="•"/>
            </a:pPr>
            <a:r>
              <a:rPr lang="en-US" sz="1100">
                <a:solidFill>
                  <a:schemeClr val="tx1"/>
                </a:solidFill>
                <a:cs typeface="Arial" charset="0"/>
              </a:rPr>
              <a:t>Committees must meet minimum annual meeting and reporting thresholds.</a:t>
            </a:r>
          </a:p>
        </p:txBody>
      </p:sp>
      <p:sp>
        <p:nvSpPr>
          <p:cNvPr id="22" name="Rectangle 21">
            <a:extLst>
              <a:ext uri="{FF2B5EF4-FFF2-40B4-BE49-F238E27FC236}">
                <a16:creationId xmlns:a16="http://schemas.microsoft.com/office/drawing/2014/main" id="{811466E5-913D-1972-79A4-5D8A564F89C6}"/>
              </a:ext>
            </a:extLst>
          </p:cNvPr>
          <p:cNvSpPr/>
          <p:nvPr/>
        </p:nvSpPr>
        <p:spPr>
          <a:xfrm>
            <a:off x="436526" y="4676911"/>
            <a:ext cx="5545743" cy="1428598"/>
          </a:xfrm>
          <a:prstGeom prst="rect">
            <a:avLst/>
          </a:prstGeom>
          <a:solidFill>
            <a:srgbClr val="DEDEDE"/>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lgn="just">
              <a:spcAft>
                <a:spcPts val="600"/>
              </a:spcAft>
            </a:pPr>
            <a:r>
              <a:rPr lang="en-US" sz="1100" b="1" spc="-15">
                <a:solidFill>
                  <a:schemeClr val="accent1"/>
                </a:solidFill>
                <a:cs typeface="Poppins" pitchFamily="2" charset="77"/>
              </a:rPr>
              <a:t>Disclosure and Transparency</a:t>
            </a:r>
          </a:p>
          <a:p>
            <a:pPr marL="182880" lvl="0" indent="-182880" algn="just" eaLnBrk="0" hangingPunct="0">
              <a:spcAft>
                <a:spcPts val="600"/>
              </a:spcAft>
              <a:buFont typeface="Arial" panose="020B0604020202020204" pitchFamily="34" charset="0"/>
              <a:buChar char="•"/>
              <a:defRPr/>
            </a:pPr>
            <a:r>
              <a:rPr lang="en-US" sz="1100" kern="0">
                <a:solidFill>
                  <a:schemeClr val="tx1"/>
                </a:solidFill>
                <a:cs typeface="Arial" charset="0"/>
              </a:rPr>
              <a:t>Timely disclosure of financial results and material events.</a:t>
            </a:r>
          </a:p>
          <a:p>
            <a:pPr marL="182880" lvl="0" indent="-182880" algn="just" eaLnBrk="0" hangingPunct="0">
              <a:spcAft>
                <a:spcPts val="600"/>
              </a:spcAft>
              <a:buFont typeface="Arial" panose="020B0604020202020204" pitchFamily="34" charset="0"/>
              <a:buChar char="•"/>
              <a:defRPr/>
            </a:pPr>
            <a:r>
              <a:rPr lang="en-US" sz="1100" kern="0">
                <a:solidFill>
                  <a:schemeClr val="tx1"/>
                </a:solidFill>
                <a:cs typeface="Arial" charset="0"/>
              </a:rPr>
              <a:t>Annual corporate governance report required for listed companies.</a:t>
            </a:r>
          </a:p>
          <a:p>
            <a:pPr marL="182880" lvl="0" indent="-182880" algn="just" eaLnBrk="0" hangingPunct="0">
              <a:spcAft>
                <a:spcPts val="600"/>
              </a:spcAft>
              <a:buFont typeface="Arial" panose="020B0604020202020204" pitchFamily="34" charset="0"/>
              <a:buChar char="•"/>
              <a:defRPr/>
            </a:pPr>
            <a:r>
              <a:rPr lang="en-US" sz="1100" kern="0">
                <a:solidFill>
                  <a:schemeClr val="tx1"/>
                </a:solidFill>
                <a:cs typeface="Arial" charset="0"/>
              </a:rPr>
              <a:t>Key governance policies to be published on company’s website.</a:t>
            </a:r>
          </a:p>
          <a:p>
            <a:pPr marL="182880" lvl="0" indent="-182880" algn="just" eaLnBrk="0" hangingPunct="0">
              <a:spcAft>
                <a:spcPts val="600"/>
              </a:spcAft>
              <a:buFont typeface="Arial" panose="020B0604020202020204" pitchFamily="34" charset="0"/>
              <a:buChar char="•"/>
              <a:defRPr/>
            </a:pPr>
            <a:r>
              <a:rPr lang="en-US" sz="1100" kern="0">
                <a:solidFill>
                  <a:schemeClr val="tx1"/>
                </a:solidFill>
                <a:cs typeface="Arial" charset="0"/>
              </a:rPr>
              <a:t>Strict rules on insider trading, market abuse, and related-party transactions disclosures.</a:t>
            </a:r>
          </a:p>
        </p:txBody>
      </p:sp>
      <p:sp>
        <p:nvSpPr>
          <p:cNvPr id="31" name="Rectangle 30">
            <a:extLst>
              <a:ext uri="{FF2B5EF4-FFF2-40B4-BE49-F238E27FC236}">
                <a16:creationId xmlns:a16="http://schemas.microsoft.com/office/drawing/2014/main" id="{C0A943FC-7CF9-8E29-D61D-78AB53E02C36}"/>
              </a:ext>
            </a:extLst>
          </p:cNvPr>
          <p:cNvSpPr/>
          <p:nvPr/>
        </p:nvSpPr>
        <p:spPr>
          <a:xfrm>
            <a:off x="6258034" y="1287715"/>
            <a:ext cx="5545745" cy="1310214"/>
          </a:xfrm>
          <a:prstGeom prst="rect">
            <a:avLst/>
          </a:prstGeom>
          <a:solidFill>
            <a:srgbClr val="DEDEDE"/>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r>
              <a:rPr lang="en-US" sz="1100" b="1" spc="-15">
                <a:solidFill>
                  <a:schemeClr val="accent1"/>
                </a:solidFill>
                <a:cs typeface="Poppins" pitchFamily="2" charset="77"/>
              </a:rPr>
              <a:t>Shareholder Rights and Engagement</a:t>
            </a:r>
          </a:p>
          <a:p>
            <a:pPr marL="182880" lvl="0" indent="-182880" eaLnBrk="0" hangingPunct="0">
              <a:spcAft>
                <a:spcPts val="600"/>
              </a:spcAft>
              <a:buFont typeface="Arial" panose="020B0604020202020204" pitchFamily="34" charset="0"/>
              <a:buChar char="•"/>
              <a:defRPr/>
            </a:pPr>
            <a:r>
              <a:rPr lang="en-US" sz="1100">
                <a:solidFill>
                  <a:schemeClr val="tx1"/>
                </a:solidFill>
              </a:rPr>
              <a:t>Voting rights at annual and special meetings.</a:t>
            </a:r>
          </a:p>
          <a:p>
            <a:pPr marL="182880" lvl="0" indent="-182880" eaLnBrk="0" hangingPunct="0">
              <a:spcAft>
                <a:spcPts val="600"/>
              </a:spcAft>
              <a:buFont typeface="Arial" panose="020B0604020202020204" pitchFamily="34" charset="0"/>
              <a:buChar char="•"/>
              <a:defRPr/>
            </a:pPr>
            <a:r>
              <a:rPr lang="en-US" sz="1100">
                <a:solidFill>
                  <a:schemeClr val="tx1"/>
                </a:solidFill>
              </a:rPr>
              <a:t>Electronic voting and virtual AGM facilitation mandated or encouraged. </a:t>
            </a:r>
          </a:p>
          <a:p>
            <a:pPr marL="182880" lvl="0" indent="-182880" eaLnBrk="0" hangingPunct="0">
              <a:spcAft>
                <a:spcPts val="600"/>
              </a:spcAft>
              <a:buFont typeface="Arial" panose="020B0604020202020204" pitchFamily="34" charset="0"/>
              <a:buChar char="•"/>
              <a:defRPr/>
            </a:pPr>
            <a:r>
              <a:rPr lang="en-US" sz="1100">
                <a:solidFill>
                  <a:schemeClr val="tx1"/>
                </a:solidFill>
              </a:rPr>
              <a:t>Protection and fair treatment of minority shareholders.</a:t>
            </a:r>
            <a:endParaRPr lang="en-US" sz="1100" b="1" spc="-15">
              <a:solidFill>
                <a:schemeClr val="tx1"/>
              </a:solidFill>
              <a:cs typeface="Poppins" pitchFamily="2" charset="77"/>
            </a:endParaRPr>
          </a:p>
        </p:txBody>
      </p:sp>
      <p:sp>
        <p:nvSpPr>
          <p:cNvPr id="36" name="Rectangle 35">
            <a:extLst>
              <a:ext uri="{FF2B5EF4-FFF2-40B4-BE49-F238E27FC236}">
                <a16:creationId xmlns:a16="http://schemas.microsoft.com/office/drawing/2014/main" id="{EC5F435B-FFA9-8705-E495-900E6764E031}"/>
              </a:ext>
            </a:extLst>
          </p:cNvPr>
          <p:cNvSpPr/>
          <p:nvPr/>
        </p:nvSpPr>
        <p:spPr>
          <a:xfrm>
            <a:off x="6258034" y="2676025"/>
            <a:ext cx="5545744" cy="1310214"/>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r>
              <a:rPr lang="en-US" sz="1100" b="1" spc="-15">
                <a:solidFill>
                  <a:schemeClr val="accent1"/>
                </a:solidFill>
                <a:cs typeface="Poppins" pitchFamily="2" charset="77"/>
              </a:rPr>
              <a:t>Director Duties and Liabilities</a:t>
            </a:r>
          </a:p>
          <a:p>
            <a:pPr marL="182880" lvl="0" indent="-182880">
              <a:spcAft>
                <a:spcPts val="600"/>
              </a:spcAft>
              <a:buFont typeface="Arial" panose="020B0604020202020204" pitchFamily="34" charset="0"/>
              <a:buChar char="•"/>
              <a:defRPr/>
            </a:pPr>
            <a:r>
              <a:rPr lang="en-US" sz="1100" kern="0">
                <a:solidFill>
                  <a:schemeClr val="tx1"/>
                </a:solidFill>
              </a:rPr>
              <a:t>Duty to act honestly, in good faith, and in the company’s best interests.</a:t>
            </a:r>
          </a:p>
          <a:p>
            <a:pPr marL="182880" lvl="0" indent="-182880">
              <a:spcAft>
                <a:spcPts val="600"/>
              </a:spcAft>
              <a:buFont typeface="Arial" panose="020B0604020202020204" pitchFamily="34" charset="0"/>
              <a:buChar char="•"/>
              <a:defRPr/>
            </a:pPr>
            <a:r>
              <a:rPr lang="en-US" sz="1100" kern="0">
                <a:solidFill>
                  <a:schemeClr val="tx1"/>
                </a:solidFill>
              </a:rPr>
              <a:t>Personal liability for breaches of law, financial misstatements, and governance failures.</a:t>
            </a:r>
          </a:p>
          <a:p>
            <a:pPr marL="182880" lvl="0" indent="-182880">
              <a:spcAft>
                <a:spcPts val="600"/>
              </a:spcAft>
              <a:buFont typeface="Arial" panose="020B0604020202020204" pitchFamily="34" charset="0"/>
              <a:buChar char="•"/>
              <a:defRPr/>
            </a:pPr>
            <a:r>
              <a:rPr lang="en-US" sz="1100" kern="0">
                <a:solidFill>
                  <a:schemeClr val="tx1"/>
                </a:solidFill>
              </a:rPr>
              <a:t>Fiduciary duties are well-defined in common law and civil law jurisdictions globally.</a:t>
            </a:r>
          </a:p>
        </p:txBody>
      </p:sp>
      <p:sp>
        <p:nvSpPr>
          <p:cNvPr id="39" name="Rectangle 38">
            <a:extLst>
              <a:ext uri="{FF2B5EF4-FFF2-40B4-BE49-F238E27FC236}">
                <a16:creationId xmlns:a16="http://schemas.microsoft.com/office/drawing/2014/main" id="{4AF3DEBF-4BBE-504D-6E04-99BCFB9F975E}"/>
              </a:ext>
            </a:extLst>
          </p:cNvPr>
          <p:cNvSpPr/>
          <p:nvPr/>
        </p:nvSpPr>
        <p:spPr>
          <a:xfrm>
            <a:off x="436527" y="3498802"/>
            <a:ext cx="5545744" cy="1105080"/>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r>
              <a:rPr lang="en-US" sz="1100" b="1" spc="-15">
                <a:solidFill>
                  <a:schemeClr val="accent1"/>
                </a:solidFill>
                <a:cs typeface="Poppins" pitchFamily="2" charset="77"/>
              </a:rPr>
              <a:t>Board Meetings and Processes</a:t>
            </a:r>
          </a:p>
          <a:p>
            <a:pPr marL="182880" indent="-182880" eaLnBrk="0" hangingPunct="0">
              <a:spcAft>
                <a:spcPts val="600"/>
              </a:spcAft>
              <a:buFont typeface="Arial" panose="020B0604020202020204" pitchFamily="34" charset="0"/>
              <a:buChar char="•"/>
              <a:defRPr/>
            </a:pPr>
            <a:r>
              <a:rPr lang="en-US" sz="1100">
                <a:solidFill>
                  <a:schemeClr val="tx1"/>
                </a:solidFill>
                <a:cs typeface="Arial" charset="0"/>
              </a:rPr>
              <a:t>Minimum number of annual meetings prescribed.</a:t>
            </a:r>
          </a:p>
          <a:p>
            <a:pPr marL="182880" indent="-182880" eaLnBrk="0" hangingPunct="0">
              <a:spcAft>
                <a:spcPts val="600"/>
              </a:spcAft>
              <a:buFont typeface="Arial" panose="020B0604020202020204" pitchFamily="34" charset="0"/>
              <a:buChar char="•"/>
              <a:defRPr/>
            </a:pPr>
            <a:r>
              <a:rPr lang="en-US" sz="1100">
                <a:solidFill>
                  <a:schemeClr val="tx1"/>
                </a:solidFill>
                <a:cs typeface="Arial" charset="0"/>
              </a:rPr>
              <a:t>Quorum and participation requirements mandated.</a:t>
            </a:r>
          </a:p>
          <a:p>
            <a:pPr marL="182880" indent="-182880" eaLnBrk="0" hangingPunct="0">
              <a:spcAft>
                <a:spcPts val="600"/>
              </a:spcAft>
              <a:buFont typeface="Arial" panose="020B0604020202020204" pitchFamily="34" charset="0"/>
              <a:buChar char="•"/>
              <a:defRPr/>
            </a:pPr>
            <a:r>
              <a:rPr lang="en-US" sz="1100">
                <a:solidFill>
                  <a:schemeClr val="tx1"/>
                </a:solidFill>
                <a:cs typeface="Arial" charset="0"/>
              </a:rPr>
              <a:t>Accurate and comprehensive minutes to be recorded and maintained.</a:t>
            </a:r>
          </a:p>
        </p:txBody>
      </p:sp>
    </p:spTree>
    <p:custDataLst>
      <p:custData r:id="rId1"/>
    </p:custDataLst>
    <p:extLst>
      <p:ext uri="{BB962C8B-B14F-4D97-AF65-F5344CB8AC3E}">
        <p14:creationId xmlns:p14="http://schemas.microsoft.com/office/powerpoint/2010/main" val="596208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B1EF8-71F1-34A6-DB60-93018426D7BB}"/>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63AAB84C-AABE-832F-9CA2-4D9F97B8CB8A}"/>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sz="2400" b="1">
                <a:latin typeface="+mj-lt"/>
              </a:rPr>
              <a:t>Chairperson as Custodian of Ethical Standards</a:t>
            </a:r>
          </a:p>
        </p:txBody>
      </p:sp>
      <p:sp>
        <p:nvSpPr>
          <p:cNvPr id="5" name="Rectangle 4">
            <a:extLst>
              <a:ext uri="{FF2B5EF4-FFF2-40B4-BE49-F238E27FC236}">
                <a16:creationId xmlns:a16="http://schemas.microsoft.com/office/drawing/2014/main" id="{30DBEB71-9D54-9937-1C17-F7ABFBD268F5}"/>
              </a:ext>
            </a:extLst>
          </p:cNvPr>
          <p:cNvSpPr/>
          <p:nvPr/>
        </p:nvSpPr>
        <p:spPr>
          <a:xfrm>
            <a:off x="0" y="1419065"/>
            <a:ext cx="1610139" cy="1454925"/>
          </a:xfrm>
          <a:prstGeom prst="rect">
            <a:avLst/>
          </a:prstGeom>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5000"/>
              </a:lnSpc>
            </a:pPr>
            <a:r>
              <a:rPr lang="en-US" sz="1600"/>
              <a:t>Role as a Chairperson of the Board</a:t>
            </a:r>
          </a:p>
        </p:txBody>
      </p:sp>
      <p:sp>
        <p:nvSpPr>
          <p:cNvPr id="6" name="Rectangle 5">
            <a:extLst>
              <a:ext uri="{FF2B5EF4-FFF2-40B4-BE49-F238E27FC236}">
                <a16:creationId xmlns:a16="http://schemas.microsoft.com/office/drawing/2014/main" id="{62C264A5-A21F-0B4A-1FB5-735FC634C936}"/>
              </a:ext>
            </a:extLst>
          </p:cNvPr>
          <p:cNvSpPr/>
          <p:nvPr/>
        </p:nvSpPr>
        <p:spPr>
          <a:xfrm>
            <a:off x="-1" y="2980600"/>
            <a:ext cx="1610139" cy="1446564"/>
          </a:xfrm>
          <a:prstGeom prst="rect">
            <a:avLst/>
          </a:prstGeom>
          <a:ln/>
          <a:effectLst>
            <a:innerShdw blurRad="63500" dist="50800" dir="5400000">
              <a:prstClr val="black">
                <a:alpha val="50000"/>
              </a:prstClr>
            </a:innerShdw>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lnSpc>
                <a:spcPct val="125000"/>
              </a:lnSpc>
            </a:pPr>
            <a:r>
              <a:rPr lang="en-US" sz="1600"/>
              <a:t>Role of Chairperson of Board Committees</a:t>
            </a:r>
          </a:p>
        </p:txBody>
      </p:sp>
      <p:sp>
        <p:nvSpPr>
          <p:cNvPr id="7" name="Rectangle 6">
            <a:extLst>
              <a:ext uri="{FF2B5EF4-FFF2-40B4-BE49-F238E27FC236}">
                <a16:creationId xmlns:a16="http://schemas.microsoft.com/office/drawing/2014/main" id="{7D458131-9FC2-9DBA-D569-E8CDFFE51D99}"/>
              </a:ext>
            </a:extLst>
          </p:cNvPr>
          <p:cNvSpPr/>
          <p:nvPr/>
        </p:nvSpPr>
        <p:spPr>
          <a:xfrm>
            <a:off x="-2" y="4539776"/>
            <a:ext cx="1610139" cy="1446878"/>
          </a:xfrm>
          <a:prstGeom prst="rect">
            <a:avLst/>
          </a:prstGeom>
          <a:ln/>
          <a:effectLst>
            <a:innerShdw blurRad="63500" dist="50800" dir="5400000">
              <a:prstClr val="black">
                <a:alpha val="50000"/>
              </a:prstClr>
            </a:innerShdw>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lnSpc>
                <a:spcPct val="125000"/>
              </a:lnSpc>
            </a:pPr>
            <a:r>
              <a:rPr lang="en-US" sz="1600"/>
              <a:t>Role at Shareholder Meeting</a:t>
            </a:r>
          </a:p>
        </p:txBody>
      </p:sp>
      <p:sp>
        <p:nvSpPr>
          <p:cNvPr id="8" name="Rectangle 7">
            <a:extLst>
              <a:ext uri="{FF2B5EF4-FFF2-40B4-BE49-F238E27FC236}">
                <a16:creationId xmlns:a16="http://schemas.microsoft.com/office/drawing/2014/main" id="{EE7ED88C-066B-0441-1914-E0BABD951C41}"/>
              </a:ext>
            </a:extLst>
          </p:cNvPr>
          <p:cNvSpPr/>
          <p:nvPr/>
        </p:nvSpPr>
        <p:spPr>
          <a:xfrm>
            <a:off x="1630015" y="1409125"/>
            <a:ext cx="7235689" cy="146338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marL="285750" indent="-285750" algn="just">
              <a:lnSpc>
                <a:spcPct val="125000"/>
              </a:lnSpc>
              <a:buFont typeface="Arial" panose="020B0604020202020204" pitchFamily="34" charset="0"/>
              <a:buChar char="•"/>
            </a:pPr>
            <a:r>
              <a:rPr lang="en-US" sz="1200">
                <a:solidFill>
                  <a:schemeClr val="tx1"/>
                </a:solidFill>
              </a:rPr>
              <a:t>Leads the Board on strategy, oversight, and governance.</a:t>
            </a:r>
          </a:p>
          <a:p>
            <a:pPr marL="285750" indent="-285750" algn="just">
              <a:lnSpc>
                <a:spcPct val="125000"/>
              </a:lnSpc>
              <a:buFont typeface="Arial" panose="020B0604020202020204" pitchFamily="34" charset="0"/>
              <a:buChar char="•"/>
            </a:pPr>
            <a:r>
              <a:rPr lang="en-US" sz="1200">
                <a:solidFill>
                  <a:schemeClr val="tx1"/>
                </a:solidFill>
              </a:rPr>
              <a:t>Ensures effective agendas, timely information, and high-quality board discussions.</a:t>
            </a:r>
          </a:p>
          <a:p>
            <a:pPr marL="285750" indent="-285750" algn="just">
              <a:lnSpc>
                <a:spcPct val="125000"/>
              </a:lnSpc>
              <a:buFont typeface="Arial" panose="020B0604020202020204" pitchFamily="34" charset="0"/>
              <a:buChar char="•"/>
            </a:pPr>
            <a:r>
              <a:rPr lang="en-US" sz="1200">
                <a:solidFill>
                  <a:schemeClr val="tx1"/>
                </a:solidFill>
              </a:rPr>
              <a:t>Maintains clear oversight–execution separation while engaging constructively with the Management.</a:t>
            </a:r>
          </a:p>
          <a:p>
            <a:pPr marL="285750" indent="-285750" algn="just">
              <a:lnSpc>
                <a:spcPct val="125000"/>
              </a:lnSpc>
              <a:buFont typeface="Arial" panose="020B0604020202020204" pitchFamily="34" charset="0"/>
              <a:buChar char="•"/>
            </a:pPr>
            <a:r>
              <a:rPr lang="en-US" sz="1200">
                <a:solidFill>
                  <a:schemeClr val="tx1"/>
                </a:solidFill>
              </a:rPr>
              <a:t>Represents the Board with key stakeholders and promotes a culture of integrity and long-term value.</a:t>
            </a:r>
          </a:p>
          <a:p>
            <a:pPr marL="285750" indent="-285750" algn="just">
              <a:lnSpc>
                <a:spcPct val="125000"/>
              </a:lnSpc>
              <a:buFont typeface="Arial" panose="020B0604020202020204" pitchFamily="34" charset="0"/>
              <a:buChar char="•"/>
            </a:pPr>
            <a:r>
              <a:rPr lang="en-US" sz="1200">
                <a:solidFill>
                  <a:schemeClr val="tx1"/>
                </a:solidFill>
              </a:rPr>
              <a:t>Manages conflicts, ensures recusals, and protects the independence of Directors.</a:t>
            </a:r>
          </a:p>
        </p:txBody>
      </p:sp>
      <p:sp>
        <p:nvSpPr>
          <p:cNvPr id="9" name="Rectangle 8">
            <a:extLst>
              <a:ext uri="{FF2B5EF4-FFF2-40B4-BE49-F238E27FC236}">
                <a16:creationId xmlns:a16="http://schemas.microsoft.com/office/drawing/2014/main" id="{9D46DF85-D401-F7BA-548C-3E0D64AACEDD}"/>
              </a:ext>
            </a:extLst>
          </p:cNvPr>
          <p:cNvSpPr/>
          <p:nvPr/>
        </p:nvSpPr>
        <p:spPr>
          <a:xfrm>
            <a:off x="1630014" y="2970661"/>
            <a:ext cx="7235689" cy="1463384"/>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marL="171450" indent="-171450" algn="just">
              <a:lnSpc>
                <a:spcPct val="125000"/>
              </a:lnSpc>
              <a:buFont typeface="Arial" panose="020B0604020202020204" pitchFamily="34" charset="0"/>
              <a:buChar char="•"/>
            </a:pPr>
            <a:r>
              <a:rPr lang="en-US" sz="1200" b="1">
                <a:solidFill>
                  <a:schemeClr val="tx1"/>
                </a:solidFill>
              </a:rPr>
              <a:t>Audit : </a:t>
            </a:r>
            <a:r>
              <a:rPr lang="en-US" sz="1200">
                <a:solidFill>
                  <a:schemeClr val="tx1"/>
                </a:solidFill>
              </a:rPr>
              <a:t>Oversees financial reporting, internal controls, related party transactions.</a:t>
            </a:r>
          </a:p>
          <a:p>
            <a:pPr marL="171450" indent="-171450" algn="just">
              <a:lnSpc>
                <a:spcPct val="125000"/>
              </a:lnSpc>
              <a:buFont typeface="Arial" panose="020B0604020202020204" pitchFamily="34" charset="0"/>
              <a:buChar char="•"/>
            </a:pPr>
            <a:r>
              <a:rPr lang="en-US" sz="1200" b="1">
                <a:solidFill>
                  <a:schemeClr val="tx1"/>
                </a:solidFill>
              </a:rPr>
              <a:t>Nomination &amp; Remuneration : </a:t>
            </a:r>
            <a:r>
              <a:rPr lang="en-US" sz="1200">
                <a:solidFill>
                  <a:schemeClr val="tx1"/>
                </a:solidFill>
              </a:rPr>
              <a:t>Handles succession planning, remuneration policy, and performance evaluation.</a:t>
            </a:r>
          </a:p>
          <a:p>
            <a:pPr marL="171450" indent="-171450" algn="just">
              <a:lnSpc>
                <a:spcPct val="125000"/>
              </a:lnSpc>
              <a:buFont typeface="Arial" panose="020B0604020202020204" pitchFamily="34" charset="0"/>
              <a:buChar char="•"/>
            </a:pPr>
            <a:r>
              <a:rPr lang="en-US" sz="1200" b="1">
                <a:solidFill>
                  <a:schemeClr val="tx1"/>
                </a:solidFill>
              </a:rPr>
              <a:t>Stakeholders Relationship : </a:t>
            </a:r>
            <a:r>
              <a:rPr lang="en-US" sz="1200">
                <a:solidFill>
                  <a:schemeClr val="tx1"/>
                </a:solidFill>
              </a:rPr>
              <a:t>Manages investor/shareholder grievances.</a:t>
            </a:r>
          </a:p>
          <a:p>
            <a:pPr marL="171450" indent="-171450" algn="just">
              <a:lnSpc>
                <a:spcPct val="125000"/>
              </a:lnSpc>
              <a:buFont typeface="Arial" panose="020B0604020202020204" pitchFamily="34" charset="0"/>
              <a:buChar char="•"/>
            </a:pPr>
            <a:r>
              <a:rPr lang="en-US" sz="1200" b="1">
                <a:solidFill>
                  <a:schemeClr val="tx1"/>
                </a:solidFill>
              </a:rPr>
              <a:t>Risk Management </a:t>
            </a:r>
            <a:r>
              <a:rPr lang="en-US" sz="1200">
                <a:solidFill>
                  <a:schemeClr val="tx1"/>
                </a:solidFill>
              </a:rPr>
              <a:t>:</a:t>
            </a:r>
            <a:r>
              <a:rPr lang="en-US" sz="1200" b="1">
                <a:solidFill>
                  <a:schemeClr val="tx1"/>
                </a:solidFill>
              </a:rPr>
              <a:t> </a:t>
            </a:r>
            <a:r>
              <a:rPr lang="en-US" sz="1200">
                <a:solidFill>
                  <a:schemeClr val="tx1"/>
                </a:solidFill>
              </a:rPr>
              <a:t>Oversees risk framework and alignment with overall strategy.</a:t>
            </a:r>
          </a:p>
          <a:p>
            <a:pPr marL="171450" indent="-171450" algn="just">
              <a:lnSpc>
                <a:spcPct val="125000"/>
              </a:lnSpc>
              <a:buFont typeface="Arial" panose="020B0604020202020204" pitchFamily="34" charset="0"/>
              <a:buChar char="•"/>
            </a:pPr>
            <a:r>
              <a:rPr lang="en-US" sz="1200" b="1">
                <a:solidFill>
                  <a:schemeClr val="tx1"/>
                </a:solidFill>
              </a:rPr>
              <a:t>Corporate Social Responsibility :</a:t>
            </a:r>
            <a:r>
              <a:rPr lang="en-US" sz="1200">
                <a:solidFill>
                  <a:schemeClr val="tx1"/>
                </a:solidFill>
              </a:rPr>
              <a:t> Oversees the policy, implementation, monitoring, and disclosures.</a:t>
            </a:r>
          </a:p>
        </p:txBody>
      </p:sp>
      <p:sp>
        <p:nvSpPr>
          <p:cNvPr id="10" name="Rectangle 9">
            <a:extLst>
              <a:ext uri="{FF2B5EF4-FFF2-40B4-BE49-F238E27FC236}">
                <a16:creationId xmlns:a16="http://schemas.microsoft.com/office/drawing/2014/main" id="{F0A860CD-89E8-6F17-0102-2E8373261447}"/>
              </a:ext>
            </a:extLst>
          </p:cNvPr>
          <p:cNvSpPr/>
          <p:nvPr/>
        </p:nvSpPr>
        <p:spPr>
          <a:xfrm>
            <a:off x="1630014" y="4530251"/>
            <a:ext cx="7235689" cy="1446877"/>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marL="171450" indent="-171450" algn="just">
              <a:lnSpc>
                <a:spcPct val="125000"/>
              </a:lnSpc>
              <a:buFont typeface="Arial" panose="020B0604020202020204" pitchFamily="34" charset="0"/>
              <a:buChar char="•"/>
            </a:pPr>
            <a:r>
              <a:rPr lang="en-US" sz="1200" b="1">
                <a:solidFill>
                  <a:schemeClr val="tx1"/>
                </a:solidFill>
              </a:rPr>
              <a:t>Presiding officer: </a:t>
            </a:r>
            <a:r>
              <a:rPr lang="en-US" sz="1200">
                <a:solidFill>
                  <a:schemeClr val="tx1"/>
                </a:solidFill>
              </a:rPr>
              <a:t>Conducts and addresses the members at the General Meetings, ensures quorum, enables fair participation (including Q&amp;A), clarifies agenda items, and oversees voting/poll procedures.</a:t>
            </a:r>
          </a:p>
          <a:p>
            <a:pPr marL="171450" indent="-171450" algn="just">
              <a:lnSpc>
                <a:spcPct val="125000"/>
              </a:lnSpc>
              <a:buFont typeface="Arial" panose="020B0604020202020204" pitchFamily="34" charset="0"/>
              <a:buChar char="•"/>
            </a:pPr>
            <a:r>
              <a:rPr lang="en-US" sz="1200" b="1">
                <a:solidFill>
                  <a:schemeClr val="tx1"/>
                </a:solidFill>
              </a:rPr>
              <a:t>Fairness and transparency: </a:t>
            </a:r>
            <a:r>
              <a:rPr lang="en-US" sz="1200">
                <a:solidFill>
                  <a:schemeClr val="tx1"/>
                </a:solidFill>
              </a:rPr>
              <a:t>Ensures equal opportunity, manages time appropriately, and confirms proper recording of proceedings and results.</a:t>
            </a:r>
          </a:p>
        </p:txBody>
      </p:sp>
      <p:sp>
        <p:nvSpPr>
          <p:cNvPr id="2" name="Rectangle: Diagonal Corners Snipped 1">
            <a:extLst>
              <a:ext uri="{FF2B5EF4-FFF2-40B4-BE49-F238E27FC236}">
                <a16:creationId xmlns:a16="http://schemas.microsoft.com/office/drawing/2014/main" id="{C4F8056A-6F14-1D0E-ADA5-F61E5158A0E0}"/>
              </a:ext>
            </a:extLst>
          </p:cNvPr>
          <p:cNvSpPr/>
          <p:nvPr/>
        </p:nvSpPr>
        <p:spPr>
          <a:xfrm>
            <a:off x="9153881" y="1434183"/>
            <a:ext cx="2761673" cy="4561616"/>
          </a:xfrm>
          <a:prstGeom prst="snip2DiagRect">
            <a:avLst/>
          </a:prstGeom>
          <a:ln/>
          <a:effectLst>
            <a:glow rad="101600">
              <a:schemeClr val="accent4">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lnSpc>
                <a:spcPct val="125000"/>
              </a:lnSpc>
            </a:pPr>
            <a:r>
              <a:rPr lang="en-US" sz="1200" b="1">
                <a:solidFill>
                  <a:schemeClr val="accent1">
                    <a:lumMod val="75000"/>
                  </a:schemeClr>
                </a:solidFill>
              </a:rPr>
              <a:t>Best Practices</a:t>
            </a:r>
          </a:p>
          <a:p>
            <a:pPr algn="ctr">
              <a:lnSpc>
                <a:spcPct val="125000"/>
              </a:lnSpc>
            </a:pPr>
            <a:endParaRPr lang="en-US" sz="1200" b="1"/>
          </a:p>
          <a:p>
            <a:pPr algn="ctr">
              <a:lnSpc>
                <a:spcPct val="125000"/>
              </a:lnSpc>
            </a:pPr>
            <a:r>
              <a:rPr lang="en-US" sz="1200"/>
              <a:t>Separation of Chair and CEO/MD role for listed entities.</a:t>
            </a:r>
          </a:p>
          <a:p>
            <a:pPr algn="ctr">
              <a:lnSpc>
                <a:spcPct val="125000"/>
              </a:lnSpc>
            </a:pPr>
            <a:endParaRPr lang="en-US" sz="1200"/>
          </a:p>
          <a:p>
            <a:pPr algn="ctr">
              <a:lnSpc>
                <a:spcPct val="125000"/>
              </a:lnSpc>
            </a:pPr>
            <a:r>
              <a:rPr lang="en-US" sz="1200"/>
              <a:t>The chair should be a non‑executive/ independent with sufficient experience, and authority to lead the board effectively.</a:t>
            </a:r>
          </a:p>
          <a:p>
            <a:pPr algn="ctr">
              <a:lnSpc>
                <a:spcPct val="125000"/>
              </a:lnSpc>
            </a:pPr>
            <a:endParaRPr lang="en-US" sz="1200"/>
          </a:p>
          <a:p>
            <a:pPr algn="ctr">
              <a:lnSpc>
                <a:spcPct val="125000"/>
              </a:lnSpc>
            </a:pPr>
            <a:r>
              <a:rPr lang="en-US" sz="1200"/>
              <a:t>Regular engagement with independent directors to ensure robust challenge and oversight.</a:t>
            </a:r>
          </a:p>
        </p:txBody>
      </p:sp>
      <p:cxnSp>
        <p:nvCxnSpPr>
          <p:cNvPr id="12" name="Straight Connector 11">
            <a:extLst>
              <a:ext uri="{FF2B5EF4-FFF2-40B4-BE49-F238E27FC236}">
                <a16:creationId xmlns:a16="http://schemas.microsoft.com/office/drawing/2014/main" id="{4B662F2D-CCFA-D944-B2E0-D9558CACB19B}"/>
              </a:ext>
            </a:extLst>
          </p:cNvPr>
          <p:cNvCxnSpPr/>
          <p:nvPr/>
        </p:nvCxnSpPr>
        <p:spPr>
          <a:xfrm>
            <a:off x="10021453" y="3066469"/>
            <a:ext cx="1089891" cy="0"/>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7F47E70-A128-0C66-06B4-3491FB4F2096}"/>
              </a:ext>
            </a:extLst>
          </p:cNvPr>
          <p:cNvCxnSpPr/>
          <p:nvPr/>
        </p:nvCxnSpPr>
        <p:spPr>
          <a:xfrm>
            <a:off x="10021453" y="4438070"/>
            <a:ext cx="1089891" cy="0"/>
          </a:xfrm>
          <a:prstGeom prst="line">
            <a:avLst/>
          </a:prstGeom>
          <a:ln/>
        </p:spPr>
        <p:style>
          <a:lnRef idx="1">
            <a:schemeClr val="accent1"/>
          </a:lnRef>
          <a:fillRef idx="0">
            <a:schemeClr val="accent1"/>
          </a:fillRef>
          <a:effectRef idx="0">
            <a:schemeClr val="accent1"/>
          </a:effectRef>
          <a:fontRef idx="minor">
            <a:schemeClr val="tx1"/>
          </a:fontRef>
        </p:style>
      </p:cxnSp>
    </p:spTree>
    <p:custDataLst>
      <p:custData r:id="rId1"/>
    </p:custDataLst>
    <p:extLst>
      <p:ext uri="{BB962C8B-B14F-4D97-AF65-F5344CB8AC3E}">
        <p14:creationId xmlns:p14="http://schemas.microsoft.com/office/powerpoint/2010/main" val="33439906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ACE8C9-A6AB-A95D-1EAB-2D94B870C143}"/>
            </a:ext>
          </a:extLst>
        </p:cNvPr>
        <p:cNvGrpSpPr/>
        <p:nvPr/>
      </p:nvGrpSpPr>
      <p:grpSpPr>
        <a:xfrm>
          <a:off x="0" y="0"/>
          <a:ext cx="0" cy="0"/>
          <a:chOff x="0" y="0"/>
          <a:chExt cx="0" cy="0"/>
        </a:xfrm>
      </p:grpSpPr>
      <p:pic>
        <p:nvPicPr>
          <p:cNvPr id="6" name="Picture 5" descr="White jigsaw puzzle and one final piece being added">
            <a:extLst>
              <a:ext uri="{FF2B5EF4-FFF2-40B4-BE49-F238E27FC236}">
                <a16:creationId xmlns:a16="http://schemas.microsoft.com/office/drawing/2014/main" id="{CDD1B34B-1AEC-684D-F3BA-76A979E213D9}"/>
              </a:ext>
            </a:extLst>
          </p:cNvPr>
          <p:cNvPicPr>
            <a:picLocks noChangeAspect="1"/>
          </p:cNvPicPr>
          <p:nvPr/>
        </p:nvPicPr>
        <p:blipFill>
          <a:blip r:embed="rId4">
            <a:duotone>
              <a:schemeClr val="accent1">
                <a:shade val="45000"/>
                <a:satMod val="135000"/>
              </a:schemeClr>
              <a:prstClr val="white"/>
            </a:duotone>
            <a:alphaModFix amt="85000"/>
            <a:extLst>
              <a:ext uri="{28A0092B-C50C-407E-A947-70E740481C1C}">
                <a14:useLocalDpi xmlns:a14="http://schemas.microsoft.com/office/drawing/2010/main" val="0"/>
              </a:ext>
            </a:extLst>
          </a:blip>
          <a:srcRect t="3900" b="21100"/>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9F41EF4F-B1A4-29CB-26D7-286DAA80B35E}"/>
              </a:ext>
            </a:extLst>
          </p:cNvPr>
          <p:cNvSpPr txBox="1"/>
          <p:nvPr/>
        </p:nvSpPr>
        <p:spPr>
          <a:xfrm>
            <a:off x="521048" y="4384468"/>
            <a:ext cx="8330762" cy="1222102"/>
          </a:xfrm>
          <a:prstGeom prst="rect">
            <a:avLst/>
          </a:prstGeom>
          <a:noFill/>
        </p:spPr>
        <p:txBody>
          <a:bodyPr wrap="square" lIns="0" tIns="0" rIns="0" bIns="0" rtlCol="0">
            <a:noAutofit/>
          </a:bodyPr>
          <a:lstStyle/>
          <a:p>
            <a:pPr algn="l"/>
            <a:r>
              <a:rPr lang="en-US" sz="4500" b="1">
                <a:latin typeface="+mj-lt"/>
              </a:rPr>
              <a:t>Interactive Activity on real life scenario</a:t>
            </a:r>
            <a:endParaRPr lang="en-GB" sz="4500" b="1">
              <a:latin typeface="+mj-lt"/>
            </a:endParaRPr>
          </a:p>
        </p:txBody>
      </p:sp>
    </p:spTree>
    <p:custDataLst>
      <p:custData r:id="rId1"/>
    </p:custDataLst>
    <p:extLst>
      <p:ext uri="{BB962C8B-B14F-4D97-AF65-F5344CB8AC3E}">
        <p14:creationId xmlns:p14="http://schemas.microsoft.com/office/powerpoint/2010/main" val="19498179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D1DAB-6285-0672-716A-713C04E5B45C}"/>
            </a:ext>
          </a:extLst>
        </p:cNvPr>
        <p:cNvGrpSpPr/>
        <p:nvPr/>
      </p:nvGrpSpPr>
      <p:grpSpPr>
        <a:xfrm>
          <a:off x="0" y="0"/>
          <a:ext cx="0" cy="0"/>
          <a:chOff x="0" y="0"/>
          <a:chExt cx="0" cy="0"/>
        </a:xfrm>
      </p:grpSpPr>
      <p:sp>
        <p:nvSpPr>
          <p:cNvPr id="9" name="Rechteck 40">
            <a:extLst>
              <a:ext uri="{FF2B5EF4-FFF2-40B4-BE49-F238E27FC236}">
                <a16:creationId xmlns:a16="http://schemas.microsoft.com/office/drawing/2014/main" id="{28DA3E25-BECC-8909-61CB-B0DAA5D867C0}"/>
              </a:ext>
            </a:extLst>
          </p:cNvPr>
          <p:cNvSpPr/>
          <p:nvPr/>
        </p:nvSpPr>
        <p:spPr bwMode="gray">
          <a:xfrm>
            <a:off x="642092" y="1215733"/>
            <a:ext cx="3577066" cy="5175923"/>
          </a:xfrm>
          <a:prstGeom prst="rect">
            <a:avLst/>
          </a:prstGeom>
          <a:solidFill>
            <a:schemeClr val="bg1"/>
          </a:solidFill>
          <a:ln>
            <a:solidFill>
              <a:schemeClr val="tx1"/>
            </a:solidFill>
          </a:ln>
        </p:spPr>
        <p:txBody>
          <a:bodyPr wrap="square" lIns="91440" tIns="90000" rIns="91440" bIns="36000" anchor="t">
            <a:noAutofit/>
          </a:bodyPr>
          <a:lstStyle/>
          <a:p>
            <a:pPr marL="285750" indent="-285750" algn="just">
              <a:buFont typeface="Courier New" panose="02070309020205020404" pitchFamily="49" charset="0"/>
              <a:buChar char="o"/>
            </a:pPr>
            <a:r>
              <a:rPr lang="en-US" sz="1300"/>
              <a:t>A private health care and life sciences company, stated that its mission was to revolutionize medical labs testing through innovative methods of drawing blood, testing blood and interpreting the resulting patient data.</a:t>
            </a:r>
          </a:p>
          <a:p>
            <a:pPr marL="285750" indent="-285750" algn="just">
              <a:buFont typeface="Courier New" panose="02070309020205020404" pitchFamily="49" charset="0"/>
              <a:buChar char="o"/>
            </a:pPr>
            <a:endParaRPr lang="en-US" sz="1300"/>
          </a:p>
          <a:p>
            <a:pPr marL="285750" indent="-285750" algn="just">
              <a:buFont typeface="Courier New" panose="02070309020205020404" pitchFamily="49" charset="0"/>
              <a:buChar char="o"/>
            </a:pPr>
            <a:r>
              <a:rPr lang="en-US" sz="1300"/>
              <a:t>The Company pursued the development of technology to run clinical tests using tiny drops of blood instead of the vial-based samples as it would result in reduced human error and lowering healthcare costs.​</a:t>
            </a:r>
          </a:p>
          <a:p>
            <a:pPr marL="285750" indent="-285750" algn="just">
              <a:buFont typeface="Courier New" panose="02070309020205020404" pitchFamily="49" charset="0"/>
              <a:buChar char="o"/>
            </a:pPr>
            <a:endParaRPr lang="en-US" sz="1300" kern="100">
              <a:cs typeface="Times New Roman"/>
            </a:endParaRPr>
          </a:p>
          <a:p>
            <a:pPr marL="285750" indent="-285750" algn="just">
              <a:buFont typeface="Courier New" panose="02070309020205020404" pitchFamily="49" charset="0"/>
              <a:buChar char="o"/>
            </a:pPr>
            <a:r>
              <a:rPr lang="en-US" sz="1300"/>
              <a:t>The technology faced criticism for lacking peer review, being incapable of consistently producing accurate and reliable results.</a:t>
            </a:r>
          </a:p>
          <a:p>
            <a:pPr marL="285750" indent="-285750" algn="just">
              <a:buFont typeface="Courier New" panose="02070309020205020404" pitchFamily="49" charset="0"/>
              <a:buChar char="o"/>
            </a:pPr>
            <a:endParaRPr lang="en-US" sz="1300" kern="100">
              <a:latin typeface="Arial"/>
              <a:cs typeface="Times New Roman"/>
            </a:endParaRPr>
          </a:p>
          <a:p>
            <a:pPr marL="285750" indent="-285750" algn="just">
              <a:buFont typeface="Courier New" panose="02070309020205020404" pitchFamily="49" charset="0"/>
              <a:buChar char="o"/>
            </a:pPr>
            <a:r>
              <a:rPr lang="en-US" sz="1300"/>
              <a:t>Despite these concerns, The Management continued to promote this technology. Evidence later revealed that management had deliberately misled doctors, patients, and investors regarding the technology.</a:t>
            </a:r>
          </a:p>
          <a:p>
            <a:pPr marL="285750" indent="-285750" algn="just">
              <a:buFont typeface="Courier New"/>
              <a:buChar char="o"/>
            </a:pPr>
            <a:endParaRPr lang="en-US" sz="1300" kern="100">
              <a:latin typeface="Arial"/>
              <a:cs typeface="Times New Roman"/>
            </a:endParaRPr>
          </a:p>
        </p:txBody>
      </p:sp>
      <p:sp>
        <p:nvSpPr>
          <p:cNvPr id="10" name="Pentagon 5">
            <a:extLst>
              <a:ext uri="{FF2B5EF4-FFF2-40B4-BE49-F238E27FC236}">
                <a16:creationId xmlns:a16="http://schemas.microsoft.com/office/drawing/2014/main" id="{291800B4-0D21-C238-6DE9-D5231C2576FD}"/>
              </a:ext>
            </a:extLst>
          </p:cNvPr>
          <p:cNvSpPr/>
          <p:nvPr/>
        </p:nvSpPr>
        <p:spPr bwMode="auto">
          <a:xfrm>
            <a:off x="642091" y="911708"/>
            <a:ext cx="3577067" cy="268410"/>
          </a:xfrm>
          <a:prstGeom prst="rect">
            <a:avLst/>
          </a:prstGeom>
          <a:solidFill>
            <a:schemeClr val="accent1"/>
          </a:solidFill>
          <a:ln w="19050">
            <a:noFill/>
            <a:prstDash val="solid"/>
            <a:round/>
            <a:headEnd/>
            <a:tailEnd/>
          </a:ln>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Background</a:t>
            </a:r>
            <a:endParaRPr kumimoji="0" lang="en-GB" sz="1400" b="1" i="0" u="none" strike="noStrike" kern="1200" cap="none" spc="0" normalizeH="0" baseline="0" noProof="0">
              <a:ln>
                <a:noFill/>
              </a:ln>
              <a:solidFill>
                <a:srgbClr val="FFFFFF"/>
              </a:solidFill>
              <a:effectLst/>
              <a:uLnTx/>
              <a:uFillTx/>
              <a:latin typeface="Arial"/>
              <a:ea typeface="+mn-ea"/>
              <a:cs typeface="+mn-cs"/>
            </a:endParaRPr>
          </a:p>
        </p:txBody>
      </p:sp>
      <p:sp>
        <p:nvSpPr>
          <p:cNvPr id="11" name="Rechteck 40">
            <a:extLst>
              <a:ext uri="{FF2B5EF4-FFF2-40B4-BE49-F238E27FC236}">
                <a16:creationId xmlns:a16="http://schemas.microsoft.com/office/drawing/2014/main" id="{081DAE54-12A7-3C03-137E-A8F64A746F96}"/>
              </a:ext>
            </a:extLst>
          </p:cNvPr>
          <p:cNvSpPr/>
          <p:nvPr/>
        </p:nvSpPr>
        <p:spPr bwMode="gray">
          <a:xfrm>
            <a:off x="4253448" y="1236270"/>
            <a:ext cx="3615111" cy="5155386"/>
          </a:xfrm>
          <a:prstGeom prst="rect">
            <a:avLst/>
          </a:prstGeom>
          <a:solidFill>
            <a:schemeClr val="bg1"/>
          </a:solidFill>
          <a:ln>
            <a:solidFill>
              <a:schemeClr val="tx1"/>
            </a:solidFill>
          </a:ln>
        </p:spPr>
        <p:txBody>
          <a:bodyPr wrap="square" lIns="91440" tIns="90000" rIns="91440" bIns="36000" anchor="t">
            <a:noAutofit/>
          </a:bodyPr>
          <a:lstStyle/>
          <a:p>
            <a:pPr marL="285750" indent="-285750" algn="just">
              <a:buFont typeface="Courier New" panose="02070309020205020404" pitchFamily="49" charset="0"/>
              <a:buChar char="o"/>
            </a:pPr>
            <a:r>
              <a:rPr lang="en-US" sz="1300" b="1"/>
              <a:t>False Technology Claims &amp; Fraudulent Misrepresentation: </a:t>
            </a:r>
            <a:r>
              <a:rPr lang="en-US" sz="1300"/>
              <a:t>No formal scientific validation, no independent technology audits.</a:t>
            </a:r>
          </a:p>
          <a:p>
            <a:pPr marL="285750" indent="-285750" algn="just">
              <a:buFont typeface="Courier New" panose="02070309020205020404" pitchFamily="49" charset="0"/>
              <a:buChar char="o"/>
            </a:pPr>
            <a:endParaRPr lang="en-US" sz="1300"/>
          </a:p>
          <a:p>
            <a:pPr marL="285750" indent="-285750" algn="just">
              <a:buFont typeface="Courier New" panose="02070309020205020404" pitchFamily="49" charset="0"/>
              <a:buChar char="o"/>
            </a:pPr>
            <a:r>
              <a:rPr lang="en-US" sz="1300" b="1" kern="100">
                <a:cs typeface="Times New Roman"/>
              </a:rPr>
              <a:t>Weak Board Oversight &amp; Lack of Relevant Expertise: </a:t>
            </a:r>
            <a:r>
              <a:rPr lang="en-US" sz="1300" kern="100">
                <a:cs typeface="Times New Roman"/>
              </a:rPr>
              <a:t>High-profile board lacked medical/tech expertise; oversight was ineffective.</a:t>
            </a:r>
          </a:p>
          <a:p>
            <a:pPr marL="285750" indent="-285750" algn="just">
              <a:buFont typeface="Courier New" panose="02070309020205020404" pitchFamily="49" charset="0"/>
              <a:buChar char="o"/>
            </a:pPr>
            <a:endParaRPr lang="en-US" sz="1300" kern="100">
              <a:cs typeface="Times New Roman"/>
            </a:endParaRPr>
          </a:p>
          <a:p>
            <a:pPr marL="285750" indent="-285750" algn="just">
              <a:buFont typeface="Courier New" panose="02070309020205020404" pitchFamily="49" charset="0"/>
              <a:buChar char="o"/>
            </a:pPr>
            <a:r>
              <a:rPr lang="en-US" sz="1300" b="1" kern="100">
                <a:cs typeface="Times New Roman"/>
              </a:rPr>
              <a:t>Extreme Secrecy &amp; Culture of Fear: </a:t>
            </a:r>
            <a:r>
              <a:rPr lang="en-US" sz="1300"/>
              <a:t>No whistleblower mechanism, no ethical hotline, hostile culture.</a:t>
            </a:r>
          </a:p>
          <a:p>
            <a:pPr marL="285750" indent="-285750" algn="just">
              <a:buFont typeface="Courier New" panose="02070309020205020404" pitchFamily="49" charset="0"/>
              <a:buChar char="o"/>
            </a:pPr>
            <a:endParaRPr lang="en-US" sz="1300" kern="100">
              <a:cs typeface="Times New Roman"/>
            </a:endParaRPr>
          </a:p>
          <a:p>
            <a:pPr marL="285750" indent="-285750" algn="just">
              <a:buFont typeface="Courier New" panose="02070309020205020404" pitchFamily="49" charset="0"/>
              <a:buChar char="o"/>
            </a:pPr>
            <a:r>
              <a:rPr lang="en-US" sz="1300" b="1" kern="100">
                <a:cs typeface="Times New Roman"/>
              </a:rPr>
              <a:t>Misleading Commercial &amp; Patient Practices: </a:t>
            </a:r>
            <a:r>
              <a:rPr lang="en-US" sz="1300"/>
              <a:t>Lack of medical compliance &amp; patient safety oversight.</a:t>
            </a:r>
          </a:p>
          <a:p>
            <a:pPr marL="285750" indent="-285750" algn="just">
              <a:buFont typeface="Courier New" panose="02070309020205020404" pitchFamily="49" charset="0"/>
              <a:buChar char="o"/>
            </a:pPr>
            <a:endParaRPr lang="en-US" sz="1300" b="1" kern="100">
              <a:cs typeface="Times New Roman"/>
            </a:endParaRPr>
          </a:p>
          <a:p>
            <a:pPr algn="just"/>
            <a:endParaRPr lang="en-US" sz="1300" b="1" kern="100">
              <a:cs typeface="Times New Roman"/>
            </a:endParaRPr>
          </a:p>
        </p:txBody>
      </p:sp>
      <p:sp>
        <p:nvSpPr>
          <p:cNvPr id="13" name="Pentagon 5">
            <a:extLst>
              <a:ext uri="{FF2B5EF4-FFF2-40B4-BE49-F238E27FC236}">
                <a16:creationId xmlns:a16="http://schemas.microsoft.com/office/drawing/2014/main" id="{E118F3A4-4E7D-40C6-94AB-C76AE9F79A58}"/>
              </a:ext>
            </a:extLst>
          </p:cNvPr>
          <p:cNvSpPr/>
          <p:nvPr/>
        </p:nvSpPr>
        <p:spPr bwMode="auto">
          <a:xfrm>
            <a:off x="4257203" y="911707"/>
            <a:ext cx="3611356" cy="268411"/>
          </a:xfrm>
          <a:prstGeom prst="rect">
            <a:avLst/>
          </a:prstGeom>
          <a:solidFill>
            <a:schemeClr val="accent1"/>
          </a:solidFill>
          <a:ln w="19050">
            <a:noFill/>
            <a:prstDash val="solid"/>
            <a:round/>
            <a:headEnd/>
            <a:tailEnd/>
          </a:ln>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What went wrong</a:t>
            </a:r>
            <a:endParaRPr kumimoji="0" lang="en-GB" sz="1400" b="1" i="0" u="none" strike="noStrike" kern="1200" cap="none" spc="0" normalizeH="0" baseline="0" noProof="0">
              <a:ln>
                <a:noFill/>
              </a:ln>
              <a:solidFill>
                <a:srgbClr val="FFFFFF"/>
              </a:solidFill>
              <a:effectLst/>
              <a:uLnTx/>
              <a:uFillTx/>
              <a:latin typeface="Arial"/>
              <a:ea typeface="+mn-ea"/>
              <a:cs typeface="+mn-cs"/>
            </a:endParaRPr>
          </a:p>
        </p:txBody>
      </p:sp>
      <p:sp>
        <p:nvSpPr>
          <p:cNvPr id="14" name="Rechteck 40">
            <a:extLst>
              <a:ext uri="{FF2B5EF4-FFF2-40B4-BE49-F238E27FC236}">
                <a16:creationId xmlns:a16="http://schemas.microsoft.com/office/drawing/2014/main" id="{6EEFE15E-CA34-2C1D-FF41-5C2BFC64372A}"/>
              </a:ext>
            </a:extLst>
          </p:cNvPr>
          <p:cNvSpPr/>
          <p:nvPr/>
        </p:nvSpPr>
        <p:spPr bwMode="gray">
          <a:xfrm>
            <a:off x="7902849" y="1236270"/>
            <a:ext cx="3615111" cy="5155385"/>
          </a:xfrm>
          <a:prstGeom prst="rect">
            <a:avLst/>
          </a:prstGeom>
          <a:solidFill>
            <a:schemeClr val="bg1"/>
          </a:solidFill>
          <a:ln>
            <a:solidFill>
              <a:schemeClr val="tx1"/>
            </a:solidFill>
          </a:ln>
        </p:spPr>
        <p:txBody>
          <a:bodyPr wrap="square" lIns="91440" tIns="90000" rIns="91440" bIns="36000" anchor="t">
            <a:noAutofit/>
          </a:bodyPr>
          <a:lstStyle/>
          <a:p>
            <a:pPr marL="285750" indent="-285750" algn="just">
              <a:buFont typeface="Courier New" panose="02070309020205020404" pitchFamily="49" charset="0"/>
              <a:buChar char="o"/>
            </a:pPr>
            <a:r>
              <a:rPr lang="en-US" sz="1300" b="1"/>
              <a:t>Criminal Charges:</a:t>
            </a:r>
            <a:r>
              <a:rPr lang="en-US" sz="1300"/>
              <a:t> </a:t>
            </a:r>
          </a:p>
          <a:p>
            <a:pPr marL="285750" indent="-285750" algn="just">
              <a:buFont typeface="Courier New" panose="02070309020205020404" pitchFamily="49" charset="0"/>
              <a:buChar char="o"/>
            </a:pPr>
            <a:endParaRPr lang="en-US" sz="1300"/>
          </a:p>
          <a:p>
            <a:pPr marL="285750" indent="-285750" algn="just">
              <a:buFont typeface="Arial" panose="020B0604020202020204" pitchFamily="34" charset="0"/>
              <a:buChar char="•"/>
            </a:pPr>
            <a:r>
              <a:rPr lang="en-US" sz="1300" b="1"/>
              <a:t>Regulatory Authority and Enforcement Agencies </a:t>
            </a:r>
            <a:r>
              <a:rPr lang="en-US" sz="1300"/>
              <a:t>convicted the Founder &amp; CEO, and the COO (also a member of Board and President) of defrauding doctors and patients and insurance companies.</a:t>
            </a:r>
          </a:p>
          <a:p>
            <a:pPr marL="285750" indent="-285750" algn="just">
              <a:buFont typeface="Arial" panose="020B0604020202020204" pitchFamily="34" charset="0"/>
              <a:buChar char="•"/>
            </a:pPr>
            <a:endParaRPr lang="en-US" sz="1300"/>
          </a:p>
          <a:p>
            <a:pPr marL="285750" indent="-285750" algn="just">
              <a:buFont typeface="Arial" panose="020B0604020202020204" pitchFamily="34" charset="0"/>
              <a:buChar char="•"/>
            </a:pPr>
            <a:r>
              <a:rPr lang="en-US" sz="1300" b="1"/>
              <a:t>Healthcare Regulators </a:t>
            </a:r>
            <a:r>
              <a:rPr lang="en-US" sz="1300"/>
              <a:t>found serious deficiencies in Company’s  labs; revoked licenses and banned senior executives from operating labs.</a:t>
            </a:r>
          </a:p>
          <a:p>
            <a:pPr marL="285750" indent="-285750" algn="just">
              <a:buFont typeface="Courier New" panose="02070309020205020404" pitchFamily="49" charset="0"/>
              <a:buChar char="o"/>
            </a:pPr>
            <a:endParaRPr lang="en-US" sz="1300"/>
          </a:p>
          <a:p>
            <a:pPr marL="285750" indent="-285750" algn="just">
              <a:buFont typeface="Courier New" panose="02070309020205020404" pitchFamily="49" charset="0"/>
              <a:buChar char="o"/>
            </a:pPr>
            <a:r>
              <a:rPr lang="en-US" sz="1300" b="1"/>
              <a:t>Investor Losses: </a:t>
            </a:r>
            <a:r>
              <a:rPr lang="en-US" sz="1300"/>
              <a:t>Investors lost hundreds of millions.</a:t>
            </a:r>
          </a:p>
          <a:p>
            <a:pPr marL="285750" indent="-285750" algn="just">
              <a:buFont typeface="Courier New" panose="02070309020205020404" pitchFamily="49" charset="0"/>
              <a:buChar char="o"/>
            </a:pPr>
            <a:endParaRPr lang="en-US" sz="1300" kern="100">
              <a:cs typeface="Times New Roman"/>
            </a:endParaRPr>
          </a:p>
          <a:p>
            <a:pPr marL="285750" indent="-285750" algn="just">
              <a:buFont typeface="Courier New" panose="02070309020205020404" pitchFamily="49" charset="0"/>
              <a:buChar char="o"/>
            </a:pPr>
            <a:r>
              <a:rPr lang="en-US" sz="1300" b="1"/>
              <a:t>Company Collapse: </a:t>
            </a:r>
            <a:r>
              <a:rPr lang="en-US" sz="1300"/>
              <a:t>The Company ultimately ceased operations and was formally dissolved</a:t>
            </a:r>
          </a:p>
        </p:txBody>
      </p:sp>
      <p:sp>
        <p:nvSpPr>
          <p:cNvPr id="15" name="Pentagon 5">
            <a:extLst>
              <a:ext uri="{FF2B5EF4-FFF2-40B4-BE49-F238E27FC236}">
                <a16:creationId xmlns:a16="http://schemas.microsoft.com/office/drawing/2014/main" id="{7B2CAE05-AA85-1749-C006-584333BF603A}"/>
              </a:ext>
            </a:extLst>
          </p:cNvPr>
          <p:cNvSpPr/>
          <p:nvPr/>
        </p:nvSpPr>
        <p:spPr bwMode="auto">
          <a:xfrm>
            <a:off x="7906604" y="911706"/>
            <a:ext cx="3611356" cy="268411"/>
          </a:xfrm>
          <a:prstGeom prst="rect">
            <a:avLst/>
          </a:prstGeom>
          <a:solidFill>
            <a:schemeClr val="accent1"/>
          </a:solidFill>
          <a:ln w="19050">
            <a:noFill/>
            <a:prstDash val="solid"/>
            <a:round/>
            <a:headEnd/>
            <a:tailEnd/>
          </a:ln>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Findings</a:t>
            </a:r>
            <a:endParaRPr kumimoji="0" lang="en-GB" sz="1400" b="1" i="0" u="none" strike="noStrike" kern="1200" cap="none" spc="0" normalizeH="0" baseline="0" noProof="0">
              <a:ln>
                <a:noFill/>
              </a:ln>
              <a:solidFill>
                <a:srgbClr val="FFFFFF"/>
              </a:solidFill>
              <a:effectLst/>
              <a:uLnTx/>
              <a:uFillTx/>
              <a:latin typeface="Arial"/>
              <a:ea typeface="+mn-ea"/>
              <a:cs typeface="+mn-cs"/>
            </a:endParaRPr>
          </a:p>
        </p:txBody>
      </p:sp>
      <p:sp>
        <p:nvSpPr>
          <p:cNvPr id="5" name="Rectangle 4">
            <a:extLst>
              <a:ext uri="{FF2B5EF4-FFF2-40B4-BE49-F238E27FC236}">
                <a16:creationId xmlns:a16="http://schemas.microsoft.com/office/drawing/2014/main" id="{7D3DEAE8-DEE4-0ED4-141B-0EB5F3FB2F9C}"/>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2400" b="1">
                <a:solidFill>
                  <a:schemeClr val="bg1"/>
                </a:solidFill>
                <a:latin typeface="+mj-lt"/>
              </a:rPr>
              <a:t>Case Study | Corporate Governance Failure | Healthcare sector</a:t>
            </a:r>
            <a:endParaRPr lang="en-US">
              <a:solidFill>
                <a:schemeClr val="bg1"/>
              </a:solidFill>
            </a:endParaRPr>
          </a:p>
        </p:txBody>
      </p:sp>
      <p:sp>
        <p:nvSpPr>
          <p:cNvPr id="2" name="object 28">
            <a:extLst>
              <a:ext uri="{FF2B5EF4-FFF2-40B4-BE49-F238E27FC236}">
                <a16:creationId xmlns:a16="http://schemas.microsoft.com/office/drawing/2014/main" id="{A1D533B1-7F28-613B-40F1-0A44C9AC5551}"/>
              </a:ext>
            </a:extLst>
          </p:cNvPr>
          <p:cNvSpPr txBox="1">
            <a:spLocks/>
          </p:cNvSpPr>
          <p:nvPr/>
        </p:nvSpPr>
        <p:spPr>
          <a:xfrm>
            <a:off x="11802491" y="6620276"/>
            <a:ext cx="202438" cy="187248"/>
          </a:xfrm>
          <a:prstGeom prst="rect">
            <a:avLst/>
          </a:prstGeom>
        </p:spPr>
        <p:txBody>
          <a:bodyPr vert="horz" wrap="square" lIns="0" tIns="0" rIns="0" bIns="0" rtlCol="0">
            <a:spAutoFit/>
          </a:bodyPr>
          <a:lstStyle>
            <a:defPPr>
              <a:defRPr lang="en-US" kern="0"/>
            </a:defPPr>
            <a:lvl1pPr marL="0" algn="l" defTabSz="914400" rtl="0" eaLnBrk="1" latinLnBrk="0" hangingPunct="1">
              <a:defRPr sz="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3980">
              <a:spcBef>
                <a:spcPts val="25"/>
              </a:spcBef>
            </a:pPr>
            <a:fld id="{81D60167-4931-47E6-BA6A-407CBD079E47}" type="slidenum">
              <a:rPr lang="en-US" spc="-50" smtClean="0"/>
              <a:pPr marL="93980">
                <a:spcBef>
                  <a:spcPts val="25"/>
                </a:spcBef>
              </a:pPr>
              <a:t>51</a:t>
            </a:fld>
            <a:endParaRPr lang="en-US" spc="-50"/>
          </a:p>
        </p:txBody>
      </p:sp>
    </p:spTree>
    <p:custDataLst>
      <p:custData r:id="rId1"/>
    </p:custDataLst>
    <p:extLst>
      <p:ext uri="{BB962C8B-B14F-4D97-AF65-F5344CB8AC3E}">
        <p14:creationId xmlns:p14="http://schemas.microsoft.com/office/powerpoint/2010/main" val="2811855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3" grpId="0" animBg="1"/>
      <p:bldP spid="14" grpId="0" animBg="1"/>
      <p:bldP spid="1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16FC2-6DAB-6873-4B5D-C76BC7BF399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A29613A-CA52-1F74-E091-7A483CC3ACD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6AC032-1535-134B-A583-D5E1DDD0D167}" type="slidenum">
              <a:rPr kumimoji="0" lang="en-US" sz="105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19" name="Straight Connector 18">
            <a:extLst>
              <a:ext uri="{FF2B5EF4-FFF2-40B4-BE49-F238E27FC236}">
                <a16:creationId xmlns:a16="http://schemas.microsoft.com/office/drawing/2014/main" id="{E419BD0B-E15F-FE8D-410D-15E82FE3F05B}"/>
              </a:ext>
            </a:extLst>
          </p:cNvPr>
          <p:cNvCxnSpPr>
            <a:cxnSpLocks/>
          </p:cNvCxnSpPr>
          <p:nvPr/>
        </p:nvCxnSpPr>
        <p:spPr>
          <a:xfrm flipH="1">
            <a:off x="3306576" y="3429000"/>
            <a:ext cx="5593076" cy="0"/>
          </a:xfrm>
          <a:prstGeom prst="line">
            <a:avLst/>
          </a:prstGeom>
          <a:ln w="15875">
            <a:solidFill>
              <a:srgbClr val="FFCDA8"/>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55E120E2-B05C-EC7E-A2FB-4169DF3E8435}"/>
              </a:ext>
            </a:extLst>
          </p:cNvPr>
          <p:cNvCxnSpPr>
            <a:cxnSpLocks/>
          </p:cNvCxnSpPr>
          <p:nvPr/>
        </p:nvCxnSpPr>
        <p:spPr>
          <a:xfrm>
            <a:off x="6103114" y="632465"/>
            <a:ext cx="0" cy="5593070"/>
          </a:xfrm>
          <a:prstGeom prst="line">
            <a:avLst/>
          </a:prstGeom>
          <a:ln w="15875">
            <a:solidFill>
              <a:srgbClr val="FFCDA8"/>
            </a:solidFill>
          </a:ln>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06597A71-5544-01F1-A603-EE6720D3C8B3}"/>
              </a:ext>
            </a:extLst>
          </p:cNvPr>
          <p:cNvPicPr>
            <a:picLocks noChangeAspect="1"/>
          </p:cNvPicPr>
          <p:nvPr/>
        </p:nvPicPr>
        <p:blipFill>
          <a:blip r:embed="rId3"/>
          <a:stretch>
            <a:fillRect/>
          </a:stretch>
        </p:blipFill>
        <p:spPr>
          <a:xfrm>
            <a:off x="5694807" y="3103348"/>
            <a:ext cx="857250" cy="857250"/>
          </a:xfrm>
          <a:prstGeom prst="rect">
            <a:avLst/>
          </a:prstGeom>
        </p:spPr>
      </p:pic>
      <p:sp>
        <p:nvSpPr>
          <p:cNvPr id="4" name="Rectangle 3">
            <a:extLst>
              <a:ext uri="{FF2B5EF4-FFF2-40B4-BE49-F238E27FC236}">
                <a16:creationId xmlns:a16="http://schemas.microsoft.com/office/drawing/2014/main" id="{23C8863E-AF1E-2040-6F6C-B9A6BD8E53BA}"/>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Georgia"/>
                <a:ea typeface="+mn-ea"/>
                <a:cs typeface="+mn-cs"/>
              </a:rPr>
              <a:t>Let's test your knowledge</a:t>
            </a:r>
            <a:endParaRPr kumimoji="0" lang="en-US" sz="2400" b="1" i="0" u="none" strike="noStrike" kern="1200" cap="none" spc="0" normalizeH="0" baseline="0" noProof="0">
              <a:ln>
                <a:noFill/>
              </a:ln>
              <a:solidFill>
                <a:prstClr val="white"/>
              </a:solidFill>
              <a:effectLst/>
              <a:uLnTx/>
              <a:uFillTx/>
              <a:latin typeface="Georgia"/>
              <a:ea typeface="+mn-ea"/>
              <a:cs typeface="+mn-cs"/>
            </a:endParaRPr>
          </a:p>
        </p:txBody>
      </p:sp>
      <p:sp>
        <p:nvSpPr>
          <p:cNvPr id="18" name="Flowchart: Alternate Process 17">
            <a:extLst>
              <a:ext uri="{FF2B5EF4-FFF2-40B4-BE49-F238E27FC236}">
                <a16:creationId xmlns:a16="http://schemas.microsoft.com/office/drawing/2014/main" id="{08319D4E-2EB7-AB33-163F-D81F79B9D4B2}"/>
              </a:ext>
            </a:extLst>
          </p:cNvPr>
          <p:cNvSpPr/>
          <p:nvPr/>
        </p:nvSpPr>
        <p:spPr>
          <a:xfrm>
            <a:off x="456248" y="905256"/>
            <a:ext cx="5330951" cy="2333242"/>
          </a:xfrm>
          <a:prstGeom prst="flowChartAlternateProcess">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3BABB9A5-D4EB-E591-A095-9F0896EA5555}"/>
              </a:ext>
            </a:extLst>
          </p:cNvPr>
          <p:cNvSpPr txBox="1"/>
          <p:nvPr/>
        </p:nvSpPr>
        <p:spPr>
          <a:xfrm>
            <a:off x="647700" y="1079499"/>
            <a:ext cx="5006468" cy="2070097"/>
          </a:xfrm>
          <a:prstGeom prst="rect">
            <a:avLst/>
          </a:prstGeom>
          <a:noFill/>
        </p:spPr>
        <p:txBody>
          <a:bodyPr wrap="square" lIns="0" tIns="0" rIns="0" bIns="0" rtlCol="0">
            <a:noAutofit/>
          </a:bodyPr>
          <a:lstStyle/>
          <a:p>
            <a:pPr>
              <a:spcAft>
                <a:spcPts val="600"/>
              </a:spcAft>
            </a:pPr>
            <a:r>
              <a:rPr lang="en-US" sz="1400" b="1"/>
              <a:t>Q1. What type of misrepresentation did Company make?​</a:t>
            </a:r>
          </a:p>
          <a:p>
            <a:pPr>
              <a:spcAft>
                <a:spcPts val="600"/>
              </a:spcAft>
            </a:pPr>
            <a:br>
              <a:rPr lang="en-US" sz="1400"/>
            </a:br>
            <a:r>
              <a:rPr lang="en-US" sz="1400"/>
              <a:t>A. False technology claims and fraudulent misrepresentation without scientific validation​</a:t>
            </a:r>
          </a:p>
          <a:p>
            <a:pPr>
              <a:spcAft>
                <a:spcPts val="600"/>
              </a:spcAft>
            </a:pPr>
            <a:r>
              <a:rPr lang="en-US" sz="1400"/>
              <a:t>B. Delayed regulatory reporting​</a:t>
            </a:r>
          </a:p>
          <a:p>
            <a:pPr>
              <a:spcAft>
                <a:spcPts val="600"/>
              </a:spcAft>
            </a:pPr>
            <a:r>
              <a:rPr lang="en-US" sz="1400"/>
              <a:t>C. Overuse of consultants​</a:t>
            </a:r>
          </a:p>
          <a:p>
            <a:pPr>
              <a:spcAft>
                <a:spcPts val="600"/>
              </a:spcAft>
            </a:pPr>
            <a:r>
              <a:rPr lang="en-US" sz="1400"/>
              <a:t>D. Lack of digital tools</a:t>
            </a:r>
            <a:br>
              <a:rPr lang="en-US" sz="1400"/>
            </a:br>
            <a:endParaRPr lang="en-GB" sz="1400">
              <a:latin typeface="+mj-lt"/>
            </a:endParaRPr>
          </a:p>
        </p:txBody>
      </p:sp>
      <p:sp>
        <p:nvSpPr>
          <p:cNvPr id="29" name="Flowchart: Alternate Process 28">
            <a:extLst>
              <a:ext uri="{FF2B5EF4-FFF2-40B4-BE49-F238E27FC236}">
                <a16:creationId xmlns:a16="http://schemas.microsoft.com/office/drawing/2014/main" id="{711490A7-7367-3723-8F6E-A6D19EA73E7F}"/>
              </a:ext>
            </a:extLst>
          </p:cNvPr>
          <p:cNvSpPr/>
          <p:nvPr/>
        </p:nvSpPr>
        <p:spPr>
          <a:xfrm>
            <a:off x="468948" y="3800856"/>
            <a:ext cx="5330951" cy="2333242"/>
          </a:xfrm>
          <a:prstGeom prst="flowChartAlternateProcess">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29891739-E72E-3FC4-D442-82EFCD82A676}"/>
              </a:ext>
            </a:extLst>
          </p:cNvPr>
          <p:cNvSpPr txBox="1"/>
          <p:nvPr/>
        </p:nvSpPr>
        <p:spPr>
          <a:xfrm>
            <a:off x="660400" y="3975099"/>
            <a:ext cx="5006468" cy="2070097"/>
          </a:xfrm>
          <a:prstGeom prst="rect">
            <a:avLst/>
          </a:prstGeom>
          <a:noFill/>
        </p:spPr>
        <p:txBody>
          <a:bodyPr wrap="square" lIns="0" tIns="0" rIns="0" bIns="0" rtlCol="0">
            <a:noAutofit/>
          </a:bodyPr>
          <a:lstStyle/>
          <a:p>
            <a:pPr>
              <a:spcAft>
                <a:spcPts val="600"/>
              </a:spcAft>
            </a:pPr>
            <a:r>
              <a:rPr lang="en-US" sz="1400" b="1"/>
              <a:t>Q2. What was the impact on investors?</a:t>
            </a:r>
          </a:p>
          <a:p>
            <a:pPr>
              <a:spcAft>
                <a:spcPts val="600"/>
              </a:spcAft>
            </a:pPr>
            <a:r>
              <a:rPr lang="en-US" sz="1400" b="1"/>
              <a:t>​</a:t>
            </a:r>
            <a:br>
              <a:rPr lang="en-US" sz="1400"/>
            </a:br>
            <a:r>
              <a:rPr lang="en-US" sz="1400"/>
              <a:t>A. Investors lost hundreds of millions​</a:t>
            </a:r>
          </a:p>
          <a:p>
            <a:pPr>
              <a:spcAft>
                <a:spcPts val="600"/>
              </a:spcAft>
            </a:pPr>
            <a:r>
              <a:rPr lang="en-US" sz="1400"/>
              <a:t>B. They doubled their profits​</a:t>
            </a:r>
          </a:p>
          <a:p>
            <a:pPr>
              <a:spcAft>
                <a:spcPts val="600"/>
              </a:spcAft>
            </a:pPr>
            <a:r>
              <a:rPr lang="en-US" sz="1400"/>
              <a:t>C. Minor operational losses only​</a:t>
            </a:r>
          </a:p>
          <a:p>
            <a:pPr>
              <a:spcAft>
                <a:spcPts val="600"/>
              </a:spcAft>
            </a:pPr>
            <a:r>
              <a:rPr lang="en-US" sz="1400"/>
              <a:t>D. No losses reported</a:t>
            </a:r>
            <a:br>
              <a:rPr lang="en-US" sz="1400"/>
            </a:br>
            <a:br>
              <a:rPr lang="en-US" sz="1400"/>
            </a:br>
            <a:endParaRPr lang="en-GB" sz="1400">
              <a:latin typeface="+mj-lt"/>
            </a:endParaRPr>
          </a:p>
        </p:txBody>
      </p:sp>
      <p:sp>
        <p:nvSpPr>
          <p:cNvPr id="31" name="Flowchart: Alternate Process 30">
            <a:extLst>
              <a:ext uri="{FF2B5EF4-FFF2-40B4-BE49-F238E27FC236}">
                <a16:creationId xmlns:a16="http://schemas.microsoft.com/office/drawing/2014/main" id="{684BE36A-E63A-B332-5099-DAB987E0E69A}"/>
              </a:ext>
            </a:extLst>
          </p:cNvPr>
          <p:cNvSpPr/>
          <p:nvPr/>
        </p:nvSpPr>
        <p:spPr>
          <a:xfrm>
            <a:off x="6399848" y="867156"/>
            <a:ext cx="5330951" cy="2333242"/>
          </a:xfrm>
          <a:prstGeom prst="flowChartAlternateProcess">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94BCBAD3-05CD-BCD3-4842-FD2D7CD3B5E7}"/>
              </a:ext>
            </a:extLst>
          </p:cNvPr>
          <p:cNvSpPr txBox="1"/>
          <p:nvPr/>
        </p:nvSpPr>
        <p:spPr>
          <a:xfrm>
            <a:off x="6591300" y="1041399"/>
            <a:ext cx="5006468" cy="2070097"/>
          </a:xfrm>
          <a:prstGeom prst="rect">
            <a:avLst/>
          </a:prstGeom>
          <a:noFill/>
        </p:spPr>
        <p:txBody>
          <a:bodyPr wrap="square" lIns="0" tIns="0" rIns="0" bIns="0" rtlCol="0">
            <a:noAutofit/>
          </a:bodyPr>
          <a:lstStyle/>
          <a:p>
            <a:pPr>
              <a:lnSpc>
                <a:spcPct val="150000"/>
              </a:lnSpc>
              <a:spcAft>
                <a:spcPts val="600"/>
              </a:spcAft>
            </a:pPr>
            <a:r>
              <a:rPr lang="en-US" sz="1400" b="1"/>
              <a:t>Q3. What should the board have done differently?</a:t>
            </a:r>
            <a:br>
              <a:rPr lang="en-US" sz="1400"/>
            </a:br>
            <a:br>
              <a:rPr lang="en-US" sz="1400"/>
            </a:br>
            <a:r>
              <a:rPr lang="en-US" sz="1400"/>
              <a:t>A. Constituted a technical advisory committee</a:t>
            </a:r>
            <a:br>
              <a:rPr lang="en-US" sz="1400"/>
            </a:br>
            <a:r>
              <a:rPr lang="en-US" sz="1400"/>
              <a:t>B. Appointed directors with healthcare/biotech expertise</a:t>
            </a:r>
            <a:br>
              <a:rPr lang="en-US" sz="1400"/>
            </a:br>
            <a:r>
              <a:rPr lang="en-US" sz="1400"/>
              <a:t>C. Strengthened whistleblower and audit mechanisms</a:t>
            </a:r>
            <a:br>
              <a:rPr lang="en-US" sz="1400"/>
            </a:br>
            <a:r>
              <a:rPr lang="en-US" sz="1400"/>
              <a:t>D. All of the above</a:t>
            </a:r>
            <a:br>
              <a:rPr lang="en-US" sz="1400"/>
            </a:br>
            <a:endParaRPr lang="en-GB" sz="1400" err="1">
              <a:latin typeface="+mj-lt"/>
            </a:endParaRPr>
          </a:p>
        </p:txBody>
      </p:sp>
      <p:sp>
        <p:nvSpPr>
          <p:cNvPr id="33" name="Flowchart: Alternate Process 32">
            <a:extLst>
              <a:ext uri="{FF2B5EF4-FFF2-40B4-BE49-F238E27FC236}">
                <a16:creationId xmlns:a16="http://schemas.microsoft.com/office/drawing/2014/main" id="{C75DB753-EEA3-C95C-C1A7-FDB6190F901E}"/>
              </a:ext>
            </a:extLst>
          </p:cNvPr>
          <p:cNvSpPr/>
          <p:nvPr/>
        </p:nvSpPr>
        <p:spPr>
          <a:xfrm>
            <a:off x="6412548" y="3762755"/>
            <a:ext cx="5330951" cy="2395931"/>
          </a:xfrm>
          <a:prstGeom prst="flowChartAlternateProcess">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6D63FF8B-301A-9C91-22DB-9627843C58EC}"/>
              </a:ext>
            </a:extLst>
          </p:cNvPr>
          <p:cNvSpPr txBox="1"/>
          <p:nvPr/>
        </p:nvSpPr>
        <p:spPr>
          <a:xfrm>
            <a:off x="6604000" y="3937000"/>
            <a:ext cx="5006468" cy="2108196"/>
          </a:xfrm>
          <a:prstGeom prst="rect">
            <a:avLst/>
          </a:prstGeom>
          <a:noFill/>
        </p:spPr>
        <p:txBody>
          <a:bodyPr wrap="square" lIns="0" tIns="0" rIns="0" bIns="0" rtlCol="0">
            <a:noAutofit/>
          </a:bodyPr>
          <a:lstStyle/>
          <a:p>
            <a:pPr>
              <a:spcAft>
                <a:spcPts val="600"/>
              </a:spcAft>
            </a:pPr>
            <a:r>
              <a:rPr lang="en-US" sz="1400" b="1"/>
              <a:t>Q4. Which governance reforms could have prevented the This  scandal?</a:t>
            </a:r>
          </a:p>
          <a:p>
            <a:pPr>
              <a:spcAft>
                <a:spcPts val="600"/>
              </a:spcAft>
            </a:pPr>
            <a:br>
              <a:rPr lang="en-US" sz="1400"/>
            </a:br>
            <a:r>
              <a:rPr lang="en-US" sz="1400"/>
              <a:t>A. Independent board evaluation and periodic performance reviews</a:t>
            </a:r>
            <a:br>
              <a:rPr lang="en-US" sz="1400"/>
            </a:br>
            <a:r>
              <a:rPr lang="en-US" sz="1400"/>
              <a:t>B. Strong internal audit and risk management framework</a:t>
            </a:r>
            <a:br>
              <a:rPr lang="en-US" sz="1400"/>
            </a:br>
            <a:r>
              <a:rPr lang="en-US" sz="1400"/>
              <a:t>C. Strengthening medical compliance and patient safety oversight </a:t>
            </a:r>
          </a:p>
          <a:p>
            <a:pPr>
              <a:spcAft>
                <a:spcPts val="600"/>
              </a:spcAft>
            </a:pPr>
            <a:r>
              <a:rPr lang="en-US" sz="1400"/>
              <a:t> D. All of the above</a:t>
            </a:r>
            <a:endParaRPr lang="en-GB" sz="1400"/>
          </a:p>
        </p:txBody>
      </p:sp>
      <p:pic>
        <p:nvPicPr>
          <p:cNvPr id="36" name="Graphic 35" descr="Checkmark with solid fill">
            <a:extLst>
              <a:ext uri="{FF2B5EF4-FFF2-40B4-BE49-F238E27FC236}">
                <a16:creationId xmlns:a16="http://schemas.microsoft.com/office/drawing/2014/main" id="{55733A9C-9155-CCF6-6E3B-F38457A0CDC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62751" y="1784415"/>
            <a:ext cx="264869" cy="264869"/>
          </a:xfrm>
          <a:prstGeom prst="rect">
            <a:avLst/>
          </a:prstGeom>
        </p:spPr>
      </p:pic>
      <p:pic>
        <p:nvPicPr>
          <p:cNvPr id="38" name="Graphic 37" descr="Checkmark with solid fill">
            <a:extLst>
              <a:ext uri="{FF2B5EF4-FFF2-40B4-BE49-F238E27FC236}">
                <a16:creationId xmlns:a16="http://schemas.microsoft.com/office/drawing/2014/main" id="{46BFDC04-2AEF-9066-238B-E9125E72931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71394" y="4466307"/>
            <a:ext cx="264869" cy="264869"/>
          </a:xfrm>
          <a:prstGeom prst="rect">
            <a:avLst/>
          </a:prstGeom>
        </p:spPr>
      </p:pic>
      <p:pic>
        <p:nvPicPr>
          <p:cNvPr id="40" name="Graphic 39" descr="Checkmark with solid fill">
            <a:extLst>
              <a:ext uri="{FF2B5EF4-FFF2-40B4-BE49-F238E27FC236}">
                <a16:creationId xmlns:a16="http://schemas.microsoft.com/office/drawing/2014/main" id="{1D5ACF84-C482-34DF-DD27-29562450AC1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48906" y="2666788"/>
            <a:ext cx="264869" cy="264869"/>
          </a:xfrm>
          <a:prstGeom prst="rect">
            <a:avLst/>
          </a:prstGeom>
        </p:spPr>
      </p:pic>
      <p:pic>
        <p:nvPicPr>
          <p:cNvPr id="2" name="Graphic 1" descr="Checkmark with solid fill">
            <a:extLst>
              <a:ext uri="{FF2B5EF4-FFF2-40B4-BE49-F238E27FC236}">
                <a16:creationId xmlns:a16="http://schemas.microsoft.com/office/drawing/2014/main" id="{33CD5843-E44C-25BB-4DFD-29991138D36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81340" y="5780327"/>
            <a:ext cx="264869" cy="264869"/>
          </a:xfrm>
          <a:prstGeom prst="rect">
            <a:avLst/>
          </a:prstGeom>
        </p:spPr>
      </p:pic>
    </p:spTree>
    <p:custDataLst>
      <p:custData r:id="rId1"/>
    </p:custDataLst>
    <p:extLst>
      <p:ext uri="{BB962C8B-B14F-4D97-AF65-F5344CB8AC3E}">
        <p14:creationId xmlns:p14="http://schemas.microsoft.com/office/powerpoint/2010/main" val="425070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10" fill="hold"/>
                                        <p:tgtEl>
                                          <p:spTgt spid="36"/>
                                        </p:tgtEl>
                                        <p:attrNameLst>
                                          <p:attrName>ppt_x</p:attrName>
                                        </p:attrNameLst>
                                      </p:cBhvr>
                                      <p:tavLst>
                                        <p:tav tm="0">
                                          <p:val>
                                            <p:strVal val="#ppt_x"/>
                                          </p:val>
                                        </p:tav>
                                        <p:tav tm="100000">
                                          <p:val>
                                            <p:strVal val="#ppt_x"/>
                                          </p:val>
                                        </p:tav>
                                      </p:tavLst>
                                    </p:anim>
                                    <p:anim calcmode="lin" valueType="num">
                                      <p:cBhvr additive="base">
                                        <p:cTn id="8" dur="1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
                                        </p:tgtEl>
                                        <p:attrNameLst>
                                          <p:attrName>style.visibility</p:attrName>
                                        </p:attrNameLst>
                                      </p:cBhvr>
                                      <p:to>
                                        <p:strVal val="visible"/>
                                      </p:to>
                                    </p:set>
                                    <p:anim calcmode="lin" valueType="num">
                                      <p:cBhvr additive="base">
                                        <p:cTn id="13" dur="10" fill="hold"/>
                                        <p:tgtEl>
                                          <p:spTgt spid="38"/>
                                        </p:tgtEl>
                                        <p:attrNameLst>
                                          <p:attrName>ppt_x</p:attrName>
                                        </p:attrNameLst>
                                      </p:cBhvr>
                                      <p:tavLst>
                                        <p:tav tm="0">
                                          <p:val>
                                            <p:strVal val="#ppt_x"/>
                                          </p:val>
                                        </p:tav>
                                        <p:tav tm="100000">
                                          <p:val>
                                            <p:strVal val="#ppt_x"/>
                                          </p:val>
                                        </p:tav>
                                      </p:tavLst>
                                    </p:anim>
                                    <p:anim calcmode="lin" valueType="num">
                                      <p:cBhvr additive="base">
                                        <p:cTn id="14" dur="1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anim calcmode="lin" valueType="num">
                                      <p:cBhvr additive="base">
                                        <p:cTn id="19" dur="10" fill="hold"/>
                                        <p:tgtEl>
                                          <p:spTgt spid="40"/>
                                        </p:tgtEl>
                                        <p:attrNameLst>
                                          <p:attrName>ppt_x</p:attrName>
                                        </p:attrNameLst>
                                      </p:cBhvr>
                                      <p:tavLst>
                                        <p:tav tm="0">
                                          <p:val>
                                            <p:strVal val="#ppt_x"/>
                                          </p:val>
                                        </p:tav>
                                        <p:tav tm="100000">
                                          <p:val>
                                            <p:strVal val="#ppt_x"/>
                                          </p:val>
                                        </p:tav>
                                      </p:tavLst>
                                    </p:anim>
                                    <p:anim calcmode="lin" valueType="num">
                                      <p:cBhvr additive="base">
                                        <p:cTn id="20" dur="1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10" fill="hold"/>
                                        <p:tgtEl>
                                          <p:spTgt spid="2"/>
                                        </p:tgtEl>
                                        <p:attrNameLst>
                                          <p:attrName>ppt_x</p:attrName>
                                        </p:attrNameLst>
                                      </p:cBhvr>
                                      <p:tavLst>
                                        <p:tav tm="0">
                                          <p:val>
                                            <p:strVal val="#ppt_x"/>
                                          </p:val>
                                        </p:tav>
                                        <p:tav tm="100000">
                                          <p:val>
                                            <p:strVal val="#ppt_x"/>
                                          </p:val>
                                        </p:tav>
                                      </p:tavLst>
                                    </p:anim>
                                    <p:anim calcmode="lin" valueType="num">
                                      <p:cBhvr additive="base">
                                        <p:cTn id="26" dur="1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04C5-AFBA-BE4C-134E-7756D4A172C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4A8807A-923C-B6E3-6D26-F2C3CDD2DD70}"/>
              </a:ext>
            </a:extLst>
          </p:cNvPr>
          <p:cNvSpPr>
            <a:spLocks noGrp="1"/>
          </p:cNvSpPr>
          <p:nvPr>
            <p:ph type="ctrTitle"/>
          </p:nvPr>
        </p:nvSpPr>
        <p:spPr>
          <a:xfrm>
            <a:off x="353658" y="1946275"/>
            <a:ext cx="6629400" cy="1482725"/>
          </a:xfrm>
        </p:spPr>
        <p:txBody>
          <a:bodyPr/>
          <a:lstStyle/>
          <a:p>
            <a:r>
              <a:rPr lang="en-GB" noProof="0"/>
              <a:t>Thank you</a:t>
            </a:r>
          </a:p>
        </p:txBody>
      </p:sp>
      <p:sp>
        <p:nvSpPr>
          <p:cNvPr id="3" name="Subtitle 2">
            <a:extLst>
              <a:ext uri="{FF2B5EF4-FFF2-40B4-BE49-F238E27FC236}">
                <a16:creationId xmlns:a16="http://schemas.microsoft.com/office/drawing/2014/main" id="{DBDA37F8-FB69-F40D-C722-9FB3FE942EFF}"/>
              </a:ext>
            </a:extLst>
          </p:cNvPr>
          <p:cNvSpPr>
            <a:spLocks noGrp="1"/>
          </p:cNvSpPr>
          <p:nvPr>
            <p:ph type="subTitle" idx="1"/>
          </p:nvPr>
        </p:nvSpPr>
        <p:spPr>
          <a:xfrm>
            <a:off x="2414016" y="5125678"/>
            <a:ext cx="9387459" cy="1655540"/>
          </a:xfrm>
        </p:spPr>
        <p:txBody>
          <a:bodyPr/>
          <a:lstStyle/>
          <a:p>
            <a:r>
              <a:rPr lang="en-US"/>
              <a:t>Data Classification: DC1 (Internal)</a:t>
            </a:r>
          </a:p>
          <a:p>
            <a:r>
              <a:rPr lang="en-US"/>
              <a:t>All images in this presentation are protected by copyright, trademark, patent, trade secret and other intellectual property laws and treaties. Any unauthorised use of these images may violate such laws and shall be punishable under appropriate laws. Our sharing of this presentation along with such protected images with you does not authorise you to copy, republish, frame, link to, download, transmit, modify, adapt, create derivative works based on, rent, lease, loan, sell, assign, distribute, display, perform, license, sub-license or reverse engineer the images. In addition, you should desist from employing any data mining, robots or similar data and/or image gathering and extraction methods in connection with the presentation.</a:t>
            </a:r>
          </a:p>
          <a:p>
            <a:r>
              <a:rPr lang="en-US"/>
              <a:t>In this document, PwC refers to PricewaterhouseCoopers Private Limited (a limited liability company in India having Corporate Identity Number or CIN : U74140WB1983PTC036093), which is a member firm of PricewaterhouseCoopers International Limited (</a:t>
            </a:r>
            <a:r>
              <a:rPr lang="en-US" err="1"/>
              <a:t>PwCIL</a:t>
            </a:r>
            <a:r>
              <a:rPr lang="en-US"/>
              <a:t>), each member firm of which is a separate legal entity.</a:t>
            </a:r>
          </a:p>
          <a:p>
            <a:r>
              <a:rPr lang="en-US"/>
              <a:t>© 2025PricewaterhouseCoopers Private Limited. All rights reserved.</a:t>
            </a:r>
          </a:p>
          <a:p>
            <a:endParaRPr lang="en-GB"/>
          </a:p>
        </p:txBody>
      </p:sp>
    </p:spTree>
    <p:custDataLst>
      <p:custData r:id="rId1"/>
    </p:custDataLst>
    <p:extLst>
      <p:ext uri="{BB962C8B-B14F-4D97-AF65-F5344CB8AC3E}">
        <p14:creationId xmlns:p14="http://schemas.microsoft.com/office/powerpoint/2010/main" val="555759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pattFill prst="diagBrick">
          <a:fgClr>
            <a:schemeClr val="accent1">
              <a:lumMod val="40000"/>
              <a:lumOff val="60000"/>
            </a:schemeClr>
          </a:fgClr>
          <a:bgClr>
            <a:schemeClr val="bg1"/>
          </a:bgClr>
        </a:pattFill>
        <a:effectLst/>
      </p:bgPr>
    </p:bg>
    <p:spTree>
      <p:nvGrpSpPr>
        <p:cNvPr id="1" name="">
          <a:extLst>
            <a:ext uri="{FF2B5EF4-FFF2-40B4-BE49-F238E27FC236}">
              <a16:creationId xmlns:a16="http://schemas.microsoft.com/office/drawing/2014/main" id="{766B6D80-3EAE-354C-EB4D-951573A677F8}"/>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EED0DC16-67C2-2D5F-62FB-74288DCD8743}"/>
              </a:ext>
            </a:extLst>
          </p:cNvPr>
          <p:cNvSpPr>
            <a:spLocks noGrp="1"/>
          </p:cNvSpPr>
          <p:nvPr>
            <p:ph type="body" idx="1"/>
          </p:nvPr>
        </p:nvSpPr>
        <p:spPr>
          <a:xfrm>
            <a:off x="7864214" y="434185"/>
            <a:ext cx="3462095" cy="4924425"/>
          </a:xfrm>
        </p:spPr>
        <p:txBody>
          <a:bodyPr/>
          <a:lstStyle/>
          <a:p>
            <a:r>
              <a:rPr lang="en-GB" sz="40000">
                <a:latin typeface="+mj-lt"/>
              </a:rPr>
              <a:t>6</a:t>
            </a:r>
            <a:endParaRPr lang="en-GB" sz="40000" noProof="0">
              <a:latin typeface="+mj-lt"/>
            </a:endParaRPr>
          </a:p>
        </p:txBody>
      </p:sp>
      <p:sp>
        <p:nvSpPr>
          <p:cNvPr id="2" name="TextBox 1">
            <a:extLst>
              <a:ext uri="{FF2B5EF4-FFF2-40B4-BE49-F238E27FC236}">
                <a16:creationId xmlns:a16="http://schemas.microsoft.com/office/drawing/2014/main" id="{96FB5BE9-D9FF-723B-A181-86B03A6768AC}"/>
              </a:ext>
            </a:extLst>
          </p:cNvPr>
          <p:cNvSpPr txBox="1"/>
          <p:nvPr/>
        </p:nvSpPr>
        <p:spPr>
          <a:xfrm>
            <a:off x="536792" y="4052744"/>
            <a:ext cx="8330762" cy="1222102"/>
          </a:xfrm>
          <a:prstGeom prst="rect">
            <a:avLst/>
          </a:prstGeom>
          <a:noFill/>
        </p:spPr>
        <p:txBody>
          <a:bodyPr wrap="square" lIns="0" tIns="0" rIns="0" bIns="0" rtlCol="0">
            <a:noAutofit/>
          </a:bodyPr>
          <a:lstStyle/>
          <a:p>
            <a:pPr algn="l"/>
            <a:endParaRPr lang="en-GB" sz="4500" b="1">
              <a:latin typeface="+mj-lt"/>
            </a:endParaRPr>
          </a:p>
        </p:txBody>
      </p:sp>
      <p:sp>
        <p:nvSpPr>
          <p:cNvPr id="4" name="TextBox 3">
            <a:extLst>
              <a:ext uri="{FF2B5EF4-FFF2-40B4-BE49-F238E27FC236}">
                <a16:creationId xmlns:a16="http://schemas.microsoft.com/office/drawing/2014/main" id="{F52B0264-E1E2-CF85-B77C-4063C1751838}"/>
              </a:ext>
            </a:extLst>
          </p:cNvPr>
          <p:cNvSpPr txBox="1"/>
          <p:nvPr/>
        </p:nvSpPr>
        <p:spPr>
          <a:xfrm>
            <a:off x="689192" y="4205144"/>
            <a:ext cx="8330762" cy="1222102"/>
          </a:xfrm>
          <a:prstGeom prst="rect">
            <a:avLst/>
          </a:prstGeom>
          <a:noFill/>
        </p:spPr>
        <p:txBody>
          <a:bodyPr wrap="square" lIns="0" tIns="0" rIns="0" bIns="0" rtlCol="0">
            <a:noAutofit/>
          </a:bodyPr>
          <a:lstStyle/>
          <a:p>
            <a:pPr algn="l"/>
            <a:r>
              <a:rPr lang="en-US" sz="4500" b="1">
                <a:latin typeface="+mj-lt"/>
              </a:rPr>
              <a:t>Conclusion</a:t>
            </a:r>
            <a:endParaRPr lang="en-GB" sz="4500" b="1">
              <a:latin typeface="+mj-lt"/>
            </a:endParaRPr>
          </a:p>
        </p:txBody>
      </p:sp>
    </p:spTree>
    <p:custDataLst>
      <p:custData r:id="rId1"/>
    </p:custDataLst>
    <p:extLst>
      <p:ext uri="{BB962C8B-B14F-4D97-AF65-F5344CB8AC3E}">
        <p14:creationId xmlns:p14="http://schemas.microsoft.com/office/powerpoint/2010/main" val="553193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a:extLst>
            <a:ext uri="{FF2B5EF4-FFF2-40B4-BE49-F238E27FC236}">
              <a16:creationId xmlns:a16="http://schemas.microsoft.com/office/drawing/2014/main" id="{E7A66598-9129-4772-DD42-9BE62BA8509C}"/>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A67C9ABA-B67B-3E14-CEC6-DA351FB56204}"/>
              </a:ext>
            </a:extLst>
          </p:cNvPr>
          <p:cNvSpPr/>
          <p:nvPr/>
        </p:nvSpPr>
        <p:spPr>
          <a:xfrm>
            <a:off x="0"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sz="2400" b="1">
                <a:latin typeface="Georgia"/>
              </a:rPr>
              <a:t>Conclusion</a:t>
            </a:r>
            <a:endParaRPr lang="en-GB" sz="2400"/>
          </a:p>
        </p:txBody>
      </p:sp>
      <p:sp>
        <p:nvSpPr>
          <p:cNvPr id="2" name="object 28">
            <a:extLst>
              <a:ext uri="{FF2B5EF4-FFF2-40B4-BE49-F238E27FC236}">
                <a16:creationId xmlns:a16="http://schemas.microsoft.com/office/drawing/2014/main" id="{C9DEE17C-7C1D-5CA7-0EA4-07A6C423A9E4}"/>
              </a:ext>
            </a:extLst>
          </p:cNvPr>
          <p:cNvSpPr txBox="1">
            <a:spLocks/>
          </p:cNvSpPr>
          <p:nvPr/>
        </p:nvSpPr>
        <p:spPr>
          <a:xfrm>
            <a:off x="11802491" y="6620276"/>
            <a:ext cx="202438" cy="187248"/>
          </a:xfrm>
          <a:prstGeom prst="rect">
            <a:avLst/>
          </a:prstGeom>
        </p:spPr>
        <p:txBody>
          <a:bodyPr vert="horz" wrap="square" lIns="0" tIns="0" rIns="0" bIns="0" rtlCol="0">
            <a:spAutoFit/>
          </a:bodyPr>
          <a:lstStyle>
            <a:defPPr>
              <a:defRPr lang="en-US" kern="0"/>
            </a:defPPr>
            <a:lvl1pPr marL="0" algn="l" defTabSz="914400" rtl="0" eaLnBrk="1" latinLnBrk="0" hangingPunct="1">
              <a:defRPr sz="800" b="0" i="0" kern="1200">
                <a:solidFill>
                  <a:schemeClr val="tx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3980">
              <a:spcBef>
                <a:spcPts val="25"/>
              </a:spcBef>
            </a:pPr>
            <a:fld id="{81D60167-4931-47E6-BA6A-407CBD079E47}" type="slidenum">
              <a:rPr lang="en-US" spc="-50" smtClean="0"/>
              <a:pPr marL="93980">
                <a:spcBef>
                  <a:spcPts val="25"/>
                </a:spcBef>
              </a:pPr>
              <a:t>55</a:t>
            </a:fld>
            <a:endParaRPr lang="en-US" spc="-50"/>
          </a:p>
        </p:txBody>
      </p:sp>
      <p:graphicFrame>
        <p:nvGraphicFramePr>
          <p:cNvPr id="10" name="Diagram 9">
            <a:extLst>
              <a:ext uri="{FF2B5EF4-FFF2-40B4-BE49-F238E27FC236}">
                <a16:creationId xmlns:a16="http://schemas.microsoft.com/office/drawing/2014/main" id="{931FA610-B56F-4C97-4F9D-51B4BA38B868}"/>
              </a:ext>
            </a:extLst>
          </p:cNvPr>
          <p:cNvGraphicFramePr/>
          <p:nvPr>
            <p:extLst>
              <p:ext uri="{D42A27DB-BD31-4B8C-83A1-F6EECF244321}">
                <p14:modId xmlns:p14="http://schemas.microsoft.com/office/powerpoint/2010/main" val="3976191642"/>
              </p:ext>
            </p:extLst>
          </p:nvPr>
        </p:nvGraphicFramePr>
        <p:xfrm>
          <a:off x="0" y="1473200"/>
          <a:ext cx="12192000" cy="4851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custData r:id="rId1"/>
    </p:custDataLst>
    <p:extLst>
      <p:ext uri="{BB962C8B-B14F-4D97-AF65-F5344CB8AC3E}">
        <p14:creationId xmlns:p14="http://schemas.microsoft.com/office/powerpoint/2010/main" val="3878888912"/>
      </p:ext>
    </p:extLst>
  </p:cSld>
  <p:clrMapOvr>
    <a:masterClrMapping/>
  </p:clrMapOvr>
</p:sld>
</file>

<file path=ppt/theme/theme1.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0B296F49-9839-BE48-A6B0-07FAE54AD4FB}" vid="{251455FA-3AFB-1547-9744-D9A80673297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02454D1-E47C-8143-BD11-D1CE754A9956}">
  <we:reference id="2cb3dfe7-199f-46bf-bb56-17a7fca0f469" version="14.1.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item1.xml><?xml version="1.0" encoding="utf-8"?>
<DcR_SlideID>d91cb407-3d96-4d1f-8a86-1aff44d3315a</DcR_SlideID>
</file>

<file path=customXml/item2.xml><?xml version="1.0" encoding="utf-8"?>
<DcR_SlideID>62f46c47-e756-428b-9069-c24181d051af</DcR_SlideID>
</file>

<file path=customXml/item3.xml><?xml version="1.0" encoding="utf-8"?>
<DcR_SlideID>6c52e36e-ea87-4110-b17d-33fe3e736f37</DcR_SlideID>
</file>

<file path=customXml/item4.xml><?xml version="1.0" encoding="utf-8"?>
<DcR_SlideID>d91cb407-3d96-4d1f-8a86-1aff44d3315a</DcR_SlideID>
</file>

<file path=customXml/item5.xml><?xml version="1.0" encoding="utf-8"?>
<DcR_SlideID>ba210e5f-eb21-4fbb-a349-3972b09f19c4</DcR_SlideID>
</file>

<file path=customXml/item6.xml><?xml version="1.0" encoding="utf-8"?>
<DcR_SlideID>ad8666dd-a7f9-4197-b186-c022c43fa2bb</DcR_SlideID>
</file>

<file path=customXml/item7.xml><?xml version="1.0" encoding="utf-8"?>
<DcR_SlideID>4eb94180-c42c-42f1-b2d9-bae0372e7fc8</DcR_SlideID>
</file>

<file path=customXml/item8.xml><?xml version="1.0" encoding="utf-8"?>
<DcR_SlideID>9155653c-3869-4be9-8126-4de379d6fbba</DcR_SlideID>
</file>

<file path=customXml/item9.xml><?xml version="1.0" encoding="utf-8"?>
<DcR_SlideID>7d93967a-b7f6-4341-9654-468e32486502</DcR_SlideID>
</file>

<file path=customXml/item10.xml><?xml version="1.0" encoding="utf-8"?>
<DcR_SlideID>8bb66eaa-8d1f-4cba-a407-adcd9fcc5cd3</DcR_SlideID>
</file>

<file path=customXml/item11.xml><?xml version="1.0" encoding="utf-8"?>
<DcR_SlideID>7e13bfad-76ba-4c4c-975f-c645a868528a</DcR_SlideID>
</file>

<file path=customXml/item12.xml><?xml version="1.0" encoding="utf-8"?>
<DcR_SlideID>32fc82f6-f934-4a5d-9704-398295e9ca5a</DcR_SlideID>
</file>

<file path=customXml/item13.xml><?xml version="1.0" encoding="utf-8"?>
<DcR_SlideID>d280f891-1570-4a67-aa6d-08276a359de4</DcR_SlideID>
</file>

<file path=customXml/item14.xml><?xml version="1.0" encoding="utf-8"?>
<DcR_SlideID>5c2dd8a9-a946-4645-8a1b-f1f0c704dc0e</DcR_SlideID>
</file>

<file path=customXml/item15.xml><?xml version="1.0" encoding="utf-8"?>
<DcR_SlideID>974046b3-0933-45c4-a9c8-bca2511acc3c</DcR_SlideID>
</file>

<file path=customXml/item16.xml><?xml version="1.0" encoding="utf-8"?>
<DcR_SlideID>45975abf-03a1-490b-ba96-d1ba2ad5097b</DcR_SlideID>
</file>

<file path=customXml/item17.xml><?xml version="1.0" encoding="utf-8"?>
<DcR_SlideID>40031305-3919-4e49-af33-7f83b6a402ae</DcR_SlideID>
</file>

<file path=customXml/item18.xml><?xml version="1.0" encoding="utf-8"?>
<DcR_SlideID>9d1657d0-2332-4149-9453-5a03b19c77af</DcR_SlideID>
</file>

<file path=customXml/item19.xml><?xml version="1.0" encoding="utf-8"?>
<DcR_SlideID>4a0237b8-9af4-454e-b219-57c22fc720c7</DcR_SlideID>
</file>

<file path=customXml/item20.xml><?xml version="1.0" encoding="utf-8"?>
<DcR_SlideID>48d89186-619c-402a-a507-03e34a68cdbb</DcR_SlideID>
</file>

<file path=customXml/item21.xml><?xml version="1.0" encoding="utf-8"?>
<DcR_SlideID>5b7b8406-c31f-496a-9ec2-1ae37bf9a838</DcR_SlideID>
</file>

<file path=customXml/item22.xml><?xml version="1.0" encoding="utf-8"?>
<DcR_SlideID>6a4341f8-4364-4728-a722-f5d7fb1a2bc2</DcR_SlideID>
</file>

<file path=customXml/item23.xml><?xml version="1.0" encoding="utf-8"?>
<DcR_SlideID>be51e1d1-452c-4119-8b80-e4a3ebbacb1d</DcR_SlideID>
</file>

<file path=customXml/item24.xml><?xml version="1.0" encoding="utf-8"?>
<DcR_SlideID>c83a4a75-4a30-4fab-9c33-e6c38401ec48</DcR_SlideID>
</file>

<file path=customXml/item25.xml><?xml version="1.0" encoding="utf-8"?>
<DcR_SlideID>dadbddc5-9860-44e0-8d60-fedd18d9169d</DcR_SlideID>
</file>

<file path=customXml/item26.xml><?xml version="1.0" encoding="utf-8"?>
<p:properties xmlns:p="http://schemas.microsoft.com/office/2006/metadata/properties" xmlns:xsi="http://www.w3.org/2001/XMLSchema-instance" xmlns:pc="http://schemas.microsoft.com/office/infopath/2007/PartnerControls">
  <documentManagement/>
</p:properties>
</file>

<file path=customXml/item27.xml><?xml version="1.0" encoding="utf-8"?>
<DcR_SlideID>714bad21-278d-4513-9838-5980c9eacbfe</DcR_SlideID>
</file>

<file path=customXml/item28.xml><?xml version="1.0" encoding="utf-8"?>
<DcR_SlideID>859b3180-a69f-4119-90f7-4507fd82a24a</DcR_SlideID>
</file>

<file path=customXml/item29.xml><?xml version="1.0" encoding="utf-8"?>
<ct:contentTypeSchema xmlns:ct="http://schemas.microsoft.com/office/2006/metadata/contentType" xmlns:ma="http://schemas.microsoft.com/office/2006/metadata/properties/metaAttributes" ct:_="" ma:_="" ma:contentTypeName="Document" ma:contentTypeID="0x0101004C8F99CECA7E9F4393977E68B7D43D8B" ma:contentTypeVersion="10" ma:contentTypeDescription="Create a new document." ma:contentTypeScope="" ma:versionID="f1d1b9c63cedce269669e302c2801fe3">
  <xsd:schema xmlns:xsd="http://www.w3.org/2001/XMLSchema" xmlns:xs="http://www.w3.org/2001/XMLSchema" xmlns:p="http://schemas.microsoft.com/office/2006/metadata/properties" xmlns:ns2="ae753edc-97a5-423a-9125-bb6ccbcfe6fe" xmlns:ns3="6d3000be-06b8-41f6-b3f3-049d38370a81" targetNamespace="http://schemas.microsoft.com/office/2006/metadata/properties" ma:root="true" ma:fieldsID="4309bd6e50dd84d51eb42a877d7d1a5f" ns2:_="" ns3:_="">
    <xsd:import namespace="ae753edc-97a5-423a-9125-bb6ccbcfe6fe"/>
    <xsd:import namespace="6d3000be-06b8-41f6-b3f3-049d38370a8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753edc-97a5-423a-9125-bb6ccbcfe6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d3000be-06b8-41f6-b3f3-049d38370a81"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0.xml><?xml version="1.0" encoding="utf-8"?>
<DcR_SlideID>296420ba-9a5f-4fba-8998-88983561931e</DcR_SlideID>
</file>

<file path=customXml/item31.xml><?xml version="1.0" encoding="utf-8"?>
<DcR_SlideID>6d208ca0-b9d9-45a2-ab77-ca61885de15d</DcR_SlideID>
</file>

<file path=customXml/item32.xml><?xml version="1.0" encoding="utf-8"?>
<DcR_SlideID>58e23ff6-da50-4683-911f-681380ab8d44</DcR_SlideID>
</file>

<file path=customXml/item33.xml><?xml version="1.0" encoding="utf-8"?>
<DcR_SlideID>fc088bee-17b5-4ea6-a8e8-3eb8192e0cd6</DcR_SlideID>
</file>

<file path=customXml/item34.xml><?xml version="1.0" encoding="utf-8"?>
<DcR_SlideID>53138c77-8708-4e4e-a970-ad0489441c77</DcR_SlideID>
</file>

<file path=customXml/item35.xml><?xml version="1.0" encoding="utf-8"?>
<DcR_SlideID>de91e884-67c3-4ec1-bf7c-7067e280ba86</DcR_SlideID>
</file>

<file path=customXml/item36.xml><?xml version="1.0" encoding="utf-8"?>
<DcR_SlideID>ca08d4c7-df74-4cb3-998f-d4be8282d171</DcR_SlideID>
</file>

<file path=customXml/item37.xml><?xml version="1.0" encoding="utf-8"?>
<DcR_SlideID>3e565345-07f5-46ef-bfdd-beffc8f5749f</DcR_SlideID>
</file>

<file path=customXml/item38.xml><?xml version="1.0" encoding="utf-8"?>
<DcR_SlideID>a5baa868-3e18-4db4-a977-58431f5b76fd</DcR_SlideID>
</file>

<file path=customXml/item39.xml><?xml version="1.0" encoding="utf-8"?>
<DcR_SlideID>588cd3ee-970c-410a-8b9e-bbb93fea0a0b</DcR_SlideID>
</file>

<file path=customXml/item40.xml><?xml version="1.0" encoding="utf-8"?>
<DcR_SlideID>160fbc6b-94c9-492e-9d5c-eb32460adb21</DcR_SlideID>
</file>

<file path=customXml/item41.xml><?xml version="1.0" encoding="utf-8"?>
<DcR_SlideID>196c6916-4f7b-4c79-bf39-8874c24478eb</DcR_SlideID>
</file>

<file path=customXml/item42.xml><?xml version="1.0" encoding="utf-8"?>
<DcR_SlideID>045a706d-63fd-4c7a-9a9b-7c6c4f2662f3</DcR_SlideID>
</file>

<file path=customXml/item43.xml><?xml version="1.0" encoding="utf-8"?>
<DcR_SlideID>e1abaf51-0e8c-4ab8-913c-a8f52ae93d05</DcR_SlideID>
</file>

<file path=customXml/item44.xml><?xml version="1.0" encoding="utf-8"?>
<DcR_SlideID>c0bdd3bf-1957-4ba1-b802-d461ebc3dbea</DcR_SlideID>
</file>

<file path=customXml/item45.xml><?xml version="1.0" encoding="utf-8"?>
<DcR_SlideID>0a897a73-dce1-4f30-aec3-6502ef6c66a2</DcR_SlideID>
</file>

<file path=customXml/item46.xml><?xml version="1.0" encoding="utf-8"?>
<DcR_SlideID>72d62053-3d7f-4562-8299-6e78c85ab3d5</DcR_SlideID>
</file>

<file path=customXml/item47.xml><?xml version="1.0" encoding="utf-8"?>
<DcR_SlideID>bd76d6dc-35c8-4232-86c9-9cfd68232e05</DcR_SlideID>
</file>

<file path=customXml/item48.xml><?xml version="1.0" encoding="utf-8"?>
<?mso-contentType ?>
<FormTemplates xmlns="http://schemas.microsoft.com/sharepoint/v3/contenttype/forms">
  <Display>DocumentLibraryForm</Display>
  <Edit>DocumentLibraryForm</Edit>
  <New>DocumentLibraryForm</New>
</FormTemplates>
</file>

<file path=customXml/item49.xml><?xml version="1.0" encoding="utf-8"?>
<DcR_SlideID>cc2b4d62-87e5-4d38-b484-9445a5d384dc</DcR_SlideID>
</file>

<file path=customXml/item50.xml><?xml version="1.0" encoding="utf-8"?>
<DcR_SlideID>26f736df-00ad-436f-a9d9-036a7ecc5cf6</DcR_SlideID>
</file>

<file path=customXml/item51.xml><?xml version="1.0" encoding="utf-8"?>
<DcR_SlideID>55d8569d-fe75-4015-b54f-1310535a2caf</DcR_SlideID>
</file>

<file path=customXml/item52.xml><?xml version="1.0" encoding="utf-8"?>
<DcR_SlideID>8389fe2f-857d-4cbd-9e97-9bcb8169f081</DcR_SlideID>
</file>

<file path=customXml/item53.xml><?xml version="1.0" encoding="utf-8"?>
<DcR_SlideID>9325a879-eb93-4101-bb87-0e996a3632a0</DcR_SlideID>
</file>

<file path=customXml/item54.xml><?xml version="1.0" encoding="utf-8"?>
<DcR_SlideID>baf8290d-8fd5-420f-bbe2-47338d05f2eb</DcR_SlideID>
</file>

<file path=customXml/item55.xml><?xml version="1.0" encoding="utf-8"?>
<DcR_SlideID>e49e94e7-98be-48c5-b68c-a7e1718e0d50</DcR_SlideID>
</file>

<file path=customXml/item56.xml><?xml version="1.0" encoding="utf-8"?>
<DcR_SlideID>8d71b8ef-aa58-4adc-8683-a5d3cfa0ae54</DcR_SlideID>
</file>

<file path=customXml/item57.xml><?xml version="1.0" encoding="utf-8"?>
<DcR_SlideID>a5d55402-7f34-4b2b-a042-5ef012205d18</DcR_SlideID>
</file>

<file path=customXml/item58.xml><?xml version="1.0" encoding="utf-8"?>
<DcR_SlideID>643cfa3a-9445-474b-9ea3-5b1f4a164302</DcR_SlideID>
</file>

<file path=customXml/item59.xml><?xml version="1.0" encoding="utf-8"?>
<DcR_SlideID>8456929f-d7aa-4cc3-ab06-42fd130e7cc9</DcR_SlideID>
</file>

<file path=customXml/item60.xml><?xml version="1.0" encoding="utf-8"?>
<DcR_SlideID>7d51d814-0940-4e2e-b6ca-c1fb2eaec92b</DcR_SlideID>
</file>

<file path=customXml/item61.xml><?xml version="1.0" encoding="utf-8"?>
<DcR_SlideID>f8a6c863-c7bb-4a10-9b1a-f88552fd4194</DcR_SlideID>
</file>

<file path=customXml/item62.xml><?xml version="1.0" encoding="utf-8"?>
<DcR_SlideID>4fbebe23-0300-4f28-8c3e-bb29fe7498ac</DcR_SlideID>
</file>

<file path=customXml/item63.xml><?xml version="1.0" encoding="utf-8"?>
<DcR_SlideID>3ab7d70b-6496-401a-98d0-739291832dee</DcR_SlideID>
</file>

<file path=customXml/item64.xml><?xml version="1.0" encoding="utf-8"?>
<DcR_SlideID>550bb712-8d3c-4d1c-924f-b36d15d72e44</DcR_SlideID>
</file>

<file path=customXml/item65.xml><?xml version="1.0" encoding="utf-8"?>
<DcR_SlideID>9610ec20-c4db-46d5-9711-4471efeae02a</DcR_SlideID>
</file>

<file path=customXml/item66.xml><?xml version="1.0" encoding="utf-8"?>
<DcR_SlideID>471b2f7b-e3ed-4c1c-a7de-a4391e6f1f71</DcR_SlideID>
</file>

<file path=customXml/itemProps1.xml><?xml version="1.0" encoding="utf-8"?>
<ds:datastoreItem xmlns:ds="http://schemas.openxmlformats.org/officeDocument/2006/customXml" ds:itemID="{4BE4E814-443D-43BF-992A-6E20EFFFF1BF}">
  <ds:schemaRefs/>
</ds:datastoreItem>
</file>

<file path=customXml/itemProps2.xml><?xml version="1.0" encoding="utf-8"?>
<ds:datastoreItem xmlns:ds="http://schemas.openxmlformats.org/officeDocument/2006/customXml" ds:itemID="{3B14F8D3-B6BB-46F5-AEC8-8BFA434C20C4}">
  <ds:schemaRefs/>
</ds:datastoreItem>
</file>

<file path=customXml/itemProps3.xml><?xml version="1.0" encoding="utf-8"?>
<ds:datastoreItem xmlns:ds="http://schemas.openxmlformats.org/officeDocument/2006/customXml" ds:itemID="{71CC6EE3-1033-4CF8-8F4A-D47048622966}">
  <ds:schemaRefs/>
</ds:datastoreItem>
</file>

<file path=customXml/itemProps4.xml><?xml version="1.0" encoding="utf-8"?>
<ds:datastoreItem xmlns:ds="http://schemas.openxmlformats.org/officeDocument/2006/customXml" ds:itemID="{8FDA5F84-CE66-4D6B-8B44-0558AC0F2B05}">
  <ds:schemaRefs/>
</ds:datastoreItem>
</file>

<file path=customXml/itemProps5.xml><?xml version="1.0" encoding="utf-8"?>
<ds:datastoreItem xmlns:ds="http://schemas.openxmlformats.org/officeDocument/2006/customXml" ds:itemID="{D8C4C195-3B21-4EEB-AD64-A615D3241A36}">
  <ds:schemaRefs/>
</ds:datastoreItem>
</file>

<file path=customXml/itemProps6.xml><?xml version="1.0" encoding="utf-8"?>
<ds:datastoreItem xmlns:ds="http://schemas.openxmlformats.org/officeDocument/2006/customXml" ds:itemID="{E65DD088-0B63-4524-A04C-426C5B4EC230}">
  <ds:schemaRefs/>
</ds:datastoreItem>
</file>

<file path=customXml/itemProps7.xml><?xml version="1.0" encoding="utf-8"?>
<ds:datastoreItem xmlns:ds="http://schemas.openxmlformats.org/officeDocument/2006/customXml" ds:itemID="{1329C5CB-2DFA-4806-A308-78A7EC6E5E90}">
  <ds:schemaRefs/>
</ds:datastoreItem>
</file>

<file path=customXml/itemProps8.xml><?xml version="1.0" encoding="utf-8"?>
<ds:datastoreItem xmlns:ds="http://schemas.openxmlformats.org/officeDocument/2006/customXml" ds:itemID="{5C6CEADB-C672-4D2F-84C5-30ECFADC8DDE}">
  <ds:schemaRefs/>
</ds:datastoreItem>
</file>

<file path=customXml/itemProps9.xml><?xml version="1.0" encoding="utf-8"?>
<ds:datastoreItem xmlns:ds="http://schemas.openxmlformats.org/officeDocument/2006/customXml" ds:itemID="{67147301-3625-4DAB-9D3E-D3AA0D504081}">
  <ds:schemaRefs/>
</ds:datastoreItem>
</file>

<file path=customXml/itemProps10.xml><?xml version="1.0" encoding="utf-8"?>
<ds:datastoreItem xmlns:ds="http://schemas.openxmlformats.org/officeDocument/2006/customXml" ds:itemID="{ABB12538-EE7B-402D-9FC8-1AFBA2DC77B1}">
  <ds:schemaRefs/>
</ds:datastoreItem>
</file>

<file path=customXml/itemProps11.xml><?xml version="1.0" encoding="utf-8"?>
<ds:datastoreItem xmlns:ds="http://schemas.openxmlformats.org/officeDocument/2006/customXml" ds:itemID="{C3C6A64D-4E0C-42F4-AB0B-A99E901C5022}">
  <ds:schemaRefs/>
</ds:datastoreItem>
</file>

<file path=customXml/itemProps12.xml><?xml version="1.0" encoding="utf-8"?>
<ds:datastoreItem xmlns:ds="http://schemas.openxmlformats.org/officeDocument/2006/customXml" ds:itemID="{F7BC7EC8-D011-4B07-B780-B56CAD5976D5}">
  <ds:schemaRefs/>
</ds:datastoreItem>
</file>

<file path=customXml/itemProps13.xml><?xml version="1.0" encoding="utf-8"?>
<ds:datastoreItem xmlns:ds="http://schemas.openxmlformats.org/officeDocument/2006/customXml" ds:itemID="{3EB21953-D86D-4D7A-B330-EE32B51C2232}">
  <ds:schemaRefs/>
</ds:datastoreItem>
</file>

<file path=customXml/itemProps14.xml><?xml version="1.0" encoding="utf-8"?>
<ds:datastoreItem xmlns:ds="http://schemas.openxmlformats.org/officeDocument/2006/customXml" ds:itemID="{4CC597FF-A376-404B-A772-AC42AAF3A00E}">
  <ds:schemaRefs/>
</ds:datastoreItem>
</file>

<file path=customXml/itemProps15.xml><?xml version="1.0" encoding="utf-8"?>
<ds:datastoreItem xmlns:ds="http://schemas.openxmlformats.org/officeDocument/2006/customXml" ds:itemID="{7FD25DE2-809C-4CDC-ADC8-2C92AF1C104E}">
  <ds:schemaRefs/>
</ds:datastoreItem>
</file>

<file path=customXml/itemProps16.xml><?xml version="1.0" encoding="utf-8"?>
<ds:datastoreItem xmlns:ds="http://schemas.openxmlformats.org/officeDocument/2006/customXml" ds:itemID="{903FEC96-7416-4921-8BAE-B94E358AEA81}">
  <ds:schemaRefs/>
</ds:datastoreItem>
</file>

<file path=customXml/itemProps17.xml><?xml version="1.0" encoding="utf-8"?>
<ds:datastoreItem xmlns:ds="http://schemas.openxmlformats.org/officeDocument/2006/customXml" ds:itemID="{E98BAE26-982B-4ADC-8B93-98660B5338A8}">
  <ds:schemaRefs/>
</ds:datastoreItem>
</file>

<file path=customXml/itemProps18.xml><?xml version="1.0" encoding="utf-8"?>
<ds:datastoreItem xmlns:ds="http://schemas.openxmlformats.org/officeDocument/2006/customXml" ds:itemID="{DCE63EBF-107B-4116-8380-A47EA20E97B4}">
  <ds:schemaRefs/>
</ds:datastoreItem>
</file>

<file path=customXml/itemProps19.xml><?xml version="1.0" encoding="utf-8"?>
<ds:datastoreItem xmlns:ds="http://schemas.openxmlformats.org/officeDocument/2006/customXml" ds:itemID="{053C88E8-F55A-4FE0-9B85-3751C334A643}">
  <ds:schemaRefs/>
</ds:datastoreItem>
</file>

<file path=customXml/itemProps20.xml><?xml version="1.0" encoding="utf-8"?>
<ds:datastoreItem xmlns:ds="http://schemas.openxmlformats.org/officeDocument/2006/customXml" ds:itemID="{14A410D7-0C7C-4830-80A8-A1E083DC5CE3}">
  <ds:schemaRefs/>
</ds:datastoreItem>
</file>

<file path=customXml/itemProps21.xml><?xml version="1.0" encoding="utf-8"?>
<ds:datastoreItem xmlns:ds="http://schemas.openxmlformats.org/officeDocument/2006/customXml" ds:itemID="{5D0157AB-DBFB-46BD-BDC9-1CA8A5D9D4BD}">
  <ds:schemaRefs/>
</ds:datastoreItem>
</file>

<file path=customXml/itemProps22.xml><?xml version="1.0" encoding="utf-8"?>
<ds:datastoreItem xmlns:ds="http://schemas.openxmlformats.org/officeDocument/2006/customXml" ds:itemID="{6885C7C7-D66D-4EC0-820C-ECD6CB8DB08F}">
  <ds:schemaRefs/>
</ds:datastoreItem>
</file>

<file path=customXml/itemProps23.xml><?xml version="1.0" encoding="utf-8"?>
<ds:datastoreItem xmlns:ds="http://schemas.openxmlformats.org/officeDocument/2006/customXml" ds:itemID="{C700478E-468F-4C09-B3B8-273DE658951D}">
  <ds:schemaRefs/>
</ds:datastoreItem>
</file>

<file path=customXml/itemProps24.xml><?xml version="1.0" encoding="utf-8"?>
<ds:datastoreItem xmlns:ds="http://schemas.openxmlformats.org/officeDocument/2006/customXml" ds:itemID="{AF15E79C-0626-421A-B92D-CEF73E7AFCA0}">
  <ds:schemaRefs/>
</ds:datastoreItem>
</file>

<file path=customXml/itemProps25.xml><?xml version="1.0" encoding="utf-8"?>
<ds:datastoreItem xmlns:ds="http://schemas.openxmlformats.org/officeDocument/2006/customXml" ds:itemID="{EA5EBAEB-33A0-490D-AF6A-7C00EDB3B946}">
  <ds:schemaRefs/>
</ds:datastoreItem>
</file>

<file path=customXml/itemProps26.xml><?xml version="1.0" encoding="utf-8"?>
<ds:datastoreItem xmlns:ds="http://schemas.openxmlformats.org/officeDocument/2006/customXml" ds:itemID="{FA758F2C-2961-4F3E-AF6C-A7AAF8C806B2}">
  <ds:schemaRefs>
    <ds:schemaRef ds:uri="6d3000be-06b8-41f6-b3f3-049d38370a81"/>
    <ds:schemaRef ds:uri="ae753edc-97a5-423a-9125-bb6ccbcfe6f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7.xml><?xml version="1.0" encoding="utf-8"?>
<ds:datastoreItem xmlns:ds="http://schemas.openxmlformats.org/officeDocument/2006/customXml" ds:itemID="{46C9F9CF-CE54-4F81-813F-A61CA794048A}">
  <ds:schemaRefs/>
</ds:datastoreItem>
</file>

<file path=customXml/itemProps28.xml><?xml version="1.0" encoding="utf-8"?>
<ds:datastoreItem xmlns:ds="http://schemas.openxmlformats.org/officeDocument/2006/customXml" ds:itemID="{4D86B67B-1202-4DD5-B2F3-E05AF4631090}">
  <ds:schemaRefs/>
</ds:datastoreItem>
</file>

<file path=customXml/itemProps29.xml><?xml version="1.0" encoding="utf-8"?>
<ds:datastoreItem xmlns:ds="http://schemas.openxmlformats.org/officeDocument/2006/customXml" ds:itemID="{9591D127-2E85-4D00-8DD1-712726828290}">
  <ds:schemaRefs>
    <ds:schemaRef ds:uri="6d3000be-06b8-41f6-b3f3-049d38370a81"/>
    <ds:schemaRef ds:uri="ae753edc-97a5-423a-9125-bb6ccbcfe6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0.xml><?xml version="1.0" encoding="utf-8"?>
<ds:datastoreItem xmlns:ds="http://schemas.openxmlformats.org/officeDocument/2006/customXml" ds:itemID="{80C9AEC9-6C70-46BA-B994-B6A5715EC2E2}">
  <ds:schemaRefs/>
</ds:datastoreItem>
</file>

<file path=customXml/itemProps31.xml><?xml version="1.0" encoding="utf-8"?>
<ds:datastoreItem xmlns:ds="http://schemas.openxmlformats.org/officeDocument/2006/customXml" ds:itemID="{D34C4D0C-C2F1-47CE-9B49-54DB1676F3A2}">
  <ds:schemaRefs/>
</ds:datastoreItem>
</file>

<file path=customXml/itemProps32.xml><?xml version="1.0" encoding="utf-8"?>
<ds:datastoreItem xmlns:ds="http://schemas.openxmlformats.org/officeDocument/2006/customXml" ds:itemID="{DF51AED5-CD86-45FF-8EF3-F824FA556027}">
  <ds:schemaRefs/>
</ds:datastoreItem>
</file>

<file path=customXml/itemProps33.xml><?xml version="1.0" encoding="utf-8"?>
<ds:datastoreItem xmlns:ds="http://schemas.openxmlformats.org/officeDocument/2006/customXml" ds:itemID="{1631AF73-4265-4F8A-A3A5-C906ED1BB958}">
  <ds:schemaRefs/>
</ds:datastoreItem>
</file>

<file path=customXml/itemProps34.xml><?xml version="1.0" encoding="utf-8"?>
<ds:datastoreItem xmlns:ds="http://schemas.openxmlformats.org/officeDocument/2006/customXml" ds:itemID="{09CC8665-167F-4FC0-8B64-2FB839066EE7}">
  <ds:schemaRefs/>
</ds:datastoreItem>
</file>

<file path=customXml/itemProps35.xml><?xml version="1.0" encoding="utf-8"?>
<ds:datastoreItem xmlns:ds="http://schemas.openxmlformats.org/officeDocument/2006/customXml" ds:itemID="{6B98A663-942E-418A-8E7B-2159A65E6FEC}">
  <ds:schemaRefs/>
</ds:datastoreItem>
</file>

<file path=customXml/itemProps36.xml><?xml version="1.0" encoding="utf-8"?>
<ds:datastoreItem xmlns:ds="http://schemas.openxmlformats.org/officeDocument/2006/customXml" ds:itemID="{5D1D6B04-12DC-4902-9505-FC9C4019F864}">
  <ds:schemaRefs/>
</ds:datastoreItem>
</file>

<file path=customXml/itemProps37.xml><?xml version="1.0" encoding="utf-8"?>
<ds:datastoreItem xmlns:ds="http://schemas.openxmlformats.org/officeDocument/2006/customXml" ds:itemID="{9B35E659-43D7-471F-9DA3-8F80B8BEC5C6}">
  <ds:schemaRefs/>
</ds:datastoreItem>
</file>

<file path=customXml/itemProps38.xml><?xml version="1.0" encoding="utf-8"?>
<ds:datastoreItem xmlns:ds="http://schemas.openxmlformats.org/officeDocument/2006/customXml" ds:itemID="{B4547808-1980-4B3F-BD81-119D71AAE8FA}">
  <ds:schemaRefs/>
</ds:datastoreItem>
</file>

<file path=customXml/itemProps39.xml><?xml version="1.0" encoding="utf-8"?>
<ds:datastoreItem xmlns:ds="http://schemas.openxmlformats.org/officeDocument/2006/customXml" ds:itemID="{FDCA29AB-4789-4A83-99A4-21599AF21143}">
  <ds:schemaRefs/>
</ds:datastoreItem>
</file>

<file path=customXml/itemProps40.xml><?xml version="1.0" encoding="utf-8"?>
<ds:datastoreItem xmlns:ds="http://schemas.openxmlformats.org/officeDocument/2006/customXml" ds:itemID="{EEE7BA50-CB56-4667-8A71-318086E1468B}">
  <ds:schemaRefs/>
</ds:datastoreItem>
</file>

<file path=customXml/itemProps41.xml><?xml version="1.0" encoding="utf-8"?>
<ds:datastoreItem xmlns:ds="http://schemas.openxmlformats.org/officeDocument/2006/customXml" ds:itemID="{4EFC4764-E241-4B55-9274-C758D2B0D19B}">
  <ds:schemaRefs/>
</ds:datastoreItem>
</file>

<file path=customXml/itemProps42.xml><?xml version="1.0" encoding="utf-8"?>
<ds:datastoreItem xmlns:ds="http://schemas.openxmlformats.org/officeDocument/2006/customXml" ds:itemID="{49348021-A216-4C20-992D-F711A8AA8E0A}">
  <ds:schemaRefs/>
</ds:datastoreItem>
</file>

<file path=customXml/itemProps43.xml><?xml version="1.0" encoding="utf-8"?>
<ds:datastoreItem xmlns:ds="http://schemas.openxmlformats.org/officeDocument/2006/customXml" ds:itemID="{6D234291-90D4-4D59-A780-427902FF9922}">
  <ds:schemaRefs/>
</ds:datastoreItem>
</file>

<file path=customXml/itemProps44.xml><?xml version="1.0" encoding="utf-8"?>
<ds:datastoreItem xmlns:ds="http://schemas.openxmlformats.org/officeDocument/2006/customXml" ds:itemID="{81CF354F-3EB0-4622-8986-3075D44D529A}">
  <ds:schemaRefs/>
</ds:datastoreItem>
</file>

<file path=customXml/itemProps45.xml><?xml version="1.0" encoding="utf-8"?>
<ds:datastoreItem xmlns:ds="http://schemas.openxmlformats.org/officeDocument/2006/customXml" ds:itemID="{E087C407-0EFC-4486-9991-2601F5E58EFF}">
  <ds:schemaRefs/>
</ds:datastoreItem>
</file>

<file path=customXml/itemProps46.xml><?xml version="1.0" encoding="utf-8"?>
<ds:datastoreItem xmlns:ds="http://schemas.openxmlformats.org/officeDocument/2006/customXml" ds:itemID="{D365D7E0-BDB7-4BB3-8E77-7E39E09255CF}">
  <ds:schemaRefs/>
</ds:datastoreItem>
</file>

<file path=customXml/itemProps47.xml><?xml version="1.0" encoding="utf-8"?>
<ds:datastoreItem xmlns:ds="http://schemas.openxmlformats.org/officeDocument/2006/customXml" ds:itemID="{2C22AA6A-8B2C-4CB6-8A8B-E23A8EFFFA35}">
  <ds:schemaRefs/>
</ds:datastoreItem>
</file>

<file path=customXml/itemProps48.xml><?xml version="1.0" encoding="utf-8"?>
<ds:datastoreItem xmlns:ds="http://schemas.openxmlformats.org/officeDocument/2006/customXml" ds:itemID="{0C265105-FE1D-453C-BB54-B143C57411F1}">
  <ds:schemaRefs>
    <ds:schemaRef ds:uri="http://schemas.microsoft.com/sharepoint/v3/contenttype/forms"/>
  </ds:schemaRefs>
</ds:datastoreItem>
</file>

<file path=customXml/itemProps49.xml><?xml version="1.0" encoding="utf-8"?>
<ds:datastoreItem xmlns:ds="http://schemas.openxmlformats.org/officeDocument/2006/customXml" ds:itemID="{60281880-B11C-4D87-882E-66AED2F8EEB1}">
  <ds:schemaRefs/>
</ds:datastoreItem>
</file>

<file path=customXml/itemProps50.xml><?xml version="1.0" encoding="utf-8"?>
<ds:datastoreItem xmlns:ds="http://schemas.openxmlformats.org/officeDocument/2006/customXml" ds:itemID="{BC061F36-480A-4CF0-8E2D-29292C40385C}">
  <ds:schemaRefs/>
</ds:datastoreItem>
</file>

<file path=customXml/itemProps51.xml><?xml version="1.0" encoding="utf-8"?>
<ds:datastoreItem xmlns:ds="http://schemas.openxmlformats.org/officeDocument/2006/customXml" ds:itemID="{58D31395-87DB-453F-9FF5-388DDF4B25B5}">
  <ds:schemaRefs/>
</ds:datastoreItem>
</file>

<file path=customXml/itemProps52.xml><?xml version="1.0" encoding="utf-8"?>
<ds:datastoreItem xmlns:ds="http://schemas.openxmlformats.org/officeDocument/2006/customXml" ds:itemID="{A4BD06F0-4554-4EA9-BC1E-11B467C13098}">
  <ds:schemaRefs/>
</ds:datastoreItem>
</file>

<file path=customXml/itemProps53.xml><?xml version="1.0" encoding="utf-8"?>
<ds:datastoreItem xmlns:ds="http://schemas.openxmlformats.org/officeDocument/2006/customXml" ds:itemID="{F1E1DC8B-71F3-40EF-9FFF-4F9834B2CB16}">
  <ds:schemaRefs/>
</ds:datastoreItem>
</file>

<file path=customXml/itemProps54.xml><?xml version="1.0" encoding="utf-8"?>
<ds:datastoreItem xmlns:ds="http://schemas.openxmlformats.org/officeDocument/2006/customXml" ds:itemID="{499EBCB0-A06F-4DEA-B67E-A14E000B4FA8}">
  <ds:schemaRefs/>
</ds:datastoreItem>
</file>

<file path=customXml/itemProps55.xml><?xml version="1.0" encoding="utf-8"?>
<ds:datastoreItem xmlns:ds="http://schemas.openxmlformats.org/officeDocument/2006/customXml" ds:itemID="{8A8015F9-29E3-479B-8ADA-436CB4F96629}">
  <ds:schemaRefs/>
</ds:datastoreItem>
</file>

<file path=customXml/itemProps56.xml><?xml version="1.0" encoding="utf-8"?>
<ds:datastoreItem xmlns:ds="http://schemas.openxmlformats.org/officeDocument/2006/customXml" ds:itemID="{E1A302C1-4F5F-4D44-B605-58BD4E5FA1B4}">
  <ds:schemaRefs/>
</ds:datastoreItem>
</file>

<file path=customXml/itemProps57.xml><?xml version="1.0" encoding="utf-8"?>
<ds:datastoreItem xmlns:ds="http://schemas.openxmlformats.org/officeDocument/2006/customXml" ds:itemID="{32BBF07E-AA10-4F2A-B7AD-975E50BF9311}">
  <ds:schemaRefs/>
</ds:datastoreItem>
</file>

<file path=customXml/itemProps58.xml><?xml version="1.0" encoding="utf-8"?>
<ds:datastoreItem xmlns:ds="http://schemas.openxmlformats.org/officeDocument/2006/customXml" ds:itemID="{6F55CD16-55C9-4A5F-807F-D923C92BC6B2}">
  <ds:schemaRefs/>
</ds:datastoreItem>
</file>

<file path=customXml/itemProps59.xml><?xml version="1.0" encoding="utf-8"?>
<ds:datastoreItem xmlns:ds="http://schemas.openxmlformats.org/officeDocument/2006/customXml" ds:itemID="{D4C05687-3154-4863-A2B1-2194D8D82CDD}">
  <ds:schemaRefs/>
</ds:datastoreItem>
</file>

<file path=customXml/itemProps60.xml><?xml version="1.0" encoding="utf-8"?>
<ds:datastoreItem xmlns:ds="http://schemas.openxmlformats.org/officeDocument/2006/customXml" ds:itemID="{113B0F8C-F813-4FA1-8107-5FC0098C528B}">
  <ds:schemaRefs/>
</ds:datastoreItem>
</file>

<file path=customXml/itemProps61.xml><?xml version="1.0" encoding="utf-8"?>
<ds:datastoreItem xmlns:ds="http://schemas.openxmlformats.org/officeDocument/2006/customXml" ds:itemID="{2F096A1B-4217-432B-9A96-E80C07B84415}">
  <ds:schemaRefs/>
</ds:datastoreItem>
</file>

<file path=customXml/itemProps62.xml><?xml version="1.0" encoding="utf-8"?>
<ds:datastoreItem xmlns:ds="http://schemas.openxmlformats.org/officeDocument/2006/customXml" ds:itemID="{640235F3-B864-45FB-9692-43F9FA0937A4}">
  <ds:schemaRefs/>
</ds:datastoreItem>
</file>

<file path=customXml/itemProps63.xml><?xml version="1.0" encoding="utf-8"?>
<ds:datastoreItem xmlns:ds="http://schemas.openxmlformats.org/officeDocument/2006/customXml" ds:itemID="{5B635B50-1069-495F-8D92-D04E3B0D0861}">
  <ds:schemaRefs/>
</ds:datastoreItem>
</file>

<file path=customXml/itemProps64.xml><?xml version="1.0" encoding="utf-8"?>
<ds:datastoreItem xmlns:ds="http://schemas.openxmlformats.org/officeDocument/2006/customXml" ds:itemID="{A74E75F8-1934-4B15-A0D6-8914B0F2E5B9}">
  <ds:schemaRefs/>
</ds:datastoreItem>
</file>

<file path=customXml/itemProps65.xml><?xml version="1.0" encoding="utf-8"?>
<ds:datastoreItem xmlns:ds="http://schemas.openxmlformats.org/officeDocument/2006/customXml" ds:itemID="{C31F1424-2C9C-4E15-88D6-4C3AB40AF751}">
  <ds:schemaRefs/>
</ds:datastoreItem>
</file>

<file path=customXml/itemProps66.xml><?xml version="1.0" encoding="utf-8"?>
<ds:datastoreItem xmlns:ds="http://schemas.openxmlformats.org/officeDocument/2006/customXml" ds:itemID="{F20119E1-380C-4C9B-A8A9-2811469E24EC}">
  <ds:schemaRefs/>
</ds:datastoreItem>
</file>

<file path=docProps/app.xml><?xml version="1.0" encoding="utf-8"?>
<Properties xmlns="http://schemas.openxmlformats.org/officeDocument/2006/extended-properties" xmlns:vt="http://schemas.openxmlformats.org/officeDocument/2006/docPropsVTypes">
  <Template/>
  <TotalTime>0</TotalTime>
  <Words>5462</Words>
  <Application>Microsoft Office PowerPoint</Application>
  <PresentationFormat>Widescreen</PresentationFormat>
  <Paragraphs>879</Paragraphs>
  <Slides>55</Slides>
  <Notes>35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55</vt:i4>
      </vt:variant>
    </vt:vector>
  </HeadingPairs>
  <TitlesOfParts>
    <vt:vector size="65" baseType="lpstr">
      <vt:lpstr>Aptos</vt:lpstr>
      <vt:lpstr>Arial</vt:lpstr>
      <vt:lpstr>Arial,Sans-Serif</vt:lpstr>
      <vt:lpstr>Calibri</vt:lpstr>
      <vt:lpstr>Courier New</vt:lpstr>
      <vt:lpstr>Georgia</vt:lpstr>
      <vt:lpstr>Poppins</vt:lpstr>
      <vt:lpstr>Times New Roman</vt:lpstr>
      <vt:lpstr>Wingdings</vt:lpstr>
      <vt:lpstr>PwC Slide Master</vt:lpstr>
      <vt:lpstr>PowerPoint Presentation</vt:lpstr>
      <vt:lpstr>What will we cover today?</vt:lpstr>
      <vt:lpstr>PowerPoint Presentation</vt:lpstr>
      <vt:lpstr>PowerPoint Presentation</vt:lpstr>
      <vt:lpstr>PowerPoint Presentation</vt:lpstr>
      <vt:lpstr>PowerPoint Presentation</vt:lpstr>
      <vt:lpstr>Engagement Round  Knowledge Checkpoint </vt:lpstr>
      <vt:lpstr>Corporate Governance – Impact beyond the Boardroom</vt:lpstr>
      <vt:lpstr>Corporate Governance – Impact beyond the Boardroom</vt:lpstr>
      <vt:lpstr>Corporate Governance – Impact beyond the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Corporate Governance | Transparency | Key Drivers</vt:lpstr>
      <vt:lpstr>PowerPoint Presentation</vt:lpstr>
      <vt:lpstr>PowerPoint Presentation</vt:lpstr>
      <vt:lpstr>PowerPoint Presentation</vt:lpstr>
      <vt:lpstr>PowerPoint Presentation</vt:lpstr>
      <vt:lpstr>PowerPoint Presentation</vt:lpstr>
      <vt:lpstr>Real-world Governance Dilemmas- What would you do?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OECD Principles</vt:lpstr>
      <vt:lpstr>PowerPoint Presentation</vt:lpstr>
      <vt:lpstr>PowerPoint Presentation</vt:lpstr>
      <vt:lpstr>PowerPoint Presentation</vt:lpstr>
      <vt:lpstr>PowerPoint Presentation</vt:lpstr>
      <vt:lpstr>PowerPoint Presentation</vt:lpstr>
      <vt:lpstr>Thank you</vt:lpstr>
      <vt:lpstr>PowerPoint Presentation</vt:lpstr>
      <vt:lpstr>PowerPoint Presentation</vt:lpstr>
    </vt:vector>
  </TitlesOfParts>
  <Company>PricewaterhouseCoopers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Price Waterhouse &amp; Co LLP</dc:creator>
  <cp:lastModifiedBy>Pw &amp; Co LLP</cp:lastModifiedBy>
  <cp:revision>1</cp:revision>
  <dcterms:created xsi:type="dcterms:W3CDTF">2025-08-01T04:10:20Z</dcterms:created>
  <dcterms:modified xsi:type="dcterms:W3CDTF">2026-02-19T14:52:03Z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0x0101004C8F99CECA7E9F4393977E68B7D43D8B</vt:lpwstr>
  </property>
</Properties>
</file>