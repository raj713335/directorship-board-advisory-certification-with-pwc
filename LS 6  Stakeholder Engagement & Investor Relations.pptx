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83"/>
  </p:sldMasterIdLst>
  <p:notesMasterIdLst>
    <p:notesMasterId r:id="rId134"/>
  </p:notesMasterIdLst>
  <p:sldIdLst>
    <p:sldId id="257" r:id="rId84"/>
    <p:sldId id="258" r:id="rId85"/>
    <p:sldId id="2147471775" r:id="rId86"/>
    <p:sldId id="2147471718" r:id="rId87"/>
    <p:sldId id="2147471760" r:id="rId88"/>
    <p:sldId id="2147471766" r:id="rId89"/>
    <p:sldId id="2147471728" r:id="rId90"/>
    <p:sldId id="2147471786" r:id="rId91"/>
    <p:sldId id="2147471789" r:id="rId92"/>
    <p:sldId id="2147471777" r:id="rId93"/>
    <p:sldId id="2147471720" r:id="rId94"/>
    <p:sldId id="2147471721" r:id="rId95"/>
    <p:sldId id="2147471778" r:id="rId96"/>
    <p:sldId id="2147471723" r:id="rId97"/>
    <p:sldId id="2147471701" r:id="rId98"/>
    <p:sldId id="2147471779" r:id="rId99"/>
    <p:sldId id="2147471729" r:id="rId100"/>
    <p:sldId id="2147471709" r:id="rId101"/>
    <p:sldId id="2147471780" r:id="rId102"/>
    <p:sldId id="2147471730" r:id="rId103"/>
    <p:sldId id="2147471756" r:id="rId104"/>
    <p:sldId id="2147471757" r:id="rId105"/>
    <p:sldId id="2147471781" r:id="rId106"/>
    <p:sldId id="2147471733" r:id="rId107"/>
    <p:sldId id="2147471731" r:id="rId108"/>
    <p:sldId id="2147471782" r:id="rId109"/>
    <p:sldId id="2147471732" r:id="rId110"/>
    <p:sldId id="2147471744" r:id="rId111"/>
    <p:sldId id="2147471743" r:id="rId112"/>
    <p:sldId id="2147471790" r:id="rId113"/>
    <p:sldId id="2147471783" r:id="rId114"/>
    <p:sldId id="2147471772" r:id="rId115"/>
    <p:sldId id="2147471784" r:id="rId116"/>
    <p:sldId id="2147471746" r:id="rId117"/>
    <p:sldId id="2147471773" r:id="rId118"/>
    <p:sldId id="2147471765" r:id="rId119"/>
    <p:sldId id="2147471785" r:id="rId120"/>
    <p:sldId id="2147471787" r:id="rId121"/>
    <p:sldId id="2147471747" r:id="rId122"/>
    <p:sldId id="2147471753" r:id="rId123"/>
    <p:sldId id="2147471750" r:id="rId124"/>
    <p:sldId id="2147471788" r:id="rId125"/>
    <p:sldId id="2147471791" r:id="rId126"/>
    <p:sldId id="2147471758" r:id="rId127"/>
    <p:sldId id="273" r:id="rId128"/>
    <p:sldId id="2147471761" r:id="rId129"/>
    <p:sldId id="2147471762" r:id="rId130"/>
    <p:sldId id="2147471763" r:id="rId131"/>
    <p:sldId id="2147471764" r:id="rId132"/>
    <p:sldId id="2147471609" r:id="rId133"/>
  </p:sldIdLst>
  <p:sldSz cx="12192000" cy="6858000"/>
  <p:notesSz cx="6724650" cy="9774238"/>
  <p:custDataLst>
    <p:custData r:id="rId8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166CF27-23F0-53FD-3E3C-AB020C27C656}" name="SHUBHRA SHAILEE" initials="SS" userId="S::shubhra.shailee@upgrad.com::8fcda783-5efe-4a10-869a-4174ce681021" providerId="AD"/>
  <p188:author id="{70993AB0-34E7-2FF4-2489-F29C3C9BBD15}" name="Price Waterhouse &amp; Co LLP" initials="Pw" userId="Price Waterhouse &amp; Co LLP" providerId="None"/>
  <p188:author id="{2B1D28C3-53DE-C597-9E23-BB2070D63081}" name="Kaajal Shivdasani (IN)" initials="K(" userId="S::kaajal.shivdasani@pwc.com::4db7dc3d-5b14-4372-916d-a18055cacbc1" providerId="AD"/>
  <p188:author id="{16B53BC3-5421-4B11-A1D9-4D8734846A58}" name="Pragya Sood" initials="PS" userId="S::pragya.sood_upgrad.com#ext#@pwc.onmicrosoft.com::04d37a34-07a1-42fc-a6c7-8931e8e2d466" providerId="AD"/>
  <p188:author id="{56B16AE1-A54E-EBFC-252E-01C1A51D74A8}" name="Yoshita Sharma (IN)" initials="YS" userId="S::yoshita.sharma@pwc.com::6d8006f1-f2cf-469b-ae87-e1d4c7b2742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EDEB"/>
    <a:srgbClr val="FEB9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F6201F-57A0-4453-8B48-84956410C358}" v="2" dt="2026-04-16T12:15:50.634"/>
  </p1510:revLst>
</p1510:revInfo>
</file>

<file path=ppt/tableStyles.xml><?xml version="1.0" encoding="utf-8"?>
<a:tblStyleLst xmlns:a="http://schemas.openxmlformats.org/drawingml/2006/main" def="{605943CB-6F42-4776-B506-94E284F2829C}">
  <a:tblStyle styleId="{605943CB-6F42-4776-B506-94E284F2829C}" styleName="Brand Table 1">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noFill/>
        </a:fill>
      </a:tcStyle>
    </a:firstRow>
  </a:tblStyle>
  <a:tblStyle styleId="{8DE8A128-FD69-4F98-BC96-439F510B2832}" styleName="Brand Table 2">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noFill/>
        </a:fill>
      </a:tcStyle>
    </a:firstRow>
  </a:tblStyle>
  <a:tblStyle styleId="{B56CA0EE-1E45-4AA6-A82B-0F5650326712}" styleName="Brand Table 3">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solidFill>
            <a:schemeClr val="bg1">
              <a:lumMod val="95000"/>
            </a:schemeClr>
          </a:solidFill>
        </a:fill>
      </a:tcStyle>
    </a:firstRow>
  </a:tblStyle>
  <a:tblStyle styleId="{B2FE71AF-C406-42DD-AC2B-C6103619A3FC}" styleName="Brand Table 4">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solidFill>
            <a:schemeClr val="bg1">
              <a:lumMod val="95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54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34.xml"/><Relationship Id="rId21" Type="http://schemas.openxmlformats.org/officeDocument/2006/relationships/customXml" Target="../customXml/item21.xml"/><Relationship Id="rId42" Type="http://schemas.openxmlformats.org/officeDocument/2006/relationships/customXml" Target="../customXml/item42.xml"/><Relationship Id="rId63" Type="http://schemas.openxmlformats.org/officeDocument/2006/relationships/customXml" Target="../customXml/item63.xml"/><Relationship Id="rId84" Type="http://schemas.openxmlformats.org/officeDocument/2006/relationships/slide" Target="slides/slide1.xml"/><Relationship Id="rId138" Type="http://schemas.openxmlformats.org/officeDocument/2006/relationships/tableStyles" Target="tableStyles.xml"/><Relationship Id="rId16" Type="http://schemas.openxmlformats.org/officeDocument/2006/relationships/customXml" Target="../customXml/item16.xml"/><Relationship Id="rId107" Type="http://schemas.openxmlformats.org/officeDocument/2006/relationships/slide" Target="slides/slide24.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customXml" Target="../customXml/item53.xml"/><Relationship Id="rId58" Type="http://schemas.openxmlformats.org/officeDocument/2006/relationships/customXml" Target="../customXml/item58.xml"/><Relationship Id="rId74" Type="http://schemas.openxmlformats.org/officeDocument/2006/relationships/customXml" Target="../customXml/item74.xml"/><Relationship Id="rId79" Type="http://schemas.openxmlformats.org/officeDocument/2006/relationships/customXml" Target="../customXml/item79.xml"/><Relationship Id="rId102" Type="http://schemas.openxmlformats.org/officeDocument/2006/relationships/slide" Target="slides/slide19.xml"/><Relationship Id="rId123" Type="http://schemas.openxmlformats.org/officeDocument/2006/relationships/slide" Target="slides/slide40.xml"/><Relationship Id="rId128" Type="http://schemas.openxmlformats.org/officeDocument/2006/relationships/slide" Target="slides/slide45.xml"/><Relationship Id="rId5" Type="http://schemas.openxmlformats.org/officeDocument/2006/relationships/customXml" Target="../customXml/item5.xml"/><Relationship Id="rId90" Type="http://schemas.openxmlformats.org/officeDocument/2006/relationships/slide" Target="slides/slide7.xml"/><Relationship Id="rId95" Type="http://schemas.openxmlformats.org/officeDocument/2006/relationships/slide" Target="slides/slide12.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customXml" Target="../customXml/item43.xml"/><Relationship Id="rId48" Type="http://schemas.openxmlformats.org/officeDocument/2006/relationships/customXml" Target="../customXml/item48.xml"/><Relationship Id="rId64" Type="http://schemas.openxmlformats.org/officeDocument/2006/relationships/customXml" Target="../customXml/item64.xml"/><Relationship Id="rId69" Type="http://schemas.openxmlformats.org/officeDocument/2006/relationships/customXml" Target="../customXml/item69.xml"/><Relationship Id="rId113" Type="http://schemas.openxmlformats.org/officeDocument/2006/relationships/slide" Target="slides/slide30.xml"/><Relationship Id="rId118" Type="http://schemas.openxmlformats.org/officeDocument/2006/relationships/slide" Target="slides/slide35.xml"/><Relationship Id="rId134" Type="http://schemas.openxmlformats.org/officeDocument/2006/relationships/notesMaster" Target="notesMasters/notesMaster1.xml"/><Relationship Id="rId139" Type="http://schemas.microsoft.com/office/2015/10/relationships/revisionInfo" Target="revisionInfo.xml"/><Relationship Id="rId80" Type="http://schemas.openxmlformats.org/officeDocument/2006/relationships/customXml" Target="../customXml/item80.xml"/><Relationship Id="rId85" Type="http://schemas.openxmlformats.org/officeDocument/2006/relationships/slide" Target="slides/slide2.xml"/><Relationship Id="rId12" Type="http://schemas.openxmlformats.org/officeDocument/2006/relationships/customXml" Target="../customXml/item12.xml"/><Relationship Id="rId17" Type="http://schemas.openxmlformats.org/officeDocument/2006/relationships/customXml" Target="../customXml/item17.xml"/><Relationship Id="rId33" Type="http://schemas.openxmlformats.org/officeDocument/2006/relationships/customXml" Target="../customXml/item33.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slide" Target="slides/slide20.xml"/><Relationship Id="rId108" Type="http://schemas.openxmlformats.org/officeDocument/2006/relationships/slide" Target="slides/slide25.xml"/><Relationship Id="rId124" Type="http://schemas.openxmlformats.org/officeDocument/2006/relationships/slide" Target="slides/slide41.xml"/><Relationship Id="rId129" Type="http://schemas.openxmlformats.org/officeDocument/2006/relationships/slide" Target="slides/slide46.xml"/><Relationship Id="rId54" Type="http://schemas.openxmlformats.org/officeDocument/2006/relationships/customXml" Target="../customXml/item54.xml"/><Relationship Id="rId70" Type="http://schemas.openxmlformats.org/officeDocument/2006/relationships/customXml" Target="../customXml/item70.xml"/><Relationship Id="rId75" Type="http://schemas.openxmlformats.org/officeDocument/2006/relationships/customXml" Target="../customXml/item75.xml"/><Relationship Id="rId91" Type="http://schemas.openxmlformats.org/officeDocument/2006/relationships/slide" Target="slides/slide8.xml"/><Relationship Id="rId96" Type="http://schemas.openxmlformats.org/officeDocument/2006/relationships/slide" Target="slides/slide13.xml"/><Relationship Id="rId140" Type="http://schemas.microsoft.com/office/2018/10/relationships/authors" Target="authors.xml"/><Relationship Id="rId1" Type="http://schemas.openxmlformats.org/officeDocument/2006/relationships/customXml" Target="../customXml/item1.xml"/><Relationship Id="rId6" Type="http://schemas.openxmlformats.org/officeDocument/2006/relationships/customXml" Target="../customXml/item6.xml"/><Relationship Id="rId23" Type="http://schemas.openxmlformats.org/officeDocument/2006/relationships/customXml" Target="../customXml/item23.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slide" Target="slides/slide31.xml"/><Relationship Id="rId119" Type="http://schemas.openxmlformats.org/officeDocument/2006/relationships/slide" Target="slides/slide36.xml"/><Relationship Id="rId44" Type="http://schemas.openxmlformats.org/officeDocument/2006/relationships/customXml" Target="../customXml/item44.xml"/><Relationship Id="rId60" Type="http://schemas.openxmlformats.org/officeDocument/2006/relationships/customXml" Target="../customXml/item60.xml"/><Relationship Id="rId65" Type="http://schemas.openxmlformats.org/officeDocument/2006/relationships/customXml" Target="../customXml/item65.xml"/><Relationship Id="rId81" Type="http://schemas.openxmlformats.org/officeDocument/2006/relationships/customXml" Target="../customXml/item81.xml"/><Relationship Id="rId86" Type="http://schemas.openxmlformats.org/officeDocument/2006/relationships/slide" Target="slides/slide3.xml"/><Relationship Id="rId130" Type="http://schemas.openxmlformats.org/officeDocument/2006/relationships/slide" Target="slides/slide47.xml"/><Relationship Id="rId135" Type="http://schemas.openxmlformats.org/officeDocument/2006/relationships/presProps" Target="presProps.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109" Type="http://schemas.openxmlformats.org/officeDocument/2006/relationships/slide" Target="slides/slide26.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customXml" Target="../customXml/item76.xml"/><Relationship Id="rId97" Type="http://schemas.openxmlformats.org/officeDocument/2006/relationships/slide" Target="slides/slide14.xml"/><Relationship Id="rId104" Type="http://schemas.openxmlformats.org/officeDocument/2006/relationships/slide" Target="slides/slide21.xml"/><Relationship Id="rId120" Type="http://schemas.openxmlformats.org/officeDocument/2006/relationships/slide" Target="slides/slide37.xml"/><Relationship Id="rId125" Type="http://schemas.openxmlformats.org/officeDocument/2006/relationships/slide" Target="slides/slide42.xml"/><Relationship Id="rId7" Type="http://schemas.openxmlformats.org/officeDocument/2006/relationships/customXml" Target="../customXml/item7.xml"/><Relationship Id="rId71" Type="http://schemas.openxmlformats.org/officeDocument/2006/relationships/customXml" Target="../customXml/item71.xml"/><Relationship Id="rId92" Type="http://schemas.openxmlformats.org/officeDocument/2006/relationships/slide" Target="slides/slide9.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slide" Target="slides/slide4.xml"/><Relationship Id="rId110" Type="http://schemas.openxmlformats.org/officeDocument/2006/relationships/slide" Target="slides/slide27.xml"/><Relationship Id="rId115" Type="http://schemas.openxmlformats.org/officeDocument/2006/relationships/slide" Target="slides/slide32.xml"/><Relationship Id="rId131" Type="http://schemas.openxmlformats.org/officeDocument/2006/relationships/slide" Target="slides/slide48.xml"/><Relationship Id="rId136" Type="http://schemas.openxmlformats.org/officeDocument/2006/relationships/viewProps" Target="viewProps.xml"/><Relationship Id="rId61" Type="http://schemas.openxmlformats.org/officeDocument/2006/relationships/customXml" Target="../customXml/item61.xml"/><Relationship Id="rId82" Type="http://schemas.openxmlformats.org/officeDocument/2006/relationships/customXml" Target="../customXml/item82.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customXml" Target="../customXml/item77.xml"/><Relationship Id="rId100" Type="http://schemas.openxmlformats.org/officeDocument/2006/relationships/slide" Target="slides/slide17.xml"/><Relationship Id="rId105" Type="http://schemas.openxmlformats.org/officeDocument/2006/relationships/slide" Target="slides/slide22.xml"/><Relationship Id="rId126" Type="http://schemas.openxmlformats.org/officeDocument/2006/relationships/slide" Target="slides/slide43.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customXml" Target="../customXml/item72.xml"/><Relationship Id="rId93" Type="http://schemas.openxmlformats.org/officeDocument/2006/relationships/slide" Target="slides/slide10.xml"/><Relationship Id="rId98" Type="http://schemas.openxmlformats.org/officeDocument/2006/relationships/slide" Target="slides/slide15.xml"/><Relationship Id="rId121" Type="http://schemas.openxmlformats.org/officeDocument/2006/relationships/slide" Target="slides/slide38.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customXml" Target="../customXml/item67.xml"/><Relationship Id="rId116" Type="http://schemas.openxmlformats.org/officeDocument/2006/relationships/slide" Target="slides/slide33.xml"/><Relationship Id="rId137" Type="http://schemas.openxmlformats.org/officeDocument/2006/relationships/theme" Target="theme/theme1.xml"/><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customXml" Target="../customXml/item62.xml"/><Relationship Id="rId83" Type="http://schemas.openxmlformats.org/officeDocument/2006/relationships/slideMaster" Target="slideMasters/slideMaster1.xml"/><Relationship Id="rId88" Type="http://schemas.openxmlformats.org/officeDocument/2006/relationships/slide" Target="slides/slide5.xml"/><Relationship Id="rId111" Type="http://schemas.openxmlformats.org/officeDocument/2006/relationships/slide" Target="slides/slide28.xml"/><Relationship Id="rId132" Type="http://schemas.openxmlformats.org/officeDocument/2006/relationships/slide" Target="slides/slide49.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106" Type="http://schemas.openxmlformats.org/officeDocument/2006/relationships/slide" Target="slides/slide23.xml"/><Relationship Id="rId127" Type="http://schemas.openxmlformats.org/officeDocument/2006/relationships/slide" Target="slides/slide44.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customXml" Target="../customXml/item73.xml"/><Relationship Id="rId78" Type="http://schemas.openxmlformats.org/officeDocument/2006/relationships/customXml" Target="../customXml/item78.xml"/><Relationship Id="rId94" Type="http://schemas.openxmlformats.org/officeDocument/2006/relationships/slide" Target="slides/slide11.xml"/><Relationship Id="rId99" Type="http://schemas.openxmlformats.org/officeDocument/2006/relationships/slide" Target="slides/slide16.xml"/><Relationship Id="rId101" Type="http://schemas.openxmlformats.org/officeDocument/2006/relationships/slide" Target="slides/slide18.xml"/><Relationship Id="rId122" Type="http://schemas.openxmlformats.org/officeDocument/2006/relationships/slide" Target="slides/slide39.xml"/><Relationship Id="rId4" Type="http://schemas.openxmlformats.org/officeDocument/2006/relationships/customXml" Target="../customXml/item4.xml"/><Relationship Id="rId9" Type="http://schemas.openxmlformats.org/officeDocument/2006/relationships/customXml" Target="../customXml/item9.xml"/><Relationship Id="rId26" Type="http://schemas.openxmlformats.org/officeDocument/2006/relationships/customXml" Target="../customXml/item26.xml"/><Relationship Id="rId47" Type="http://schemas.openxmlformats.org/officeDocument/2006/relationships/customXml" Target="../customXml/item47.xml"/><Relationship Id="rId68" Type="http://schemas.openxmlformats.org/officeDocument/2006/relationships/customXml" Target="../customXml/item68.xml"/><Relationship Id="rId89" Type="http://schemas.openxmlformats.org/officeDocument/2006/relationships/slide" Target="slides/slide6.xml"/><Relationship Id="rId112" Type="http://schemas.openxmlformats.org/officeDocument/2006/relationships/slide" Target="slides/slide29.xml"/><Relationship Id="rId133" Type="http://schemas.openxmlformats.org/officeDocument/2006/relationships/slide" Target="slides/slide50.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85875E-D78C-4FE6-AC4C-6146412DDDF4}" type="doc">
      <dgm:prSet loTypeId="urn:microsoft.com/office/officeart/2005/8/layout/default" loCatId="list" qsTypeId="urn:microsoft.com/office/officeart/2005/8/quickstyle/simple1" qsCatId="simple" csTypeId="urn:microsoft.com/office/officeart/2005/8/colors/accent1_1" csCatId="accent1" phldr="1"/>
      <dgm:spPr/>
      <dgm:t>
        <a:bodyPr/>
        <a:lstStyle/>
        <a:p>
          <a:endParaRPr lang="en-US"/>
        </a:p>
      </dgm:t>
    </dgm:pt>
    <dgm:pt modelId="{1FD5F679-5A93-468F-9D8D-ECD2591F757C}">
      <dgm:prSet custT="1"/>
      <dgm:spPr>
        <a:solidFill>
          <a:schemeClr val="accent1">
            <a:lumMod val="20000"/>
            <a:lumOff val="80000"/>
          </a:schemeClr>
        </a:solidFill>
      </dgm:spPr>
      <dgm:t>
        <a:bodyPr/>
        <a:lstStyle/>
        <a:p>
          <a:r>
            <a:rPr lang="en-US" sz="1400" b="1" i="0"/>
            <a:t>Shareholder primacy</a:t>
          </a:r>
          <a:r>
            <a:rPr lang="en-US" sz="1400" b="0" i="0"/>
            <a:t> is the theory that a corporation’s main purpose is to </a:t>
          </a:r>
          <a:r>
            <a:rPr lang="en-US" sz="1400" b="1" i="0"/>
            <a:t>maximize shareholders’ value</a:t>
          </a:r>
          <a:r>
            <a:rPr lang="en-US" sz="1400" b="1" i="1"/>
            <a:t>.</a:t>
          </a:r>
        </a:p>
        <a:p>
          <a:endParaRPr lang="en-US" sz="1400"/>
        </a:p>
      </dgm:t>
    </dgm:pt>
    <dgm:pt modelId="{F2062C60-5D70-4271-AD77-2B13BDD560D3}" type="parTrans" cxnId="{2AC37F4F-EC66-4367-8D8E-D4CFBB9089B9}">
      <dgm:prSet/>
      <dgm:spPr/>
      <dgm:t>
        <a:bodyPr/>
        <a:lstStyle/>
        <a:p>
          <a:endParaRPr lang="en-US" sz="1400"/>
        </a:p>
      </dgm:t>
    </dgm:pt>
    <dgm:pt modelId="{C2C4EBAE-9D14-43B8-932F-26675957E36B}" type="sibTrans" cxnId="{2AC37F4F-EC66-4367-8D8E-D4CFBB9089B9}">
      <dgm:prSet/>
      <dgm:spPr/>
      <dgm:t>
        <a:bodyPr/>
        <a:lstStyle/>
        <a:p>
          <a:endParaRPr lang="en-US" sz="1400"/>
        </a:p>
      </dgm:t>
    </dgm:pt>
    <dgm:pt modelId="{8F7DCDB7-1356-4D97-A8C6-08F99288FC3A}">
      <dgm:prSet custT="1"/>
      <dgm:spPr>
        <a:solidFill>
          <a:schemeClr val="accent1">
            <a:lumMod val="20000"/>
            <a:lumOff val="80000"/>
          </a:schemeClr>
        </a:solidFill>
      </dgm:spPr>
      <dgm:t>
        <a:bodyPr/>
        <a:lstStyle/>
        <a:p>
          <a:r>
            <a:rPr lang="en-US" sz="1400" b="0" i="0"/>
            <a:t>Under this model, the directors &amp; executives are seen as </a:t>
          </a:r>
          <a:r>
            <a:rPr lang="en-US" sz="1400" b="1" i="0"/>
            <a:t>agents of the shareholders</a:t>
          </a:r>
          <a:r>
            <a:rPr lang="en-US" sz="1400" b="0" i="0"/>
            <a:t>, with a fiduciary duty to act in their best financial interests.</a:t>
          </a:r>
          <a:endParaRPr lang="en-US" sz="1400"/>
        </a:p>
      </dgm:t>
    </dgm:pt>
    <dgm:pt modelId="{C93AF547-E2CE-4E3D-89DE-D29960D020F2}" type="parTrans" cxnId="{C05226A0-A139-4ADE-B191-2A4D5C36A11D}">
      <dgm:prSet/>
      <dgm:spPr/>
      <dgm:t>
        <a:bodyPr/>
        <a:lstStyle/>
        <a:p>
          <a:endParaRPr lang="en-US" sz="1400"/>
        </a:p>
      </dgm:t>
    </dgm:pt>
    <dgm:pt modelId="{7967ED14-5E0B-48CF-98E9-17832F1A79D3}" type="sibTrans" cxnId="{C05226A0-A139-4ADE-B191-2A4D5C36A11D}">
      <dgm:prSet/>
      <dgm:spPr/>
      <dgm:t>
        <a:bodyPr/>
        <a:lstStyle/>
        <a:p>
          <a:endParaRPr lang="en-US" sz="1400"/>
        </a:p>
      </dgm:t>
    </dgm:pt>
    <dgm:pt modelId="{0E9165EA-E5FE-4D59-AA5D-4F7F8361BB81}" type="pres">
      <dgm:prSet presAssocID="{F485875E-D78C-4FE6-AC4C-6146412DDDF4}" presName="diagram" presStyleCnt="0">
        <dgm:presLayoutVars>
          <dgm:dir/>
          <dgm:resizeHandles val="exact"/>
        </dgm:presLayoutVars>
      </dgm:prSet>
      <dgm:spPr/>
    </dgm:pt>
    <dgm:pt modelId="{EA2BC30C-57F6-4231-BB3D-E7E5FCED4BD7}" type="pres">
      <dgm:prSet presAssocID="{1FD5F679-5A93-468F-9D8D-ECD2591F757C}" presName="node" presStyleLbl="node1" presStyleIdx="0" presStyleCnt="2">
        <dgm:presLayoutVars>
          <dgm:bulletEnabled val="1"/>
        </dgm:presLayoutVars>
      </dgm:prSet>
      <dgm:spPr>
        <a:prstGeom prst="flowChartPunchedCard">
          <a:avLst/>
        </a:prstGeom>
      </dgm:spPr>
    </dgm:pt>
    <dgm:pt modelId="{3992C454-1842-4AFC-B993-0F4DF4E732DB}" type="pres">
      <dgm:prSet presAssocID="{C2C4EBAE-9D14-43B8-932F-26675957E36B}" presName="sibTrans" presStyleCnt="0"/>
      <dgm:spPr/>
    </dgm:pt>
    <dgm:pt modelId="{447508FA-557F-4FE4-81CB-923A9FE03455}" type="pres">
      <dgm:prSet presAssocID="{8F7DCDB7-1356-4D97-A8C6-08F99288FC3A}" presName="node" presStyleLbl="node1" presStyleIdx="1" presStyleCnt="2">
        <dgm:presLayoutVars>
          <dgm:bulletEnabled val="1"/>
        </dgm:presLayoutVars>
      </dgm:prSet>
      <dgm:spPr>
        <a:prstGeom prst="flowChartPunchedCard">
          <a:avLst/>
        </a:prstGeom>
      </dgm:spPr>
    </dgm:pt>
  </dgm:ptLst>
  <dgm:cxnLst>
    <dgm:cxn modelId="{BDCC9709-7A79-4FEA-A287-B37457F5CBC2}" type="presOf" srcId="{1FD5F679-5A93-468F-9D8D-ECD2591F757C}" destId="{EA2BC30C-57F6-4231-BB3D-E7E5FCED4BD7}" srcOrd="0" destOrd="0" presId="urn:microsoft.com/office/officeart/2005/8/layout/default"/>
    <dgm:cxn modelId="{15A62A38-42AA-4158-B757-96060AD4E38B}" type="presOf" srcId="{8F7DCDB7-1356-4D97-A8C6-08F99288FC3A}" destId="{447508FA-557F-4FE4-81CB-923A9FE03455}" srcOrd="0" destOrd="0" presId="urn:microsoft.com/office/officeart/2005/8/layout/default"/>
    <dgm:cxn modelId="{2AC37F4F-EC66-4367-8D8E-D4CFBB9089B9}" srcId="{F485875E-D78C-4FE6-AC4C-6146412DDDF4}" destId="{1FD5F679-5A93-468F-9D8D-ECD2591F757C}" srcOrd="0" destOrd="0" parTransId="{F2062C60-5D70-4271-AD77-2B13BDD560D3}" sibTransId="{C2C4EBAE-9D14-43B8-932F-26675957E36B}"/>
    <dgm:cxn modelId="{5429B952-8D00-4EDC-8FFE-0C4531550DFB}" type="presOf" srcId="{F485875E-D78C-4FE6-AC4C-6146412DDDF4}" destId="{0E9165EA-E5FE-4D59-AA5D-4F7F8361BB81}" srcOrd="0" destOrd="0" presId="urn:microsoft.com/office/officeart/2005/8/layout/default"/>
    <dgm:cxn modelId="{C05226A0-A139-4ADE-B191-2A4D5C36A11D}" srcId="{F485875E-D78C-4FE6-AC4C-6146412DDDF4}" destId="{8F7DCDB7-1356-4D97-A8C6-08F99288FC3A}" srcOrd="1" destOrd="0" parTransId="{C93AF547-E2CE-4E3D-89DE-D29960D020F2}" sibTransId="{7967ED14-5E0B-48CF-98E9-17832F1A79D3}"/>
    <dgm:cxn modelId="{A9E25C9E-18E2-4245-849A-DD8312CF54E5}" type="presParOf" srcId="{0E9165EA-E5FE-4D59-AA5D-4F7F8361BB81}" destId="{EA2BC30C-57F6-4231-BB3D-E7E5FCED4BD7}" srcOrd="0" destOrd="0" presId="urn:microsoft.com/office/officeart/2005/8/layout/default"/>
    <dgm:cxn modelId="{35C4DC8C-C61C-408D-B43B-8B10C186ECB6}" type="presParOf" srcId="{0E9165EA-E5FE-4D59-AA5D-4F7F8361BB81}" destId="{3992C454-1842-4AFC-B993-0F4DF4E732DB}" srcOrd="1" destOrd="0" presId="urn:microsoft.com/office/officeart/2005/8/layout/default"/>
    <dgm:cxn modelId="{941D989C-31F7-4B10-A5D9-EE1BF5896935}" type="presParOf" srcId="{0E9165EA-E5FE-4D59-AA5D-4F7F8361BB81}" destId="{447508FA-557F-4FE4-81CB-923A9FE03455}" srcOrd="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973B52-9EAA-4541-B720-E91483A9C761}" type="doc">
      <dgm:prSet loTypeId="urn:microsoft.com/office/officeart/2009/3/layout/StepUpProcess" loCatId="process" qsTypeId="urn:microsoft.com/office/officeart/2005/8/quickstyle/simple1" qsCatId="simple" csTypeId="urn:microsoft.com/office/officeart/2005/8/colors/colorful2" csCatId="colorful" phldr="1"/>
      <dgm:spPr/>
      <dgm:t>
        <a:bodyPr/>
        <a:lstStyle/>
        <a:p>
          <a:endParaRPr lang="en-US"/>
        </a:p>
      </dgm:t>
    </dgm:pt>
    <dgm:pt modelId="{D5219901-1FF5-48C6-8D77-E0E6874AA000}">
      <dgm:prSet phldrT="[Text]"/>
      <dgm:spPr/>
      <dgm:t>
        <a:bodyPr/>
        <a:lstStyle/>
        <a:p>
          <a:r>
            <a:rPr lang="en-US" b="1"/>
            <a:t>Identifying</a:t>
          </a:r>
          <a:endParaRPr lang="en-US"/>
        </a:p>
      </dgm:t>
    </dgm:pt>
    <dgm:pt modelId="{97E0488D-5E5B-486F-99E1-79402752195E}" type="parTrans" cxnId="{B4571BB6-4ADB-4723-9EC4-14B7CE4AE8BA}">
      <dgm:prSet/>
      <dgm:spPr/>
      <dgm:t>
        <a:bodyPr/>
        <a:lstStyle/>
        <a:p>
          <a:endParaRPr lang="en-US"/>
        </a:p>
      </dgm:t>
    </dgm:pt>
    <dgm:pt modelId="{22C01994-1B18-431B-8FC0-A0C2AD13429B}" type="sibTrans" cxnId="{B4571BB6-4ADB-4723-9EC4-14B7CE4AE8BA}">
      <dgm:prSet/>
      <dgm:spPr/>
      <dgm:t>
        <a:bodyPr/>
        <a:lstStyle/>
        <a:p>
          <a:endParaRPr lang="en-US"/>
        </a:p>
      </dgm:t>
    </dgm:pt>
    <dgm:pt modelId="{361BBBDF-3EE4-46D8-BB4E-79B39E759637}">
      <dgm:prSet phldrT="[Text]"/>
      <dgm:spPr/>
      <dgm:t>
        <a:bodyPr/>
        <a:lstStyle/>
        <a:p>
          <a:r>
            <a:rPr lang="en-US" b="1"/>
            <a:t>Understanding</a:t>
          </a:r>
          <a:endParaRPr lang="en-US"/>
        </a:p>
      </dgm:t>
    </dgm:pt>
    <dgm:pt modelId="{A6B156AB-FB62-441E-A547-99A66F95236F}" type="parTrans" cxnId="{7A7C1AA7-5E20-475B-B9A5-BC7BB5BE7941}">
      <dgm:prSet/>
      <dgm:spPr/>
      <dgm:t>
        <a:bodyPr/>
        <a:lstStyle/>
        <a:p>
          <a:endParaRPr lang="en-US"/>
        </a:p>
      </dgm:t>
    </dgm:pt>
    <dgm:pt modelId="{30130DE3-1840-43BD-B5C5-BCB41A86398F}" type="sibTrans" cxnId="{7A7C1AA7-5E20-475B-B9A5-BC7BB5BE7941}">
      <dgm:prSet/>
      <dgm:spPr/>
      <dgm:t>
        <a:bodyPr/>
        <a:lstStyle/>
        <a:p>
          <a:endParaRPr lang="en-US"/>
        </a:p>
      </dgm:t>
    </dgm:pt>
    <dgm:pt modelId="{7BE30AA9-AF3F-47F3-8BB4-3C7A5E810E65}">
      <dgm:prSet phldrT="[Text]"/>
      <dgm:spPr/>
      <dgm:t>
        <a:bodyPr/>
        <a:lstStyle/>
        <a:p>
          <a:r>
            <a:rPr lang="en-US" b="1"/>
            <a:t>Actively Involving</a:t>
          </a:r>
          <a:endParaRPr lang="en-US"/>
        </a:p>
      </dgm:t>
    </dgm:pt>
    <dgm:pt modelId="{0DCCE3AB-1914-4CBE-9FC8-6CCF7C4D12E7}" type="parTrans" cxnId="{98D10C1C-F9DC-40D0-8F1A-27D0E4011612}">
      <dgm:prSet/>
      <dgm:spPr/>
      <dgm:t>
        <a:bodyPr/>
        <a:lstStyle/>
        <a:p>
          <a:endParaRPr lang="en-US"/>
        </a:p>
      </dgm:t>
    </dgm:pt>
    <dgm:pt modelId="{F21373EB-BA13-491D-882B-50225A0F947A}" type="sibTrans" cxnId="{98D10C1C-F9DC-40D0-8F1A-27D0E4011612}">
      <dgm:prSet/>
      <dgm:spPr/>
      <dgm:t>
        <a:bodyPr/>
        <a:lstStyle/>
        <a:p>
          <a:endParaRPr lang="en-US"/>
        </a:p>
      </dgm:t>
    </dgm:pt>
    <dgm:pt modelId="{D98D6936-B4AB-445F-99D5-5BE3BCD0FA94}" type="pres">
      <dgm:prSet presAssocID="{DC973B52-9EAA-4541-B720-E91483A9C761}" presName="rootnode" presStyleCnt="0">
        <dgm:presLayoutVars>
          <dgm:chMax/>
          <dgm:chPref/>
          <dgm:dir/>
          <dgm:animLvl val="lvl"/>
        </dgm:presLayoutVars>
      </dgm:prSet>
      <dgm:spPr/>
    </dgm:pt>
    <dgm:pt modelId="{8BD99B83-0DE5-4524-A2C6-B92AB1B3B01D}" type="pres">
      <dgm:prSet presAssocID="{D5219901-1FF5-48C6-8D77-E0E6874AA000}" presName="composite" presStyleCnt="0"/>
      <dgm:spPr/>
    </dgm:pt>
    <dgm:pt modelId="{A349A429-E36F-47BA-8240-F7962809BA05}" type="pres">
      <dgm:prSet presAssocID="{D5219901-1FF5-48C6-8D77-E0E6874AA000}" presName="LShape" presStyleLbl="alignNode1" presStyleIdx="0" presStyleCnt="5">
        <dgm:style>
          <a:lnRef idx="3">
            <a:schemeClr val="lt1"/>
          </a:lnRef>
          <a:fillRef idx="1">
            <a:schemeClr val="accent1"/>
          </a:fillRef>
          <a:effectRef idx="1">
            <a:schemeClr val="accent1"/>
          </a:effectRef>
          <a:fontRef idx="minor">
            <a:schemeClr val="lt1"/>
          </a:fontRef>
        </dgm:style>
      </dgm:prSet>
      <dgm:spPr/>
    </dgm:pt>
    <dgm:pt modelId="{19CC3A0F-C4D1-4A52-9125-1C046DF4B342}" type="pres">
      <dgm:prSet presAssocID="{D5219901-1FF5-48C6-8D77-E0E6874AA000}" presName="ParentText" presStyleLbl="revTx" presStyleIdx="0" presStyleCnt="3">
        <dgm:presLayoutVars>
          <dgm:chMax val="0"/>
          <dgm:chPref val="0"/>
          <dgm:bulletEnabled val="1"/>
        </dgm:presLayoutVars>
      </dgm:prSet>
      <dgm:spPr/>
    </dgm:pt>
    <dgm:pt modelId="{2E24D70D-F66F-42F0-92BA-446DF1755779}" type="pres">
      <dgm:prSet presAssocID="{D5219901-1FF5-48C6-8D77-E0E6874AA000}" presName="Triangle" presStyleLbl="alignNode1" presStyleIdx="1" presStyleCnt="5"/>
      <dgm:spPr/>
    </dgm:pt>
    <dgm:pt modelId="{BC52FFAE-704E-4662-885C-88B26820EF73}" type="pres">
      <dgm:prSet presAssocID="{22C01994-1B18-431B-8FC0-A0C2AD13429B}" presName="sibTrans" presStyleCnt="0"/>
      <dgm:spPr/>
    </dgm:pt>
    <dgm:pt modelId="{EF6686FA-8596-4E31-ACD5-CA599AE044E1}" type="pres">
      <dgm:prSet presAssocID="{22C01994-1B18-431B-8FC0-A0C2AD13429B}" presName="space" presStyleCnt="0"/>
      <dgm:spPr/>
    </dgm:pt>
    <dgm:pt modelId="{47748552-5A86-4921-BE01-439359C54788}" type="pres">
      <dgm:prSet presAssocID="{361BBBDF-3EE4-46D8-BB4E-79B39E759637}" presName="composite" presStyleCnt="0"/>
      <dgm:spPr/>
    </dgm:pt>
    <dgm:pt modelId="{BDCD1584-6479-4557-9690-3F1E598D9C05}" type="pres">
      <dgm:prSet presAssocID="{361BBBDF-3EE4-46D8-BB4E-79B39E759637}" presName="LShape" presStyleLbl="alignNode1" presStyleIdx="2" presStyleCnt="5">
        <dgm:style>
          <a:lnRef idx="3">
            <a:schemeClr val="lt1"/>
          </a:lnRef>
          <a:fillRef idx="1">
            <a:schemeClr val="accent2"/>
          </a:fillRef>
          <a:effectRef idx="1">
            <a:schemeClr val="accent2"/>
          </a:effectRef>
          <a:fontRef idx="minor">
            <a:schemeClr val="lt1"/>
          </a:fontRef>
        </dgm:style>
      </dgm:prSet>
      <dgm:spPr/>
    </dgm:pt>
    <dgm:pt modelId="{C63FBF0A-6429-4F42-8E1D-49963D4A4C78}" type="pres">
      <dgm:prSet presAssocID="{361BBBDF-3EE4-46D8-BB4E-79B39E759637}" presName="ParentText" presStyleLbl="revTx" presStyleIdx="1" presStyleCnt="3">
        <dgm:presLayoutVars>
          <dgm:chMax val="0"/>
          <dgm:chPref val="0"/>
          <dgm:bulletEnabled val="1"/>
        </dgm:presLayoutVars>
      </dgm:prSet>
      <dgm:spPr/>
    </dgm:pt>
    <dgm:pt modelId="{5EC50AFF-CD75-4EE0-96D5-B8CD31B752B0}" type="pres">
      <dgm:prSet presAssocID="{361BBBDF-3EE4-46D8-BB4E-79B39E759637}" presName="Triangle" presStyleLbl="alignNode1" presStyleIdx="3" presStyleCnt="5"/>
      <dgm:spPr/>
    </dgm:pt>
    <dgm:pt modelId="{A358A72A-656E-475C-8B23-F7E727EB7F78}" type="pres">
      <dgm:prSet presAssocID="{30130DE3-1840-43BD-B5C5-BCB41A86398F}" presName="sibTrans" presStyleCnt="0"/>
      <dgm:spPr/>
    </dgm:pt>
    <dgm:pt modelId="{A8796121-CEBD-4AA1-B336-ED44C2B3959C}" type="pres">
      <dgm:prSet presAssocID="{30130DE3-1840-43BD-B5C5-BCB41A86398F}" presName="space" presStyleCnt="0"/>
      <dgm:spPr/>
    </dgm:pt>
    <dgm:pt modelId="{7F841FE7-AB7D-4830-88A9-6468E458549C}" type="pres">
      <dgm:prSet presAssocID="{7BE30AA9-AF3F-47F3-8BB4-3C7A5E810E65}" presName="composite" presStyleCnt="0"/>
      <dgm:spPr/>
    </dgm:pt>
    <dgm:pt modelId="{194A9503-629B-4727-B067-590B9D42CAAB}" type="pres">
      <dgm:prSet presAssocID="{7BE30AA9-AF3F-47F3-8BB4-3C7A5E810E65}" presName="LShape" presStyleLbl="alignNode1" presStyleIdx="4" presStyleCnt="5">
        <dgm:style>
          <a:lnRef idx="3">
            <a:schemeClr val="lt1"/>
          </a:lnRef>
          <a:fillRef idx="1">
            <a:schemeClr val="accent3"/>
          </a:fillRef>
          <a:effectRef idx="1">
            <a:schemeClr val="accent3"/>
          </a:effectRef>
          <a:fontRef idx="minor">
            <a:schemeClr val="lt1"/>
          </a:fontRef>
        </dgm:style>
      </dgm:prSet>
      <dgm:spPr/>
    </dgm:pt>
    <dgm:pt modelId="{8078CEC8-1D33-4998-8EF3-7B7D342715C4}" type="pres">
      <dgm:prSet presAssocID="{7BE30AA9-AF3F-47F3-8BB4-3C7A5E810E65}" presName="ParentText" presStyleLbl="revTx" presStyleIdx="2" presStyleCnt="3">
        <dgm:presLayoutVars>
          <dgm:chMax val="0"/>
          <dgm:chPref val="0"/>
          <dgm:bulletEnabled val="1"/>
        </dgm:presLayoutVars>
      </dgm:prSet>
      <dgm:spPr/>
    </dgm:pt>
  </dgm:ptLst>
  <dgm:cxnLst>
    <dgm:cxn modelId="{98D10C1C-F9DC-40D0-8F1A-27D0E4011612}" srcId="{DC973B52-9EAA-4541-B720-E91483A9C761}" destId="{7BE30AA9-AF3F-47F3-8BB4-3C7A5E810E65}" srcOrd="2" destOrd="0" parTransId="{0DCCE3AB-1914-4CBE-9FC8-6CCF7C4D12E7}" sibTransId="{F21373EB-BA13-491D-882B-50225A0F947A}"/>
    <dgm:cxn modelId="{84FAC957-4341-4D2E-9402-B53577CA7FA6}" type="presOf" srcId="{DC973B52-9EAA-4541-B720-E91483A9C761}" destId="{D98D6936-B4AB-445F-99D5-5BE3BCD0FA94}" srcOrd="0" destOrd="0" presId="urn:microsoft.com/office/officeart/2009/3/layout/StepUpProcess"/>
    <dgm:cxn modelId="{CB5E12A6-6FA0-4CC0-8EB8-60E3A33CC129}" type="presOf" srcId="{7BE30AA9-AF3F-47F3-8BB4-3C7A5E810E65}" destId="{8078CEC8-1D33-4998-8EF3-7B7D342715C4}" srcOrd="0" destOrd="0" presId="urn:microsoft.com/office/officeart/2009/3/layout/StepUpProcess"/>
    <dgm:cxn modelId="{7A7C1AA7-5E20-475B-B9A5-BC7BB5BE7941}" srcId="{DC973B52-9EAA-4541-B720-E91483A9C761}" destId="{361BBBDF-3EE4-46D8-BB4E-79B39E759637}" srcOrd="1" destOrd="0" parTransId="{A6B156AB-FB62-441E-A547-99A66F95236F}" sibTransId="{30130DE3-1840-43BD-B5C5-BCB41A86398F}"/>
    <dgm:cxn modelId="{BB172AA7-D117-482F-86FD-27A9A08F22BD}" type="presOf" srcId="{D5219901-1FF5-48C6-8D77-E0E6874AA000}" destId="{19CC3A0F-C4D1-4A52-9125-1C046DF4B342}" srcOrd="0" destOrd="0" presId="urn:microsoft.com/office/officeart/2009/3/layout/StepUpProcess"/>
    <dgm:cxn modelId="{7AD519B0-01B2-41D7-AFE4-DD9F385D338E}" type="presOf" srcId="{361BBBDF-3EE4-46D8-BB4E-79B39E759637}" destId="{C63FBF0A-6429-4F42-8E1D-49963D4A4C78}" srcOrd="0" destOrd="0" presId="urn:microsoft.com/office/officeart/2009/3/layout/StepUpProcess"/>
    <dgm:cxn modelId="{B4571BB6-4ADB-4723-9EC4-14B7CE4AE8BA}" srcId="{DC973B52-9EAA-4541-B720-E91483A9C761}" destId="{D5219901-1FF5-48C6-8D77-E0E6874AA000}" srcOrd="0" destOrd="0" parTransId="{97E0488D-5E5B-486F-99E1-79402752195E}" sibTransId="{22C01994-1B18-431B-8FC0-A0C2AD13429B}"/>
    <dgm:cxn modelId="{99BE54C4-81DA-4435-8236-0934F93D0FF9}" type="presParOf" srcId="{D98D6936-B4AB-445F-99D5-5BE3BCD0FA94}" destId="{8BD99B83-0DE5-4524-A2C6-B92AB1B3B01D}" srcOrd="0" destOrd="0" presId="urn:microsoft.com/office/officeart/2009/3/layout/StepUpProcess"/>
    <dgm:cxn modelId="{8C4AEDE3-2512-4009-8C11-AD9CDB611206}" type="presParOf" srcId="{8BD99B83-0DE5-4524-A2C6-B92AB1B3B01D}" destId="{A349A429-E36F-47BA-8240-F7962809BA05}" srcOrd="0" destOrd="0" presId="urn:microsoft.com/office/officeart/2009/3/layout/StepUpProcess"/>
    <dgm:cxn modelId="{7D49A934-008A-44B0-B5EF-5760A3FA5AC4}" type="presParOf" srcId="{8BD99B83-0DE5-4524-A2C6-B92AB1B3B01D}" destId="{19CC3A0F-C4D1-4A52-9125-1C046DF4B342}" srcOrd="1" destOrd="0" presId="urn:microsoft.com/office/officeart/2009/3/layout/StepUpProcess"/>
    <dgm:cxn modelId="{B4F3B64B-5339-4C01-B4A2-BCB7C6B7CA57}" type="presParOf" srcId="{8BD99B83-0DE5-4524-A2C6-B92AB1B3B01D}" destId="{2E24D70D-F66F-42F0-92BA-446DF1755779}" srcOrd="2" destOrd="0" presId="urn:microsoft.com/office/officeart/2009/3/layout/StepUpProcess"/>
    <dgm:cxn modelId="{94C92B07-CDC3-4903-B8EC-AE8F1311540C}" type="presParOf" srcId="{D98D6936-B4AB-445F-99D5-5BE3BCD0FA94}" destId="{BC52FFAE-704E-4662-885C-88B26820EF73}" srcOrd="1" destOrd="0" presId="urn:microsoft.com/office/officeart/2009/3/layout/StepUpProcess"/>
    <dgm:cxn modelId="{3AD0A127-FF5A-4953-8CE0-E4DDE73F8D1F}" type="presParOf" srcId="{BC52FFAE-704E-4662-885C-88B26820EF73}" destId="{EF6686FA-8596-4E31-ACD5-CA599AE044E1}" srcOrd="0" destOrd="0" presId="urn:microsoft.com/office/officeart/2009/3/layout/StepUpProcess"/>
    <dgm:cxn modelId="{ADA5E747-0902-48E0-A6CF-1CD6987CC8FF}" type="presParOf" srcId="{D98D6936-B4AB-445F-99D5-5BE3BCD0FA94}" destId="{47748552-5A86-4921-BE01-439359C54788}" srcOrd="2" destOrd="0" presId="urn:microsoft.com/office/officeart/2009/3/layout/StepUpProcess"/>
    <dgm:cxn modelId="{9B9C7E95-7E60-42F1-9D65-163DC8C10B74}" type="presParOf" srcId="{47748552-5A86-4921-BE01-439359C54788}" destId="{BDCD1584-6479-4557-9690-3F1E598D9C05}" srcOrd="0" destOrd="0" presId="urn:microsoft.com/office/officeart/2009/3/layout/StepUpProcess"/>
    <dgm:cxn modelId="{94368EB5-FDE4-4B54-8BD6-4DD3364F30CA}" type="presParOf" srcId="{47748552-5A86-4921-BE01-439359C54788}" destId="{C63FBF0A-6429-4F42-8E1D-49963D4A4C78}" srcOrd="1" destOrd="0" presId="urn:microsoft.com/office/officeart/2009/3/layout/StepUpProcess"/>
    <dgm:cxn modelId="{B665AB68-EB6D-4D2E-AA6E-8D830873F076}" type="presParOf" srcId="{47748552-5A86-4921-BE01-439359C54788}" destId="{5EC50AFF-CD75-4EE0-96D5-B8CD31B752B0}" srcOrd="2" destOrd="0" presId="urn:microsoft.com/office/officeart/2009/3/layout/StepUpProcess"/>
    <dgm:cxn modelId="{A3F736B8-518B-4D40-BEC0-22662AA0F143}" type="presParOf" srcId="{D98D6936-B4AB-445F-99D5-5BE3BCD0FA94}" destId="{A358A72A-656E-475C-8B23-F7E727EB7F78}" srcOrd="3" destOrd="0" presId="urn:microsoft.com/office/officeart/2009/3/layout/StepUpProcess"/>
    <dgm:cxn modelId="{F59415C4-209A-4416-B2FC-E975CD92FB74}" type="presParOf" srcId="{A358A72A-656E-475C-8B23-F7E727EB7F78}" destId="{A8796121-CEBD-4AA1-B336-ED44C2B3959C}" srcOrd="0" destOrd="0" presId="urn:microsoft.com/office/officeart/2009/3/layout/StepUpProcess"/>
    <dgm:cxn modelId="{A6B30FA0-2D20-42D4-AACD-62179DCB2E81}" type="presParOf" srcId="{D98D6936-B4AB-445F-99D5-5BE3BCD0FA94}" destId="{7F841FE7-AB7D-4830-88A9-6468E458549C}" srcOrd="4" destOrd="0" presId="urn:microsoft.com/office/officeart/2009/3/layout/StepUpProcess"/>
    <dgm:cxn modelId="{530AB9C4-91F3-431A-8830-DFC41E6A4E5D}" type="presParOf" srcId="{7F841FE7-AB7D-4830-88A9-6468E458549C}" destId="{194A9503-629B-4727-B067-590B9D42CAAB}" srcOrd="0" destOrd="0" presId="urn:microsoft.com/office/officeart/2009/3/layout/StepUpProcess"/>
    <dgm:cxn modelId="{561D418F-969F-4594-B072-FD7572652D72}" type="presParOf" srcId="{7F841FE7-AB7D-4830-88A9-6468E458549C}" destId="{8078CEC8-1D33-4998-8EF3-7B7D342715C4}"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70FEF78-00D9-46A3-AA8F-7EFB89BDBF4C}" type="doc">
      <dgm:prSet loTypeId="urn:microsoft.com/office/officeart/2008/layout/LinedList" loCatId="list" qsTypeId="urn:microsoft.com/office/officeart/2005/8/quickstyle/simple1" qsCatId="simple" csTypeId="urn:microsoft.com/office/officeart/2005/8/colors/accent0_1" csCatId="mainScheme" phldr="1"/>
      <dgm:spPr/>
      <dgm:t>
        <a:bodyPr/>
        <a:lstStyle/>
        <a:p>
          <a:endParaRPr lang="en-US"/>
        </a:p>
      </dgm:t>
    </dgm:pt>
    <dgm:pt modelId="{4293BA3C-EAED-4961-8A87-4C7893BCD59E}">
      <dgm:prSet/>
      <dgm:spPr/>
      <dgm:t>
        <a:bodyPr/>
        <a:lstStyle/>
        <a:p>
          <a:r>
            <a:rPr lang="en-US" b="1">
              <a:solidFill>
                <a:schemeClr val="accent1"/>
              </a:solidFill>
            </a:rPr>
            <a:t>Actively Consult</a:t>
          </a:r>
        </a:p>
        <a:p>
          <a:r>
            <a:rPr lang="en-US" b="1"/>
            <a:t>Government agencies</a:t>
          </a:r>
          <a:r>
            <a:rPr lang="en-US"/>
            <a:t>,—keep them informed and consult wherever necessary, however, not required to inform about daily details.</a:t>
          </a:r>
        </a:p>
      </dgm:t>
    </dgm:pt>
    <dgm:pt modelId="{6AC8CDD2-0B33-4D2E-A844-B59E0145E4C2}" type="parTrans" cxnId="{114ADAE0-DBB9-4FF4-9909-2943F950D4BA}">
      <dgm:prSet/>
      <dgm:spPr/>
      <dgm:t>
        <a:bodyPr/>
        <a:lstStyle/>
        <a:p>
          <a:endParaRPr lang="en-US"/>
        </a:p>
      </dgm:t>
    </dgm:pt>
    <dgm:pt modelId="{F3721509-870D-4102-B0DA-85D7CD76BB02}" type="sibTrans" cxnId="{114ADAE0-DBB9-4FF4-9909-2943F950D4BA}">
      <dgm:prSet/>
      <dgm:spPr/>
      <dgm:t>
        <a:bodyPr/>
        <a:lstStyle/>
        <a:p>
          <a:endParaRPr lang="en-US"/>
        </a:p>
      </dgm:t>
    </dgm:pt>
    <dgm:pt modelId="{AEAA3598-B43E-4623-89AC-B0433DDA6440}">
      <dgm:prSet/>
      <dgm:spPr/>
      <dgm:t>
        <a:bodyPr/>
        <a:lstStyle/>
        <a:p>
          <a:r>
            <a:rPr lang="en-US" b="1">
              <a:solidFill>
                <a:schemeClr val="accent1"/>
              </a:solidFill>
            </a:rPr>
            <a:t>Monitor</a:t>
          </a:r>
        </a:p>
        <a:p>
          <a:r>
            <a:rPr lang="en-US"/>
            <a:t>General public, minor suppliers—minimal but not ignored.</a:t>
          </a:r>
        </a:p>
      </dgm:t>
    </dgm:pt>
    <dgm:pt modelId="{AD97BA6D-0E3D-401C-8830-BB01ED4591C2}" type="parTrans" cxnId="{C98F8BB2-B852-40D4-9366-5209B018D32C}">
      <dgm:prSet/>
      <dgm:spPr/>
      <dgm:t>
        <a:bodyPr/>
        <a:lstStyle/>
        <a:p>
          <a:endParaRPr lang="en-US"/>
        </a:p>
      </dgm:t>
    </dgm:pt>
    <dgm:pt modelId="{D153CCF2-F6FD-4F96-991E-E94207C8E4A2}" type="sibTrans" cxnId="{C98F8BB2-B852-40D4-9366-5209B018D32C}">
      <dgm:prSet/>
      <dgm:spPr/>
      <dgm:t>
        <a:bodyPr/>
        <a:lstStyle/>
        <a:p>
          <a:endParaRPr lang="en-US"/>
        </a:p>
      </dgm:t>
    </dgm:pt>
    <dgm:pt modelId="{74BAF993-8DD7-4577-A991-651AB5D9CF95}">
      <dgm:prSet/>
      <dgm:spPr/>
      <dgm:t>
        <a:bodyPr/>
        <a:lstStyle/>
        <a:p>
          <a:r>
            <a:rPr lang="en-US" b="1">
              <a:solidFill>
                <a:schemeClr val="accent1"/>
              </a:solidFill>
            </a:rPr>
            <a:t>Keep Informed</a:t>
          </a:r>
        </a:p>
        <a:p>
          <a:r>
            <a:rPr lang="en-US"/>
            <a:t>Employees, local communities—regular updates and opportunities for feedback.</a:t>
          </a:r>
        </a:p>
      </dgm:t>
    </dgm:pt>
    <dgm:pt modelId="{7946DC6F-CE09-4554-B220-0AEF794D6E5D}" type="parTrans" cxnId="{493F2E33-22E9-4AA9-A3C7-59C2D235031A}">
      <dgm:prSet/>
      <dgm:spPr/>
      <dgm:t>
        <a:bodyPr/>
        <a:lstStyle/>
        <a:p>
          <a:endParaRPr lang="en-US"/>
        </a:p>
      </dgm:t>
    </dgm:pt>
    <dgm:pt modelId="{3478E49D-ECA1-4005-8B94-24B70C9898D7}" type="sibTrans" cxnId="{493F2E33-22E9-4AA9-A3C7-59C2D235031A}">
      <dgm:prSet/>
      <dgm:spPr/>
      <dgm:t>
        <a:bodyPr/>
        <a:lstStyle/>
        <a:p>
          <a:endParaRPr lang="en-US"/>
        </a:p>
      </dgm:t>
    </dgm:pt>
    <dgm:pt modelId="{9C49DD76-DDFE-4E38-8EFF-3F8F270E472A}">
      <dgm:prSet/>
      <dgm:spPr/>
      <dgm:t>
        <a:bodyPr/>
        <a:lstStyle/>
        <a:p>
          <a:r>
            <a:rPr lang="en-US" b="1">
              <a:solidFill>
                <a:schemeClr val="accent1"/>
              </a:solidFill>
            </a:rPr>
            <a:t>Manage Closely</a:t>
          </a:r>
        </a:p>
        <a:p>
          <a:r>
            <a:rPr lang="en-US"/>
            <a:t>Key investors, regulators, major customers—require active engagement and involvement in decision-making.</a:t>
          </a:r>
        </a:p>
      </dgm:t>
    </dgm:pt>
    <dgm:pt modelId="{69ACFD07-FD44-42C0-A001-16199E423C30}" type="parTrans" cxnId="{B9D11B66-4B9E-4EB6-AE6C-51BFB32A9EE0}">
      <dgm:prSet/>
      <dgm:spPr/>
      <dgm:t>
        <a:bodyPr/>
        <a:lstStyle/>
        <a:p>
          <a:endParaRPr lang="en-US"/>
        </a:p>
      </dgm:t>
    </dgm:pt>
    <dgm:pt modelId="{D7797949-E43A-423B-A66B-02C923780C4E}" type="sibTrans" cxnId="{B9D11B66-4B9E-4EB6-AE6C-51BFB32A9EE0}">
      <dgm:prSet/>
      <dgm:spPr/>
      <dgm:t>
        <a:bodyPr/>
        <a:lstStyle/>
        <a:p>
          <a:endParaRPr lang="en-US"/>
        </a:p>
      </dgm:t>
    </dgm:pt>
    <dgm:pt modelId="{72EF5265-558C-4D10-8C41-5DB77485A334}" type="pres">
      <dgm:prSet presAssocID="{B70FEF78-00D9-46A3-AA8F-7EFB89BDBF4C}" presName="vert0" presStyleCnt="0">
        <dgm:presLayoutVars>
          <dgm:dir/>
          <dgm:animOne val="branch"/>
          <dgm:animLvl val="lvl"/>
        </dgm:presLayoutVars>
      </dgm:prSet>
      <dgm:spPr/>
    </dgm:pt>
    <dgm:pt modelId="{84FC31F6-C9F0-4D5E-839D-6D04A85E3207}" type="pres">
      <dgm:prSet presAssocID="{4293BA3C-EAED-4961-8A87-4C7893BCD59E}" presName="thickLine" presStyleLbl="alignNode1" presStyleIdx="0" presStyleCnt="4"/>
      <dgm:spPr/>
    </dgm:pt>
    <dgm:pt modelId="{602D67A6-5E31-48FE-8CC4-437C7AFE5416}" type="pres">
      <dgm:prSet presAssocID="{4293BA3C-EAED-4961-8A87-4C7893BCD59E}" presName="horz1" presStyleCnt="0"/>
      <dgm:spPr/>
    </dgm:pt>
    <dgm:pt modelId="{B97C7B24-572F-4BD0-8D25-E8A3FD759D82}" type="pres">
      <dgm:prSet presAssocID="{4293BA3C-EAED-4961-8A87-4C7893BCD59E}" presName="tx1" presStyleLbl="revTx" presStyleIdx="0" presStyleCnt="4"/>
      <dgm:spPr/>
    </dgm:pt>
    <dgm:pt modelId="{C4C02D7F-733A-402E-A46F-A378614984AF}" type="pres">
      <dgm:prSet presAssocID="{4293BA3C-EAED-4961-8A87-4C7893BCD59E}" presName="vert1" presStyleCnt="0"/>
      <dgm:spPr/>
    </dgm:pt>
    <dgm:pt modelId="{E29BC8D9-E041-47A6-A8C0-B5D7C8B01805}" type="pres">
      <dgm:prSet presAssocID="{9C49DD76-DDFE-4E38-8EFF-3F8F270E472A}" presName="thickLine" presStyleLbl="alignNode1" presStyleIdx="1" presStyleCnt="4"/>
      <dgm:spPr/>
    </dgm:pt>
    <dgm:pt modelId="{A33F824C-B778-4FD9-8213-6899470A13C5}" type="pres">
      <dgm:prSet presAssocID="{9C49DD76-DDFE-4E38-8EFF-3F8F270E472A}" presName="horz1" presStyleCnt="0"/>
      <dgm:spPr/>
    </dgm:pt>
    <dgm:pt modelId="{C15D30F1-CA7C-4D09-9B16-2BA12B6DEEF4}" type="pres">
      <dgm:prSet presAssocID="{9C49DD76-DDFE-4E38-8EFF-3F8F270E472A}" presName="tx1" presStyleLbl="revTx" presStyleIdx="1" presStyleCnt="4"/>
      <dgm:spPr/>
    </dgm:pt>
    <dgm:pt modelId="{1D63A06D-A62C-49AB-9E20-4D1F72EDA5EF}" type="pres">
      <dgm:prSet presAssocID="{9C49DD76-DDFE-4E38-8EFF-3F8F270E472A}" presName="vert1" presStyleCnt="0"/>
      <dgm:spPr/>
    </dgm:pt>
    <dgm:pt modelId="{036E32B8-E0F7-4861-8538-E2D2F6768B7A}" type="pres">
      <dgm:prSet presAssocID="{AEAA3598-B43E-4623-89AC-B0433DDA6440}" presName="thickLine" presStyleLbl="alignNode1" presStyleIdx="2" presStyleCnt="4"/>
      <dgm:spPr/>
    </dgm:pt>
    <dgm:pt modelId="{ACFA3455-8695-417A-8F00-5A4B4A9250C1}" type="pres">
      <dgm:prSet presAssocID="{AEAA3598-B43E-4623-89AC-B0433DDA6440}" presName="horz1" presStyleCnt="0"/>
      <dgm:spPr/>
    </dgm:pt>
    <dgm:pt modelId="{7A4050C2-AAD2-44A9-BBFE-B7952F9871F6}" type="pres">
      <dgm:prSet presAssocID="{AEAA3598-B43E-4623-89AC-B0433DDA6440}" presName="tx1" presStyleLbl="revTx" presStyleIdx="2" presStyleCnt="4"/>
      <dgm:spPr/>
    </dgm:pt>
    <dgm:pt modelId="{75934DBB-48F1-4E7A-A6D5-15DD44BCFEC6}" type="pres">
      <dgm:prSet presAssocID="{AEAA3598-B43E-4623-89AC-B0433DDA6440}" presName="vert1" presStyleCnt="0"/>
      <dgm:spPr/>
    </dgm:pt>
    <dgm:pt modelId="{7994D36E-DD7D-4A29-A42D-1F2C22CC6022}" type="pres">
      <dgm:prSet presAssocID="{74BAF993-8DD7-4577-A991-651AB5D9CF95}" presName="thickLine" presStyleLbl="alignNode1" presStyleIdx="3" presStyleCnt="4"/>
      <dgm:spPr/>
    </dgm:pt>
    <dgm:pt modelId="{79D007E2-F8D4-4847-A924-9A664DBC5551}" type="pres">
      <dgm:prSet presAssocID="{74BAF993-8DD7-4577-A991-651AB5D9CF95}" presName="horz1" presStyleCnt="0"/>
      <dgm:spPr/>
    </dgm:pt>
    <dgm:pt modelId="{A93F593A-405C-416A-97AE-E14331F87FDB}" type="pres">
      <dgm:prSet presAssocID="{74BAF993-8DD7-4577-A991-651AB5D9CF95}" presName="tx1" presStyleLbl="revTx" presStyleIdx="3" presStyleCnt="4"/>
      <dgm:spPr/>
    </dgm:pt>
    <dgm:pt modelId="{DF476ED1-8A2A-4C7B-9086-6EC073006579}" type="pres">
      <dgm:prSet presAssocID="{74BAF993-8DD7-4577-A991-651AB5D9CF95}" presName="vert1" presStyleCnt="0"/>
      <dgm:spPr/>
    </dgm:pt>
  </dgm:ptLst>
  <dgm:cxnLst>
    <dgm:cxn modelId="{188D4914-C0DE-4F70-8ACD-E90C1DCA450A}" type="presOf" srcId="{74BAF993-8DD7-4577-A991-651AB5D9CF95}" destId="{A93F593A-405C-416A-97AE-E14331F87FDB}" srcOrd="0" destOrd="0" presId="urn:microsoft.com/office/officeart/2008/layout/LinedList"/>
    <dgm:cxn modelId="{493F2E33-22E9-4AA9-A3C7-59C2D235031A}" srcId="{B70FEF78-00D9-46A3-AA8F-7EFB89BDBF4C}" destId="{74BAF993-8DD7-4577-A991-651AB5D9CF95}" srcOrd="3" destOrd="0" parTransId="{7946DC6F-CE09-4554-B220-0AEF794D6E5D}" sibTransId="{3478E49D-ECA1-4005-8B94-24B70C9898D7}"/>
    <dgm:cxn modelId="{36B9283A-CBB2-40F5-B15B-BFA5A5F52F0A}" type="presOf" srcId="{9C49DD76-DDFE-4E38-8EFF-3F8F270E472A}" destId="{C15D30F1-CA7C-4D09-9B16-2BA12B6DEEF4}" srcOrd="0" destOrd="0" presId="urn:microsoft.com/office/officeart/2008/layout/LinedList"/>
    <dgm:cxn modelId="{44E5E042-F75D-4C40-8849-714124299230}" type="presOf" srcId="{AEAA3598-B43E-4623-89AC-B0433DDA6440}" destId="{7A4050C2-AAD2-44A9-BBFE-B7952F9871F6}" srcOrd="0" destOrd="0" presId="urn:microsoft.com/office/officeart/2008/layout/LinedList"/>
    <dgm:cxn modelId="{B9D11B66-4B9E-4EB6-AE6C-51BFB32A9EE0}" srcId="{B70FEF78-00D9-46A3-AA8F-7EFB89BDBF4C}" destId="{9C49DD76-DDFE-4E38-8EFF-3F8F270E472A}" srcOrd="1" destOrd="0" parTransId="{69ACFD07-FD44-42C0-A001-16199E423C30}" sibTransId="{D7797949-E43A-423B-A66B-02C923780C4E}"/>
    <dgm:cxn modelId="{C98F8BB2-B852-40D4-9366-5209B018D32C}" srcId="{B70FEF78-00D9-46A3-AA8F-7EFB89BDBF4C}" destId="{AEAA3598-B43E-4623-89AC-B0433DDA6440}" srcOrd="2" destOrd="0" parTransId="{AD97BA6D-0E3D-401C-8830-BB01ED4591C2}" sibTransId="{D153CCF2-F6FD-4F96-991E-E94207C8E4A2}"/>
    <dgm:cxn modelId="{114ADAE0-DBB9-4FF4-9909-2943F950D4BA}" srcId="{B70FEF78-00D9-46A3-AA8F-7EFB89BDBF4C}" destId="{4293BA3C-EAED-4961-8A87-4C7893BCD59E}" srcOrd="0" destOrd="0" parTransId="{6AC8CDD2-0B33-4D2E-A844-B59E0145E4C2}" sibTransId="{F3721509-870D-4102-B0DA-85D7CD76BB02}"/>
    <dgm:cxn modelId="{5C720AE4-FBD6-4627-953C-0F72AED3CACB}" type="presOf" srcId="{B70FEF78-00D9-46A3-AA8F-7EFB89BDBF4C}" destId="{72EF5265-558C-4D10-8C41-5DB77485A334}" srcOrd="0" destOrd="0" presId="urn:microsoft.com/office/officeart/2008/layout/LinedList"/>
    <dgm:cxn modelId="{07D5CBF6-3B66-4914-B17A-E1A6B32C28EF}" type="presOf" srcId="{4293BA3C-EAED-4961-8A87-4C7893BCD59E}" destId="{B97C7B24-572F-4BD0-8D25-E8A3FD759D82}" srcOrd="0" destOrd="0" presId="urn:microsoft.com/office/officeart/2008/layout/LinedList"/>
    <dgm:cxn modelId="{BCCF4184-4B9B-46E9-A3E2-0C70EEAFCFA7}" type="presParOf" srcId="{72EF5265-558C-4D10-8C41-5DB77485A334}" destId="{84FC31F6-C9F0-4D5E-839D-6D04A85E3207}" srcOrd="0" destOrd="0" presId="urn:microsoft.com/office/officeart/2008/layout/LinedList"/>
    <dgm:cxn modelId="{FD18125E-9536-4B22-AB9A-F7E361BF9EE5}" type="presParOf" srcId="{72EF5265-558C-4D10-8C41-5DB77485A334}" destId="{602D67A6-5E31-48FE-8CC4-437C7AFE5416}" srcOrd="1" destOrd="0" presId="urn:microsoft.com/office/officeart/2008/layout/LinedList"/>
    <dgm:cxn modelId="{BE13446F-5D4B-4D83-A92F-3F0A2D072018}" type="presParOf" srcId="{602D67A6-5E31-48FE-8CC4-437C7AFE5416}" destId="{B97C7B24-572F-4BD0-8D25-E8A3FD759D82}" srcOrd="0" destOrd="0" presId="urn:microsoft.com/office/officeart/2008/layout/LinedList"/>
    <dgm:cxn modelId="{D23B9B0D-6F4D-4EA2-B817-D2AF30EB3A64}" type="presParOf" srcId="{602D67A6-5E31-48FE-8CC4-437C7AFE5416}" destId="{C4C02D7F-733A-402E-A46F-A378614984AF}" srcOrd="1" destOrd="0" presId="urn:microsoft.com/office/officeart/2008/layout/LinedList"/>
    <dgm:cxn modelId="{23253916-FBF8-42E7-9703-22FD3F2B80E1}" type="presParOf" srcId="{72EF5265-558C-4D10-8C41-5DB77485A334}" destId="{E29BC8D9-E041-47A6-A8C0-B5D7C8B01805}" srcOrd="2" destOrd="0" presId="urn:microsoft.com/office/officeart/2008/layout/LinedList"/>
    <dgm:cxn modelId="{AD19A0FE-1378-4349-81CB-9729C5E7B50A}" type="presParOf" srcId="{72EF5265-558C-4D10-8C41-5DB77485A334}" destId="{A33F824C-B778-4FD9-8213-6899470A13C5}" srcOrd="3" destOrd="0" presId="urn:microsoft.com/office/officeart/2008/layout/LinedList"/>
    <dgm:cxn modelId="{C920B00B-E0D9-4D81-A957-3809169B0FD7}" type="presParOf" srcId="{A33F824C-B778-4FD9-8213-6899470A13C5}" destId="{C15D30F1-CA7C-4D09-9B16-2BA12B6DEEF4}" srcOrd="0" destOrd="0" presId="urn:microsoft.com/office/officeart/2008/layout/LinedList"/>
    <dgm:cxn modelId="{9FBE0927-8B43-4EE7-833F-49B92A30C144}" type="presParOf" srcId="{A33F824C-B778-4FD9-8213-6899470A13C5}" destId="{1D63A06D-A62C-49AB-9E20-4D1F72EDA5EF}" srcOrd="1" destOrd="0" presId="urn:microsoft.com/office/officeart/2008/layout/LinedList"/>
    <dgm:cxn modelId="{7645C1B0-C92A-40BA-A4C4-BA65B8E2F4AC}" type="presParOf" srcId="{72EF5265-558C-4D10-8C41-5DB77485A334}" destId="{036E32B8-E0F7-4861-8538-E2D2F6768B7A}" srcOrd="4" destOrd="0" presId="urn:microsoft.com/office/officeart/2008/layout/LinedList"/>
    <dgm:cxn modelId="{61B3AB0F-68A4-4069-8750-4CA94BF62421}" type="presParOf" srcId="{72EF5265-558C-4D10-8C41-5DB77485A334}" destId="{ACFA3455-8695-417A-8F00-5A4B4A9250C1}" srcOrd="5" destOrd="0" presId="urn:microsoft.com/office/officeart/2008/layout/LinedList"/>
    <dgm:cxn modelId="{A3BE61DF-7969-44E8-945A-83B27328070A}" type="presParOf" srcId="{ACFA3455-8695-417A-8F00-5A4B4A9250C1}" destId="{7A4050C2-AAD2-44A9-BBFE-B7952F9871F6}" srcOrd="0" destOrd="0" presId="urn:microsoft.com/office/officeart/2008/layout/LinedList"/>
    <dgm:cxn modelId="{11ECB330-1979-40D2-B0C2-EAF5A58A8D6B}" type="presParOf" srcId="{ACFA3455-8695-417A-8F00-5A4B4A9250C1}" destId="{75934DBB-48F1-4E7A-A6D5-15DD44BCFEC6}" srcOrd="1" destOrd="0" presId="urn:microsoft.com/office/officeart/2008/layout/LinedList"/>
    <dgm:cxn modelId="{5741E1A9-8113-4013-80FC-E56013F6F0FA}" type="presParOf" srcId="{72EF5265-558C-4D10-8C41-5DB77485A334}" destId="{7994D36E-DD7D-4A29-A42D-1F2C22CC6022}" srcOrd="6" destOrd="0" presId="urn:microsoft.com/office/officeart/2008/layout/LinedList"/>
    <dgm:cxn modelId="{44C66E6A-0284-4675-BB05-A056CD95EAE4}" type="presParOf" srcId="{72EF5265-558C-4D10-8C41-5DB77485A334}" destId="{79D007E2-F8D4-4847-A924-9A664DBC5551}" srcOrd="7" destOrd="0" presId="urn:microsoft.com/office/officeart/2008/layout/LinedList"/>
    <dgm:cxn modelId="{842D0713-474B-40BA-ACC8-958CE7DC7EE6}" type="presParOf" srcId="{79D007E2-F8D4-4847-A924-9A664DBC5551}" destId="{A93F593A-405C-416A-97AE-E14331F87FDB}" srcOrd="0" destOrd="0" presId="urn:microsoft.com/office/officeart/2008/layout/LinedList"/>
    <dgm:cxn modelId="{CCC15535-46A2-43C5-8B28-101379BB6372}" type="presParOf" srcId="{79D007E2-F8D4-4847-A924-9A664DBC5551}" destId="{DF476ED1-8A2A-4C7B-9086-6EC07300657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2BC30C-57F6-4231-BB3D-E7E5FCED4BD7}">
      <dsp:nvSpPr>
        <dsp:cNvPr id="0" name=""/>
        <dsp:cNvSpPr/>
      </dsp:nvSpPr>
      <dsp:spPr>
        <a:xfrm>
          <a:off x="866" y="158419"/>
          <a:ext cx="3380954" cy="2028572"/>
        </a:xfrm>
        <a:prstGeom prst="flowChartPunchedCard">
          <a:avLst/>
        </a:prstGeom>
        <a:solidFill>
          <a:schemeClr val="accent1">
            <a:lumMod val="20000"/>
            <a:lumOff val="8000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a:t>Shareholder primacy</a:t>
          </a:r>
          <a:r>
            <a:rPr lang="en-US" sz="1400" b="0" i="0" kern="1200"/>
            <a:t> is the theory that a corporation’s main purpose is to </a:t>
          </a:r>
          <a:r>
            <a:rPr lang="en-US" sz="1400" b="1" i="0" kern="1200"/>
            <a:t>maximize shareholders’ value</a:t>
          </a:r>
          <a:r>
            <a:rPr lang="en-US" sz="1400" b="1" i="1" kern="1200"/>
            <a:t>.</a:t>
          </a:r>
        </a:p>
        <a:p>
          <a:pPr marL="0" lvl="0" indent="0" algn="ctr" defTabSz="622300">
            <a:lnSpc>
              <a:spcPct val="90000"/>
            </a:lnSpc>
            <a:spcBef>
              <a:spcPct val="0"/>
            </a:spcBef>
            <a:spcAft>
              <a:spcPct val="35000"/>
            </a:spcAft>
            <a:buNone/>
          </a:pPr>
          <a:endParaRPr lang="en-US" sz="1400" kern="1200"/>
        </a:p>
      </dsp:txBody>
      <dsp:txXfrm>
        <a:off x="866" y="564133"/>
        <a:ext cx="3380954" cy="1622858"/>
      </dsp:txXfrm>
    </dsp:sp>
    <dsp:sp modelId="{447508FA-557F-4FE4-81CB-923A9FE03455}">
      <dsp:nvSpPr>
        <dsp:cNvPr id="0" name=""/>
        <dsp:cNvSpPr/>
      </dsp:nvSpPr>
      <dsp:spPr>
        <a:xfrm>
          <a:off x="3719917" y="158419"/>
          <a:ext cx="3380954" cy="2028572"/>
        </a:xfrm>
        <a:prstGeom prst="flowChartPunchedCard">
          <a:avLst/>
        </a:prstGeom>
        <a:solidFill>
          <a:schemeClr val="accent1">
            <a:lumMod val="20000"/>
            <a:lumOff val="8000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a:t>Under this model, the directors &amp; executives are seen as </a:t>
          </a:r>
          <a:r>
            <a:rPr lang="en-US" sz="1400" b="1" i="0" kern="1200"/>
            <a:t>agents of the shareholders</a:t>
          </a:r>
          <a:r>
            <a:rPr lang="en-US" sz="1400" b="0" i="0" kern="1200"/>
            <a:t>, with a fiduciary duty to act in their best financial interests.</a:t>
          </a:r>
          <a:endParaRPr lang="en-US" sz="1400" kern="1200"/>
        </a:p>
      </dsp:txBody>
      <dsp:txXfrm>
        <a:off x="3719917" y="564133"/>
        <a:ext cx="3380954" cy="16228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49A429-E36F-47BA-8240-F7962809BA05}">
      <dsp:nvSpPr>
        <dsp:cNvPr id="0" name=""/>
        <dsp:cNvSpPr/>
      </dsp:nvSpPr>
      <dsp:spPr>
        <a:xfrm rot="5400000">
          <a:off x="1176697" y="520608"/>
          <a:ext cx="898330" cy="1494801"/>
        </a:xfrm>
        <a:prstGeom prst="corner">
          <a:avLst>
            <a:gd name="adj1" fmla="val 16120"/>
            <a:gd name="adj2" fmla="val 16110"/>
          </a:avLst>
        </a:prstGeom>
        <a:solidFill>
          <a:schemeClr val="accent1"/>
        </a:solidFill>
        <a:ln w="25400" cap="flat" cmpd="sng" algn="ctr">
          <a:solidFill>
            <a:schemeClr val="lt1"/>
          </a:solidFill>
          <a:prstDash val="solid"/>
          <a:miter lim="800000"/>
        </a:ln>
        <a:effectLst/>
      </dsp:spPr>
      <dsp:style>
        <a:lnRef idx="3">
          <a:schemeClr val="lt1"/>
        </a:lnRef>
        <a:fillRef idx="1">
          <a:schemeClr val="accent1"/>
        </a:fillRef>
        <a:effectRef idx="1">
          <a:schemeClr val="accent1"/>
        </a:effectRef>
        <a:fontRef idx="minor">
          <a:schemeClr val="lt1"/>
        </a:fontRef>
      </dsp:style>
    </dsp:sp>
    <dsp:sp modelId="{19CC3A0F-C4D1-4A52-9125-1C046DF4B342}">
      <dsp:nvSpPr>
        <dsp:cNvPr id="0" name=""/>
        <dsp:cNvSpPr/>
      </dsp:nvSpPr>
      <dsp:spPr>
        <a:xfrm>
          <a:off x="1026743" y="967231"/>
          <a:ext cx="1349515" cy="11829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a:t>Identifying</a:t>
          </a:r>
          <a:endParaRPr lang="en-US" sz="1300" kern="1200"/>
        </a:p>
      </dsp:txBody>
      <dsp:txXfrm>
        <a:off x="1026743" y="967231"/>
        <a:ext cx="1349515" cy="1182929"/>
      </dsp:txXfrm>
    </dsp:sp>
    <dsp:sp modelId="{2E24D70D-F66F-42F0-92BA-446DF1755779}">
      <dsp:nvSpPr>
        <dsp:cNvPr id="0" name=""/>
        <dsp:cNvSpPr/>
      </dsp:nvSpPr>
      <dsp:spPr>
        <a:xfrm>
          <a:off x="2121633" y="410559"/>
          <a:ext cx="254625" cy="254625"/>
        </a:xfrm>
        <a:prstGeom prst="triangle">
          <a:avLst>
            <a:gd name="adj" fmla="val 100000"/>
          </a:avLst>
        </a:prstGeom>
        <a:solidFill>
          <a:schemeClr val="accent2">
            <a:hueOff val="51362"/>
            <a:satOff val="251"/>
            <a:lumOff val="2843"/>
            <a:alphaOff val="0"/>
          </a:schemeClr>
        </a:solidFill>
        <a:ln w="19050" cap="flat" cmpd="sng" algn="ctr">
          <a:solidFill>
            <a:schemeClr val="accent2">
              <a:hueOff val="51362"/>
              <a:satOff val="251"/>
              <a:lumOff val="284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CD1584-6479-4557-9690-3F1E598D9C05}">
      <dsp:nvSpPr>
        <dsp:cNvPr id="0" name=""/>
        <dsp:cNvSpPr/>
      </dsp:nvSpPr>
      <dsp:spPr>
        <a:xfrm rot="5400000">
          <a:off x="2828767" y="111801"/>
          <a:ext cx="898330" cy="1494801"/>
        </a:xfrm>
        <a:prstGeom prst="corner">
          <a:avLst>
            <a:gd name="adj1" fmla="val 16120"/>
            <a:gd name="adj2" fmla="val 16110"/>
          </a:avLst>
        </a:prstGeom>
        <a:solidFill>
          <a:schemeClr val="accent2"/>
        </a:solidFill>
        <a:ln w="25400" cap="flat" cmpd="sng" algn="ctr">
          <a:solidFill>
            <a:schemeClr val="lt1"/>
          </a:solidFill>
          <a:prstDash val="solid"/>
          <a:miter lim="800000"/>
        </a:ln>
        <a:effectLst/>
      </dsp:spPr>
      <dsp:style>
        <a:lnRef idx="3">
          <a:schemeClr val="lt1"/>
        </a:lnRef>
        <a:fillRef idx="1">
          <a:schemeClr val="accent2"/>
        </a:fillRef>
        <a:effectRef idx="1">
          <a:schemeClr val="accent2"/>
        </a:effectRef>
        <a:fontRef idx="minor">
          <a:schemeClr val="lt1"/>
        </a:fontRef>
      </dsp:style>
    </dsp:sp>
    <dsp:sp modelId="{C63FBF0A-6429-4F42-8E1D-49963D4A4C78}">
      <dsp:nvSpPr>
        <dsp:cNvPr id="0" name=""/>
        <dsp:cNvSpPr/>
      </dsp:nvSpPr>
      <dsp:spPr>
        <a:xfrm>
          <a:off x="2678814" y="558425"/>
          <a:ext cx="1349515" cy="11829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a:t>Understanding</a:t>
          </a:r>
          <a:endParaRPr lang="en-US" sz="1300" kern="1200"/>
        </a:p>
      </dsp:txBody>
      <dsp:txXfrm>
        <a:off x="2678814" y="558425"/>
        <a:ext cx="1349515" cy="1182929"/>
      </dsp:txXfrm>
    </dsp:sp>
    <dsp:sp modelId="{5EC50AFF-CD75-4EE0-96D5-B8CD31B752B0}">
      <dsp:nvSpPr>
        <dsp:cNvPr id="0" name=""/>
        <dsp:cNvSpPr/>
      </dsp:nvSpPr>
      <dsp:spPr>
        <a:xfrm>
          <a:off x="3773704" y="1752"/>
          <a:ext cx="254625" cy="254625"/>
        </a:xfrm>
        <a:prstGeom prst="triangle">
          <a:avLst>
            <a:gd name="adj" fmla="val 100000"/>
          </a:avLst>
        </a:prstGeom>
        <a:solidFill>
          <a:schemeClr val="accent2">
            <a:hueOff val="154087"/>
            <a:satOff val="754"/>
            <a:lumOff val="8529"/>
            <a:alphaOff val="0"/>
          </a:schemeClr>
        </a:solidFill>
        <a:ln w="19050" cap="flat" cmpd="sng" algn="ctr">
          <a:solidFill>
            <a:schemeClr val="accent2">
              <a:hueOff val="154087"/>
              <a:satOff val="754"/>
              <a:lumOff val="852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4A9503-629B-4727-B067-590B9D42CAAB}">
      <dsp:nvSpPr>
        <dsp:cNvPr id="0" name=""/>
        <dsp:cNvSpPr/>
      </dsp:nvSpPr>
      <dsp:spPr>
        <a:xfrm rot="5400000">
          <a:off x="4480838" y="-297004"/>
          <a:ext cx="898330" cy="1494801"/>
        </a:xfrm>
        <a:prstGeom prst="corner">
          <a:avLst>
            <a:gd name="adj1" fmla="val 16120"/>
            <a:gd name="adj2" fmla="val 16110"/>
          </a:avLst>
        </a:prstGeom>
        <a:solidFill>
          <a:schemeClr val="accent3"/>
        </a:solidFill>
        <a:ln w="2540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sp>
    <dsp:sp modelId="{8078CEC8-1D33-4998-8EF3-7B7D342715C4}">
      <dsp:nvSpPr>
        <dsp:cNvPr id="0" name=""/>
        <dsp:cNvSpPr/>
      </dsp:nvSpPr>
      <dsp:spPr>
        <a:xfrm>
          <a:off x="4330884" y="149618"/>
          <a:ext cx="1349515" cy="11829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a:t>Actively Involving</a:t>
          </a:r>
          <a:endParaRPr lang="en-US" sz="1300" kern="1200"/>
        </a:p>
      </dsp:txBody>
      <dsp:txXfrm>
        <a:off x="4330884" y="149618"/>
        <a:ext cx="1349515" cy="11829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FC31F6-C9F0-4D5E-839D-6D04A85E3207}">
      <dsp:nvSpPr>
        <dsp:cNvPr id="0" name=""/>
        <dsp:cNvSpPr/>
      </dsp:nvSpPr>
      <dsp:spPr>
        <a:xfrm>
          <a:off x="0" y="0"/>
          <a:ext cx="2062716" cy="0"/>
        </a:xfrm>
        <a:prstGeom prst="lin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7C7B24-572F-4BD0-8D25-E8A3FD759D82}">
      <dsp:nvSpPr>
        <dsp:cNvPr id="0" name=""/>
        <dsp:cNvSpPr/>
      </dsp:nvSpPr>
      <dsp:spPr>
        <a:xfrm>
          <a:off x="0" y="0"/>
          <a:ext cx="2062716" cy="1039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solidFill>
                <a:schemeClr val="accent1"/>
              </a:solidFill>
            </a:rPr>
            <a:t>Actively Consult</a:t>
          </a:r>
        </a:p>
        <a:p>
          <a:pPr marL="0" lvl="0" indent="0" algn="l" defTabSz="488950">
            <a:lnSpc>
              <a:spcPct val="90000"/>
            </a:lnSpc>
            <a:spcBef>
              <a:spcPct val="0"/>
            </a:spcBef>
            <a:spcAft>
              <a:spcPct val="35000"/>
            </a:spcAft>
            <a:buNone/>
          </a:pPr>
          <a:r>
            <a:rPr lang="en-US" sz="1100" b="1" kern="1200"/>
            <a:t>Government agencies</a:t>
          </a:r>
          <a:r>
            <a:rPr lang="en-US" sz="1100" kern="1200"/>
            <a:t>,—keep them informed and consult wherever necessary, however, not required to inform about daily details.</a:t>
          </a:r>
        </a:p>
      </dsp:txBody>
      <dsp:txXfrm>
        <a:off x="0" y="0"/>
        <a:ext cx="2062716" cy="1039332"/>
      </dsp:txXfrm>
    </dsp:sp>
    <dsp:sp modelId="{E29BC8D9-E041-47A6-A8C0-B5D7C8B01805}">
      <dsp:nvSpPr>
        <dsp:cNvPr id="0" name=""/>
        <dsp:cNvSpPr/>
      </dsp:nvSpPr>
      <dsp:spPr>
        <a:xfrm>
          <a:off x="0" y="1039332"/>
          <a:ext cx="2062716" cy="0"/>
        </a:xfrm>
        <a:prstGeom prst="lin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5D30F1-CA7C-4D09-9B16-2BA12B6DEEF4}">
      <dsp:nvSpPr>
        <dsp:cNvPr id="0" name=""/>
        <dsp:cNvSpPr/>
      </dsp:nvSpPr>
      <dsp:spPr>
        <a:xfrm>
          <a:off x="0" y="1039332"/>
          <a:ext cx="2062716" cy="1039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solidFill>
                <a:schemeClr val="accent1"/>
              </a:solidFill>
            </a:rPr>
            <a:t>Manage Closely</a:t>
          </a:r>
        </a:p>
        <a:p>
          <a:pPr marL="0" lvl="0" indent="0" algn="l" defTabSz="488950">
            <a:lnSpc>
              <a:spcPct val="90000"/>
            </a:lnSpc>
            <a:spcBef>
              <a:spcPct val="0"/>
            </a:spcBef>
            <a:spcAft>
              <a:spcPct val="35000"/>
            </a:spcAft>
            <a:buNone/>
          </a:pPr>
          <a:r>
            <a:rPr lang="en-US" sz="1100" kern="1200"/>
            <a:t>Key investors, regulators, major customers—require active engagement and involvement in decision-making.</a:t>
          </a:r>
        </a:p>
      </dsp:txBody>
      <dsp:txXfrm>
        <a:off x="0" y="1039332"/>
        <a:ext cx="2062716" cy="1039332"/>
      </dsp:txXfrm>
    </dsp:sp>
    <dsp:sp modelId="{036E32B8-E0F7-4861-8538-E2D2F6768B7A}">
      <dsp:nvSpPr>
        <dsp:cNvPr id="0" name=""/>
        <dsp:cNvSpPr/>
      </dsp:nvSpPr>
      <dsp:spPr>
        <a:xfrm>
          <a:off x="0" y="2078665"/>
          <a:ext cx="2062716" cy="0"/>
        </a:xfrm>
        <a:prstGeom prst="lin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4050C2-AAD2-44A9-BBFE-B7952F9871F6}">
      <dsp:nvSpPr>
        <dsp:cNvPr id="0" name=""/>
        <dsp:cNvSpPr/>
      </dsp:nvSpPr>
      <dsp:spPr>
        <a:xfrm>
          <a:off x="0" y="2078665"/>
          <a:ext cx="2062716" cy="1039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solidFill>
                <a:schemeClr val="accent1"/>
              </a:solidFill>
            </a:rPr>
            <a:t>Monitor</a:t>
          </a:r>
        </a:p>
        <a:p>
          <a:pPr marL="0" lvl="0" indent="0" algn="l" defTabSz="488950">
            <a:lnSpc>
              <a:spcPct val="90000"/>
            </a:lnSpc>
            <a:spcBef>
              <a:spcPct val="0"/>
            </a:spcBef>
            <a:spcAft>
              <a:spcPct val="35000"/>
            </a:spcAft>
            <a:buNone/>
          </a:pPr>
          <a:r>
            <a:rPr lang="en-US" sz="1100" kern="1200"/>
            <a:t>General public, minor suppliers—minimal but not ignored.</a:t>
          </a:r>
        </a:p>
      </dsp:txBody>
      <dsp:txXfrm>
        <a:off x="0" y="2078665"/>
        <a:ext cx="2062716" cy="1039332"/>
      </dsp:txXfrm>
    </dsp:sp>
    <dsp:sp modelId="{7994D36E-DD7D-4A29-A42D-1F2C22CC6022}">
      <dsp:nvSpPr>
        <dsp:cNvPr id="0" name=""/>
        <dsp:cNvSpPr/>
      </dsp:nvSpPr>
      <dsp:spPr>
        <a:xfrm>
          <a:off x="0" y="3117997"/>
          <a:ext cx="2062716" cy="0"/>
        </a:xfrm>
        <a:prstGeom prst="lin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3F593A-405C-416A-97AE-E14331F87FDB}">
      <dsp:nvSpPr>
        <dsp:cNvPr id="0" name=""/>
        <dsp:cNvSpPr/>
      </dsp:nvSpPr>
      <dsp:spPr>
        <a:xfrm>
          <a:off x="0" y="3117997"/>
          <a:ext cx="2062716" cy="1039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solidFill>
                <a:schemeClr val="accent1"/>
              </a:solidFill>
            </a:rPr>
            <a:t>Keep Informed</a:t>
          </a:r>
        </a:p>
        <a:p>
          <a:pPr marL="0" lvl="0" indent="0" algn="l" defTabSz="488950">
            <a:lnSpc>
              <a:spcPct val="90000"/>
            </a:lnSpc>
            <a:spcBef>
              <a:spcPct val="0"/>
            </a:spcBef>
            <a:spcAft>
              <a:spcPct val="35000"/>
            </a:spcAft>
            <a:buNone/>
          </a:pPr>
          <a:r>
            <a:rPr lang="en-US" sz="1100" kern="1200"/>
            <a:t>Employees, local communities—regular updates and opportunities for feedback.</a:t>
          </a:r>
        </a:p>
      </dsp:txBody>
      <dsp:txXfrm>
        <a:off x="0" y="3117997"/>
        <a:ext cx="2062716" cy="103933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4015" cy="490409"/>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09079" y="0"/>
            <a:ext cx="2914015" cy="490409"/>
          </a:xfrm>
          <a:prstGeom prst="rect">
            <a:avLst/>
          </a:prstGeom>
        </p:spPr>
        <p:txBody>
          <a:bodyPr vert="horz" lIns="91440" tIns="45720" rIns="91440" bIns="45720" rtlCol="0"/>
          <a:lstStyle>
            <a:lvl1pPr algn="r">
              <a:defRPr sz="1200" b="0" i="0">
                <a:latin typeface="Arial" panose="020B0604020202020204" pitchFamily="34" charset="0"/>
              </a:defRPr>
            </a:lvl1pPr>
          </a:lstStyle>
          <a:p>
            <a:fld id="{FBEB4EF7-6755-4417-96B3-8A9D9B3986FB}" type="datetimeFigureOut">
              <a:rPr lang="en-US" smtClean="0"/>
              <a:pPr/>
              <a:t>4/21/2026</a:t>
            </a:fld>
            <a:endParaRPr lang="en-US"/>
          </a:p>
        </p:txBody>
      </p:sp>
      <p:sp>
        <p:nvSpPr>
          <p:cNvPr id="4" name="Slide Image Placeholder 3"/>
          <p:cNvSpPr>
            <a:spLocks noGrp="1" noRot="1" noChangeAspect="1"/>
          </p:cNvSpPr>
          <p:nvPr>
            <p:ph type="sldImg" idx="2"/>
          </p:nvPr>
        </p:nvSpPr>
        <p:spPr>
          <a:xfrm>
            <a:off x="430213" y="1222375"/>
            <a:ext cx="5864225" cy="32988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2465" y="4703852"/>
            <a:ext cx="5379720" cy="3848606"/>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283830"/>
            <a:ext cx="2914015" cy="490408"/>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09079" y="9283830"/>
            <a:ext cx="2914015" cy="490408"/>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8338F507-FFAD-4585-99E0-9DC17883AD4F}" type="slidenum">
              <a:rPr lang="en-US" smtClean="0"/>
              <a:pPr/>
              <a:t>‹#›</a:t>
            </a:fld>
            <a:endParaRPr lang="en-US"/>
          </a:p>
        </p:txBody>
      </p:sp>
    </p:spTree>
    <p:extLst>
      <p:ext uri="{BB962C8B-B14F-4D97-AF65-F5344CB8AC3E}">
        <p14:creationId xmlns:p14="http://schemas.microsoft.com/office/powerpoint/2010/main" val="1762394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2</a:t>
            </a:fld>
            <a:endParaRPr lang="en-US"/>
          </a:p>
        </p:txBody>
      </p:sp>
    </p:spTree>
    <p:extLst>
      <p:ext uri="{BB962C8B-B14F-4D97-AF65-F5344CB8AC3E}">
        <p14:creationId xmlns:p14="http://schemas.microsoft.com/office/powerpoint/2010/main" val="3070133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4844F-8C40-E1BB-DA80-82A1A3DF63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BA4EC-58F7-C82F-1F69-7BA5ADB72E9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0DD8DAA-2F5D-B51E-6EA7-8DF773FF43F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627AB3-3F57-CB5A-4A46-25ED298C1F1E}"/>
              </a:ext>
            </a:extLst>
          </p:cNvPr>
          <p:cNvSpPr>
            <a:spLocks noGrp="1"/>
          </p:cNvSpPr>
          <p:nvPr>
            <p:ph type="sldNum" sz="quarter" idx="5"/>
          </p:nvPr>
        </p:nvSpPr>
        <p:spPr/>
        <p:txBody>
          <a:bodyPr/>
          <a:lstStyle/>
          <a:p>
            <a:fld id="{8338F507-FFAD-4585-99E0-9DC17883AD4F}" type="slidenum">
              <a:rPr lang="en-US" smtClean="0"/>
              <a:pPr/>
              <a:t>3</a:t>
            </a:fld>
            <a:endParaRPr lang="en-US"/>
          </a:p>
        </p:txBody>
      </p:sp>
    </p:spTree>
    <p:extLst>
      <p:ext uri="{BB962C8B-B14F-4D97-AF65-F5344CB8AC3E}">
        <p14:creationId xmlns:p14="http://schemas.microsoft.com/office/powerpoint/2010/main" val="1267074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AFE84-13C0-0C2F-62F3-21973C87E0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A2133-4C87-0F46-F618-BCBAEFB9C9D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04B9278-510F-648B-EBDD-EFA8CE682FD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16DA4F2-971F-BCDE-685F-09ECB6972B2F}"/>
              </a:ext>
            </a:extLst>
          </p:cNvPr>
          <p:cNvSpPr>
            <a:spLocks noGrp="1"/>
          </p:cNvSpPr>
          <p:nvPr>
            <p:ph type="sldNum" sz="quarter" idx="5"/>
          </p:nvPr>
        </p:nvSpPr>
        <p:spPr/>
        <p:txBody>
          <a:bodyPr/>
          <a:lstStyle/>
          <a:p>
            <a:fld id="{8338F507-FFAD-4585-99E0-9DC17883AD4F}" type="slidenum">
              <a:rPr lang="en-US" smtClean="0"/>
              <a:pPr/>
              <a:t>4</a:t>
            </a:fld>
            <a:endParaRPr lang="en-US"/>
          </a:p>
        </p:txBody>
      </p:sp>
    </p:spTree>
    <p:extLst>
      <p:ext uri="{BB962C8B-B14F-4D97-AF65-F5344CB8AC3E}">
        <p14:creationId xmlns:p14="http://schemas.microsoft.com/office/powerpoint/2010/main" val="3948283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2E952-BA8D-652E-D519-0C59345FC4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7ED817-87DF-3D56-16C1-E1D0684DBD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D8EA146-B0CA-1381-DC90-FBC1F4DE9C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948E6C-1C56-0260-BDF8-EAF2769D2D57}"/>
              </a:ext>
            </a:extLst>
          </p:cNvPr>
          <p:cNvSpPr>
            <a:spLocks noGrp="1"/>
          </p:cNvSpPr>
          <p:nvPr>
            <p:ph type="sldNum" sz="quarter" idx="5"/>
          </p:nvPr>
        </p:nvSpPr>
        <p:spPr/>
        <p:txBody>
          <a:bodyPr/>
          <a:lstStyle/>
          <a:p>
            <a:fld id="{8338F507-FFAD-4585-99E0-9DC17883AD4F}" type="slidenum">
              <a:rPr lang="en-US" smtClean="0"/>
              <a:pPr/>
              <a:t>5</a:t>
            </a:fld>
            <a:endParaRPr lang="en-US"/>
          </a:p>
        </p:txBody>
      </p:sp>
    </p:spTree>
    <p:extLst>
      <p:ext uri="{BB962C8B-B14F-4D97-AF65-F5344CB8AC3E}">
        <p14:creationId xmlns:p14="http://schemas.microsoft.com/office/powerpoint/2010/main" val="554412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80501-DFF4-6770-7A4B-29EF876B12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C815FB-1CEE-02B3-E2FE-2DE328CCAF6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E1B56E3-0104-484A-71C7-577EEBB9945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487963A-F240-C927-90EB-11A81570132D}"/>
              </a:ext>
            </a:extLst>
          </p:cNvPr>
          <p:cNvSpPr>
            <a:spLocks noGrp="1"/>
          </p:cNvSpPr>
          <p:nvPr>
            <p:ph type="sldNum" sz="quarter" idx="5"/>
          </p:nvPr>
        </p:nvSpPr>
        <p:spPr/>
        <p:txBody>
          <a:bodyPr/>
          <a:lstStyle/>
          <a:p>
            <a:fld id="{8338F507-FFAD-4585-99E0-9DC17883AD4F}" type="slidenum">
              <a:rPr lang="en-US" smtClean="0"/>
              <a:pPr/>
              <a:t>10</a:t>
            </a:fld>
            <a:endParaRPr lang="en-US"/>
          </a:p>
        </p:txBody>
      </p:sp>
    </p:spTree>
    <p:extLst>
      <p:ext uri="{BB962C8B-B14F-4D97-AF65-F5344CB8AC3E}">
        <p14:creationId xmlns:p14="http://schemas.microsoft.com/office/powerpoint/2010/main" val="3793231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1F7B7-794A-111E-31F5-4B1FDAD4B8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F11661-1B57-917C-C588-5C6C852D45F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C484657-81C0-3766-713F-77E3CFAA7E0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7001206-DE3B-264A-1FF0-150836EE037C}"/>
              </a:ext>
            </a:extLst>
          </p:cNvPr>
          <p:cNvSpPr>
            <a:spLocks noGrp="1"/>
          </p:cNvSpPr>
          <p:nvPr>
            <p:ph type="sldNum" sz="quarter" idx="5"/>
          </p:nvPr>
        </p:nvSpPr>
        <p:spPr/>
        <p:txBody>
          <a:bodyPr/>
          <a:lstStyle/>
          <a:p>
            <a:fld id="{8338F507-FFAD-4585-99E0-9DC17883AD4F}" type="slidenum">
              <a:rPr lang="en-US" smtClean="0"/>
              <a:pPr/>
              <a:t>12</a:t>
            </a:fld>
            <a:endParaRPr lang="en-US"/>
          </a:p>
        </p:txBody>
      </p:sp>
    </p:spTree>
    <p:extLst>
      <p:ext uri="{BB962C8B-B14F-4D97-AF65-F5344CB8AC3E}">
        <p14:creationId xmlns:p14="http://schemas.microsoft.com/office/powerpoint/2010/main" val="1961256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7B6F9-4037-D038-AF30-2DFFF3A5CB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B96730-FD71-AB52-9240-BA6C908C01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7B1B5AB-BF88-0224-550E-46268A9748A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FF4D8E-8885-25E1-485B-0ED6FC8E6BF2}"/>
              </a:ext>
            </a:extLst>
          </p:cNvPr>
          <p:cNvSpPr>
            <a:spLocks noGrp="1"/>
          </p:cNvSpPr>
          <p:nvPr>
            <p:ph type="sldNum" sz="quarter" idx="5"/>
          </p:nvPr>
        </p:nvSpPr>
        <p:spPr/>
        <p:txBody>
          <a:bodyPr/>
          <a:lstStyle/>
          <a:p>
            <a:fld id="{8338F507-FFAD-4585-99E0-9DC17883AD4F}" type="slidenum">
              <a:rPr lang="en-US" smtClean="0"/>
              <a:pPr/>
              <a:t>13</a:t>
            </a:fld>
            <a:endParaRPr lang="en-US"/>
          </a:p>
        </p:txBody>
      </p:sp>
    </p:spTree>
    <p:extLst>
      <p:ext uri="{BB962C8B-B14F-4D97-AF65-F5344CB8AC3E}">
        <p14:creationId xmlns:p14="http://schemas.microsoft.com/office/powerpoint/2010/main" val="4056820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15</a:t>
            </a:fld>
            <a:endParaRPr lang="en-US"/>
          </a:p>
        </p:txBody>
      </p:sp>
    </p:spTree>
    <p:extLst>
      <p:ext uri="{BB962C8B-B14F-4D97-AF65-F5344CB8AC3E}">
        <p14:creationId xmlns:p14="http://schemas.microsoft.com/office/powerpoint/2010/main" val="2309275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7C2B2-14BF-F193-A653-B1A42950A0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EF2F9C-8EFF-2584-F2B2-44A033CA2C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E85A5B3-6909-03F0-50C7-29DDFF7F6D8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A79BD18-F322-078D-7C3D-6EDA955C8310}"/>
              </a:ext>
            </a:extLst>
          </p:cNvPr>
          <p:cNvSpPr>
            <a:spLocks noGrp="1"/>
          </p:cNvSpPr>
          <p:nvPr>
            <p:ph type="sldNum" sz="quarter" idx="5"/>
          </p:nvPr>
        </p:nvSpPr>
        <p:spPr/>
        <p:txBody>
          <a:bodyPr/>
          <a:lstStyle/>
          <a:p>
            <a:fld id="{8338F507-FFAD-4585-99E0-9DC17883AD4F}" type="slidenum">
              <a:rPr lang="en-US" smtClean="0"/>
              <a:pPr/>
              <a:t>16</a:t>
            </a:fld>
            <a:endParaRPr lang="en-US"/>
          </a:p>
        </p:txBody>
      </p:sp>
    </p:spTree>
    <p:extLst>
      <p:ext uri="{BB962C8B-B14F-4D97-AF65-F5344CB8AC3E}">
        <p14:creationId xmlns:p14="http://schemas.microsoft.com/office/powerpoint/2010/main" val="890847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4F800-5AB5-7AFA-4B0B-B307A63401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8FC4C2-F612-7E0B-4491-B1AA4B1D8E5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7A355E3-8C50-A42D-93F9-AEE7036EA7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475F04-C7EE-5119-E9CD-4DDBFAF35D32}"/>
              </a:ext>
            </a:extLst>
          </p:cNvPr>
          <p:cNvSpPr>
            <a:spLocks noGrp="1"/>
          </p:cNvSpPr>
          <p:nvPr>
            <p:ph type="sldNum" sz="quarter" idx="5"/>
          </p:nvPr>
        </p:nvSpPr>
        <p:spPr/>
        <p:txBody>
          <a:bodyPr/>
          <a:lstStyle/>
          <a:p>
            <a:fld id="{8338F507-FFAD-4585-99E0-9DC17883AD4F}" type="slidenum">
              <a:rPr lang="en-US" smtClean="0"/>
              <a:pPr/>
              <a:t>19</a:t>
            </a:fld>
            <a:endParaRPr lang="en-US"/>
          </a:p>
        </p:txBody>
      </p:sp>
    </p:spTree>
    <p:extLst>
      <p:ext uri="{BB962C8B-B14F-4D97-AF65-F5344CB8AC3E}">
        <p14:creationId xmlns:p14="http://schemas.microsoft.com/office/powerpoint/2010/main" val="8602909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42BBA-2F01-B633-BA6E-B84C094DC7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AAF1B-0973-C4DB-FEEB-ED32A33EEFD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ED5BB61-0489-B510-50B4-60A069874AB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28DB6D-7778-3248-282D-C7EF0802E5DB}"/>
              </a:ext>
            </a:extLst>
          </p:cNvPr>
          <p:cNvSpPr>
            <a:spLocks noGrp="1"/>
          </p:cNvSpPr>
          <p:nvPr>
            <p:ph type="sldNum" sz="quarter" idx="5"/>
          </p:nvPr>
        </p:nvSpPr>
        <p:spPr/>
        <p:txBody>
          <a:bodyPr/>
          <a:lstStyle/>
          <a:p>
            <a:fld id="{8338F507-FFAD-4585-99E0-9DC17883AD4F}" type="slidenum">
              <a:rPr lang="en-US" smtClean="0"/>
              <a:pPr/>
              <a:t>23</a:t>
            </a:fld>
            <a:endParaRPr lang="en-US"/>
          </a:p>
        </p:txBody>
      </p:sp>
    </p:spTree>
    <p:extLst>
      <p:ext uri="{BB962C8B-B14F-4D97-AF65-F5344CB8AC3E}">
        <p14:creationId xmlns:p14="http://schemas.microsoft.com/office/powerpoint/2010/main" val="32636367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C10B4-F7C2-AAE5-F96A-2BBB251DA9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13C486-027C-5246-3BCB-E8C1B010AB3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EAA8583-1878-3F23-1201-D45CEA0395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37A5D5-C77B-A2F0-2A8E-87F5A07D1521}"/>
              </a:ext>
            </a:extLst>
          </p:cNvPr>
          <p:cNvSpPr>
            <a:spLocks noGrp="1"/>
          </p:cNvSpPr>
          <p:nvPr>
            <p:ph type="sldNum" sz="quarter" idx="5"/>
          </p:nvPr>
        </p:nvSpPr>
        <p:spPr/>
        <p:txBody>
          <a:bodyPr/>
          <a:lstStyle/>
          <a:p>
            <a:fld id="{8338F507-FFAD-4585-99E0-9DC17883AD4F}" type="slidenum">
              <a:rPr lang="en-US" smtClean="0"/>
              <a:pPr/>
              <a:t>24</a:t>
            </a:fld>
            <a:endParaRPr lang="en-US"/>
          </a:p>
        </p:txBody>
      </p:sp>
    </p:spTree>
    <p:extLst>
      <p:ext uri="{BB962C8B-B14F-4D97-AF65-F5344CB8AC3E}">
        <p14:creationId xmlns:p14="http://schemas.microsoft.com/office/powerpoint/2010/main" val="35748612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25</a:t>
            </a:fld>
            <a:endParaRPr lang="en-US"/>
          </a:p>
        </p:txBody>
      </p:sp>
    </p:spTree>
    <p:extLst>
      <p:ext uri="{BB962C8B-B14F-4D97-AF65-F5344CB8AC3E}">
        <p14:creationId xmlns:p14="http://schemas.microsoft.com/office/powerpoint/2010/main" val="7375547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BB899-F4B7-F341-19E1-A79E0813F9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0630D8-C296-7736-FF78-9D20B09D0D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CE51CA8-43F1-45D3-1EB2-08B885226C0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AE48799-15CF-2AB6-F5CF-3FE1E1A8F5B8}"/>
              </a:ext>
            </a:extLst>
          </p:cNvPr>
          <p:cNvSpPr>
            <a:spLocks noGrp="1"/>
          </p:cNvSpPr>
          <p:nvPr>
            <p:ph type="sldNum" sz="quarter" idx="5"/>
          </p:nvPr>
        </p:nvSpPr>
        <p:spPr/>
        <p:txBody>
          <a:bodyPr/>
          <a:lstStyle/>
          <a:p>
            <a:fld id="{8338F507-FFAD-4585-99E0-9DC17883AD4F}" type="slidenum">
              <a:rPr lang="en-US" smtClean="0"/>
              <a:pPr/>
              <a:t>26</a:t>
            </a:fld>
            <a:endParaRPr lang="en-US"/>
          </a:p>
        </p:txBody>
      </p:sp>
    </p:spTree>
    <p:extLst>
      <p:ext uri="{BB962C8B-B14F-4D97-AF65-F5344CB8AC3E}">
        <p14:creationId xmlns:p14="http://schemas.microsoft.com/office/powerpoint/2010/main" val="28813639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27</a:t>
            </a:fld>
            <a:endParaRPr lang="en-US"/>
          </a:p>
        </p:txBody>
      </p:sp>
    </p:spTree>
    <p:extLst>
      <p:ext uri="{BB962C8B-B14F-4D97-AF65-F5344CB8AC3E}">
        <p14:creationId xmlns:p14="http://schemas.microsoft.com/office/powerpoint/2010/main" val="3986495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28</a:t>
            </a:fld>
            <a:endParaRPr lang="en-US"/>
          </a:p>
        </p:txBody>
      </p:sp>
    </p:spTree>
    <p:extLst>
      <p:ext uri="{BB962C8B-B14F-4D97-AF65-F5344CB8AC3E}">
        <p14:creationId xmlns:p14="http://schemas.microsoft.com/office/powerpoint/2010/main" val="35649778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29</a:t>
            </a:fld>
            <a:endParaRPr lang="en-US"/>
          </a:p>
        </p:txBody>
      </p:sp>
    </p:spTree>
    <p:extLst>
      <p:ext uri="{BB962C8B-B14F-4D97-AF65-F5344CB8AC3E}">
        <p14:creationId xmlns:p14="http://schemas.microsoft.com/office/powerpoint/2010/main" val="31468013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C398C-F817-3F31-C20E-5BD37D5B0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402AB0-11CB-3B0C-8D9C-F8B44D24777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2124D40-CA6C-6EC6-BAE6-7E00FA15030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A23DB2-DC7C-EA27-9A55-1D414D0424DD}"/>
              </a:ext>
            </a:extLst>
          </p:cNvPr>
          <p:cNvSpPr>
            <a:spLocks noGrp="1"/>
          </p:cNvSpPr>
          <p:nvPr>
            <p:ph type="sldNum" sz="quarter" idx="5"/>
          </p:nvPr>
        </p:nvSpPr>
        <p:spPr/>
        <p:txBody>
          <a:bodyPr/>
          <a:lstStyle/>
          <a:p>
            <a:fld id="{8338F507-FFAD-4585-99E0-9DC17883AD4F}" type="slidenum">
              <a:rPr lang="en-US" smtClean="0"/>
              <a:pPr/>
              <a:t>30</a:t>
            </a:fld>
            <a:endParaRPr lang="en-US"/>
          </a:p>
        </p:txBody>
      </p:sp>
    </p:spTree>
    <p:extLst>
      <p:ext uri="{BB962C8B-B14F-4D97-AF65-F5344CB8AC3E}">
        <p14:creationId xmlns:p14="http://schemas.microsoft.com/office/powerpoint/2010/main" val="765152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88A9D-A989-6C99-D97C-0C5BE3D44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F856A4-52CD-BEFC-7457-25559D7E051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A792A8-2327-0091-A740-84522BDE9F4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97E873-0847-5A98-9D85-09CE143BA029}"/>
              </a:ext>
            </a:extLst>
          </p:cNvPr>
          <p:cNvSpPr>
            <a:spLocks noGrp="1"/>
          </p:cNvSpPr>
          <p:nvPr>
            <p:ph type="sldNum" sz="quarter" idx="5"/>
          </p:nvPr>
        </p:nvSpPr>
        <p:spPr/>
        <p:txBody>
          <a:bodyPr/>
          <a:lstStyle/>
          <a:p>
            <a:fld id="{8338F507-FFAD-4585-99E0-9DC17883AD4F}" type="slidenum">
              <a:rPr lang="en-US" smtClean="0"/>
              <a:pPr/>
              <a:t>31</a:t>
            </a:fld>
            <a:endParaRPr lang="en-US"/>
          </a:p>
        </p:txBody>
      </p:sp>
    </p:spTree>
    <p:extLst>
      <p:ext uri="{BB962C8B-B14F-4D97-AF65-F5344CB8AC3E}">
        <p14:creationId xmlns:p14="http://schemas.microsoft.com/office/powerpoint/2010/main" val="36912017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32</a:t>
            </a:fld>
            <a:endParaRPr lang="en-US"/>
          </a:p>
        </p:txBody>
      </p:sp>
    </p:spTree>
    <p:extLst>
      <p:ext uri="{BB962C8B-B14F-4D97-AF65-F5344CB8AC3E}">
        <p14:creationId xmlns:p14="http://schemas.microsoft.com/office/powerpoint/2010/main" val="40365504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54A91-5620-9659-199B-01365DFDFE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3698F0-5D91-1A5E-02AE-D77EE9E7AF1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AA3AFA9-A12A-3EEB-B095-B8F2B47F67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06DB274-496B-FCB9-C203-18D9606D31F8}"/>
              </a:ext>
            </a:extLst>
          </p:cNvPr>
          <p:cNvSpPr>
            <a:spLocks noGrp="1"/>
          </p:cNvSpPr>
          <p:nvPr>
            <p:ph type="sldNum" sz="quarter" idx="5"/>
          </p:nvPr>
        </p:nvSpPr>
        <p:spPr/>
        <p:txBody>
          <a:bodyPr/>
          <a:lstStyle/>
          <a:p>
            <a:fld id="{8338F507-FFAD-4585-99E0-9DC17883AD4F}" type="slidenum">
              <a:rPr lang="en-US" smtClean="0"/>
              <a:pPr/>
              <a:t>33</a:t>
            </a:fld>
            <a:endParaRPr lang="en-US"/>
          </a:p>
        </p:txBody>
      </p:sp>
    </p:spTree>
    <p:extLst>
      <p:ext uri="{BB962C8B-B14F-4D97-AF65-F5344CB8AC3E}">
        <p14:creationId xmlns:p14="http://schemas.microsoft.com/office/powerpoint/2010/main" val="18060164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34</a:t>
            </a:fld>
            <a:endParaRPr lang="en-US"/>
          </a:p>
        </p:txBody>
      </p:sp>
    </p:spTree>
    <p:extLst>
      <p:ext uri="{BB962C8B-B14F-4D97-AF65-F5344CB8AC3E}">
        <p14:creationId xmlns:p14="http://schemas.microsoft.com/office/powerpoint/2010/main" val="33977641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35</a:t>
            </a:fld>
            <a:endParaRPr lang="en-US"/>
          </a:p>
        </p:txBody>
      </p:sp>
    </p:spTree>
    <p:extLst>
      <p:ext uri="{BB962C8B-B14F-4D97-AF65-F5344CB8AC3E}">
        <p14:creationId xmlns:p14="http://schemas.microsoft.com/office/powerpoint/2010/main" val="1215170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890F9-1883-57B9-1BE6-2F6CF0C743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B97038-43F7-2915-46D3-D69102A967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9039530-06E1-DDA9-F220-9BFF21459F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3513D3-847D-566C-FAAF-1D898C7FD5AB}"/>
              </a:ext>
            </a:extLst>
          </p:cNvPr>
          <p:cNvSpPr>
            <a:spLocks noGrp="1"/>
          </p:cNvSpPr>
          <p:nvPr>
            <p:ph type="sldNum" sz="quarter" idx="5"/>
          </p:nvPr>
        </p:nvSpPr>
        <p:spPr/>
        <p:txBody>
          <a:bodyPr/>
          <a:lstStyle/>
          <a:p>
            <a:fld id="{8338F507-FFAD-4585-99E0-9DC17883AD4F}" type="slidenum">
              <a:rPr lang="en-US" smtClean="0"/>
              <a:pPr/>
              <a:t>37</a:t>
            </a:fld>
            <a:endParaRPr lang="en-US"/>
          </a:p>
        </p:txBody>
      </p:sp>
    </p:spTree>
    <p:extLst>
      <p:ext uri="{BB962C8B-B14F-4D97-AF65-F5344CB8AC3E}">
        <p14:creationId xmlns:p14="http://schemas.microsoft.com/office/powerpoint/2010/main" val="26327301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1D81B-47F0-FCA4-53A9-BA4B67316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CAAB6E-625C-DE87-1529-68BB76565F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755765B-612A-C346-5001-6EBE62803E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B7B4771-CF1D-0F15-F200-1CBB1C739E52}"/>
              </a:ext>
            </a:extLst>
          </p:cNvPr>
          <p:cNvSpPr>
            <a:spLocks noGrp="1"/>
          </p:cNvSpPr>
          <p:nvPr>
            <p:ph type="sldNum" sz="quarter" idx="5"/>
          </p:nvPr>
        </p:nvSpPr>
        <p:spPr/>
        <p:txBody>
          <a:bodyPr/>
          <a:lstStyle/>
          <a:p>
            <a:fld id="{8338F507-FFAD-4585-99E0-9DC17883AD4F}" type="slidenum">
              <a:rPr lang="en-US" smtClean="0"/>
              <a:pPr/>
              <a:t>40</a:t>
            </a:fld>
            <a:endParaRPr lang="en-US"/>
          </a:p>
        </p:txBody>
      </p:sp>
    </p:spTree>
    <p:extLst>
      <p:ext uri="{BB962C8B-B14F-4D97-AF65-F5344CB8AC3E}">
        <p14:creationId xmlns:p14="http://schemas.microsoft.com/office/powerpoint/2010/main" val="8607676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41</a:t>
            </a:fld>
            <a:endParaRPr lang="en-US"/>
          </a:p>
        </p:txBody>
      </p:sp>
    </p:spTree>
    <p:extLst>
      <p:ext uri="{BB962C8B-B14F-4D97-AF65-F5344CB8AC3E}">
        <p14:creationId xmlns:p14="http://schemas.microsoft.com/office/powerpoint/2010/main" val="9141808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21BB2-0FE1-766E-F2F5-66541DF8FE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9046F-8BD6-CA84-7A78-6EC2D4E9729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6F7566-946D-15A9-760C-99D6C01C97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972357F-5E54-AB1B-4448-F3738DC332F2}"/>
              </a:ext>
            </a:extLst>
          </p:cNvPr>
          <p:cNvSpPr>
            <a:spLocks noGrp="1"/>
          </p:cNvSpPr>
          <p:nvPr>
            <p:ph type="sldNum" sz="quarter" idx="5"/>
          </p:nvPr>
        </p:nvSpPr>
        <p:spPr/>
        <p:txBody>
          <a:bodyPr/>
          <a:lstStyle/>
          <a:p>
            <a:fld id="{8338F507-FFAD-4585-99E0-9DC17883AD4F}" type="slidenum">
              <a:rPr lang="en-US" smtClean="0"/>
              <a:pPr/>
              <a:t>43</a:t>
            </a:fld>
            <a:endParaRPr lang="en-US"/>
          </a:p>
        </p:txBody>
      </p:sp>
    </p:spTree>
    <p:extLst>
      <p:ext uri="{BB962C8B-B14F-4D97-AF65-F5344CB8AC3E}">
        <p14:creationId xmlns:p14="http://schemas.microsoft.com/office/powerpoint/2010/main" val="37737833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35F2D-432E-C0B6-1E94-520CBE580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39DE8-8F13-F673-19CB-5E1A507B557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164340E-19C4-BFDB-309B-0C74421CA84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E54DDC2-4089-4D1C-0BCC-81C4BC7A8301}"/>
              </a:ext>
            </a:extLst>
          </p:cNvPr>
          <p:cNvSpPr>
            <a:spLocks noGrp="1"/>
          </p:cNvSpPr>
          <p:nvPr>
            <p:ph type="sldNum" sz="quarter" idx="5"/>
          </p:nvPr>
        </p:nvSpPr>
        <p:spPr/>
        <p:txBody>
          <a:bodyPr/>
          <a:lstStyle/>
          <a:p>
            <a:fld id="{8338F507-FFAD-4585-99E0-9DC17883AD4F}" type="slidenum">
              <a:rPr lang="en-US" smtClean="0"/>
              <a:t>50</a:t>
            </a:fld>
            <a:endParaRPr lang="en-US"/>
          </a:p>
        </p:txBody>
      </p:sp>
    </p:spTree>
    <p:extLst>
      <p:ext uri="{BB962C8B-B14F-4D97-AF65-F5344CB8AC3E}">
        <p14:creationId xmlns:p14="http://schemas.microsoft.com/office/powerpoint/2010/main" val="27820354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8C4C564F-54DF-8C5F-8208-487AC945D740}"/>
              </a:ext>
            </a:extLst>
          </p:cNvPr>
          <p:cNvPicPr/>
          <p:nvPr userDrawn="1"/>
        </p:nvPicPr>
        <p:blipFill>
          <a:blip r:embed="rId2" cstate="print">
            <a:extLst>
              <a:ext uri="{28A0092B-C50C-407E-A947-70E740481C1C}">
                <a14:useLocalDpi xmlns:a14="http://schemas.microsoft.com/office/drawing/2010/main"/>
              </a:ext>
            </a:extLst>
          </a:blip>
          <a:srcRect/>
          <a:stretch/>
        </p:blipFill>
        <p:spPr>
          <a:xfrm>
            <a:off x="3049" y="1715"/>
            <a:ext cx="12188951" cy="6856285"/>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Tree>
    <p:extLst>
      <p:ext uri="{BB962C8B-B14F-4D97-AF65-F5344CB8AC3E}">
        <p14:creationId xmlns:p14="http://schemas.microsoft.com/office/powerpoint/2010/main" val="399261884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a:t>Click icon to add cover image</a:t>
            </a:r>
          </a:p>
          <a:p>
            <a:endParaRPr lang="en-US"/>
          </a:p>
        </p:txBody>
      </p:sp>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Tree>
    <p:extLst>
      <p:ext uri="{BB962C8B-B14F-4D97-AF65-F5344CB8AC3E}">
        <p14:creationId xmlns:p14="http://schemas.microsoft.com/office/powerpoint/2010/main" val="282142617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14619" y="4007973"/>
            <a:ext cx="4671732" cy="129844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402655"/>
            <a:ext cx="5641181" cy="3521964"/>
          </a:xfrm>
        </p:spPr>
        <p:txBody>
          <a:bodyPr/>
          <a:lstStyle>
            <a:lvl1pPr>
              <a:lnSpc>
                <a:spcPct val="125000"/>
              </a:lnSpc>
              <a:defRPr sz="1500" b="1">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800962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2970214"/>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8"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Tree>
    <p:extLst>
      <p:ext uri="{BB962C8B-B14F-4D97-AF65-F5344CB8AC3E}">
        <p14:creationId xmlns:p14="http://schemas.microsoft.com/office/powerpoint/2010/main" val="595187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3998913"/>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8"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Tree>
    <p:extLst>
      <p:ext uri="{BB962C8B-B14F-4D97-AF65-F5344CB8AC3E}">
        <p14:creationId xmlns:p14="http://schemas.microsoft.com/office/powerpoint/2010/main" val="1252175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5653088"/>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8"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Tree>
    <p:extLst>
      <p:ext uri="{BB962C8B-B14F-4D97-AF65-F5344CB8AC3E}">
        <p14:creationId xmlns:p14="http://schemas.microsoft.com/office/powerpoint/2010/main" val="1162161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99063" y="400050"/>
            <a:ext cx="6602413" cy="5653088"/>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7" y="3998913"/>
            <a:ext cx="3840957"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Tree>
    <p:extLst>
      <p:ext uri="{BB962C8B-B14F-4D97-AF65-F5344CB8AC3E}">
        <p14:creationId xmlns:p14="http://schemas.microsoft.com/office/powerpoint/2010/main" val="425518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97772"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09794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97772"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54783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0" y="0"/>
            <a:ext cx="12188951" cy="6858001"/>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402430" y="3372236"/>
            <a:ext cx="5641183" cy="1414180"/>
          </a:xfrm>
        </p:spPr>
        <p:txBody>
          <a:bodyPr anchor="b"/>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402432" y="5029715"/>
            <a:ext cx="5641182" cy="990083"/>
          </a:xfrm>
        </p:spPr>
        <p:txBody>
          <a:bodyPr/>
          <a:lstStyle>
            <a:lvl1pPr>
              <a:defRPr sz="1300" b="0">
                <a:latin typeface="+mj-lt"/>
              </a:defRPr>
            </a:lvl1pPr>
          </a:lstStyle>
          <a:p>
            <a:pPr lvl="0"/>
            <a:r>
              <a:rPr lang="en-US"/>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518638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919162"/>
            <a:ext cx="3712881" cy="1938337"/>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71800"/>
            <a:ext cx="3724275" cy="2967038"/>
          </a:xfrm>
        </p:spPr>
        <p:txBody>
          <a:bodyPr/>
          <a:lstStyle>
            <a:lvl1pPr>
              <a:lnSpc>
                <a:spcPct val="125000"/>
              </a:lnSpc>
              <a:defRPr sz="1600" b="0">
                <a:latin typeface="+mj-lt"/>
              </a:defRPr>
            </a:lvl1pPr>
            <a:lvl2pPr marL="166688" indent="0">
              <a:defRPr/>
            </a:lvl2pPr>
            <a:lvl3pPr marL="346075" indent="0">
              <a:buNone/>
              <a:defRPr/>
            </a:lvl3pPr>
            <a:lvl4pPr marL="512763" indent="0">
              <a:buNone/>
              <a:defRPr/>
            </a:lvl4pPr>
            <a:lvl5pPr marL="69215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501384"/>
            <a:ext cx="32004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6762825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919162"/>
            <a:ext cx="4671730" cy="1938337"/>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71800"/>
            <a:ext cx="4671729" cy="2967038"/>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2896579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69488" y="400051"/>
            <a:ext cx="5632168"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69488" y="1946275"/>
            <a:ext cx="5632167" cy="3992563"/>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090267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99063" y="400051"/>
            <a:ext cx="6602593"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99064" y="1946275"/>
            <a:ext cx="6602592" cy="3992563"/>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7422578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01920" y="400051"/>
            <a:ext cx="4274253" cy="1428750"/>
          </a:xfrm>
        </p:spPr>
        <p:txBody>
          <a:bodyPr/>
          <a:lstStyle>
            <a:lvl1pPr>
              <a:defRPr sz="4000"/>
            </a:lvl1pPr>
          </a:lstStyle>
          <a:p>
            <a:r>
              <a:rPr lang="en-US"/>
              <a:t>Click to edit Master title style</a:t>
            </a:r>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401920" y="1956003"/>
            <a:ext cx="4274253" cy="3982835"/>
          </a:xfrm>
          <a:solidFill>
            <a:schemeClr val="bg2"/>
          </a:solidFill>
        </p:spPr>
        <p:txBody>
          <a:bodyPr tIns="1554480"/>
          <a:lstStyle>
            <a:lvl1pPr algn="ctr">
              <a:defRPr/>
            </a:lvl1pPr>
          </a:lstStyle>
          <a:p>
            <a:r>
              <a:rPr lang="en-US"/>
              <a:t>Click icon to add picture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99063" y="400051"/>
            <a:ext cx="6591017" cy="5538787"/>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0772111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9173"/>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5209696" y="794063"/>
            <a:ext cx="6589884" cy="3328416"/>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5371857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4" name="Footer Placeholder 4">
            <a:extLst>
              <a:ext uri="{FF2B5EF4-FFF2-40B4-BE49-F238E27FC236}">
                <a16:creationId xmlns:a16="http://schemas.microsoft.com/office/drawing/2014/main" id="{EE189DEE-6989-9A74-BDE8-CA73B91086F4}"/>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6DE5500C-FE6E-579B-63C3-09F6ADCF909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8" name="Text Placeholder 8">
            <a:extLst>
              <a:ext uri="{FF2B5EF4-FFF2-40B4-BE49-F238E27FC236}">
                <a16:creationId xmlns:a16="http://schemas.microsoft.com/office/drawing/2014/main" id="{DD78BEAF-F2F8-DC26-B864-8F8182138069}"/>
              </a:ext>
            </a:extLst>
          </p:cNvPr>
          <p:cNvSpPr>
            <a:spLocks noGrp="1"/>
          </p:cNvSpPr>
          <p:nvPr>
            <p:ph type="body" sz="quarter" idx="12"/>
          </p:nvPr>
        </p:nvSpPr>
        <p:spPr>
          <a:xfrm>
            <a:off x="5209696" y="786384"/>
            <a:ext cx="5754687" cy="3195638"/>
          </a:xfrm>
        </p:spPr>
        <p:txBody>
          <a:bodyPr tIns="73152"/>
          <a:lstStyle>
            <a:lvl1pPr marL="647700" indent="-552450">
              <a:lnSpc>
                <a:spcPct val="100000"/>
              </a:lnSpc>
              <a:spcBef>
                <a:spcPts val="500"/>
              </a:spcBef>
              <a:spcAft>
                <a:spcPts val="500"/>
              </a:spcAft>
              <a:tabLst/>
              <a:defRPr sz="2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17036844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3177701" y="818982"/>
            <a:ext cx="4324869" cy="2685354"/>
          </a:xfrm>
        </p:spPr>
        <p:txBody>
          <a:bodyPr tIns="457200"/>
          <a:lstStyle>
            <a:lvl1pPr algn="ctr">
              <a:defRPr sz="1800"/>
            </a:lvl1pPr>
          </a:lstStyle>
          <a:p>
            <a:r>
              <a:rPr lang="en-US"/>
              <a:t>Click icon to add table</a:t>
            </a:r>
          </a:p>
        </p:txBody>
      </p:sp>
      <p:sp>
        <p:nvSpPr>
          <p:cNvPr id="6" name="Table Placeholder 6">
            <a:extLst>
              <a:ext uri="{FF2B5EF4-FFF2-40B4-BE49-F238E27FC236}">
                <a16:creationId xmlns:a16="http://schemas.microsoft.com/office/drawing/2014/main" id="{CE0852A2-F289-0299-38DA-54988A9CF403}"/>
              </a:ext>
            </a:extLst>
          </p:cNvPr>
          <p:cNvSpPr>
            <a:spLocks noGrp="1"/>
          </p:cNvSpPr>
          <p:nvPr>
            <p:ph type="tbl" sz="quarter" idx="11"/>
          </p:nvPr>
        </p:nvSpPr>
        <p:spPr>
          <a:xfrm>
            <a:off x="7711065" y="818982"/>
            <a:ext cx="4324869" cy="2685354"/>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8D3D9662-5F2D-57D9-7407-78275144A67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417BEBC1-805D-DD3E-7FB7-E733D35B8E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9297651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4">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3" name="Footer Placeholder 4">
            <a:extLst>
              <a:ext uri="{FF2B5EF4-FFF2-40B4-BE49-F238E27FC236}">
                <a16:creationId xmlns:a16="http://schemas.microsoft.com/office/drawing/2014/main" id="{0EEDD237-2AD5-3154-E113-01E98DC0986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C3079065-EEA7-BD3F-374F-2BD4FA17413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3" name="Text Placeholder 8">
            <a:extLst>
              <a:ext uri="{FF2B5EF4-FFF2-40B4-BE49-F238E27FC236}">
                <a16:creationId xmlns:a16="http://schemas.microsoft.com/office/drawing/2014/main" id="{D9EB10B1-191A-630B-CAE5-F7CB250CA41E}"/>
              </a:ext>
            </a:extLst>
          </p:cNvPr>
          <p:cNvSpPr>
            <a:spLocks noGrp="1"/>
          </p:cNvSpPr>
          <p:nvPr>
            <p:ph type="body" sz="quarter" idx="12"/>
          </p:nvPr>
        </p:nvSpPr>
        <p:spPr>
          <a:xfrm>
            <a:off x="3281363" y="917575"/>
            <a:ext cx="4224722" cy="2589534"/>
          </a:xfrm>
        </p:spPr>
        <p:txBody>
          <a:bodyPr lIns="91440"/>
          <a:lstStyle>
            <a:lvl1pPr marL="292608" indent="-573088">
              <a:lnSpc>
                <a:spcPct val="100000"/>
              </a:lnSpc>
              <a:spcBef>
                <a:spcPts val="700"/>
              </a:spcBef>
              <a:spcAft>
                <a:spcPts val="700"/>
              </a:spcAft>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
        <p:nvSpPr>
          <p:cNvPr id="16" name="Text Placeholder 8">
            <a:extLst>
              <a:ext uri="{FF2B5EF4-FFF2-40B4-BE49-F238E27FC236}">
                <a16:creationId xmlns:a16="http://schemas.microsoft.com/office/drawing/2014/main" id="{FB735FB7-5411-F2F1-D974-F773B1B8360F}"/>
              </a:ext>
            </a:extLst>
          </p:cNvPr>
          <p:cNvSpPr>
            <a:spLocks noGrp="1"/>
          </p:cNvSpPr>
          <p:nvPr>
            <p:ph type="body" sz="quarter" idx="13"/>
          </p:nvPr>
        </p:nvSpPr>
        <p:spPr>
          <a:xfrm>
            <a:off x="7708392" y="917575"/>
            <a:ext cx="4224722" cy="2589534"/>
          </a:xfrm>
        </p:spPr>
        <p:txBody>
          <a:bodyPr lIns="91440"/>
          <a:lstStyle>
            <a:lvl1pPr marL="393192" indent="-676656">
              <a:lnSpc>
                <a:spcPct val="100000"/>
              </a:lnSpc>
              <a:spcBef>
                <a:spcPts val="700"/>
              </a:spcBef>
              <a:spcAft>
                <a:spcPts val="700"/>
              </a:spcAft>
              <a:tabLst>
                <a:tab pos="225425" algn="r"/>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2712516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6" y="402336"/>
            <a:ext cx="6606383" cy="129539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397665" y="1946276"/>
            <a:ext cx="6606383" cy="400050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5728186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97666" y="402336"/>
            <a:ext cx="11403809" cy="946148"/>
          </a:xfrm>
          <a:prstGeom prst="rect">
            <a:avLst/>
          </a:prstGeom>
        </p:spPr>
        <p:txBody>
          <a:bodyPr vert="horz" lIns="0" tIns="0" rIns="0" bIns="0" rtlCol="0" anchor="t" anchorCtr="0">
            <a:noAutofit/>
          </a:bodyPr>
          <a:lstStyle/>
          <a:p>
            <a:r>
              <a:rPr lang="en-US"/>
              <a:t>Click to edit Master title style</a:t>
            </a:r>
          </a:p>
        </p:txBody>
      </p:sp>
      <p:sp>
        <p:nvSpPr>
          <p:cNvPr id="10" name="Content Placeholder 2">
            <a:extLst>
              <a:ext uri="{FF2B5EF4-FFF2-40B4-BE49-F238E27FC236}">
                <a16:creationId xmlns:a16="http://schemas.microsoft.com/office/drawing/2014/main" id="{A861B7B6-46DE-D3F1-62FD-E7B058FA4F47}"/>
              </a:ext>
            </a:extLst>
          </p:cNvPr>
          <p:cNvSpPr>
            <a:spLocks noGrp="1"/>
          </p:cNvSpPr>
          <p:nvPr>
            <p:ph idx="1"/>
          </p:nvPr>
        </p:nvSpPr>
        <p:spPr>
          <a:xfrm>
            <a:off x="412905" y="1946276"/>
            <a:ext cx="4673445" cy="399256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6166005" y="1946276"/>
            <a:ext cx="4673445" cy="399256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005702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97668" y="3492184"/>
            <a:ext cx="3840957" cy="2454594"/>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201444" y="402432"/>
            <a:ext cx="3649948" cy="4510882"/>
          </a:xfrm>
          <a:solidFill>
            <a:schemeClr val="bg2"/>
          </a:solidFill>
        </p:spPr>
        <p:txBody>
          <a:bodyPr tIns="1554480"/>
          <a:lstStyle>
            <a:lvl1pPr algn="ctr">
              <a:defRPr/>
            </a:lvl1pPr>
          </a:lstStyle>
          <a:p>
            <a:r>
              <a:rPr lang="en-US"/>
              <a:t>Click icon to add picture</a:t>
            </a:r>
          </a:p>
        </p:txBody>
      </p:sp>
      <p:sp>
        <p:nvSpPr>
          <p:cNvPr id="5" name="Content Placeholder 2">
            <a:extLst>
              <a:ext uri="{FF2B5EF4-FFF2-40B4-BE49-F238E27FC236}">
                <a16:creationId xmlns:a16="http://schemas.microsoft.com/office/drawing/2014/main" id="{BFFD3C8C-DE95-11CF-E112-F1CDEBBBAF20}"/>
              </a:ext>
            </a:extLst>
          </p:cNvPr>
          <p:cNvSpPr>
            <a:spLocks noGrp="1"/>
          </p:cNvSpPr>
          <p:nvPr>
            <p:ph idx="10"/>
          </p:nvPr>
        </p:nvSpPr>
        <p:spPr>
          <a:xfrm>
            <a:off x="9037638" y="371478"/>
            <a:ext cx="2514282"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DF56AB70-B001-F407-DDA0-8274B08150B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BB0E27A5-BC84-EBC4-82C5-E8CF838E435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91000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97667" y="402336"/>
            <a:ext cx="3840958" cy="5566886"/>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201444" y="402432"/>
            <a:ext cx="3649948" cy="2455068"/>
          </a:xfrm>
          <a:solidFill>
            <a:schemeClr val="bg2"/>
          </a:solidFill>
        </p:spPr>
        <p:txBody>
          <a:bodyPr tIns="73152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9037637" y="371478"/>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5201444" y="2977040"/>
            <a:ext cx="3649948" cy="2455068"/>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9037637" y="2977040"/>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60C2534F-0DED-9179-1BA0-BA7BBA63E4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C21211E5-4A9D-2EA5-349A-BFEBB51D88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274487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Content Four Images Matrix ">
    <p:spTree>
      <p:nvGrpSpPr>
        <p:cNvPr id="1" name=""/>
        <p:cNvGrpSpPr/>
        <p:nvPr/>
      </p:nvGrpSpPr>
      <p:grpSpPr>
        <a:xfrm>
          <a:off x="0" y="0"/>
          <a:ext cx="0" cy="0"/>
          <a:chOff x="0" y="0"/>
          <a:chExt cx="0" cy="0"/>
        </a:xfrm>
      </p:grpSpPr>
      <p:sp>
        <p:nvSpPr>
          <p:cNvPr id="15" name="Title Placeholder 1">
            <a:extLst>
              <a:ext uri="{FF2B5EF4-FFF2-40B4-BE49-F238E27FC236}">
                <a16:creationId xmlns:a16="http://schemas.microsoft.com/office/drawing/2014/main" id="{F9B4C70A-448E-FF82-4DED-5DB3D9F57437}"/>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402831" y="1431438"/>
            <a:ext cx="2657075" cy="1938825"/>
          </a:xfrm>
          <a:solidFill>
            <a:schemeClr val="bg2"/>
          </a:solidFill>
        </p:spPr>
        <p:txBody>
          <a:bodyPr tIns="73152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3281363" y="1421451"/>
            <a:ext cx="2514283" cy="1938812"/>
          </a:xfrm>
        </p:spPr>
        <p:txBody>
          <a:bodyPr/>
          <a:lstStyle>
            <a:lvl1pPr>
              <a:lnSpc>
                <a:spcPct val="100000"/>
              </a:lnSpc>
              <a:spcAft>
                <a:spcPts val="1200"/>
              </a:spcAft>
              <a:defRPr sz="1500" b="1"/>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402831" y="3486944"/>
            <a:ext cx="2657075" cy="1938825"/>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3281363" y="3486944"/>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9" name="Picture Placeholder 14">
            <a:extLst>
              <a:ext uri="{FF2B5EF4-FFF2-40B4-BE49-F238E27FC236}">
                <a16:creationId xmlns:a16="http://schemas.microsoft.com/office/drawing/2014/main" id="{BF7E05F9-3B71-A92F-C27D-3EA7295545BA}"/>
              </a:ext>
              <a:ext uri="{C183D7F6-B498-43B3-948B-1728B52AA6E4}">
                <adec:decorative xmlns:adec="http://schemas.microsoft.com/office/drawing/2017/decorative" val="1"/>
              </a:ext>
            </a:extLst>
          </p:cNvPr>
          <p:cNvSpPr>
            <a:spLocks noGrp="1"/>
          </p:cNvSpPr>
          <p:nvPr>
            <p:ph type="pic" sz="quarter" idx="14"/>
          </p:nvPr>
        </p:nvSpPr>
        <p:spPr>
          <a:xfrm>
            <a:off x="6160294" y="1431438"/>
            <a:ext cx="2657075" cy="1938825"/>
          </a:xfrm>
          <a:solidFill>
            <a:schemeClr val="bg2"/>
          </a:solidFill>
        </p:spPr>
        <p:txBody>
          <a:bodyPr tIns="731520"/>
          <a:lstStyle>
            <a:lvl1pPr algn="ctr">
              <a:defRPr/>
            </a:lvl1pPr>
          </a:lstStyle>
          <a:p>
            <a:r>
              <a:rPr lang="en-US"/>
              <a:t>Click icon to add picture</a:t>
            </a:r>
          </a:p>
        </p:txBody>
      </p:sp>
      <p:sp>
        <p:nvSpPr>
          <p:cNvPr id="13" name="Content Placeholder 2">
            <a:extLst>
              <a:ext uri="{FF2B5EF4-FFF2-40B4-BE49-F238E27FC236}">
                <a16:creationId xmlns:a16="http://schemas.microsoft.com/office/drawing/2014/main" id="{FCDEC8E4-3556-9DFF-F8E0-3E599203F394}"/>
              </a:ext>
            </a:extLst>
          </p:cNvPr>
          <p:cNvSpPr>
            <a:spLocks noGrp="1"/>
          </p:cNvSpPr>
          <p:nvPr>
            <p:ph idx="16"/>
          </p:nvPr>
        </p:nvSpPr>
        <p:spPr>
          <a:xfrm>
            <a:off x="9037638" y="1421451"/>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10" name="Picture Placeholder 14">
            <a:extLst>
              <a:ext uri="{FF2B5EF4-FFF2-40B4-BE49-F238E27FC236}">
                <a16:creationId xmlns:a16="http://schemas.microsoft.com/office/drawing/2014/main" id="{5436620D-30A8-EA32-EBA9-0FB0D98A3A57}"/>
              </a:ext>
              <a:ext uri="{C183D7F6-B498-43B3-948B-1728B52AA6E4}">
                <adec:decorative xmlns:adec="http://schemas.microsoft.com/office/drawing/2017/decorative" val="1"/>
              </a:ext>
            </a:extLst>
          </p:cNvPr>
          <p:cNvSpPr>
            <a:spLocks noGrp="1"/>
          </p:cNvSpPr>
          <p:nvPr>
            <p:ph type="pic" sz="quarter" idx="15"/>
          </p:nvPr>
        </p:nvSpPr>
        <p:spPr>
          <a:xfrm>
            <a:off x="6160294" y="3486944"/>
            <a:ext cx="2657075" cy="1938825"/>
          </a:xfrm>
          <a:solidFill>
            <a:schemeClr val="bg2"/>
          </a:solidFill>
        </p:spPr>
        <p:txBody>
          <a:bodyPr tIns="731520"/>
          <a:lstStyle>
            <a:lvl1pPr algn="ctr">
              <a:defRPr/>
            </a:lvl1pPr>
          </a:lstStyle>
          <a:p>
            <a:r>
              <a:rPr lang="en-US"/>
              <a:t>Click icon to add picture</a:t>
            </a:r>
          </a:p>
        </p:txBody>
      </p:sp>
      <p:sp>
        <p:nvSpPr>
          <p:cNvPr id="14" name="Content Placeholder 2">
            <a:extLst>
              <a:ext uri="{FF2B5EF4-FFF2-40B4-BE49-F238E27FC236}">
                <a16:creationId xmlns:a16="http://schemas.microsoft.com/office/drawing/2014/main" id="{08EEADAB-1623-2FF8-2487-6AA4F7EC3587}"/>
              </a:ext>
            </a:extLst>
          </p:cNvPr>
          <p:cNvSpPr>
            <a:spLocks noGrp="1"/>
          </p:cNvSpPr>
          <p:nvPr>
            <p:ph idx="17"/>
          </p:nvPr>
        </p:nvSpPr>
        <p:spPr>
          <a:xfrm>
            <a:off x="9037638" y="3486944"/>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91E3B5C0-2252-2AC3-B6AC-A233A36FBD7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3634351F-B70F-FAD9-F7BB-519E4552F59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5904677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4118392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Content 2">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69EA8B36-F386-C764-DAD6-33D7736D9EEC}"/>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946275"/>
            <a:ext cx="3280410" cy="3992563"/>
          </a:xfrm>
        </p:spPr>
        <p:txBody>
          <a:bodyPr/>
          <a:lstStyle>
            <a:lvl1pPr>
              <a:lnSpc>
                <a:spcPct val="100000"/>
              </a:lnSpc>
              <a:spcBef>
                <a:spcPts val="0"/>
              </a:spcBef>
              <a:spcAft>
                <a:spcPts val="1300"/>
              </a:spcAft>
              <a:defRPr sz="2000" b="1">
                <a:latin typeface="+mn-l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BE946374-FA30-CA90-8DA8-4D3D9C8D955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B7BD091D-1A71-D98C-9FBE-055914E89494}"/>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4793709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hart and Two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6" name="Chart Placeholder 5">
            <a:extLst>
              <a:ext uri="{FF2B5EF4-FFF2-40B4-BE49-F238E27FC236}">
                <a16:creationId xmlns:a16="http://schemas.microsoft.com/office/drawing/2014/main" id="{73FDB890-3693-B329-5A7C-C65A3B124F7E}"/>
              </a:ext>
            </a:extLst>
          </p:cNvPr>
          <p:cNvSpPr>
            <a:spLocks noGrp="1"/>
          </p:cNvSpPr>
          <p:nvPr>
            <p:ph type="chart" sz="quarter" idx="12"/>
          </p:nvPr>
        </p:nvSpPr>
        <p:spPr>
          <a:xfrm>
            <a:off x="410808" y="1439508"/>
            <a:ext cx="5237163" cy="4510088"/>
          </a:xfrm>
        </p:spPr>
        <p:txBody>
          <a:bodyPr/>
          <a:lstStyle/>
          <a:p>
            <a:r>
              <a:rPr lang="en-US"/>
              <a:t>Click icon to add chart</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6168671" y="2468208"/>
            <a:ext cx="2754667" cy="3481388"/>
          </a:xfrm>
        </p:spPr>
        <p:txBody>
          <a:bodyPr/>
          <a:lstStyle>
            <a:lvl1pPr>
              <a:lnSpc>
                <a:spcPct val="100000"/>
              </a:lnSpc>
              <a:spcAft>
                <a:spcPts val="1300"/>
              </a:spcAft>
              <a:defRPr sz="15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9048041" y="2468208"/>
            <a:ext cx="2754667" cy="3481388"/>
          </a:xfrm>
        </p:spPr>
        <p:txBody>
          <a:bodyPr/>
          <a:lstStyle>
            <a:lvl1pPr>
              <a:lnSpc>
                <a:spcPct val="100000"/>
              </a:lnSpc>
              <a:spcAft>
                <a:spcPts val="1300"/>
              </a:spcAft>
              <a:defRPr sz="15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9626A07-2517-5726-4FDD-0AC9D92990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06046AFA-0660-1D2A-C174-4EABDBEAAA0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798836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ata and Two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407670" y="1949410"/>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614568"/>
            <a:ext cx="3280410" cy="2270480"/>
          </a:xfrm>
        </p:spPr>
        <p:txBody>
          <a:bodyPr/>
          <a:lstStyle>
            <a:lvl1pPr>
              <a:lnSpc>
                <a:spcPct val="100000"/>
              </a:lnSpc>
              <a:spcAft>
                <a:spcPts val="1000"/>
              </a:spcAft>
              <a:defRPr sz="1800" b="1">
                <a:latin typeface="+mn-lt"/>
              </a:defRPr>
            </a:lvl1pPr>
            <a:lvl2pPr>
              <a:lnSpc>
                <a:spcPct val="100000"/>
              </a:lnSpc>
              <a:spcBef>
                <a:spcPts val="0"/>
              </a:spcBef>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57033"/>
            <a:ext cx="3280410" cy="399256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57033"/>
            <a:ext cx="3280410" cy="399256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6955500F-3808-9CA2-1F44-A6416457143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E6F2E23D-BB9F-B34F-EC85-66F73AA738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8215774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ta and Four Stats">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407670" y="1949410"/>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614568"/>
            <a:ext cx="3280410" cy="2270480"/>
          </a:xfrm>
        </p:spPr>
        <p:txBody>
          <a:bodyPr/>
          <a:lstStyle>
            <a:lvl1pPr>
              <a:lnSpc>
                <a:spcPct val="100000"/>
              </a:lnSpc>
              <a:spcAft>
                <a:spcPts val="0"/>
              </a:spcAft>
              <a:defRPr sz="1800" b="1">
                <a:latin typeface="+mn-lt"/>
              </a:defRPr>
            </a:lvl1pPr>
            <a:lvl2pPr>
              <a:spcBef>
                <a:spcPts val="600"/>
              </a:spcBef>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57034"/>
            <a:ext cx="3280410" cy="1527529"/>
          </a:xfrm>
        </p:spPr>
        <p:txBody>
          <a:bodyPr/>
          <a:lstStyle>
            <a:lvl1pPr>
              <a:lnSpc>
                <a:spcPct val="100000"/>
              </a:lnSpc>
              <a:spcAft>
                <a:spcPts val="1300"/>
              </a:spcAft>
              <a:defRPr sz="1500"/>
            </a:lvl1pPr>
            <a:lvl2pPr>
              <a:lnSpc>
                <a:spcPct val="100000"/>
              </a:lnSpc>
              <a:spcBef>
                <a:spcPts val="0"/>
              </a:spcBef>
              <a:defRPr sz="4500">
                <a:latin typeface="+mn-lt"/>
              </a:defRPr>
            </a:lvl2pPr>
            <a:lvl3pPr marL="0" indent="0">
              <a:spcBef>
                <a:spcPts val="100"/>
              </a:spcBef>
              <a:buNone/>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148E7DA0-330F-0EFA-F5EA-9B8D8ADDB8B0}"/>
              </a:ext>
            </a:extLst>
          </p:cNvPr>
          <p:cNvSpPr>
            <a:spLocks noGrp="1"/>
          </p:cNvSpPr>
          <p:nvPr>
            <p:ph idx="16"/>
          </p:nvPr>
        </p:nvSpPr>
        <p:spPr>
          <a:xfrm>
            <a:off x="8087958" y="1957034"/>
            <a:ext cx="3280410" cy="1527529"/>
          </a:xfrm>
        </p:spPr>
        <p:txBody>
          <a:bodyPr/>
          <a:lstStyle>
            <a:lvl1pPr>
              <a:lnSpc>
                <a:spcPct val="100000"/>
              </a:lnSpc>
              <a:spcAft>
                <a:spcPts val="1300"/>
              </a:spcAft>
              <a:defRPr sz="1500"/>
            </a:lvl1pPr>
            <a:lvl2pPr>
              <a:lnSpc>
                <a:spcPct val="100000"/>
              </a:lnSpc>
              <a:spcBef>
                <a:spcPts val="0"/>
              </a:spcBef>
              <a:defRPr sz="4500">
                <a:latin typeface="+mn-lt"/>
              </a:defRPr>
            </a:lvl2pPr>
            <a:lvl3pPr marL="0" indent="0">
              <a:spcBef>
                <a:spcPts val="100"/>
              </a:spcBef>
              <a:buNone/>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1F934F8D-EEE5-A5C7-4F51-62B220EA007B}"/>
              </a:ext>
            </a:extLst>
          </p:cNvPr>
          <p:cNvSpPr>
            <a:spLocks noGrp="1"/>
          </p:cNvSpPr>
          <p:nvPr>
            <p:ph idx="17" hasCustomPrompt="1"/>
          </p:nvPr>
        </p:nvSpPr>
        <p:spPr>
          <a:xfrm>
            <a:off x="4242435" y="3727982"/>
            <a:ext cx="3280410" cy="1527529"/>
          </a:xfrm>
        </p:spPr>
        <p:txBody>
          <a:bodyPr/>
          <a:lstStyle>
            <a:lvl1pPr>
              <a:lnSpc>
                <a:spcPct val="100000"/>
              </a:lnSpc>
              <a:spcAft>
                <a:spcPts val="0"/>
              </a:spcAft>
              <a:defRPr sz="4500" b="0"/>
            </a:lvl1pPr>
            <a:lvl2pPr>
              <a:lnSpc>
                <a:spcPct val="100000"/>
              </a:lnSpc>
              <a:spcBef>
                <a:spcPts val="0"/>
              </a:spcBef>
              <a:defRPr sz="1200"/>
            </a:lvl2pPr>
            <a:lvl3pPr marL="0" indent="0">
              <a:spcBef>
                <a:spcPts val="100"/>
              </a:spcBef>
              <a:buNone/>
              <a:defRPr sz="1200"/>
            </a:lvl3pPr>
            <a:lvl4pPr>
              <a:defRPr sz="1200"/>
            </a:lvl4pPr>
            <a:lvl5pPr>
              <a:defRPr sz="1200"/>
            </a:lvl5pPr>
          </a:lstStyle>
          <a:p>
            <a:pPr lvl="0"/>
            <a:r>
              <a:rPr lang="en-US"/>
              <a:t>First level</a:t>
            </a:r>
          </a:p>
          <a:p>
            <a:pPr lvl="1"/>
            <a:r>
              <a:rPr lang="en-US"/>
              <a:t>Second level</a:t>
            </a:r>
          </a:p>
        </p:txBody>
      </p:sp>
      <p:sp>
        <p:nvSpPr>
          <p:cNvPr id="11" name="Content Placeholder 2">
            <a:extLst>
              <a:ext uri="{FF2B5EF4-FFF2-40B4-BE49-F238E27FC236}">
                <a16:creationId xmlns:a16="http://schemas.microsoft.com/office/drawing/2014/main" id="{96F4A050-73C7-4EF8-22E1-17E2117180F0}"/>
              </a:ext>
            </a:extLst>
          </p:cNvPr>
          <p:cNvSpPr>
            <a:spLocks noGrp="1"/>
          </p:cNvSpPr>
          <p:nvPr>
            <p:ph idx="18" hasCustomPrompt="1"/>
          </p:nvPr>
        </p:nvSpPr>
        <p:spPr>
          <a:xfrm>
            <a:off x="8087958" y="3727982"/>
            <a:ext cx="3280410" cy="1527529"/>
          </a:xfrm>
        </p:spPr>
        <p:txBody>
          <a:bodyPr/>
          <a:lstStyle>
            <a:lvl1pPr>
              <a:lnSpc>
                <a:spcPct val="100000"/>
              </a:lnSpc>
              <a:spcAft>
                <a:spcPts val="0"/>
              </a:spcAft>
              <a:defRPr sz="4500" b="0"/>
            </a:lvl1pPr>
            <a:lvl2pPr>
              <a:lnSpc>
                <a:spcPct val="100000"/>
              </a:lnSpc>
              <a:spcBef>
                <a:spcPts val="0"/>
              </a:spcBef>
              <a:defRPr sz="1200"/>
            </a:lvl2pPr>
            <a:lvl3pPr marL="0" indent="0">
              <a:spcBef>
                <a:spcPts val="100"/>
              </a:spcBef>
              <a:buNone/>
              <a:defRPr sz="1200"/>
            </a:lvl3pPr>
            <a:lvl4pPr>
              <a:defRPr sz="1200"/>
            </a:lvl4pPr>
            <a:lvl5pPr>
              <a:defRPr sz="1200"/>
            </a:lvl5pPr>
          </a:lstStyle>
          <a:p>
            <a:pPr lvl="0"/>
            <a:r>
              <a:rPr lang="en-US"/>
              <a:t>First level</a:t>
            </a:r>
          </a:p>
          <a:p>
            <a:pPr lvl="1"/>
            <a:r>
              <a:rPr lang="en-US"/>
              <a:t>Second level</a:t>
            </a:r>
          </a:p>
        </p:txBody>
      </p:sp>
      <p:sp>
        <p:nvSpPr>
          <p:cNvPr id="3" name="Footer Placeholder 4">
            <a:extLst>
              <a:ext uri="{FF2B5EF4-FFF2-40B4-BE49-F238E27FC236}">
                <a16:creationId xmlns:a16="http://schemas.microsoft.com/office/drawing/2014/main" id="{3279AEC2-3D38-AA3C-D9ED-F56066F0252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1F2E443D-FB19-EC91-F034-92383A4D9EA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758522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ontent Two Small Images">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9CDDF52B-DBF3-6EA5-316F-86B168D5B385}"/>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440338"/>
            <a:ext cx="3448050" cy="4498500"/>
          </a:xfrm>
        </p:spPr>
        <p:txBody>
          <a:bodyPr/>
          <a:lstStyle>
            <a:lvl1pPr>
              <a:lnSpc>
                <a:spcPct val="100000"/>
              </a:lnSpc>
              <a:spcBef>
                <a:spcPts val="0"/>
              </a:spcBef>
              <a:spcAft>
                <a:spcPts val="1300"/>
              </a:spcAft>
              <a:defRPr sz="2000" b="1">
                <a:latin typeface="+mn-l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440338"/>
            <a:ext cx="3280410" cy="1929924"/>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3689588"/>
            <a:ext cx="3621405" cy="2257189"/>
          </a:xfrm>
          <a:solidFill>
            <a:schemeClr val="bg2"/>
          </a:solidFill>
        </p:spPr>
        <p:txBody>
          <a:bodyPr tIns="731520"/>
          <a:lstStyle>
            <a:lvl1pPr algn="ctr">
              <a:defRPr/>
            </a:lvl1pPr>
          </a:lstStyle>
          <a:p>
            <a:r>
              <a:rPr lang="en-US"/>
              <a:t>Click icon to add picture</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440339"/>
            <a:ext cx="3280410" cy="1929924"/>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3689588"/>
            <a:ext cx="3621405" cy="2257189"/>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E67D3849-C8CD-8658-1466-0AC905A3290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45FB2FC1-37EA-E80B-8E2C-5BB79F82C54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1985979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Images Three Content">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12157443-656C-E355-D086-838984BEEC17}"/>
              </a:ext>
            </a:extLst>
          </p:cNvPr>
          <p:cNvSpPr>
            <a:spLocks noGrp="1"/>
          </p:cNvSpPr>
          <p:nvPr>
            <p:ph type="title"/>
          </p:nvPr>
        </p:nvSpPr>
        <p:spPr>
          <a:xfrm>
            <a:off x="397667" y="402336"/>
            <a:ext cx="5645946" cy="908940"/>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4FF4641-ED6B-EA6B-E1D6-5913E5D1C4A7}"/>
              </a:ext>
              <a:ext uri="{C183D7F6-B498-43B3-948B-1728B52AA6E4}">
                <adec:decorative xmlns:adec="http://schemas.microsoft.com/office/drawing/2017/decorative" val="1"/>
              </a:ext>
            </a:extLst>
          </p:cNvPr>
          <p:cNvSpPr>
            <a:spLocks noGrp="1"/>
          </p:cNvSpPr>
          <p:nvPr>
            <p:ph type="pic" sz="quarter" idx="12"/>
          </p:nvPr>
        </p:nvSpPr>
        <p:spPr>
          <a:xfrm>
            <a:off x="400050" y="1434783"/>
            <a:ext cx="3621405" cy="2449830"/>
          </a:xfrm>
          <a:solidFill>
            <a:schemeClr val="bg2"/>
          </a:solidFill>
        </p:spPr>
        <p:txBody>
          <a:bodyPr tIns="731520"/>
          <a:lstStyle>
            <a:lvl1pPr algn="ctr">
              <a:defRPr/>
            </a:lvl1pPr>
          </a:lstStyle>
          <a:p>
            <a:r>
              <a:rPr lang="en-US"/>
              <a:t>Click icon to add picture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738BD24F-B7A9-6A5E-4B91-293E35C96245}"/>
              </a:ext>
              <a:ext uri="{C183D7F6-B498-43B3-948B-1728B52AA6E4}">
                <adec:decorative xmlns:adec="http://schemas.microsoft.com/office/drawing/2017/decorative" val="1"/>
              </a:ext>
            </a:extLst>
          </p:cNvPr>
          <p:cNvSpPr>
            <a:spLocks noGrp="1"/>
          </p:cNvSpPr>
          <p:nvPr>
            <p:ph type="pic" sz="quarter" idx="13"/>
          </p:nvPr>
        </p:nvSpPr>
        <p:spPr>
          <a:xfrm>
            <a:off x="4247197" y="1434783"/>
            <a:ext cx="3621405" cy="2449830"/>
          </a:xfrm>
          <a:solidFill>
            <a:schemeClr val="bg2"/>
          </a:solidFill>
        </p:spPr>
        <p:txBody>
          <a:bodyPr tIns="731520"/>
          <a:lstStyle>
            <a:lvl1pPr algn="ctr">
              <a:defRPr/>
            </a:lvl1pPr>
          </a:lstStyle>
          <a:p>
            <a:r>
              <a:rPr lang="en-US"/>
              <a:t>Click icon to add picture</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4">
            <a:extLst>
              <a:ext uri="{FF2B5EF4-FFF2-40B4-BE49-F238E27FC236}">
                <a16:creationId xmlns:a16="http://schemas.microsoft.com/office/drawing/2014/main" id="{3EA62964-C972-788F-A145-641910913B5F}"/>
              </a:ext>
              <a:ext uri="{C183D7F6-B498-43B3-948B-1728B52AA6E4}">
                <adec:decorative xmlns:adec="http://schemas.microsoft.com/office/drawing/2017/decorative" val="1"/>
              </a:ext>
            </a:extLst>
          </p:cNvPr>
          <p:cNvSpPr>
            <a:spLocks noGrp="1"/>
          </p:cNvSpPr>
          <p:nvPr>
            <p:ph type="pic" sz="quarter" idx="14"/>
          </p:nvPr>
        </p:nvSpPr>
        <p:spPr>
          <a:xfrm>
            <a:off x="8084820" y="1434783"/>
            <a:ext cx="3621405" cy="2449830"/>
          </a:xfrm>
          <a:solidFill>
            <a:schemeClr val="bg2"/>
          </a:solidFill>
        </p:spPr>
        <p:txBody>
          <a:bodyPr tIns="731520"/>
          <a:lstStyle>
            <a:lvl1pPr algn="ctr">
              <a:defRPr/>
            </a:lvl1pPr>
          </a:lstStyle>
          <a:p>
            <a:r>
              <a:rPr lang="en-US"/>
              <a:t>Click icon to add picture</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E6D39F23-E441-3514-2A4F-F9CCA291192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FE222EB9-6543-2E06-6048-C32D6D58FBC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2648502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de TItle Two Images Two Content">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32898A4C-932E-23E9-DC30-A54F1747D7DA}"/>
              </a:ext>
            </a:extLst>
          </p:cNvPr>
          <p:cNvSpPr>
            <a:spLocks noGrp="1"/>
          </p:cNvSpPr>
          <p:nvPr>
            <p:ph type="title"/>
          </p:nvPr>
        </p:nvSpPr>
        <p:spPr>
          <a:xfrm>
            <a:off x="397667" y="4002723"/>
            <a:ext cx="3389473" cy="1929924"/>
          </a:xfrm>
          <a:prstGeom prst="rect">
            <a:avLst/>
          </a:prstGeom>
        </p:spPr>
        <p:txBody>
          <a:bodyPr vert="horz" lIns="0" tIns="0" rIns="0" bIns="0" rtlCol="0" anchor="t" anchorCtr="0">
            <a:noAutofit/>
          </a:bodyPr>
          <a:lstStyle>
            <a:lvl1pPr>
              <a:defRPr sz="2400"/>
            </a:lvl1pPr>
          </a:lstStyle>
          <a:p>
            <a:r>
              <a:rPr lang="en-US"/>
              <a:t>Click to edit Master title style</a:t>
            </a:r>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410052"/>
            <a:ext cx="3621405" cy="3474561"/>
          </a:xfrm>
          <a:solidFill>
            <a:schemeClr val="bg2"/>
          </a:solidFill>
        </p:spPr>
        <p:txBody>
          <a:bodyPr tIns="731520"/>
          <a:lstStyle>
            <a:lvl1pPr algn="ctr">
              <a:defRPr/>
            </a:lvl1pPr>
          </a:lstStyle>
          <a:p>
            <a:r>
              <a:rPr lang="en-US"/>
              <a:t>Click icon to add picture</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4007380"/>
            <a:ext cx="3280410" cy="193992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410052"/>
            <a:ext cx="3621405" cy="3474561"/>
          </a:xfrm>
          <a:solidFill>
            <a:schemeClr val="bg2"/>
          </a:solidFill>
        </p:spPr>
        <p:txBody>
          <a:bodyPr tIns="731520"/>
          <a:lstStyle>
            <a:lvl1pPr algn="ctr">
              <a:defRPr/>
            </a:lvl1pPr>
          </a:lstStyle>
          <a:p>
            <a:r>
              <a:rPr lang="en-US"/>
              <a:t>Click icon to add picture</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4007380"/>
            <a:ext cx="3280410" cy="193992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4BD5BA45-6FFD-0692-0F0F-E110F28E680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6A0EF6EA-3F57-5496-E0F3-4864ED1104A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7324505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7669" y="1946275"/>
            <a:ext cx="2757805"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89821" y="1946275"/>
            <a:ext cx="2752324"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66511" y="1946275"/>
            <a:ext cx="2749927"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48456" y="1946275"/>
            <a:ext cx="2749927"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4278286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Content Infographics">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FDAB432F-854F-42B3-F530-13E74D7AAA8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3B9F6906-FD55-4ECF-BC68-21EDA9D4716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5983146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Content Infographics">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393617" y="3484563"/>
            <a:ext cx="2757805"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75769" y="3484563"/>
            <a:ext cx="2752324"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52459" y="3484563"/>
            <a:ext cx="2749927"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48456" y="3484563"/>
            <a:ext cx="2749927"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15B11690-3DC6-7B4C-5196-E388A511468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408A6C4D-3F5E-1CC8-64FD-F01177BD1E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43578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 Intro Four Content Four Infographic Boxes">
    <p:spTree>
      <p:nvGrpSpPr>
        <p:cNvPr id="1" name=""/>
        <p:cNvGrpSpPr/>
        <p:nvPr/>
      </p:nvGrpSpPr>
      <p:grpSpPr>
        <a:xfrm>
          <a:off x="0" y="0"/>
          <a:ext cx="0" cy="0"/>
          <a:chOff x="0" y="0"/>
          <a:chExt cx="0" cy="0"/>
        </a:xfrm>
      </p:grpSpPr>
      <p:sp>
        <p:nvSpPr>
          <p:cNvPr id="15" name="Title Placeholder 1">
            <a:extLst>
              <a:ext uri="{FF2B5EF4-FFF2-40B4-BE49-F238E27FC236}">
                <a16:creationId xmlns:a16="http://schemas.microsoft.com/office/drawing/2014/main" id="{36A1FE59-52D8-7819-FCA0-4B8512415F68}"/>
              </a:ext>
            </a:extLst>
          </p:cNvPr>
          <p:cNvSpPr>
            <a:spLocks noGrp="1"/>
          </p:cNvSpPr>
          <p:nvPr>
            <p:ph type="title"/>
          </p:nvPr>
        </p:nvSpPr>
        <p:spPr>
          <a:xfrm>
            <a:off x="397667" y="402336"/>
            <a:ext cx="5645946" cy="908837"/>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2908"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3" name="Content Placeholder 2">
            <a:extLst>
              <a:ext uri="{FF2B5EF4-FFF2-40B4-BE49-F238E27FC236}">
                <a16:creationId xmlns:a16="http://schemas.microsoft.com/office/drawing/2014/main" id="{A27F624C-8E74-64EA-25D6-81C018D703C7}"/>
              </a:ext>
            </a:extLst>
          </p:cNvPr>
          <p:cNvSpPr>
            <a:spLocks noGrp="1"/>
          </p:cNvSpPr>
          <p:nvPr>
            <p:ph idx="14"/>
          </p:nvPr>
        </p:nvSpPr>
        <p:spPr>
          <a:xfrm>
            <a:off x="3292401"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0" name="Content Placeholder 2">
            <a:extLst>
              <a:ext uri="{FF2B5EF4-FFF2-40B4-BE49-F238E27FC236}">
                <a16:creationId xmlns:a16="http://schemas.microsoft.com/office/drawing/2014/main" id="{95BA71C3-8B98-CBAD-967B-B8C200A9F9DB}"/>
              </a:ext>
            </a:extLst>
          </p:cNvPr>
          <p:cNvSpPr>
            <a:spLocks noGrp="1"/>
          </p:cNvSpPr>
          <p:nvPr>
            <p:ph idx="15"/>
          </p:nvPr>
        </p:nvSpPr>
        <p:spPr>
          <a:xfrm>
            <a:off x="6181894"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2" name="Content Placeholder 2">
            <a:extLst>
              <a:ext uri="{FF2B5EF4-FFF2-40B4-BE49-F238E27FC236}">
                <a16:creationId xmlns:a16="http://schemas.microsoft.com/office/drawing/2014/main" id="{583A7053-6A7D-A8F8-4656-87270953BD60}"/>
              </a:ext>
            </a:extLst>
          </p:cNvPr>
          <p:cNvSpPr>
            <a:spLocks noGrp="1"/>
          </p:cNvSpPr>
          <p:nvPr>
            <p:ph idx="16"/>
          </p:nvPr>
        </p:nvSpPr>
        <p:spPr>
          <a:xfrm>
            <a:off x="9071386"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7A4C48D2-B18D-75C7-0C7E-1D9DB139609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D9EBCD51-8DA2-A863-38B9-4D39E92CBC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8" name="Content Placeholder 2">
            <a:extLst>
              <a:ext uri="{FF2B5EF4-FFF2-40B4-BE49-F238E27FC236}">
                <a16:creationId xmlns:a16="http://schemas.microsoft.com/office/drawing/2014/main" id="{AD80E08F-9CFF-A0A0-CB3A-AC9CDC3AD14B}"/>
              </a:ext>
            </a:extLst>
          </p:cNvPr>
          <p:cNvSpPr>
            <a:spLocks noGrp="1"/>
          </p:cNvSpPr>
          <p:nvPr>
            <p:ph idx="12"/>
          </p:nvPr>
        </p:nvSpPr>
        <p:spPr>
          <a:xfrm>
            <a:off x="393617" y="1428750"/>
            <a:ext cx="5645947" cy="1428750"/>
          </a:xfrm>
        </p:spPr>
        <p:txBody>
          <a:bodyPr rIns="91440"/>
          <a:lstStyle>
            <a:lvl1pPr>
              <a:defRPr sz="20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6356772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our Content Four Images">
    <p:spTree>
      <p:nvGrpSpPr>
        <p:cNvPr id="1" name=""/>
        <p:cNvGrpSpPr/>
        <p:nvPr/>
      </p:nvGrpSpPr>
      <p:grpSpPr>
        <a:xfrm>
          <a:off x="0" y="0"/>
          <a:ext cx="0" cy="0"/>
          <a:chOff x="0" y="0"/>
          <a:chExt cx="0" cy="0"/>
        </a:xfrm>
      </p:grpSpPr>
      <p:sp>
        <p:nvSpPr>
          <p:cNvPr id="16" name="Title Placeholder 1">
            <a:extLst>
              <a:ext uri="{FF2B5EF4-FFF2-40B4-BE49-F238E27FC236}">
                <a16:creationId xmlns:a16="http://schemas.microsoft.com/office/drawing/2014/main" id="{68A701A6-89AB-4B4D-0870-B17023D69CCD}"/>
              </a:ext>
            </a:extLst>
          </p:cNvPr>
          <p:cNvSpPr>
            <a:spLocks noGrp="1"/>
          </p:cNvSpPr>
          <p:nvPr>
            <p:ph type="title"/>
          </p:nvPr>
        </p:nvSpPr>
        <p:spPr>
          <a:xfrm>
            <a:off x="397667" y="402336"/>
            <a:ext cx="5644478" cy="915289"/>
          </a:xfrm>
          <a:prstGeom prst="rect">
            <a:avLst/>
          </a:prstGeom>
        </p:spPr>
        <p:txBody>
          <a:bodyPr vert="horz" lIns="0" tIns="0" rIns="0" bIns="0" rtlCol="0" anchor="t" anchorCtr="0">
            <a:noAutofit/>
          </a:bodyPr>
          <a:lstStyle/>
          <a:p>
            <a:r>
              <a:rPr lang="en-US"/>
              <a:t>Click to edit Master title style</a:t>
            </a:r>
          </a:p>
        </p:txBody>
      </p:sp>
      <p:sp>
        <p:nvSpPr>
          <p:cNvPr id="11" name="Picture Placeholder 14">
            <a:extLst>
              <a:ext uri="{FF2B5EF4-FFF2-40B4-BE49-F238E27FC236}">
                <a16:creationId xmlns:a16="http://schemas.microsoft.com/office/drawing/2014/main" id="{5F5E5E69-4FFF-DFC2-659C-7E55787A02F4}"/>
              </a:ext>
              <a:ext uri="{C183D7F6-B498-43B3-948B-1728B52AA6E4}">
                <adec:decorative xmlns:adec="http://schemas.microsoft.com/office/drawing/2017/decorative" val="1"/>
              </a:ext>
            </a:extLst>
          </p:cNvPr>
          <p:cNvSpPr>
            <a:spLocks noGrp="1"/>
          </p:cNvSpPr>
          <p:nvPr>
            <p:ph type="pic" sz="quarter" idx="13"/>
          </p:nvPr>
        </p:nvSpPr>
        <p:spPr>
          <a:xfrm>
            <a:off x="407669" y="1428750"/>
            <a:ext cx="2647951" cy="2455863"/>
          </a:xfrm>
          <a:solidFill>
            <a:schemeClr val="bg2"/>
          </a:solidFill>
        </p:spPr>
        <p:txBody>
          <a:bodyPr tIns="731520"/>
          <a:lstStyle>
            <a:lvl1pPr algn="ctr">
              <a:defRPr/>
            </a:lvl1pPr>
          </a:lstStyle>
          <a:p>
            <a:r>
              <a:rPr lang="en-US"/>
              <a:t>Click icon to add picture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7669" y="3998913"/>
            <a:ext cx="2757805"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4">
            <a:extLst>
              <a:ext uri="{FF2B5EF4-FFF2-40B4-BE49-F238E27FC236}">
                <a16:creationId xmlns:a16="http://schemas.microsoft.com/office/drawing/2014/main" id="{FEE2C3B1-D32B-2DC8-8154-D81D141486BF}"/>
              </a:ext>
              <a:ext uri="{C183D7F6-B498-43B3-948B-1728B52AA6E4}">
                <adec:decorative xmlns:adec="http://schemas.microsoft.com/office/drawing/2017/decorative" val="1"/>
              </a:ext>
            </a:extLst>
          </p:cNvPr>
          <p:cNvSpPr>
            <a:spLocks noGrp="1"/>
          </p:cNvSpPr>
          <p:nvPr>
            <p:ph type="pic" sz="quarter" idx="14"/>
          </p:nvPr>
        </p:nvSpPr>
        <p:spPr>
          <a:xfrm>
            <a:off x="3289821" y="1428750"/>
            <a:ext cx="2647951" cy="2455863"/>
          </a:xfrm>
          <a:solidFill>
            <a:schemeClr val="bg2"/>
          </a:solidFill>
        </p:spPr>
        <p:txBody>
          <a:bodyPr tIns="731520"/>
          <a:lstStyle>
            <a:lvl1pPr algn="ctr">
              <a:defRPr/>
            </a:lvl1pPr>
          </a:lstStyle>
          <a:p>
            <a:r>
              <a:rPr lang="en-US"/>
              <a:t>Click icon to add picture</a:t>
            </a:r>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89821" y="3998913"/>
            <a:ext cx="2752324"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4">
            <a:extLst>
              <a:ext uri="{FF2B5EF4-FFF2-40B4-BE49-F238E27FC236}">
                <a16:creationId xmlns:a16="http://schemas.microsoft.com/office/drawing/2014/main" id="{E4143737-9FAE-4BEB-0906-D059D53A4E5C}"/>
              </a:ext>
              <a:ext uri="{C183D7F6-B498-43B3-948B-1728B52AA6E4}">
                <adec:decorative xmlns:adec="http://schemas.microsoft.com/office/drawing/2017/decorative" val="1"/>
              </a:ext>
            </a:extLst>
          </p:cNvPr>
          <p:cNvSpPr>
            <a:spLocks noGrp="1"/>
          </p:cNvSpPr>
          <p:nvPr>
            <p:ph type="pic" sz="quarter" idx="15"/>
          </p:nvPr>
        </p:nvSpPr>
        <p:spPr>
          <a:xfrm>
            <a:off x="6166511" y="1428750"/>
            <a:ext cx="2647951" cy="2455863"/>
          </a:xfrm>
          <a:solidFill>
            <a:schemeClr val="bg2"/>
          </a:solidFill>
        </p:spPr>
        <p:txBody>
          <a:bodyPr tIns="731520"/>
          <a:lstStyle>
            <a:lvl1pPr algn="ctr">
              <a:defRPr/>
            </a:lvl1pPr>
          </a:lstStyle>
          <a:p>
            <a:r>
              <a:rPr lang="en-US"/>
              <a:t>Click icon to add picture</a:t>
            </a:r>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66511" y="3998913"/>
            <a:ext cx="2749927"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4">
            <a:extLst>
              <a:ext uri="{FF2B5EF4-FFF2-40B4-BE49-F238E27FC236}">
                <a16:creationId xmlns:a16="http://schemas.microsoft.com/office/drawing/2014/main" id="{5FAA5E52-06C6-50C6-842F-09B2897EBA20}"/>
              </a:ext>
              <a:ext uri="{C183D7F6-B498-43B3-948B-1728B52AA6E4}">
                <adec:decorative xmlns:adec="http://schemas.microsoft.com/office/drawing/2017/decorative" val="1"/>
              </a:ext>
            </a:extLst>
          </p:cNvPr>
          <p:cNvSpPr>
            <a:spLocks noGrp="1"/>
          </p:cNvSpPr>
          <p:nvPr>
            <p:ph type="pic" sz="quarter" idx="16"/>
          </p:nvPr>
        </p:nvSpPr>
        <p:spPr>
          <a:xfrm>
            <a:off x="9048456" y="1428750"/>
            <a:ext cx="2647951" cy="2455863"/>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48456" y="3998913"/>
            <a:ext cx="2749927"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9C3E4A20-48E1-6B96-207C-2A01DD8E971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404392E8-8FC9-D8AC-538E-69F5A15C16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8798695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ntent One Image">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3858E610-9BD2-B05C-EB3A-1A76DB512C18}"/>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399482" y="1443674"/>
            <a:ext cx="2597467" cy="3980813"/>
          </a:xfrm>
        </p:spPr>
        <p:txBody>
          <a:bodyPr/>
          <a:lstStyle>
            <a:lvl1pPr>
              <a:lnSpc>
                <a:spcPct val="100000"/>
              </a:lnSpc>
              <a:spcAft>
                <a:spcPts val="1300"/>
              </a:spcAft>
              <a:defRPr sz="2000" b="1">
                <a:latin typeface="+mn-lt"/>
              </a:defRPr>
            </a:lvl1pPr>
            <a:lvl2pPr>
              <a:defRPr sz="1200"/>
            </a:lvl2pPr>
            <a:lvl3pPr>
              <a:defRPr sz="1200"/>
            </a:lvl3pPr>
            <a:lvl4pPr>
              <a:defRPr sz="1200"/>
            </a:lvl4pPr>
            <a:lvl5pPr>
              <a:defRPr sz="1200"/>
            </a:lvl5pPr>
          </a:lstStyle>
          <a:p>
            <a:pPr lvl="0"/>
            <a:r>
              <a:rPr lang="en-US"/>
              <a:t>Click to edit Master text styles</a:t>
            </a:r>
          </a:p>
        </p:txBody>
      </p:sp>
      <p:sp>
        <p:nvSpPr>
          <p:cNvPr id="9" name="Content Placeholder 2">
            <a:extLst>
              <a:ext uri="{FF2B5EF4-FFF2-40B4-BE49-F238E27FC236}">
                <a16:creationId xmlns:a16="http://schemas.microsoft.com/office/drawing/2014/main" id="{E3C981AC-1133-16A2-C7BE-8EEEC24A1CC8}"/>
              </a:ext>
            </a:extLst>
          </p:cNvPr>
          <p:cNvSpPr>
            <a:spLocks noGrp="1"/>
          </p:cNvSpPr>
          <p:nvPr>
            <p:ph idx="14"/>
          </p:nvPr>
        </p:nvSpPr>
        <p:spPr>
          <a:xfrm>
            <a:off x="3293938" y="1443674"/>
            <a:ext cx="2597467" cy="398081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6157914" y="1428750"/>
            <a:ext cx="5634604" cy="2455863"/>
          </a:xfrm>
          <a:solidFill>
            <a:schemeClr val="bg2"/>
          </a:solidFill>
        </p:spPr>
        <p:txBody>
          <a:bodyPr tIns="731520"/>
          <a:lstStyle>
            <a:lvl1pPr algn="ctr">
              <a:defRPr/>
            </a:lvl1pPr>
          </a:lstStyle>
          <a:p>
            <a:r>
              <a:rPr lang="en-US"/>
              <a:t>Click icon to add picture</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6157913" y="4041936"/>
            <a:ext cx="2765425" cy="1929924"/>
          </a:xfrm>
        </p:spPr>
        <p:txBody>
          <a:bodyPr/>
          <a:lstStyle>
            <a:lvl1pPr>
              <a:lnSpc>
                <a:spcPct val="100000"/>
              </a:lnSpc>
              <a:spcAft>
                <a:spcPts val="1300"/>
              </a:spcAft>
              <a:defRPr sz="18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10" name="Content Placeholder 2">
            <a:extLst>
              <a:ext uri="{FF2B5EF4-FFF2-40B4-BE49-F238E27FC236}">
                <a16:creationId xmlns:a16="http://schemas.microsoft.com/office/drawing/2014/main" id="{ADA732D9-8671-5C81-D1CA-1C96F66F29CB}"/>
              </a:ext>
            </a:extLst>
          </p:cNvPr>
          <p:cNvSpPr>
            <a:spLocks noGrp="1"/>
          </p:cNvSpPr>
          <p:nvPr>
            <p:ph idx="15"/>
          </p:nvPr>
        </p:nvSpPr>
        <p:spPr>
          <a:xfrm>
            <a:off x="9044749" y="4041936"/>
            <a:ext cx="2765425" cy="1929924"/>
          </a:xfrm>
        </p:spPr>
        <p:txBody>
          <a:bodyPr/>
          <a:lstStyle>
            <a:lvl1pPr>
              <a:lnSpc>
                <a:spcPct val="100000"/>
              </a:lnSpc>
              <a:spcAft>
                <a:spcPts val="1300"/>
              </a:spcAft>
              <a:defRPr sz="1200" b="0">
                <a:latin typeface="+mj-l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3" name="Footer Placeholder 4">
            <a:extLst>
              <a:ext uri="{FF2B5EF4-FFF2-40B4-BE49-F238E27FC236}">
                <a16:creationId xmlns:a16="http://schemas.microsoft.com/office/drawing/2014/main" id="{15361E65-8489-022E-9A46-0B36035A11B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6F60ED92-61BC-58F9-6255-C99E6BFB73B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8966264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18" name="Title Placeholder 1">
            <a:extLst>
              <a:ext uri="{FF2B5EF4-FFF2-40B4-BE49-F238E27FC236}">
                <a16:creationId xmlns:a16="http://schemas.microsoft.com/office/drawing/2014/main" id="{5F55CA50-833E-6AD7-FF00-933528ACEA69}"/>
              </a:ext>
            </a:extLst>
          </p:cNvPr>
          <p:cNvSpPr>
            <a:spLocks noGrp="1"/>
          </p:cNvSpPr>
          <p:nvPr>
            <p:ph type="title"/>
          </p:nvPr>
        </p:nvSpPr>
        <p:spPr>
          <a:xfrm>
            <a:off x="397667" y="402336"/>
            <a:ext cx="5648072" cy="915289"/>
          </a:xfrm>
          <a:prstGeom prst="rect">
            <a:avLst/>
          </a:prstGeom>
        </p:spPr>
        <p:txBody>
          <a:bodyPr vert="horz" lIns="0" tIns="0" rIns="0" bIns="0" rtlCol="0" anchor="t" anchorCtr="0">
            <a:noAutofit/>
          </a:bodyPr>
          <a:lstStyle/>
          <a:p>
            <a:r>
              <a:rPr lang="en-US"/>
              <a:t>Click to edit Master title style</a:t>
            </a:r>
          </a:p>
        </p:txBody>
      </p:sp>
      <p:sp>
        <p:nvSpPr>
          <p:cNvPr id="9" name="Content Placeholder 2">
            <a:extLst>
              <a:ext uri="{FF2B5EF4-FFF2-40B4-BE49-F238E27FC236}">
                <a16:creationId xmlns:a16="http://schemas.microsoft.com/office/drawing/2014/main" id="{3677C545-7EB4-7043-6F4E-6EF59E44A38E}"/>
              </a:ext>
            </a:extLst>
          </p:cNvPr>
          <p:cNvSpPr>
            <a:spLocks noGrp="1"/>
          </p:cNvSpPr>
          <p:nvPr>
            <p:ph idx="1"/>
          </p:nvPr>
        </p:nvSpPr>
        <p:spPr>
          <a:xfrm>
            <a:off x="411480"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B1DE2265-798C-4C34-2F7A-9E37AD0B72E0}"/>
              </a:ext>
            </a:extLst>
          </p:cNvPr>
          <p:cNvSpPr>
            <a:spLocks noGrp="1"/>
          </p:cNvSpPr>
          <p:nvPr>
            <p:ph idx="10"/>
          </p:nvPr>
        </p:nvSpPr>
        <p:spPr>
          <a:xfrm>
            <a:off x="2330243"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9929FFD-F8B6-8070-3AC3-1EF5C988CD65}"/>
              </a:ext>
            </a:extLst>
          </p:cNvPr>
          <p:cNvSpPr>
            <a:spLocks noGrp="1"/>
          </p:cNvSpPr>
          <p:nvPr>
            <p:ph idx="11"/>
          </p:nvPr>
        </p:nvSpPr>
        <p:spPr>
          <a:xfrm>
            <a:off x="4249006"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EA70EFDA-9453-BCA5-D941-12F2ACA2074F}"/>
              </a:ext>
            </a:extLst>
          </p:cNvPr>
          <p:cNvSpPr>
            <a:spLocks noGrp="1"/>
          </p:cNvSpPr>
          <p:nvPr>
            <p:ph idx="12"/>
          </p:nvPr>
        </p:nvSpPr>
        <p:spPr>
          <a:xfrm>
            <a:off x="6167769"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13C9BD80-9837-E8C2-7515-BE852BF7BDF4}"/>
              </a:ext>
            </a:extLst>
          </p:cNvPr>
          <p:cNvSpPr>
            <a:spLocks noGrp="1"/>
          </p:cNvSpPr>
          <p:nvPr>
            <p:ph idx="13"/>
          </p:nvPr>
        </p:nvSpPr>
        <p:spPr>
          <a:xfrm>
            <a:off x="8086532"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28414709-ADE5-C602-1625-C637F6C5FB12}"/>
              </a:ext>
            </a:extLst>
          </p:cNvPr>
          <p:cNvSpPr>
            <a:spLocks noGrp="1"/>
          </p:cNvSpPr>
          <p:nvPr>
            <p:ph idx="14"/>
          </p:nvPr>
        </p:nvSpPr>
        <p:spPr>
          <a:xfrm>
            <a:off x="10005295"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423894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x Content Six Numbers">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9C59803B-BF63-6637-E0C7-431792EDF84B}"/>
              </a:ext>
            </a:extLst>
          </p:cNvPr>
          <p:cNvSpPr>
            <a:spLocks noGrp="1"/>
          </p:cNvSpPr>
          <p:nvPr>
            <p:ph type="title"/>
          </p:nvPr>
        </p:nvSpPr>
        <p:spPr>
          <a:xfrm>
            <a:off x="397667" y="402336"/>
            <a:ext cx="5648072" cy="915289"/>
          </a:xfrm>
          <a:prstGeom prst="rect">
            <a:avLst/>
          </a:prstGeom>
        </p:spPr>
        <p:txBody>
          <a:bodyPr vert="horz" lIns="0" tIns="0" rIns="0" bIns="0" rtlCol="0" anchor="t" anchorCtr="0">
            <a:noAutofit/>
          </a:bodyPr>
          <a:lstStyle/>
          <a:p>
            <a:r>
              <a:rPr lang="en-US"/>
              <a:t>Click to edit Master title style</a:t>
            </a:r>
          </a:p>
        </p:txBody>
      </p:sp>
      <p:sp>
        <p:nvSpPr>
          <p:cNvPr id="11" name="Text Placeholder 2">
            <a:extLst>
              <a:ext uri="{FF2B5EF4-FFF2-40B4-BE49-F238E27FC236}">
                <a16:creationId xmlns:a16="http://schemas.microsoft.com/office/drawing/2014/main" id="{93E53EE2-D031-FB0F-FA32-18DFB38D8530}"/>
              </a:ext>
            </a:extLst>
          </p:cNvPr>
          <p:cNvSpPr>
            <a:spLocks noGrp="1"/>
          </p:cNvSpPr>
          <p:nvPr>
            <p:ph type="body" idx="15" hasCustomPrompt="1"/>
          </p:nvPr>
        </p:nvSpPr>
        <p:spPr>
          <a:xfrm>
            <a:off x="407670"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9" name="Content Placeholder 2">
            <a:extLst>
              <a:ext uri="{FF2B5EF4-FFF2-40B4-BE49-F238E27FC236}">
                <a16:creationId xmlns:a16="http://schemas.microsoft.com/office/drawing/2014/main" id="{3677C545-7EB4-7043-6F4E-6EF59E44A38E}"/>
              </a:ext>
            </a:extLst>
          </p:cNvPr>
          <p:cNvSpPr>
            <a:spLocks noGrp="1"/>
          </p:cNvSpPr>
          <p:nvPr>
            <p:ph idx="1"/>
          </p:nvPr>
        </p:nvSpPr>
        <p:spPr>
          <a:xfrm>
            <a:off x="411480"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3544A30F-D4EB-D59A-37AC-6229A950B4EE}"/>
              </a:ext>
            </a:extLst>
          </p:cNvPr>
          <p:cNvSpPr>
            <a:spLocks noGrp="1"/>
          </p:cNvSpPr>
          <p:nvPr>
            <p:ph type="body" idx="16" hasCustomPrompt="1"/>
          </p:nvPr>
        </p:nvSpPr>
        <p:spPr>
          <a:xfrm>
            <a:off x="2326433"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4" name="Content Placeholder 2">
            <a:extLst>
              <a:ext uri="{FF2B5EF4-FFF2-40B4-BE49-F238E27FC236}">
                <a16:creationId xmlns:a16="http://schemas.microsoft.com/office/drawing/2014/main" id="{C604CA07-6A61-6EE7-9AB7-5D1AC3E61585}"/>
              </a:ext>
            </a:extLst>
          </p:cNvPr>
          <p:cNvSpPr>
            <a:spLocks noGrp="1"/>
          </p:cNvSpPr>
          <p:nvPr>
            <p:ph idx="21"/>
          </p:nvPr>
        </p:nvSpPr>
        <p:spPr>
          <a:xfrm>
            <a:off x="2326433"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CC17F671-8B9C-F9FE-AEDA-9A8FBDDADA36}"/>
              </a:ext>
            </a:extLst>
          </p:cNvPr>
          <p:cNvSpPr>
            <a:spLocks noGrp="1"/>
          </p:cNvSpPr>
          <p:nvPr>
            <p:ph type="body" idx="17" hasCustomPrompt="1"/>
          </p:nvPr>
        </p:nvSpPr>
        <p:spPr>
          <a:xfrm>
            <a:off x="4249006"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5" name="Content Placeholder 2">
            <a:extLst>
              <a:ext uri="{FF2B5EF4-FFF2-40B4-BE49-F238E27FC236}">
                <a16:creationId xmlns:a16="http://schemas.microsoft.com/office/drawing/2014/main" id="{89B651F7-7166-CE84-83FD-8A58F6870DE8}"/>
              </a:ext>
            </a:extLst>
          </p:cNvPr>
          <p:cNvSpPr>
            <a:spLocks noGrp="1"/>
          </p:cNvSpPr>
          <p:nvPr>
            <p:ph idx="22"/>
          </p:nvPr>
        </p:nvSpPr>
        <p:spPr>
          <a:xfrm>
            <a:off x="4249006"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ECE30FE5-2A66-1ECD-730E-80C2B769357F}"/>
              </a:ext>
            </a:extLst>
          </p:cNvPr>
          <p:cNvSpPr>
            <a:spLocks noGrp="1"/>
          </p:cNvSpPr>
          <p:nvPr>
            <p:ph type="body" idx="18" hasCustomPrompt="1"/>
          </p:nvPr>
        </p:nvSpPr>
        <p:spPr>
          <a:xfrm>
            <a:off x="6167769"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6" name="Content Placeholder 2">
            <a:extLst>
              <a:ext uri="{FF2B5EF4-FFF2-40B4-BE49-F238E27FC236}">
                <a16:creationId xmlns:a16="http://schemas.microsoft.com/office/drawing/2014/main" id="{590F1832-1857-55DA-5830-56D2E0B84073}"/>
              </a:ext>
            </a:extLst>
          </p:cNvPr>
          <p:cNvSpPr>
            <a:spLocks noGrp="1"/>
          </p:cNvSpPr>
          <p:nvPr>
            <p:ph idx="23"/>
          </p:nvPr>
        </p:nvSpPr>
        <p:spPr>
          <a:xfrm>
            <a:off x="6167769"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067701D3-6751-E230-8414-4D83FACD1903}"/>
              </a:ext>
            </a:extLst>
          </p:cNvPr>
          <p:cNvSpPr>
            <a:spLocks noGrp="1"/>
          </p:cNvSpPr>
          <p:nvPr>
            <p:ph type="body" idx="19" hasCustomPrompt="1"/>
          </p:nvPr>
        </p:nvSpPr>
        <p:spPr>
          <a:xfrm>
            <a:off x="8086532"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7" name="Content Placeholder 2">
            <a:extLst>
              <a:ext uri="{FF2B5EF4-FFF2-40B4-BE49-F238E27FC236}">
                <a16:creationId xmlns:a16="http://schemas.microsoft.com/office/drawing/2014/main" id="{FD9D2967-C22A-B1DF-008F-37A536CDA2A4}"/>
              </a:ext>
            </a:extLst>
          </p:cNvPr>
          <p:cNvSpPr>
            <a:spLocks noGrp="1"/>
          </p:cNvSpPr>
          <p:nvPr>
            <p:ph idx="24"/>
          </p:nvPr>
        </p:nvSpPr>
        <p:spPr>
          <a:xfrm>
            <a:off x="8086532"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2">
            <a:extLst>
              <a:ext uri="{FF2B5EF4-FFF2-40B4-BE49-F238E27FC236}">
                <a16:creationId xmlns:a16="http://schemas.microsoft.com/office/drawing/2014/main" id="{464E5050-91BD-1F8D-DCE3-AFCCBA5D49FE}"/>
              </a:ext>
            </a:extLst>
          </p:cNvPr>
          <p:cNvSpPr>
            <a:spLocks noGrp="1"/>
          </p:cNvSpPr>
          <p:nvPr>
            <p:ph type="body" idx="20" hasCustomPrompt="1"/>
          </p:nvPr>
        </p:nvSpPr>
        <p:spPr>
          <a:xfrm>
            <a:off x="10005295"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8" name="Content Placeholder 2">
            <a:extLst>
              <a:ext uri="{FF2B5EF4-FFF2-40B4-BE49-F238E27FC236}">
                <a16:creationId xmlns:a16="http://schemas.microsoft.com/office/drawing/2014/main" id="{50B501A3-4C30-D139-31F2-53CC077019FD}"/>
              </a:ext>
            </a:extLst>
          </p:cNvPr>
          <p:cNvSpPr>
            <a:spLocks noGrp="1"/>
          </p:cNvSpPr>
          <p:nvPr>
            <p:ph idx="25"/>
          </p:nvPr>
        </p:nvSpPr>
        <p:spPr>
          <a:xfrm>
            <a:off x="10005295"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953C0A1-993D-3C98-C331-16749B76A8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15441E1C-321B-0C48-3C86-6A2676A09A5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9156705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1883" y="-300748"/>
            <a:ext cx="5638005" cy="249299"/>
          </a:xfrm>
        </p:spPr>
        <p:txBody>
          <a:bodyPr wrap="square">
            <a:spAutoFit/>
          </a:bodyPr>
          <a:lstStyle>
            <a:lvl1pPr>
              <a:defRPr sz="1800" b="0"/>
            </a:lvl1pPr>
          </a:lstStyle>
          <a:p>
            <a:r>
              <a:rPr lang="en-US"/>
              <a:t>Title for accessibility</a:t>
            </a:r>
          </a:p>
        </p:txBody>
      </p:sp>
      <p:sp>
        <p:nvSpPr>
          <p:cNvPr id="10" name="TextBox 9">
            <a:extLst>
              <a:ext uri="{FF2B5EF4-FFF2-40B4-BE49-F238E27FC236}">
                <a16:creationId xmlns:a16="http://schemas.microsoft.com/office/drawing/2014/main" id="{83340C10-F5A2-1E40-474D-C57EC62F0F33}"/>
              </a:ext>
              <a:ext uri="{C183D7F6-B498-43B3-948B-1728B52AA6E4}">
                <adec:decorative xmlns:adec="http://schemas.microsoft.com/office/drawing/2017/decorative" val="1"/>
              </a:ext>
            </a:extLst>
          </p:cNvPr>
          <p:cNvSpPr txBox="1"/>
          <p:nvPr userDrawn="1"/>
        </p:nvSpPr>
        <p:spPr>
          <a:xfrm>
            <a:off x="6039888" y="593396"/>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63135" y="1317530"/>
            <a:ext cx="5668962" cy="3758184"/>
          </a:xfrm>
        </p:spPr>
        <p:txBody>
          <a:bodyPr/>
          <a:lstStyle>
            <a:lvl1pPr>
              <a:lnSpc>
                <a:spcPct val="100000"/>
              </a:lnSpc>
              <a:spcBef>
                <a:spcPts val="900"/>
              </a:spcBef>
              <a:spcAft>
                <a:spcPts val="0"/>
              </a:spcAft>
              <a:defRPr sz="4000" b="0" spc="-50" baseline="0">
                <a:latin typeface="+mj-lt"/>
              </a:defRPr>
            </a:lvl1pPr>
          </a:lstStyle>
          <a:p>
            <a:pPr lvl="0"/>
            <a:r>
              <a:rPr lang="en-US"/>
              <a:t>Click to edit Master text styles</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353829" y="4983333"/>
            <a:ext cx="4702359" cy="1014843"/>
          </a:xfrm>
        </p:spPr>
        <p:txBody>
          <a:bodyPr/>
          <a:lstStyle>
            <a:lvl1pPr>
              <a:lnSpc>
                <a:spcPct val="100000"/>
              </a:lnSpc>
              <a:spcBef>
                <a:spcPts val="0"/>
              </a:spcBef>
              <a:spcAft>
                <a:spcPts val="0"/>
              </a:spcAft>
              <a:defRPr sz="1600"/>
            </a:lvl1pPr>
            <a:lvl2pPr>
              <a:lnSpc>
                <a:spcPct val="100000"/>
              </a:lnSpc>
              <a:spcBef>
                <a:spcPts val="0"/>
              </a:spcBef>
              <a:spcAft>
                <a:spcPts val="0"/>
              </a:spcAft>
              <a:defRPr sz="1600">
                <a:latin typeface="+mj-lt"/>
              </a:defRPr>
            </a:lvl2pPr>
            <a:lvl3pPr marL="0" indent="0">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D2B9EA5E-E423-D219-6037-CCB61AE3B50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C901CE32-26BB-268E-2590-66DB5ADDFD9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180153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with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72991"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396516" y="3485571"/>
            <a:ext cx="5498502" cy="2503272"/>
          </a:xfrm>
        </p:spPr>
        <p:txBody>
          <a:bodyPr/>
          <a:lstStyle>
            <a:lvl1pPr>
              <a:lnSpc>
                <a:spcPct val="100000"/>
              </a:lnSpc>
              <a:spcBef>
                <a:spcPts val="900"/>
              </a:spcBef>
              <a:spcAft>
                <a:spcPts val="0"/>
              </a:spcAft>
              <a:defRPr sz="3200" b="0" spc="-50" baseline="0">
                <a:latin typeface="+mj-lt"/>
              </a:defRPr>
            </a:lvl1pPr>
          </a:lstStyle>
          <a:p>
            <a:pPr lvl="0"/>
            <a:r>
              <a:rPr lang="en-US"/>
              <a:t>Click to edit Master text styles</a:t>
            </a:r>
          </a:p>
        </p:txBody>
      </p:sp>
      <p:sp>
        <p:nvSpPr>
          <p:cNvPr id="9" name="Picture Placeholder 14">
            <a:extLst>
              <a:ext uri="{FF2B5EF4-FFF2-40B4-BE49-F238E27FC236}">
                <a16:creationId xmlns:a16="http://schemas.microsoft.com/office/drawing/2014/main" id="{60655EE7-5FC0-8DDF-88F0-21ECCBD7D31D}"/>
              </a:ext>
              <a:ext uri="{C183D7F6-B498-43B3-948B-1728B52AA6E4}">
                <adec:decorative xmlns:adec="http://schemas.microsoft.com/office/drawing/2017/decorative" val="1"/>
              </a:ext>
            </a:extLst>
          </p:cNvPr>
          <p:cNvSpPr>
            <a:spLocks noGrp="1"/>
          </p:cNvSpPr>
          <p:nvPr>
            <p:ph type="pic" sz="quarter" idx="11" hasCustomPrompt="1"/>
          </p:nvPr>
        </p:nvSpPr>
        <p:spPr>
          <a:xfrm>
            <a:off x="6150276" y="393871"/>
            <a:ext cx="5660724" cy="4544842"/>
          </a:xfrm>
          <a:custGeom>
            <a:avLst/>
            <a:gdLst>
              <a:gd name="connsiteX0" fmla="*/ 0 w 5660724"/>
              <a:gd name="connsiteY0" fmla="*/ 0 h 4544842"/>
              <a:gd name="connsiteX1" fmla="*/ 5660724 w 5660724"/>
              <a:gd name="connsiteY1" fmla="*/ 0 h 4544842"/>
              <a:gd name="connsiteX2" fmla="*/ 5660724 w 5660724"/>
              <a:gd name="connsiteY2" fmla="*/ 4544842 h 4544842"/>
              <a:gd name="connsiteX3" fmla="*/ 0 w 5660724"/>
              <a:gd name="connsiteY3" fmla="*/ 4544842 h 4544842"/>
              <a:gd name="connsiteX4" fmla="*/ 0 w 5660724"/>
              <a:gd name="connsiteY4" fmla="*/ 0 h 4544842"/>
              <a:gd name="connsiteX0" fmla="*/ 0 w 5660724"/>
              <a:gd name="connsiteY0" fmla="*/ 0 h 4544842"/>
              <a:gd name="connsiteX1" fmla="*/ 5660724 w 5660724"/>
              <a:gd name="connsiteY1" fmla="*/ 0 h 4544842"/>
              <a:gd name="connsiteX2" fmla="*/ 5660724 w 5660724"/>
              <a:gd name="connsiteY2" fmla="*/ 4544842 h 4544842"/>
              <a:gd name="connsiteX3" fmla="*/ 2056464 w 5660724"/>
              <a:gd name="connsiteY3" fmla="*/ 4536269 h 4544842"/>
              <a:gd name="connsiteX4" fmla="*/ 0 w 5660724"/>
              <a:gd name="connsiteY4" fmla="*/ 4544842 h 4544842"/>
              <a:gd name="connsiteX5" fmla="*/ 0 w 5660724"/>
              <a:gd name="connsiteY5" fmla="*/ 0 h 4544842"/>
              <a:gd name="connsiteX0" fmla="*/ 0 w 5660724"/>
              <a:gd name="connsiteY0" fmla="*/ 0 h 4544842"/>
              <a:gd name="connsiteX1" fmla="*/ 5660724 w 5660724"/>
              <a:gd name="connsiteY1" fmla="*/ 0 h 4544842"/>
              <a:gd name="connsiteX2" fmla="*/ 5660724 w 5660724"/>
              <a:gd name="connsiteY2" fmla="*/ 4544842 h 4544842"/>
              <a:gd name="connsiteX3" fmla="*/ 2643204 w 5660724"/>
              <a:gd name="connsiteY3" fmla="*/ 452102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231724 w 5660724"/>
              <a:gd name="connsiteY3" fmla="*/ 40714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25144 w 5660724"/>
              <a:gd name="connsiteY3" fmla="*/ 378188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612724 w 5660724"/>
              <a:gd name="connsiteY4" fmla="*/ 452864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34143 w 5660724"/>
              <a:gd name="connsiteY4" fmla="*/ 4442924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771791 w 5660724"/>
              <a:gd name="connsiteY3" fmla="*/ 3971436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113836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72631"/>
              <a:gd name="connsiteY0" fmla="*/ 0 h 4544842"/>
              <a:gd name="connsiteX1" fmla="*/ 5660724 w 5672631"/>
              <a:gd name="connsiteY1" fmla="*/ 0 h 4544842"/>
              <a:gd name="connsiteX2" fmla="*/ 5672631 w 5672631"/>
              <a:gd name="connsiteY2" fmla="*/ 4054305 h 4544842"/>
              <a:gd name="connsiteX3" fmla="*/ 2874185 w 5672631"/>
              <a:gd name="connsiteY3" fmla="*/ 4114311 h 4544842"/>
              <a:gd name="connsiteX4" fmla="*/ 2593674 w 5672631"/>
              <a:gd name="connsiteY4" fmla="*/ 4535793 h 4544842"/>
              <a:gd name="connsiteX5" fmla="*/ 0 w 5672631"/>
              <a:gd name="connsiteY5" fmla="*/ 4544842 h 4544842"/>
              <a:gd name="connsiteX6" fmla="*/ 0 w 5672631"/>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21455 h 4544842"/>
              <a:gd name="connsiteX4" fmla="*/ 2593674 w 5660724"/>
              <a:gd name="connsiteY4" fmla="*/ 4535793 h 4544842"/>
              <a:gd name="connsiteX5" fmla="*/ 0 w 5660724"/>
              <a:gd name="connsiteY5" fmla="*/ 4544842 h 4544842"/>
              <a:gd name="connsiteX6" fmla="*/ 0 w 5660724"/>
              <a:gd name="connsiteY6" fmla="*/ 0 h 454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724" h="4544842">
                <a:moveTo>
                  <a:pt x="0" y="0"/>
                </a:moveTo>
                <a:lnTo>
                  <a:pt x="5660724" y="0"/>
                </a:lnTo>
                <a:lnTo>
                  <a:pt x="5655963" y="4120980"/>
                </a:lnTo>
                <a:lnTo>
                  <a:pt x="2874185" y="4121455"/>
                </a:lnTo>
                <a:lnTo>
                  <a:pt x="2593674" y="4535793"/>
                </a:lnTo>
                <a:lnTo>
                  <a:pt x="0" y="4544842"/>
                </a:lnTo>
                <a:lnTo>
                  <a:pt x="0" y="0"/>
                </a:lnTo>
                <a:close/>
              </a:path>
            </a:pathLst>
          </a:custGeom>
          <a:solidFill>
            <a:schemeClr val="bg2"/>
          </a:solidFill>
        </p:spPr>
        <p:txBody>
          <a:bodyPr tIns="1280160"/>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0276" y="4987818"/>
            <a:ext cx="5660724" cy="730266"/>
          </a:xfrm>
        </p:spPr>
        <p:txBody>
          <a:bodyPr/>
          <a:lstStyle>
            <a:lvl1pPr>
              <a:lnSpc>
                <a:spcPct val="100000"/>
              </a:lnSpc>
              <a:spcBef>
                <a:spcPts val="100"/>
              </a:spcBef>
              <a:spcAft>
                <a:spcPts val="0"/>
              </a:spcAft>
              <a:defRPr sz="1600"/>
            </a:lvl1pPr>
            <a:lvl2pPr>
              <a:lnSpc>
                <a:spcPct val="100000"/>
              </a:lnSpc>
              <a:spcBef>
                <a:spcPts val="100"/>
              </a:spcBef>
              <a:spcAft>
                <a:spcPts val="0"/>
              </a:spcAft>
              <a:defRPr sz="1600">
                <a:latin typeface="+mj-lt"/>
              </a:defRPr>
            </a:lvl2pPr>
            <a:lvl3pPr marL="0" indent="0">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AE32291E-24B4-2FB8-4B35-A439686DB95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61A378F0-4CD0-C4E0-D2F7-5959B577E1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720315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with Image Gra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72991"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396516" y="3485571"/>
            <a:ext cx="5498502" cy="2503272"/>
          </a:xfrm>
        </p:spPr>
        <p:txBody>
          <a:bodyPr/>
          <a:lstStyle>
            <a:lvl1pPr>
              <a:lnSpc>
                <a:spcPct val="100000"/>
              </a:lnSpc>
              <a:spcBef>
                <a:spcPts val="900"/>
              </a:spcBef>
              <a:spcAft>
                <a:spcPts val="0"/>
              </a:spcAft>
              <a:defRPr sz="3200" b="0" spc="-50" baseline="0">
                <a:latin typeface="+mj-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2AE626E5-51F6-0BEB-2AFE-FE78E1409E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6163970" y="400050"/>
            <a:ext cx="5637503" cy="4521510"/>
          </a:xfrm>
          <a:custGeom>
            <a:avLst/>
            <a:gdLst>
              <a:gd name="connsiteX0" fmla="*/ 0 w 5637503"/>
              <a:gd name="connsiteY0" fmla="*/ 0 h 4521510"/>
              <a:gd name="connsiteX1" fmla="*/ 5637503 w 5637503"/>
              <a:gd name="connsiteY1" fmla="*/ 0 h 4521510"/>
              <a:gd name="connsiteX2" fmla="*/ 5636321 w 5637503"/>
              <a:gd name="connsiteY2" fmla="*/ 2101892 h 4521510"/>
              <a:gd name="connsiteX3" fmla="*/ 5635136 w 5637503"/>
              <a:gd name="connsiteY3" fmla="*/ 4208474 h 4521510"/>
              <a:gd name="connsiteX4" fmla="*/ 2786509 w 5637503"/>
              <a:gd name="connsiteY4" fmla="*/ 4206576 h 4521510"/>
              <a:gd name="connsiteX5" fmla="*/ 2583036 w 5637503"/>
              <a:gd name="connsiteY5" fmla="*/ 4512498 h 4521510"/>
              <a:gd name="connsiteX6" fmla="*/ 0 w 5637503"/>
              <a:gd name="connsiteY6" fmla="*/ 4521510 h 452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37503" h="4521510">
                <a:moveTo>
                  <a:pt x="0" y="0"/>
                </a:moveTo>
                <a:lnTo>
                  <a:pt x="5637503" y="0"/>
                </a:lnTo>
                <a:lnTo>
                  <a:pt x="5636321" y="2101892"/>
                </a:lnTo>
                <a:cubicBezTo>
                  <a:pt x="5636518" y="2804481"/>
                  <a:pt x="5636716" y="3507070"/>
                  <a:pt x="5635136" y="4208474"/>
                </a:cubicBezTo>
                <a:lnTo>
                  <a:pt x="2786509" y="4206576"/>
                </a:lnTo>
                <a:lnTo>
                  <a:pt x="2583036" y="4512498"/>
                </a:lnTo>
                <a:lnTo>
                  <a:pt x="0" y="4521510"/>
                </a:lnTo>
                <a:close/>
              </a:path>
            </a:pathLst>
          </a:custGeom>
          <a:solidFill>
            <a:schemeClr val="bg2"/>
          </a:solidFill>
        </p:spPr>
        <p:txBody>
          <a:bodyPr wrap="square" tIns="1280160" bIns="2743200" anchor="t" anchorCtr="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0276" y="4987818"/>
            <a:ext cx="5660724" cy="730266"/>
          </a:xfrm>
        </p:spPr>
        <p:txBody>
          <a:bodyPr/>
          <a:lstStyle>
            <a:lvl1pPr>
              <a:lnSpc>
                <a:spcPct val="100000"/>
              </a:lnSpc>
              <a:spcBef>
                <a:spcPts val="100"/>
              </a:spcBef>
              <a:spcAft>
                <a:spcPts val="0"/>
              </a:spcAft>
              <a:defRPr sz="1600"/>
            </a:lvl1pPr>
            <a:lvl2pPr>
              <a:lnSpc>
                <a:spcPct val="100000"/>
              </a:lnSpc>
              <a:spcBef>
                <a:spcPts val="100"/>
              </a:spcBef>
              <a:spcAft>
                <a:spcPts val="0"/>
              </a:spcAft>
              <a:defRPr sz="1600">
                <a:latin typeface="+mj-lt"/>
              </a:defRPr>
            </a:lvl2pPr>
            <a:lvl3pPr marL="0" indent="0">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0605F451-C7FA-B67A-7A4E-B4953B3BFEC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07A1FB0A-E7CA-63CD-DB09-C9F16CA915E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9809881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Over Image">
    <p:spTree>
      <p:nvGrpSpPr>
        <p:cNvPr id="1" name=""/>
        <p:cNvGrpSpPr/>
        <p:nvPr/>
      </p:nvGrpSpPr>
      <p:grpSpPr>
        <a:xfrm>
          <a:off x="0" y="0"/>
          <a:ext cx="0" cy="0"/>
          <a:chOff x="0" y="0"/>
          <a:chExt cx="0" cy="0"/>
        </a:xfrm>
      </p:grpSpPr>
      <p:sp>
        <p:nvSpPr>
          <p:cNvPr id="13" name="Picture Placeholder 14">
            <a:extLst>
              <a:ext uri="{FF2B5EF4-FFF2-40B4-BE49-F238E27FC236}">
                <a16:creationId xmlns:a16="http://schemas.microsoft.com/office/drawing/2014/main" id="{743AD5A7-567D-9EC7-BECB-71D2480F2498}"/>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2"/>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34788" cy="249299"/>
          </a:xfrm>
        </p:spPr>
        <p:txBody>
          <a:bodyPr wrap="square">
            <a:spAutoFit/>
          </a:bodyPr>
          <a:lstStyle>
            <a:lvl1pPr>
              <a:defRPr sz="1800" b="0"/>
            </a:lvl1pPr>
          </a:lstStyle>
          <a:p>
            <a:r>
              <a:rPr lang="en-US"/>
              <a:t>Title for accessibility</a:t>
            </a:r>
          </a:p>
        </p:txBody>
      </p:sp>
      <p:sp>
        <p:nvSpPr>
          <p:cNvPr id="9" name="Content Placeholder 8">
            <a:extLst>
              <a:ext uri="{FF2B5EF4-FFF2-40B4-BE49-F238E27FC236}">
                <a16:creationId xmlns:a16="http://schemas.microsoft.com/office/drawing/2014/main" id="{F7339CEB-91F9-B7FD-86D6-A4C114DA3002}"/>
              </a:ext>
            </a:extLst>
          </p:cNvPr>
          <p:cNvSpPr>
            <a:spLocks noGrp="1"/>
          </p:cNvSpPr>
          <p:nvPr>
            <p:ph idx="1"/>
          </p:nvPr>
        </p:nvSpPr>
        <p:spPr>
          <a:xfrm>
            <a:off x="5733536" y="400051"/>
            <a:ext cx="6078018" cy="5024273"/>
          </a:xfrm>
          <a:custGeom>
            <a:avLst/>
            <a:gdLst>
              <a:gd name="connsiteX0" fmla="*/ 0 w 6078018"/>
              <a:gd name="connsiteY0" fmla="*/ 0 h 5024273"/>
              <a:gd name="connsiteX1" fmla="*/ 6078018 w 6078018"/>
              <a:gd name="connsiteY1" fmla="*/ 0 h 5024273"/>
              <a:gd name="connsiteX2" fmla="*/ 6078018 w 6078018"/>
              <a:gd name="connsiteY2" fmla="*/ 4662902 h 5024273"/>
              <a:gd name="connsiteX3" fmla="*/ 3041951 w 6078018"/>
              <a:gd name="connsiteY3" fmla="*/ 4663975 h 5024273"/>
              <a:gd name="connsiteX4" fmla="*/ 2829053 w 6078018"/>
              <a:gd name="connsiteY4" fmla="*/ 5023866 h 5024273"/>
              <a:gd name="connsiteX5" fmla="*/ 0 w 6078018"/>
              <a:gd name="connsiteY5" fmla="*/ 5024273 h 50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78018" h="5024273">
                <a:moveTo>
                  <a:pt x="0" y="0"/>
                </a:moveTo>
                <a:lnTo>
                  <a:pt x="6078018" y="0"/>
                </a:lnTo>
                <a:lnTo>
                  <a:pt x="6078018" y="4662902"/>
                </a:lnTo>
                <a:lnTo>
                  <a:pt x="3041951" y="4663975"/>
                </a:lnTo>
                <a:lnTo>
                  <a:pt x="2829053" y="5023866"/>
                </a:lnTo>
                <a:lnTo>
                  <a:pt x="0" y="5024273"/>
                </a:lnTo>
                <a:close/>
              </a:path>
            </a:pathLst>
          </a:custGeom>
          <a:solidFill>
            <a:schemeClr val="bg1"/>
          </a:solidFill>
        </p:spPr>
        <p:txBody>
          <a:bodyPr wrap="square" lIns="411480" tIns="1170432" rIns="365760">
            <a:noAutofit/>
          </a:bodyPr>
          <a:lstStyle>
            <a:lvl1pPr>
              <a:lnSpc>
                <a:spcPct val="100000"/>
              </a:lnSpc>
              <a:spcBef>
                <a:spcPts val="900"/>
              </a:spcBef>
              <a:spcAft>
                <a:spcPts val="0"/>
              </a:spcAft>
              <a:defRPr sz="3200" b="0" spc="-50" baseline="0">
                <a:solidFill>
                  <a:schemeClr val="tx1"/>
                </a:solidFill>
                <a:latin typeface="+mj-lt"/>
              </a:defRPr>
            </a:lvl1pPr>
          </a:lstStyle>
          <a:p>
            <a:pPr lvl="0"/>
            <a:r>
              <a:rPr lang="en-US"/>
              <a:t>Click to edit Master text styles</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9197" y="4470739"/>
            <a:ext cx="4704858" cy="510836"/>
          </a:xfrm>
        </p:spPr>
        <p:txBody>
          <a:bodyPr/>
          <a:lstStyle>
            <a:lvl1pPr>
              <a:lnSpc>
                <a:spcPct val="100000"/>
              </a:lnSpc>
              <a:spcBef>
                <a:spcPts val="0"/>
              </a:spcBef>
              <a:spcAft>
                <a:spcPts val="0"/>
              </a:spcAft>
              <a:defRPr sz="1600">
                <a:solidFill>
                  <a:schemeClr val="tx1"/>
                </a:solidFill>
              </a:defRPr>
            </a:lvl1pPr>
            <a:lvl2pPr>
              <a:lnSpc>
                <a:spcPct val="100000"/>
              </a:lnSpc>
              <a:spcBef>
                <a:spcPts val="0"/>
              </a:spcBef>
              <a:spcAft>
                <a:spcPts val="0"/>
              </a:spcAft>
              <a:defRPr sz="16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7" name="Text Placeholder 15">
            <a:extLst>
              <a:ext uri="{FF2B5EF4-FFF2-40B4-BE49-F238E27FC236}">
                <a16:creationId xmlns:a16="http://schemas.microsoft.com/office/drawing/2014/main" id="{0D1BEFAC-D99F-7020-6110-CD8460311AFF}"/>
              </a:ext>
            </a:extLst>
          </p:cNvPr>
          <p:cNvSpPr>
            <a:spLocks noGrp="1"/>
          </p:cNvSpPr>
          <p:nvPr>
            <p:ph type="body" sz="quarter" idx="12" hasCustomPrompt="1"/>
          </p:nvPr>
        </p:nvSpPr>
        <p:spPr>
          <a:xfrm>
            <a:off x="394728" y="6501384"/>
            <a:ext cx="365760" cy="161583"/>
          </a:xfrm>
        </p:spPr>
        <p:txBody>
          <a:bodyPr anchor="b" anchorCtr="0">
            <a:noAutofit/>
          </a:bodyPr>
          <a:lstStyle>
            <a:lvl1pPr>
              <a:defRPr sz="1050">
                <a:solidFill>
                  <a:schemeClr val="bg1"/>
                </a:solidFill>
              </a:defRPr>
            </a:lvl1pPr>
          </a:lstStyle>
          <a:p>
            <a:pPr lvl="0"/>
            <a:r>
              <a:rPr lang="en-US"/>
              <a:t>PwC</a:t>
            </a:r>
          </a:p>
        </p:txBody>
      </p:sp>
      <p:sp>
        <p:nvSpPr>
          <p:cNvPr id="7" name="Footer Placeholder 4">
            <a:extLst>
              <a:ext uri="{FF2B5EF4-FFF2-40B4-BE49-F238E27FC236}">
                <a16:creationId xmlns:a16="http://schemas.microsoft.com/office/drawing/2014/main" id="{7DFE5ED4-420E-CADB-A68A-A7D421280793}"/>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961284F9-299F-5762-4D10-4246CB963FF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2" name="TextBox 11">
            <a:extLst>
              <a:ext uri="{FF2B5EF4-FFF2-40B4-BE49-F238E27FC236}">
                <a16:creationId xmlns:a16="http://schemas.microsoft.com/office/drawing/2014/main" id="{7AEFB371-D664-A7CF-D5EE-BB0684D60FED}"/>
              </a:ext>
            </a:extLst>
          </p:cNvPr>
          <p:cNvSpPr txBox="1"/>
          <p:nvPr userDrawn="1"/>
        </p:nvSpPr>
        <p:spPr>
          <a:xfrm>
            <a:off x="6034838" y="299570"/>
            <a:ext cx="762000" cy="838200"/>
          </a:xfrm>
          <a:prstGeom prst="rect">
            <a:avLst/>
          </a:prstGeom>
          <a:noFill/>
        </p:spPr>
        <p:txBody>
          <a:bodyPr wrap="square" lIns="0" tIns="0" rIns="0" bIns="0" rtlCol="0" anchor="t">
            <a:noAutofit/>
          </a:bodyPr>
          <a:lstStyle/>
          <a:p>
            <a:pPr marL="12700" marR="5080" lvl="0" indent="0" defTabSz="914400" eaLnBrk="1" fontAlgn="auto" latinLnBrk="0" hangingPunct="1">
              <a:spcBef>
                <a:spcPts val="900"/>
              </a:spcBef>
              <a:spcAft>
                <a:spcPts val="0"/>
              </a:spcAft>
              <a:buClrTx/>
              <a:buSzTx/>
              <a:buFontTx/>
              <a:buNone/>
              <a:tabLst/>
              <a:defRPr/>
            </a:pPr>
            <a:r>
              <a:rPr kumimoji="0" lang="en-US" sz="13800" b="1" u="none" strike="noStrike" kern="0" cap="none" spc="-105" normalizeH="0" baseline="0" noProof="0">
                <a:ln>
                  <a:noFill/>
                </a:ln>
                <a:solidFill>
                  <a:srgbClr val="FC5108"/>
                </a:solidFill>
                <a:effectLst/>
                <a:uLnTx/>
                <a:uFillTx/>
                <a:latin typeface="+mn-lt"/>
                <a:cs typeface="Arial" panose="020B0604020202020204" pitchFamily="34" charset="0"/>
              </a:rPr>
              <a:t>“</a:t>
            </a:r>
            <a:endParaRPr kumimoji="0" lang="en-US" sz="13800" b="1" u="none" strike="noStrike" kern="0" cap="none" spc="0" normalizeH="0" baseline="0" noProof="0">
              <a:ln>
                <a:noFill/>
              </a:ln>
              <a:solidFill>
                <a:srgbClr val="FC5108"/>
              </a:solidFill>
              <a:effectLst/>
              <a:uLnTx/>
              <a:uFillTx/>
              <a:latin typeface="+mn-lt"/>
              <a:cs typeface="Arial" panose="020B0604020202020204" pitchFamily="34" charset="0"/>
            </a:endParaRPr>
          </a:p>
          <a:p>
            <a:endParaRPr lang="en-US" sz="6000" b="1">
              <a:solidFill>
                <a:srgbClr val="FC5108"/>
              </a:solidFill>
              <a:latin typeface="Georgia" panose="02040502050405020303" pitchFamily="18" charset="0"/>
              <a:cs typeface="Arial" panose="020B0604020202020204" pitchFamily="34" charset="0"/>
            </a:endParaRPr>
          </a:p>
        </p:txBody>
      </p:sp>
    </p:spTree>
    <p:extLst>
      <p:ext uri="{BB962C8B-B14F-4D97-AF65-F5344CB8AC3E}">
        <p14:creationId xmlns:p14="http://schemas.microsoft.com/office/powerpoint/2010/main" val="18675920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ig 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1694" y="4463448"/>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1192" y="737608"/>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94CDF16A-3F0F-40AD-25BD-32F2F4A17D0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E1340CD9-3B8A-B030-B8FC-EAD510678C8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8449204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ig Statement 2">
    <p:bg>
      <p:bgPr>
        <a:solidFill>
          <a:srgbClr val="DFE3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A3CBD27D-46ED-F893-79F1-23481FEA9E3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8206B60F-A556-76A5-2FBC-4C736F4B16C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775457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ig Statement 3">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2336" y="-300748"/>
            <a:ext cx="5641277"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51A77249-98B8-FACA-4ACE-60FB5325B01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3427FF8A-B4F7-3F6B-6AC3-2F7EC1DCAAD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2465598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ig Statement 4">
    <p:bg>
      <p:bgPr>
        <a:solidFill>
          <a:schemeClr val="bg1"/>
        </a:solidFill>
        <a:effectLst/>
      </p:bgPr>
    </p:bg>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F2C136D6-EB53-8EAB-067D-F21D72B54E2A}"/>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47663" y="-319682"/>
            <a:ext cx="5695950"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bg1"/>
                </a:solidFill>
              </a:defRPr>
            </a:lvl1pPr>
            <a:lvl2pPr>
              <a:lnSpc>
                <a:spcPct val="100000"/>
              </a:lnSpc>
              <a:spcBef>
                <a:spcPts val="0"/>
              </a:spcBef>
              <a:spcAft>
                <a:spcPts val="0"/>
              </a:spcAft>
              <a:defRPr sz="1800">
                <a:solidFill>
                  <a:schemeClr val="bg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solidFill>
                  <a:schemeClr val="bg1"/>
                </a:solidFill>
                <a:latin typeface="+mj-lt"/>
              </a:defRPr>
            </a:lvl1pPr>
          </a:lstStyle>
          <a:p>
            <a:pPr lvl="0"/>
            <a:r>
              <a:rPr lang="en-US"/>
              <a:t>Click to edit Master text styles</a:t>
            </a:r>
          </a:p>
        </p:txBody>
      </p:sp>
      <p:sp>
        <p:nvSpPr>
          <p:cNvPr id="7" name="TextBox 6">
            <a:extLst>
              <a:ext uri="{FF2B5EF4-FFF2-40B4-BE49-F238E27FC236}">
                <a16:creationId xmlns:a16="http://schemas.microsoft.com/office/drawing/2014/main" id="{FDD3CF2F-7A33-6AA8-EBBC-3A558D724586}"/>
              </a:ext>
            </a:extLst>
          </p:cNvPr>
          <p:cNvSpPr txBox="1"/>
          <p:nvPr userDrawn="1"/>
        </p:nvSpPr>
        <p:spPr>
          <a:xfrm>
            <a:off x="394728" y="6501384"/>
            <a:ext cx="431483" cy="161583"/>
          </a:xfrm>
          <a:prstGeom prst="rect">
            <a:avLst/>
          </a:prstGeom>
          <a:noFill/>
        </p:spPr>
        <p:txBody>
          <a:bodyPr wrap="square" lIns="0" tIns="0" rIns="0" bIns="0" rtlCol="0" anchor="b" anchorCtr="0">
            <a:spAutoFit/>
          </a:bodyPr>
          <a:lstStyle/>
          <a:p>
            <a:pPr algn="l"/>
            <a:r>
              <a:rPr lang="en-US" sz="1050" b="1">
                <a:solidFill>
                  <a:schemeClr val="bg1"/>
                </a:solidFill>
              </a:rPr>
              <a:t>PwC</a:t>
            </a:r>
          </a:p>
        </p:txBody>
      </p:sp>
      <p:sp>
        <p:nvSpPr>
          <p:cNvPr id="8" name="Footer Placeholder 4">
            <a:extLst>
              <a:ext uri="{FF2B5EF4-FFF2-40B4-BE49-F238E27FC236}">
                <a16:creationId xmlns:a16="http://schemas.microsoft.com/office/drawing/2014/main" id="{694593D8-AEB6-3CA5-7E3B-6BA6D552DB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C1E67C1D-7D69-01C7-F212-8FD6EC41D5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8725353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D055151-7117-866F-6824-F774A7F56F66}"/>
              </a:ext>
            </a:extLst>
          </p:cNvPr>
          <p:cNvSpPr>
            <a:spLocks noGrp="1"/>
          </p:cNvSpPr>
          <p:nvPr>
            <p:ph type="title" hasCustomPrompt="1"/>
          </p:nvPr>
        </p:nvSpPr>
        <p:spPr>
          <a:xfrm>
            <a:off x="401284" y="3480486"/>
            <a:ext cx="4499480" cy="2458352"/>
          </a:xfrm>
        </p:spPr>
        <p:txBody>
          <a:bodyPr/>
          <a:lstStyle>
            <a:lvl1pPr>
              <a:lnSpc>
                <a:spcPct val="100000"/>
              </a:lnSpc>
              <a:defRPr sz="3200" b="0"/>
            </a:lvl1pPr>
          </a:lstStyle>
          <a:p>
            <a:r>
              <a:rPr lang="en-US"/>
              <a:t>Click to edit title style</a:t>
            </a:r>
          </a:p>
        </p:txBody>
      </p:sp>
      <p:sp>
        <p:nvSpPr>
          <p:cNvPr id="3" name="Picture Placeholder 2">
            <a:extLst>
              <a:ext uri="{FF2B5EF4-FFF2-40B4-BE49-F238E27FC236}">
                <a16:creationId xmlns:a16="http://schemas.microsoft.com/office/drawing/2014/main" id="{CAF96854-0B82-0332-CB0D-B653A0471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99063" y="400050"/>
            <a:ext cx="6614842" cy="5539040"/>
          </a:xfrm>
          <a:custGeom>
            <a:avLst/>
            <a:gdLst>
              <a:gd name="connsiteX0" fmla="*/ 2370 w 6614842"/>
              <a:gd name="connsiteY0" fmla="*/ 0 h 5539040"/>
              <a:gd name="connsiteX1" fmla="*/ 6614842 w 6614842"/>
              <a:gd name="connsiteY1" fmla="*/ 0 h 5539040"/>
              <a:gd name="connsiteX2" fmla="*/ 6611213 w 6614842"/>
              <a:gd name="connsiteY2" fmla="*/ 5179084 h 5539040"/>
              <a:gd name="connsiteX3" fmla="*/ 3320084 w 6614842"/>
              <a:gd name="connsiteY3" fmla="*/ 5175675 h 5539040"/>
              <a:gd name="connsiteX4" fmla="*/ 3075776 w 6614842"/>
              <a:gd name="connsiteY4" fmla="*/ 5539040 h 5539040"/>
              <a:gd name="connsiteX5" fmla="*/ 0 w 6614842"/>
              <a:gd name="connsiteY5" fmla="*/ 5536403 h 5539040"/>
              <a:gd name="connsiteX6" fmla="*/ 2078 w 6614842"/>
              <a:gd name="connsiteY6" fmla="*/ 2755139 h 553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42" h="5539040">
                <a:moveTo>
                  <a:pt x="2370" y="0"/>
                </a:moveTo>
                <a:lnTo>
                  <a:pt x="6614842" y="0"/>
                </a:lnTo>
                <a:lnTo>
                  <a:pt x="6611213" y="5179084"/>
                </a:lnTo>
                <a:lnTo>
                  <a:pt x="3320084" y="5175675"/>
                </a:lnTo>
                <a:lnTo>
                  <a:pt x="3075776" y="5539040"/>
                </a:lnTo>
                <a:lnTo>
                  <a:pt x="0" y="5536403"/>
                </a:lnTo>
                <a:cubicBezTo>
                  <a:pt x="1583" y="4615367"/>
                  <a:pt x="1979" y="3686592"/>
                  <a:pt x="2078" y="2755139"/>
                </a:cubicBezTo>
                <a:close/>
              </a:path>
            </a:pathLst>
          </a:custGeom>
          <a:solidFill>
            <a:schemeClr val="bg2"/>
          </a:solidFill>
        </p:spPr>
        <p:txBody>
          <a:bodyPr wrap="square" lIns="914400" tIns="1554480" rIns="91440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4" name="Footer Placeholder 4">
            <a:extLst>
              <a:ext uri="{FF2B5EF4-FFF2-40B4-BE49-F238E27FC236}">
                <a16:creationId xmlns:a16="http://schemas.microsoft.com/office/drawing/2014/main" id="{629E8A37-B7AE-34F5-AC2C-2C3307E4530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83E901E5-0C0F-02C2-6E8B-66E81BE06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0937256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With Image 2">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402336" y="402336"/>
            <a:ext cx="3737453" cy="1295399"/>
          </a:xfrm>
          <a:prstGeom prst="rect">
            <a:avLst/>
          </a:prstGeom>
        </p:spPr>
        <p:txBody>
          <a:bodyPr vert="horz" lIns="0" tIns="0" rIns="0" bIns="0" rtlCol="0" anchor="t" anchorCtr="0">
            <a:noAutofit/>
          </a:bodyPr>
          <a:lstStyle>
            <a:lvl1pPr>
              <a:defRPr b="0"/>
            </a:lvl1pPr>
          </a:lstStyle>
          <a:p>
            <a:r>
              <a:rPr lang="en-US"/>
              <a:t>Click to edit Master title style</a:t>
            </a:r>
          </a:p>
        </p:txBody>
      </p:sp>
      <p:sp>
        <p:nvSpPr>
          <p:cNvPr id="6" name="Text Placeholder 5">
            <a:extLst>
              <a:ext uri="{FF2B5EF4-FFF2-40B4-BE49-F238E27FC236}">
                <a16:creationId xmlns:a16="http://schemas.microsoft.com/office/drawing/2014/main" id="{00E1A1E6-6268-D4D9-C145-1013364B1CD8}"/>
              </a:ext>
            </a:extLst>
          </p:cNvPr>
          <p:cNvSpPr>
            <a:spLocks noGrp="1"/>
          </p:cNvSpPr>
          <p:nvPr>
            <p:ph type="body" sz="quarter" idx="12"/>
          </p:nvPr>
        </p:nvSpPr>
        <p:spPr>
          <a:xfrm>
            <a:off x="407670" y="2979420"/>
            <a:ext cx="3727450" cy="2620963"/>
          </a:xfrm>
        </p:spPr>
        <p:txBody>
          <a:bodyPr/>
          <a:lstStyle>
            <a:lvl1pPr>
              <a:lnSpc>
                <a:spcPct val="100000"/>
              </a:lnSpc>
              <a:spcBef>
                <a:spcPts val="0"/>
              </a:spcBef>
              <a:defRPr sz="1500"/>
            </a:lvl1pPr>
            <a:lvl2pPr>
              <a:defRPr sz="1200">
                <a:latin typeface="+mj-lt"/>
              </a:defRPr>
            </a:lvl2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20FA2383-F769-2E5D-64C9-71C8F2AC63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99063" y="402336"/>
            <a:ext cx="6614837" cy="5532376"/>
          </a:xfrm>
          <a:custGeom>
            <a:avLst/>
            <a:gdLst>
              <a:gd name="connsiteX0" fmla="*/ 2369 w 6614837"/>
              <a:gd name="connsiteY0" fmla="*/ 0 h 5532376"/>
              <a:gd name="connsiteX1" fmla="*/ 6614837 w 6614837"/>
              <a:gd name="connsiteY1" fmla="*/ 0 h 5532376"/>
              <a:gd name="connsiteX2" fmla="*/ 6611213 w 6614837"/>
              <a:gd name="connsiteY2" fmla="*/ 5172420 h 5532376"/>
              <a:gd name="connsiteX3" fmla="*/ 3320084 w 6614837"/>
              <a:gd name="connsiteY3" fmla="*/ 5169011 h 5532376"/>
              <a:gd name="connsiteX4" fmla="*/ 3075776 w 6614837"/>
              <a:gd name="connsiteY4" fmla="*/ 5532376 h 5532376"/>
              <a:gd name="connsiteX5" fmla="*/ 0 w 6614837"/>
              <a:gd name="connsiteY5" fmla="*/ 5529739 h 5532376"/>
              <a:gd name="connsiteX6" fmla="*/ 2078 w 6614837"/>
              <a:gd name="connsiteY6" fmla="*/ 2748475 h 553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37" h="5532376">
                <a:moveTo>
                  <a:pt x="2369" y="0"/>
                </a:moveTo>
                <a:lnTo>
                  <a:pt x="6614837" y="0"/>
                </a:lnTo>
                <a:lnTo>
                  <a:pt x="6611213" y="5172420"/>
                </a:lnTo>
                <a:lnTo>
                  <a:pt x="3320084" y="5169011"/>
                </a:lnTo>
                <a:lnTo>
                  <a:pt x="3075776" y="5532376"/>
                </a:lnTo>
                <a:lnTo>
                  <a:pt x="0" y="5529739"/>
                </a:lnTo>
                <a:cubicBezTo>
                  <a:pt x="1583" y="4608703"/>
                  <a:pt x="1979" y="3679928"/>
                  <a:pt x="2078" y="2748475"/>
                </a:cubicBezTo>
                <a:close/>
              </a:path>
            </a:pathLst>
          </a:custGeom>
          <a:solidFill>
            <a:schemeClr val="bg2"/>
          </a:solidFill>
        </p:spPr>
        <p:txBody>
          <a:bodyPr wrap="square" lIns="914400" tIns="1554480" rIns="91440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4" name="Footer Placeholder 4">
            <a:extLst>
              <a:ext uri="{FF2B5EF4-FFF2-40B4-BE49-F238E27FC236}">
                <a16:creationId xmlns:a16="http://schemas.microsoft.com/office/drawing/2014/main" id="{4619E784-11F4-A104-BB77-5E8F8D397AE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BF37CFFA-3D80-3409-C50E-D2A382F2618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3111066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With Image 3">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397668" y="2457451"/>
            <a:ext cx="2767808" cy="765810"/>
          </a:xfrm>
          <a:prstGeom prst="rect">
            <a:avLst/>
          </a:prstGeom>
        </p:spPr>
        <p:txBody>
          <a:bodyPr vert="horz" lIns="0" tIns="0" rIns="0" bIns="0" rtlCol="0" anchor="t" anchorCtr="0">
            <a:noAutofit/>
          </a:bodyPr>
          <a:lstStyle>
            <a:lvl1pPr>
              <a:defRPr b="0"/>
            </a:lvl1pPr>
          </a:lstStyle>
          <a:p>
            <a:r>
              <a:rPr lang="en-US"/>
              <a:t>Click to edit Master title style</a:t>
            </a:r>
          </a:p>
        </p:txBody>
      </p:sp>
      <p:sp>
        <p:nvSpPr>
          <p:cNvPr id="6" name="Text Placeholder 5">
            <a:extLst>
              <a:ext uri="{FF2B5EF4-FFF2-40B4-BE49-F238E27FC236}">
                <a16:creationId xmlns:a16="http://schemas.microsoft.com/office/drawing/2014/main" id="{00E1A1E6-6268-D4D9-C145-1013364B1CD8}"/>
              </a:ext>
            </a:extLst>
          </p:cNvPr>
          <p:cNvSpPr>
            <a:spLocks noGrp="1"/>
          </p:cNvSpPr>
          <p:nvPr>
            <p:ph type="body" sz="quarter" idx="12"/>
          </p:nvPr>
        </p:nvSpPr>
        <p:spPr>
          <a:xfrm>
            <a:off x="407669" y="3492183"/>
            <a:ext cx="2757805" cy="2115820"/>
          </a:xfrm>
        </p:spPr>
        <p:txBody>
          <a:bodyPr/>
          <a:lstStyle>
            <a:lvl1pPr>
              <a:lnSpc>
                <a:spcPct val="120000"/>
              </a:lnSpc>
              <a:spcBef>
                <a:spcPts val="0"/>
              </a:spcBef>
              <a:defRPr sz="1200" b="0">
                <a:latin typeface="+mj-lt"/>
              </a:defRPr>
            </a:lvl1pPr>
            <a:lvl2pPr>
              <a:defRPr sz="1200">
                <a:latin typeface="+mn-lt"/>
              </a:defRPr>
            </a:lvl2pPr>
          </a:lstStyle>
          <a:p>
            <a:pPr lvl="0"/>
            <a:r>
              <a:rPr lang="en-US"/>
              <a:t>Click to edit Master text styles</a:t>
            </a:r>
          </a:p>
        </p:txBody>
      </p:sp>
      <p:sp>
        <p:nvSpPr>
          <p:cNvPr id="4" name="Footer Placeholder 4">
            <a:extLst>
              <a:ext uri="{FF2B5EF4-FFF2-40B4-BE49-F238E27FC236}">
                <a16:creationId xmlns:a16="http://schemas.microsoft.com/office/drawing/2014/main" id="{665F8295-3C5A-A1AE-F43F-1FA6D8B2F4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30A1C61F-1977-8EC5-355B-66B6908EB52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Picture Placeholder 9">
            <a:extLst>
              <a:ext uri="{FF2B5EF4-FFF2-40B4-BE49-F238E27FC236}">
                <a16:creationId xmlns:a16="http://schemas.microsoft.com/office/drawing/2014/main" id="{C8FF515D-AF08-494F-FFD1-C5F2FEFB42C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ph type="pic" sz="quarter" idx="13" hasCustomPrompt="1"/>
          </p:nvPr>
        </p:nvSpPr>
        <p:spPr>
          <a:xfrm>
            <a:off x="3288471" y="400050"/>
            <a:ext cx="8513514" cy="5540196"/>
          </a:xfrm>
          <a:custGeom>
            <a:avLst/>
            <a:gdLst>
              <a:gd name="connsiteX0" fmla="*/ 3049 w 8513514"/>
              <a:gd name="connsiteY0" fmla="*/ 0 h 5540196"/>
              <a:gd name="connsiteX1" fmla="*/ 8513003 w 8513514"/>
              <a:gd name="connsiteY1" fmla="*/ 0 h 5540196"/>
              <a:gd name="connsiteX2" fmla="*/ 8512994 w 8513514"/>
              <a:gd name="connsiteY2" fmla="*/ 10458 h 5540196"/>
              <a:gd name="connsiteX3" fmla="*/ 8513514 w 8513514"/>
              <a:gd name="connsiteY3" fmla="*/ 10458 h 5540196"/>
              <a:gd name="connsiteX4" fmla="*/ 8508849 w 8513514"/>
              <a:gd name="connsiteY4" fmla="*/ 5182877 h 5540196"/>
              <a:gd name="connsiteX5" fmla="*/ 4273312 w 8513514"/>
              <a:gd name="connsiteY5" fmla="*/ 5179468 h 5540196"/>
              <a:gd name="connsiteX6" fmla="*/ 4037481 w 8513514"/>
              <a:gd name="connsiteY6" fmla="*/ 5538070 h 5540196"/>
              <a:gd name="connsiteX7" fmla="*/ 511 w 8513514"/>
              <a:gd name="connsiteY7" fmla="*/ 5540196 h 5540196"/>
              <a:gd name="connsiteX8" fmla="*/ 527 w 8513514"/>
              <a:gd name="connsiteY8" fmla="*/ 5529738 h 5540196"/>
              <a:gd name="connsiteX9" fmla="*/ 0 w 8513514"/>
              <a:gd name="connsiteY9" fmla="*/ 5529738 h 5540196"/>
              <a:gd name="connsiteX10" fmla="*/ 2674 w 8513514"/>
              <a:gd name="connsiteY10" fmla="*/ 2748474 h 554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514" h="5540196">
                <a:moveTo>
                  <a:pt x="3049" y="0"/>
                </a:moveTo>
                <a:lnTo>
                  <a:pt x="8513003" y="0"/>
                </a:lnTo>
                <a:lnTo>
                  <a:pt x="8512994" y="10458"/>
                </a:lnTo>
                <a:lnTo>
                  <a:pt x="8513514" y="10458"/>
                </a:lnTo>
                <a:lnTo>
                  <a:pt x="8508849" y="5182877"/>
                </a:lnTo>
                <a:lnTo>
                  <a:pt x="4273312" y="5179468"/>
                </a:lnTo>
                <a:lnTo>
                  <a:pt x="4037481" y="5538070"/>
                </a:lnTo>
                <a:lnTo>
                  <a:pt x="511" y="5540196"/>
                </a:lnTo>
                <a:lnTo>
                  <a:pt x="527" y="5529738"/>
                </a:lnTo>
                <a:lnTo>
                  <a:pt x="0" y="5529738"/>
                </a:lnTo>
                <a:cubicBezTo>
                  <a:pt x="2037" y="4608702"/>
                  <a:pt x="2547" y="3679927"/>
                  <a:pt x="2674" y="2748474"/>
                </a:cubicBezTo>
                <a:close/>
              </a:path>
            </a:pathLst>
          </a:custGeom>
          <a:solidFill>
            <a:schemeClr val="bg2"/>
          </a:solidFill>
        </p:spPr>
        <p:txBody>
          <a:bodyPr wrap="square" lIns="1188720" tIns="1554480" rIns="118872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Tree>
    <p:extLst>
      <p:ext uri="{BB962C8B-B14F-4D97-AF65-F5344CB8AC3E}">
        <p14:creationId xmlns:p14="http://schemas.microsoft.com/office/powerpoint/2010/main" val="269206852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ig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918220"/>
            <a:ext cx="5660723"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9B293083-8587-219C-C524-D809D6A866A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5AC9A00F-F989-8AFC-7652-904E0B2E41F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Content Placeholder 2">
            <a:extLst>
              <a:ext uri="{FF2B5EF4-FFF2-40B4-BE49-F238E27FC236}">
                <a16:creationId xmlns:a16="http://schemas.microsoft.com/office/drawing/2014/main" id="{F37C9592-01FB-4A3C-B7D0-60D0B86B7CC8}"/>
              </a:ext>
            </a:extLst>
          </p:cNvPr>
          <p:cNvSpPr>
            <a:spLocks noGrp="1"/>
          </p:cNvSpPr>
          <p:nvPr>
            <p:ph idx="10"/>
          </p:nvPr>
        </p:nvSpPr>
        <p:spPr>
          <a:xfrm>
            <a:off x="401967" y="4513993"/>
            <a:ext cx="4684384" cy="1432717"/>
          </a:xfrm>
        </p:spPr>
        <p:txBody>
          <a:bodyPr/>
          <a:lstStyle>
            <a:lvl1pPr>
              <a:lnSpc>
                <a:spcPct val="100000"/>
              </a:lnSpc>
              <a:spcBef>
                <a:spcPts val="0"/>
              </a:spcBef>
              <a:spcAft>
                <a:spcPts val="0"/>
              </a:spcAft>
              <a:defRPr sz="1800" b="1"/>
            </a:lvl1pPr>
            <a:lvl2pPr>
              <a:lnSpc>
                <a:spcPct val="100000"/>
              </a:lnSpc>
              <a:spcBef>
                <a:spcPts val="0"/>
              </a:spcBef>
              <a:spcAft>
                <a:spcPts val="0"/>
              </a:spcAft>
              <a:defRPr sz="1800" b="0">
                <a:latin typeface="+mj-lt"/>
              </a:defRPr>
            </a:lvl2pPr>
            <a:lvl3pPr marL="0" indent="0">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8135966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ig Dat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1967" y="4513993"/>
            <a:ext cx="4684384" cy="1432717"/>
          </a:xfrm>
        </p:spPr>
        <p:txBody>
          <a:bodyPr/>
          <a:lstStyle>
            <a:lvl1pPr>
              <a:lnSpc>
                <a:spcPct val="100000"/>
              </a:lnSpc>
              <a:spcBef>
                <a:spcPts val="0"/>
              </a:spcBef>
              <a:spcAft>
                <a:spcPts val="0"/>
              </a:spcAft>
              <a:defRPr sz="1800" b="1"/>
            </a:lvl1pPr>
            <a:lvl2pPr>
              <a:lnSpc>
                <a:spcPct val="100000"/>
              </a:lnSpc>
              <a:spcBef>
                <a:spcPts val="0"/>
              </a:spcBef>
              <a:spcAft>
                <a:spcPts val="0"/>
              </a:spcAft>
              <a:defRPr sz="1800" b="0">
                <a:latin typeface="+mj-lt"/>
              </a:defRPr>
            </a:lvl2pPr>
            <a:lvl3pPr marL="0" indent="0">
              <a:buNone/>
              <a:defRPr/>
            </a:lvl3pPr>
          </a:lstStyle>
          <a:p>
            <a:pPr lvl="0"/>
            <a:r>
              <a:rPr lang="en-US"/>
              <a:t>Click to edit Master text styles</a:t>
            </a:r>
          </a:p>
          <a:p>
            <a:pPr lvl="1"/>
            <a:r>
              <a:rPr lang="en-US"/>
              <a:t>Second level</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918220"/>
            <a:ext cx="5651199"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D88750FF-80B0-EEE6-F89F-A76248A4F83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5E9F5B4A-B723-2879-D7EE-D016027E28B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5652470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ree Images Stacked">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369B2012-7A09-E6A5-2473-4DB6823B0A7E}"/>
              </a:ext>
            </a:extLst>
          </p:cNvPr>
          <p:cNvSpPr>
            <a:spLocks noGrp="1"/>
          </p:cNvSpPr>
          <p:nvPr>
            <p:ph type="title"/>
          </p:nvPr>
        </p:nvSpPr>
        <p:spPr>
          <a:xfrm>
            <a:off x="397667" y="402336"/>
            <a:ext cx="4688683" cy="915289"/>
          </a:xfrm>
          <a:prstGeom prst="rect">
            <a:avLst/>
          </a:prstGeom>
        </p:spPr>
        <p:txBody>
          <a:bodyPr vert="horz" lIns="0" tIns="0" rIns="0" bIns="0" rtlCol="0" anchor="t" anchorCtr="0">
            <a:noAutofit/>
          </a:bodyPr>
          <a:lstStyle/>
          <a:p>
            <a:r>
              <a:rPr lang="en-US"/>
              <a:t>Click to edit Master title style</a:t>
            </a:r>
          </a:p>
        </p:txBody>
      </p:sp>
      <p:sp>
        <p:nvSpPr>
          <p:cNvPr id="22" name="Content Placeholder 2">
            <a:extLst>
              <a:ext uri="{FF2B5EF4-FFF2-40B4-BE49-F238E27FC236}">
                <a16:creationId xmlns:a16="http://schemas.microsoft.com/office/drawing/2014/main" id="{D806524E-A06F-7FE8-9CD5-2244991C1E3D}"/>
              </a:ext>
            </a:extLst>
          </p:cNvPr>
          <p:cNvSpPr>
            <a:spLocks noGrp="1"/>
          </p:cNvSpPr>
          <p:nvPr>
            <p:ph idx="17"/>
          </p:nvPr>
        </p:nvSpPr>
        <p:spPr>
          <a:xfrm>
            <a:off x="407670" y="3492183"/>
            <a:ext cx="3719830" cy="2446655"/>
          </a:xfrm>
        </p:spPr>
        <p:txBody>
          <a:bodyPr/>
          <a:lstStyle>
            <a:lvl1pPr>
              <a:lnSpc>
                <a:spcPct val="95000"/>
              </a:lnSpc>
              <a:spcBef>
                <a:spcPts val="0"/>
              </a:spcBef>
              <a:spcAft>
                <a:spcPts val="0"/>
              </a:spcAft>
              <a:defRPr sz="2400" b="1">
                <a:latin typeface="+mn-lt"/>
              </a:defRPr>
            </a:lvl1pPr>
            <a:lvl2pPr>
              <a:defRPr sz="1200"/>
            </a:lvl2pPr>
            <a:lvl3pPr>
              <a:defRPr sz="1200"/>
            </a:lvl3pPr>
            <a:lvl4pPr>
              <a:defRPr sz="1200"/>
            </a:lvl4pPr>
            <a:lvl5pPr>
              <a:defRPr sz="1200"/>
            </a:lvl5pPr>
          </a:lstStyle>
          <a:p>
            <a:pPr lvl="0"/>
            <a:r>
              <a:rPr lang="en-US"/>
              <a:t>Click to edit Master text styles</a:t>
            </a:r>
          </a:p>
        </p:txBody>
      </p:sp>
      <p:sp>
        <p:nvSpPr>
          <p:cNvPr id="13" name="Picture Placeholder 14">
            <a:extLst>
              <a:ext uri="{FF2B5EF4-FFF2-40B4-BE49-F238E27FC236}">
                <a16:creationId xmlns:a16="http://schemas.microsoft.com/office/drawing/2014/main" id="{099A4469-274E-EB1F-F85D-D95E959AA143}"/>
              </a:ext>
            </a:extLst>
          </p:cNvPr>
          <p:cNvSpPr>
            <a:spLocks noGrp="1"/>
          </p:cNvSpPr>
          <p:nvPr>
            <p:ph type="pic" sz="quarter" idx="12"/>
          </p:nvPr>
        </p:nvSpPr>
        <p:spPr>
          <a:xfrm>
            <a:off x="5199978" y="1424941"/>
            <a:ext cx="1804072" cy="1432560"/>
          </a:xfrm>
          <a:solidFill>
            <a:schemeClr val="bg2"/>
          </a:solidFill>
        </p:spPr>
        <p:txBody>
          <a:bodyPr tIns="457200"/>
          <a:lstStyle>
            <a:lvl1pPr algn="ctr">
              <a:defRPr/>
            </a:lvl1pPr>
          </a:lstStyle>
          <a:p>
            <a:r>
              <a:rPr lang="en-US"/>
              <a:t>Click icon to add picture</a:t>
            </a:r>
          </a:p>
        </p:txBody>
      </p:sp>
      <p:sp>
        <p:nvSpPr>
          <p:cNvPr id="17" name="Content Placeholder 2">
            <a:extLst>
              <a:ext uri="{FF2B5EF4-FFF2-40B4-BE49-F238E27FC236}">
                <a16:creationId xmlns:a16="http://schemas.microsoft.com/office/drawing/2014/main" id="{E0678072-A6EC-A7CF-E412-0D3F27A1A0A0}"/>
              </a:ext>
            </a:extLst>
          </p:cNvPr>
          <p:cNvSpPr>
            <a:spLocks noGrp="1"/>
          </p:cNvSpPr>
          <p:nvPr>
            <p:ph idx="10"/>
          </p:nvPr>
        </p:nvSpPr>
        <p:spPr>
          <a:xfrm>
            <a:off x="7127838" y="1446213"/>
            <a:ext cx="3711612" cy="14112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0" name="Picture Placeholder 14">
            <a:extLst>
              <a:ext uri="{FF2B5EF4-FFF2-40B4-BE49-F238E27FC236}">
                <a16:creationId xmlns:a16="http://schemas.microsoft.com/office/drawing/2014/main" id="{750FAC0A-93E6-9A08-7990-0346002AB7C9}"/>
              </a:ext>
            </a:extLst>
          </p:cNvPr>
          <p:cNvSpPr>
            <a:spLocks noGrp="1"/>
          </p:cNvSpPr>
          <p:nvPr>
            <p:ph type="pic" sz="quarter" idx="15"/>
          </p:nvPr>
        </p:nvSpPr>
        <p:spPr>
          <a:xfrm>
            <a:off x="5199978" y="2981643"/>
            <a:ext cx="1804072" cy="1432560"/>
          </a:xfrm>
          <a:solidFill>
            <a:schemeClr val="bg2"/>
          </a:solidFill>
        </p:spPr>
        <p:txBody>
          <a:bodyPr tIns="457200"/>
          <a:lstStyle>
            <a:lvl1pPr algn="ctr">
              <a:defRPr/>
            </a:lvl1pPr>
          </a:lstStyle>
          <a:p>
            <a:r>
              <a:rPr lang="en-US"/>
              <a:t>Click icon to add picture</a:t>
            </a:r>
          </a:p>
        </p:txBody>
      </p:sp>
      <p:sp>
        <p:nvSpPr>
          <p:cNvPr id="18" name="Content Placeholder 2">
            <a:extLst>
              <a:ext uri="{FF2B5EF4-FFF2-40B4-BE49-F238E27FC236}">
                <a16:creationId xmlns:a16="http://schemas.microsoft.com/office/drawing/2014/main" id="{F62FE28B-1451-7A6D-A415-8DE9235897A9}"/>
              </a:ext>
            </a:extLst>
          </p:cNvPr>
          <p:cNvSpPr>
            <a:spLocks noGrp="1"/>
          </p:cNvSpPr>
          <p:nvPr>
            <p:ph idx="13"/>
          </p:nvPr>
        </p:nvSpPr>
        <p:spPr>
          <a:xfrm>
            <a:off x="7127838" y="2979420"/>
            <a:ext cx="3711612" cy="14112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Picture Placeholder 14">
            <a:extLst>
              <a:ext uri="{FF2B5EF4-FFF2-40B4-BE49-F238E27FC236}">
                <a16:creationId xmlns:a16="http://schemas.microsoft.com/office/drawing/2014/main" id="{C66DD72C-97BB-14F2-361C-2441F75A4327}"/>
              </a:ext>
            </a:extLst>
          </p:cNvPr>
          <p:cNvSpPr>
            <a:spLocks noGrp="1"/>
          </p:cNvSpPr>
          <p:nvPr>
            <p:ph type="pic" sz="quarter" idx="16"/>
          </p:nvPr>
        </p:nvSpPr>
        <p:spPr>
          <a:xfrm>
            <a:off x="5199978" y="4521518"/>
            <a:ext cx="1804072" cy="1432560"/>
          </a:xfrm>
          <a:solidFill>
            <a:schemeClr val="bg2"/>
          </a:solidFill>
        </p:spPr>
        <p:txBody>
          <a:bodyPr tIns="457200"/>
          <a:lstStyle>
            <a:lvl1pPr algn="ctr">
              <a:defRPr/>
            </a:lvl1pPr>
          </a:lstStyle>
          <a:p>
            <a:r>
              <a:rPr lang="en-US"/>
              <a:t>Click icon to add picture</a:t>
            </a:r>
          </a:p>
        </p:txBody>
      </p:sp>
      <p:sp>
        <p:nvSpPr>
          <p:cNvPr id="19" name="Content Placeholder 2">
            <a:extLst>
              <a:ext uri="{FF2B5EF4-FFF2-40B4-BE49-F238E27FC236}">
                <a16:creationId xmlns:a16="http://schemas.microsoft.com/office/drawing/2014/main" id="{ADD78EAE-A704-D3CE-D6AA-6E6E52DCA211}"/>
              </a:ext>
            </a:extLst>
          </p:cNvPr>
          <p:cNvSpPr>
            <a:spLocks noGrp="1"/>
          </p:cNvSpPr>
          <p:nvPr>
            <p:ph idx="14"/>
          </p:nvPr>
        </p:nvSpPr>
        <p:spPr>
          <a:xfrm>
            <a:off x="7127838" y="4519931"/>
            <a:ext cx="3711612" cy="14112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7" name="Footer Placeholder 4">
            <a:extLst>
              <a:ext uri="{FF2B5EF4-FFF2-40B4-BE49-F238E27FC236}">
                <a16:creationId xmlns:a16="http://schemas.microsoft.com/office/drawing/2014/main" id="{0A56C71D-1695-AE64-7C05-4DD0750A3DD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3EB5F658-B8CE-7FB5-990E-79F690D1E17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34665348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and Large Sta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97667" y="3444092"/>
            <a:ext cx="4688683" cy="244902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6165533" y="880660"/>
            <a:ext cx="5636494" cy="2045420"/>
          </a:xfrm>
        </p:spPr>
        <p:txBody>
          <a:bodyPr/>
          <a:lstStyle>
            <a:lvl1pPr>
              <a:lnSpc>
                <a:spcPct val="80000"/>
              </a:lnSpc>
              <a:spcBef>
                <a:spcPts val="0"/>
              </a:spcBef>
              <a:spcAft>
                <a:spcPts val="0"/>
              </a:spcAft>
              <a:defRPr sz="20000" b="0" spc="-390" baseline="0">
                <a:solidFill>
                  <a:schemeClr val="accent1"/>
                </a:solidFill>
              </a:defRPr>
            </a:lvl1pPr>
          </a:lstStyle>
          <a:p>
            <a:pPr lvl="0"/>
            <a:r>
              <a:rPr lang="en-US"/>
              <a:t>00</a:t>
            </a:r>
          </a:p>
        </p:txBody>
      </p:sp>
      <p:sp>
        <p:nvSpPr>
          <p:cNvPr id="4" name="Footer Placeholder 4">
            <a:extLst>
              <a:ext uri="{FF2B5EF4-FFF2-40B4-BE49-F238E27FC236}">
                <a16:creationId xmlns:a16="http://schemas.microsoft.com/office/drawing/2014/main" id="{505126B4-5061-ACE1-29DB-F4E4B930507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A318CA9E-32E8-938F-0187-CE5990310D1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9" name="Text Placeholder 8">
            <a:extLst>
              <a:ext uri="{FF2B5EF4-FFF2-40B4-BE49-F238E27FC236}">
                <a16:creationId xmlns:a16="http://schemas.microsoft.com/office/drawing/2014/main" id="{9D440408-8D82-6FAB-8574-86AD0978A5D2}"/>
              </a:ext>
            </a:extLst>
          </p:cNvPr>
          <p:cNvSpPr>
            <a:spLocks noGrp="1"/>
          </p:cNvSpPr>
          <p:nvPr>
            <p:ph type="body" sz="quarter" idx="10"/>
          </p:nvPr>
        </p:nvSpPr>
        <p:spPr>
          <a:xfrm>
            <a:off x="6165850" y="3500447"/>
            <a:ext cx="5635625" cy="2438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67741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and Sidebar">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97667" y="3492183"/>
            <a:ext cx="5645946" cy="244665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7118350" y="400050"/>
            <a:ext cx="4683125" cy="2970213"/>
          </a:xfrm>
          <a:solidFill>
            <a:schemeClr val="accent1"/>
          </a:solidFill>
        </p:spPr>
        <p:txBody>
          <a:bodyPr lIns="274320" tIns="274320"/>
          <a:lstStyle>
            <a:lvl1pPr>
              <a:spcAft>
                <a:spcPts val="6000"/>
              </a:spcAft>
              <a:defRPr sz="8600" b="0">
                <a:solidFill>
                  <a:schemeClr val="bg1"/>
                </a:solidFill>
              </a:defRPr>
            </a:lvl1pPr>
            <a:lvl2pPr>
              <a:spcBef>
                <a:spcPts val="0"/>
              </a:spcBef>
              <a:defRPr b="1">
                <a:latin typeface="+mn-lt"/>
              </a:defRPr>
            </a:lvl2pPr>
          </a:lstStyle>
          <a:p>
            <a:pPr lvl="0"/>
            <a:r>
              <a:rPr lang="en-US"/>
              <a:t>0,000</a:t>
            </a:r>
          </a:p>
          <a:p>
            <a:pPr lvl="1"/>
            <a:r>
              <a:rPr lang="en-US"/>
              <a:t>Second level</a:t>
            </a:r>
          </a:p>
        </p:txBody>
      </p:sp>
      <p:sp>
        <p:nvSpPr>
          <p:cNvPr id="4" name="Footer Placeholder 4">
            <a:extLst>
              <a:ext uri="{FF2B5EF4-FFF2-40B4-BE49-F238E27FC236}">
                <a16:creationId xmlns:a16="http://schemas.microsoft.com/office/drawing/2014/main" id="{E2A3DA15-4C69-255A-358A-480458D2DFE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B39A73BF-92D5-1C5F-A374-82FF2405936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Text Placeholder 9">
            <a:extLst>
              <a:ext uri="{FF2B5EF4-FFF2-40B4-BE49-F238E27FC236}">
                <a16:creationId xmlns:a16="http://schemas.microsoft.com/office/drawing/2014/main" id="{5B8C705A-7501-8BB2-360F-85F75D8C5472}"/>
              </a:ext>
            </a:extLst>
          </p:cNvPr>
          <p:cNvSpPr>
            <a:spLocks noGrp="1"/>
          </p:cNvSpPr>
          <p:nvPr>
            <p:ph type="body" sz="quarter" idx="12"/>
          </p:nvPr>
        </p:nvSpPr>
        <p:spPr>
          <a:xfrm>
            <a:off x="9037638" y="3484563"/>
            <a:ext cx="2757487" cy="1939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539548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Stat Boxes">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97667" y="3492183"/>
            <a:ext cx="5241133" cy="244665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6157914" y="400050"/>
            <a:ext cx="2765424" cy="2777490"/>
          </a:xfrm>
          <a:solidFill>
            <a:srgbClr val="B5BCC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10" name="Text Placeholder 9">
            <a:extLst>
              <a:ext uri="{FF2B5EF4-FFF2-40B4-BE49-F238E27FC236}">
                <a16:creationId xmlns:a16="http://schemas.microsoft.com/office/drawing/2014/main" id="{BCA5BD2F-F935-E22A-B6DD-EB0D8C3A4750}"/>
              </a:ext>
            </a:extLst>
          </p:cNvPr>
          <p:cNvSpPr>
            <a:spLocks noGrp="1"/>
          </p:cNvSpPr>
          <p:nvPr>
            <p:ph type="body" sz="quarter" idx="12"/>
          </p:nvPr>
        </p:nvSpPr>
        <p:spPr>
          <a:xfrm>
            <a:off x="6320155" y="2457450"/>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16" name="Text Placeholder 6">
            <a:extLst>
              <a:ext uri="{FF2B5EF4-FFF2-40B4-BE49-F238E27FC236}">
                <a16:creationId xmlns:a16="http://schemas.microsoft.com/office/drawing/2014/main" id="{8C582E75-9A43-D86C-AB0D-17BB800A571C}"/>
              </a:ext>
            </a:extLst>
          </p:cNvPr>
          <p:cNvSpPr>
            <a:spLocks noGrp="1"/>
          </p:cNvSpPr>
          <p:nvPr>
            <p:ph type="body" sz="quarter" idx="13" hasCustomPrompt="1"/>
          </p:nvPr>
        </p:nvSpPr>
        <p:spPr>
          <a:xfrm>
            <a:off x="9036051" y="400050"/>
            <a:ext cx="2765424" cy="2777490"/>
          </a:xfrm>
          <a:solidFill>
            <a:schemeClr val="accent1"/>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18" name="Text Placeholder 9">
            <a:extLst>
              <a:ext uri="{FF2B5EF4-FFF2-40B4-BE49-F238E27FC236}">
                <a16:creationId xmlns:a16="http://schemas.microsoft.com/office/drawing/2014/main" id="{2F01FD17-7652-99C0-4EF4-C1ABF553BDA4}"/>
              </a:ext>
            </a:extLst>
          </p:cNvPr>
          <p:cNvSpPr>
            <a:spLocks noGrp="1"/>
          </p:cNvSpPr>
          <p:nvPr>
            <p:ph type="body" sz="quarter" idx="14"/>
          </p:nvPr>
        </p:nvSpPr>
        <p:spPr>
          <a:xfrm>
            <a:off x="9198292" y="2457450"/>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19" name="Text Placeholder 6">
            <a:extLst>
              <a:ext uri="{FF2B5EF4-FFF2-40B4-BE49-F238E27FC236}">
                <a16:creationId xmlns:a16="http://schemas.microsoft.com/office/drawing/2014/main" id="{DED57F60-7B48-DB96-E422-6BF4821C028A}"/>
              </a:ext>
            </a:extLst>
          </p:cNvPr>
          <p:cNvSpPr>
            <a:spLocks noGrp="1"/>
          </p:cNvSpPr>
          <p:nvPr>
            <p:ph type="body" sz="quarter" idx="15" hasCustomPrompt="1"/>
          </p:nvPr>
        </p:nvSpPr>
        <p:spPr>
          <a:xfrm>
            <a:off x="6157914" y="3308287"/>
            <a:ext cx="2765424" cy="2777490"/>
          </a:xfrm>
          <a:solidFill>
            <a:srgbClr val="FFE8D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1" name="Text Placeholder 9">
            <a:extLst>
              <a:ext uri="{FF2B5EF4-FFF2-40B4-BE49-F238E27FC236}">
                <a16:creationId xmlns:a16="http://schemas.microsoft.com/office/drawing/2014/main" id="{3EC6947C-841E-3FA9-114B-E3D478A0F9F5}"/>
              </a:ext>
            </a:extLst>
          </p:cNvPr>
          <p:cNvSpPr>
            <a:spLocks noGrp="1"/>
          </p:cNvSpPr>
          <p:nvPr>
            <p:ph type="body" sz="quarter" idx="16"/>
          </p:nvPr>
        </p:nvSpPr>
        <p:spPr>
          <a:xfrm>
            <a:off x="6320155" y="5365687"/>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22" name="Text Placeholder 6">
            <a:extLst>
              <a:ext uri="{FF2B5EF4-FFF2-40B4-BE49-F238E27FC236}">
                <a16:creationId xmlns:a16="http://schemas.microsoft.com/office/drawing/2014/main" id="{4E2EFFE0-4881-5E4A-962D-11FF92C9F877}"/>
              </a:ext>
            </a:extLst>
          </p:cNvPr>
          <p:cNvSpPr>
            <a:spLocks noGrp="1"/>
          </p:cNvSpPr>
          <p:nvPr>
            <p:ph type="body" sz="quarter" idx="17" hasCustomPrompt="1"/>
          </p:nvPr>
        </p:nvSpPr>
        <p:spPr>
          <a:xfrm>
            <a:off x="9036051" y="3308287"/>
            <a:ext cx="2765424" cy="2777490"/>
          </a:xfrm>
          <a:solidFill>
            <a:srgbClr val="DFE3E6"/>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4" name="Text Placeholder 9">
            <a:extLst>
              <a:ext uri="{FF2B5EF4-FFF2-40B4-BE49-F238E27FC236}">
                <a16:creationId xmlns:a16="http://schemas.microsoft.com/office/drawing/2014/main" id="{C5905E4E-9C03-893D-2D65-9DF29B1CD2BF}"/>
              </a:ext>
            </a:extLst>
          </p:cNvPr>
          <p:cNvSpPr>
            <a:spLocks noGrp="1"/>
          </p:cNvSpPr>
          <p:nvPr>
            <p:ph type="body" sz="quarter" idx="18"/>
          </p:nvPr>
        </p:nvSpPr>
        <p:spPr>
          <a:xfrm>
            <a:off x="9198292" y="5365687"/>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4" name="Footer Placeholder 4">
            <a:extLst>
              <a:ext uri="{FF2B5EF4-FFF2-40B4-BE49-F238E27FC236}">
                <a16:creationId xmlns:a16="http://schemas.microsoft.com/office/drawing/2014/main" id="{8DEF9E9E-37B4-DAB9-8C1D-1576E02EB06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B40D576B-0FB8-2293-FB69-1C5178F9E41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765173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ree Content Infographic">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DACEF0AF-E2A8-B95F-9038-793C9FF94FBE}"/>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407448"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5" name="Content Placeholder 2">
            <a:extLst>
              <a:ext uri="{FF2B5EF4-FFF2-40B4-BE49-F238E27FC236}">
                <a16:creationId xmlns:a16="http://schemas.microsoft.com/office/drawing/2014/main" id="{1A99FF79-E280-3938-1C31-43318E483BD3}"/>
              </a:ext>
            </a:extLst>
          </p:cNvPr>
          <p:cNvSpPr>
            <a:spLocks noGrp="1"/>
          </p:cNvSpPr>
          <p:nvPr>
            <p:ph idx="10"/>
          </p:nvPr>
        </p:nvSpPr>
        <p:spPr>
          <a:xfrm>
            <a:off x="407448" y="3497972"/>
            <a:ext cx="3310128"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4247643"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6" name="Content Placeholder 2">
            <a:extLst>
              <a:ext uri="{FF2B5EF4-FFF2-40B4-BE49-F238E27FC236}">
                <a16:creationId xmlns:a16="http://schemas.microsoft.com/office/drawing/2014/main" id="{1110A441-AAF8-956B-4228-2D18EE689485}"/>
              </a:ext>
            </a:extLst>
          </p:cNvPr>
          <p:cNvSpPr>
            <a:spLocks noGrp="1"/>
          </p:cNvSpPr>
          <p:nvPr>
            <p:ph idx="11"/>
          </p:nvPr>
        </p:nvSpPr>
        <p:spPr>
          <a:xfrm>
            <a:off x="4247643" y="3497972"/>
            <a:ext cx="3310128"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8087598"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7" name="Content Placeholder 2">
            <a:extLst>
              <a:ext uri="{FF2B5EF4-FFF2-40B4-BE49-F238E27FC236}">
                <a16:creationId xmlns:a16="http://schemas.microsoft.com/office/drawing/2014/main" id="{9E0B2565-5D1B-BDBB-F14A-0C38A487F366}"/>
              </a:ext>
            </a:extLst>
          </p:cNvPr>
          <p:cNvSpPr>
            <a:spLocks noGrp="1"/>
          </p:cNvSpPr>
          <p:nvPr>
            <p:ph idx="12"/>
          </p:nvPr>
        </p:nvSpPr>
        <p:spPr>
          <a:xfrm>
            <a:off x="8087598" y="3497972"/>
            <a:ext cx="3310128"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90104545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Four Content Infographic">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25B5614F-1512-8F64-6245-6374F3844E2C}"/>
              </a:ext>
            </a:extLst>
          </p:cNvPr>
          <p:cNvSpPr>
            <a:spLocks noGrp="1"/>
          </p:cNvSpPr>
          <p:nvPr>
            <p:ph type="title"/>
          </p:nvPr>
        </p:nvSpPr>
        <p:spPr>
          <a:xfrm>
            <a:off x="397667" y="402335"/>
            <a:ext cx="5645946" cy="915289"/>
          </a:xfrm>
          <a:prstGeom prst="rect">
            <a:avLst/>
          </a:prstGeom>
        </p:spPr>
        <p:txBody>
          <a:bodyPr vert="horz" lIns="0" tIns="0" rIns="0" bIns="0" rtlCol="0" anchor="t" anchorCtr="0">
            <a:noAutofit/>
          </a:body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407448"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5" name="Content Placeholder 2">
            <a:extLst>
              <a:ext uri="{FF2B5EF4-FFF2-40B4-BE49-F238E27FC236}">
                <a16:creationId xmlns:a16="http://schemas.microsoft.com/office/drawing/2014/main" id="{1A99FF79-E280-3938-1C31-43318E483BD3}"/>
              </a:ext>
            </a:extLst>
          </p:cNvPr>
          <p:cNvSpPr>
            <a:spLocks noGrp="1"/>
          </p:cNvSpPr>
          <p:nvPr>
            <p:ph idx="10"/>
          </p:nvPr>
        </p:nvSpPr>
        <p:spPr>
          <a:xfrm>
            <a:off x="407448"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3288624"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6" name="Content Placeholder 2">
            <a:extLst>
              <a:ext uri="{FF2B5EF4-FFF2-40B4-BE49-F238E27FC236}">
                <a16:creationId xmlns:a16="http://schemas.microsoft.com/office/drawing/2014/main" id="{1110A441-AAF8-956B-4228-2D18EE689485}"/>
              </a:ext>
            </a:extLst>
          </p:cNvPr>
          <p:cNvSpPr>
            <a:spLocks noGrp="1"/>
          </p:cNvSpPr>
          <p:nvPr>
            <p:ph idx="11"/>
          </p:nvPr>
        </p:nvSpPr>
        <p:spPr>
          <a:xfrm>
            <a:off x="3288624"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6169800"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7" name="Content Placeholder 2">
            <a:extLst>
              <a:ext uri="{FF2B5EF4-FFF2-40B4-BE49-F238E27FC236}">
                <a16:creationId xmlns:a16="http://schemas.microsoft.com/office/drawing/2014/main" id="{9E0B2565-5D1B-BDBB-F14A-0C38A487F366}"/>
              </a:ext>
            </a:extLst>
          </p:cNvPr>
          <p:cNvSpPr>
            <a:spLocks noGrp="1"/>
          </p:cNvSpPr>
          <p:nvPr>
            <p:ph idx="12"/>
          </p:nvPr>
        </p:nvSpPr>
        <p:spPr>
          <a:xfrm>
            <a:off x="6169800"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a:extLst>
              <a:ext uri="{FF2B5EF4-FFF2-40B4-BE49-F238E27FC236}">
                <a16:creationId xmlns:a16="http://schemas.microsoft.com/office/drawing/2014/main" id="{11C89EB2-461C-D9DB-DBF2-EA17EA40A6C1}"/>
              </a:ext>
            </a:extLst>
          </p:cNvPr>
          <p:cNvSpPr>
            <a:spLocks noGrp="1"/>
          </p:cNvSpPr>
          <p:nvPr>
            <p:ph idx="16" hasCustomPrompt="1"/>
          </p:nvPr>
        </p:nvSpPr>
        <p:spPr>
          <a:xfrm>
            <a:off x="9050976"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4" name="Content Placeholder 2">
            <a:extLst>
              <a:ext uri="{FF2B5EF4-FFF2-40B4-BE49-F238E27FC236}">
                <a16:creationId xmlns:a16="http://schemas.microsoft.com/office/drawing/2014/main" id="{B19B3672-1BF6-5E8D-DC7D-048381D2695A}"/>
              </a:ext>
            </a:extLst>
          </p:cNvPr>
          <p:cNvSpPr>
            <a:spLocks noGrp="1"/>
          </p:cNvSpPr>
          <p:nvPr>
            <p:ph idx="15"/>
          </p:nvPr>
        </p:nvSpPr>
        <p:spPr>
          <a:xfrm>
            <a:off x="9050976"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850DA203-9211-4FDA-05C5-46A210422AC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13" name="Slide Number Placeholder 13">
            <a:extLst>
              <a:ext uri="{FF2B5EF4-FFF2-40B4-BE49-F238E27FC236}">
                <a16:creationId xmlns:a16="http://schemas.microsoft.com/office/drawing/2014/main" id="{B4612D97-4010-1226-69CD-B037A384C2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89749986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09F1385C-E183-4949-1E52-945BDAAEC82D}"/>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p:nvPr>
        </p:nvSpPr>
        <p:spPr>
          <a:xfrm>
            <a:off x="408425" y="3495320"/>
            <a:ext cx="3719076" cy="2451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hart Placeholder 5">
            <a:extLst>
              <a:ext uri="{FF2B5EF4-FFF2-40B4-BE49-F238E27FC236}">
                <a16:creationId xmlns:a16="http://schemas.microsoft.com/office/drawing/2014/main" id="{DCC47810-5636-CCFE-D491-CAD999BC70CF}"/>
              </a:ext>
            </a:extLst>
          </p:cNvPr>
          <p:cNvSpPr>
            <a:spLocks noGrp="1"/>
          </p:cNvSpPr>
          <p:nvPr>
            <p:ph type="chart" sz="quarter" idx="10"/>
          </p:nvPr>
        </p:nvSpPr>
        <p:spPr>
          <a:xfrm>
            <a:off x="5199063" y="1946275"/>
            <a:ext cx="5640387" cy="3992563"/>
          </a:xfrm>
        </p:spPr>
        <p:txBody>
          <a:bodyPr/>
          <a:lstStyle>
            <a:lvl1pPr algn="ctr">
              <a:defRPr/>
            </a:lvl1pPr>
          </a:lstStyle>
          <a:p>
            <a:r>
              <a:rPr lang="en-US"/>
              <a:t>Click icon to add chart</a:t>
            </a:r>
          </a:p>
        </p:txBody>
      </p:sp>
      <p:sp>
        <p:nvSpPr>
          <p:cNvPr id="2" name="Footer Placeholder 4">
            <a:extLst>
              <a:ext uri="{FF2B5EF4-FFF2-40B4-BE49-F238E27FC236}">
                <a16:creationId xmlns:a16="http://schemas.microsoft.com/office/drawing/2014/main" id="{6125A049-51AB-8CE0-1E82-0861CFA1A20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3" name="Slide Number Placeholder 13">
            <a:extLst>
              <a:ext uri="{FF2B5EF4-FFF2-40B4-BE49-F238E27FC236}">
                <a16:creationId xmlns:a16="http://schemas.microsoft.com/office/drawing/2014/main" id="{370151B8-84D5-0F32-8BA4-AF23D992BD3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5556618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our Team Images">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78DDC8F-4B6A-28FC-A391-BC1BA03194A0}"/>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11484"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11" name="Content Placeholder 2">
            <a:extLst>
              <a:ext uri="{FF2B5EF4-FFF2-40B4-BE49-F238E27FC236}">
                <a16:creationId xmlns:a16="http://schemas.microsoft.com/office/drawing/2014/main" id="{CE07336A-CA43-BA10-15BC-4A7C003A2346}"/>
              </a:ext>
            </a:extLst>
          </p:cNvPr>
          <p:cNvSpPr>
            <a:spLocks noGrp="1"/>
          </p:cNvSpPr>
          <p:nvPr>
            <p:ph idx="10"/>
          </p:nvPr>
        </p:nvSpPr>
        <p:spPr>
          <a:xfrm>
            <a:off x="411484"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288643"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00288663-0E16-0C59-085F-F9A84A37B9FB}"/>
              </a:ext>
            </a:extLst>
          </p:cNvPr>
          <p:cNvSpPr>
            <a:spLocks noGrp="1"/>
          </p:cNvSpPr>
          <p:nvPr>
            <p:ph idx="24"/>
          </p:nvPr>
        </p:nvSpPr>
        <p:spPr>
          <a:xfrm>
            <a:off x="3288643"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7" name="Picture Placeholder 14">
            <a:extLst>
              <a:ext uri="{FF2B5EF4-FFF2-40B4-BE49-F238E27FC236}">
                <a16:creationId xmlns:a16="http://schemas.microsoft.com/office/drawing/2014/main" id="{CD839F68-5525-1FC6-7F47-6058F961EBE1}"/>
              </a:ext>
              <a:ext uri="{C183D7F6-B498-43B3-948B-1728B52AA6E4}">
                <adec:decorative xmlns:adec="http://schemas.microsoft.com/office/drawing/2017/decorative" val="1"/>
              </a:ext>
            </a:extLst>
          </p:cNvPr>
          <p:cNvSpPr>
            <a:spLocks noGrp="1"/>
          </p:cNvSpPr>
          <p:nvPr>
            <p:ph type="pic" sz="quarter" idx="21"/>
          </p:nvPr>
        </p:nvSpPr>
        <p:spPr>
          <a:xfrm>
            <a:off x="6165802"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21" name="Content Placeholder 2">
            <a:extLst>
              <a:ext uri="{FF2B5EF4-FFF2-40B4-BE49-F238E27FC236}">
                <a16:creationId xmlns:a16="http://schemas.microsoft.com/office/drawing/2014/main" id="{E38614DA-316C-FC85-3F42-B262BEAC7A89}"/>
              </a:ext>
            </a:extLst>
          </p:cNvPr>
          <p:cNvSpPr>
            <a:spLocks noGrp="1"/>
          </p:cNvSpPr>
          <p:nvPr>
            <p:ph idx="26"/>
          </p:nvPr>
        </p:nvSpPr>
        <p:spPr>
          <a:xfrm>
            <a:off x="6165805"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9" name="Picture Placeholder 14">
            <a:extLst>
              <a:ext uri="{FF2B5EF4-FFF2-40B4-BE49-F238E27FC236}">
                <a16:creationId xmlns:a16="http://schemas.microsoft.com/office/drawing/2014/main" id="{AEC3DEC0-C14C-0D3D-E77D-C65F7FA1089D}"/>
              </a:ext>
              <a:ext uri="{C183D7F6-B498-43B3-948B-1728B52AA6E4}">
                <adec:decorative xmlns:adec="http://schemas.microsoft.com/office/drawing/2017/decorative" val="1"/>
              </a:ext>
            </a:extLst>
          </p:cNvPr>
          <p:cNvSpPr>
            <a:spLocks noGrp="1"/>
          </p:cNvSpPr>
          <p:nvPr>
            <p:ph type="pic" sz="quarter" idx="23"/>
          </p:nvPr>
        </p:nvSpPr>
        <p:spPr>
          <a:xfrm>
            <a:off x="9042961"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23" name="Content Placeholder 2">
            <a:extLst>
              <a:ext uri="{FF2B5EF4-FFF2-40B4-BE49-F238E27FC236}">
                <a16:creationId xmlns:a16="http://schemas.microsoft.com/office/drawing/2014/main" id="{519D1C7E-BE40-062C-9607-4651359E8EAD}"/>
              </a:ext>
            </a:extLst>
          </p:cNvPr>
          <p:cNvSpPr>
            <a:spLocks noGrp="1"/>
          </p:cNvSpPr>
          <p:nvPr>
            <p:ph idx="28"/>
          </p:nvPr>
        </p:nvSpPr>
        <p:spPr>
          <a:xfrm>
            <a:off x="9050247"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4" name="Footer Placeholder 4">
            <a:extLst>
              <a:ext uri="{FF2B5EF4-FFF2-40B4-BE49-F238E27FC236}">
                <a16:creationId xmlns:a16="http://schemas.microsoft.com/office/drawing/2014/main" id="{9475B69A-CAC3-88B9-5B3E-2AF1362EFDB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07859335-E39D-1388-375F-FAA342F28BB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494150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Four Team Images 2">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78DDC8F-4B6A-28FC-A391-BC1BA03194A0}"/>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11484" y="1442398"/>
            <a:ext cx="2696610" cy="1927865"/>
          </a:xfrm>
          <a:solidFill>
            <a:schemeClr val="bg1">
              <a:lumMod val="85000"/>
            </a:schemeClr>
          </a:solidFill>
        </p:spPr>
        <p:txBody>
          <a:bodyPr tIns="36576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00288663-0E16-0C59-085F-F9A84A37B9FB}"/>
              </a:ext>
            </a:extLst>
          </p:cNvPr>
          <p:cNvSpPr>
            <a:spLocks noGrp="1"/>
          </p:cNvSpPr>
          <p:nvPr>
            <p:ph idx="24"/>
          </p:nvPr>
        </p:nvSpPr>
        <p:spPr>
          <a:xfrm>
            <a:off x="3288643" y="1433352"/>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411484" y="3494738"/>
            <a:ext cx="2696610" cy="1927865"/>
          </a:xfrm>
          <a:solidFill>
            <a:schemeClr val="bg1">
              <a:lumMod val="85000"/>
            </a:schemeClr>
          </a:solidFill>
        </p:spPr>
        <p:txBody>
          <a:bodyPr tIns="365760"/>
          <a:lstStyle>
            <a:lvl1pPr algn="ctr">
              <a:defRPr/>
            </a:lvl1pPr>
          </a:lstStyle>
          <a:p>
            <a:r>
              <a:rPr lang="en-US"/>
              <a:t>Click icon to add picture</a:t>
            </a:r>
          </a:p>
        </p:txBody>
      </p:sp>
      <p:sp>
        <p:nvSpPr>
          <p:cNvPr id="4" name="Content Placeholder 2">
            <a:extLst>
              <a:ext uri="{FF2B5EF4-FFF2-40B4-BE49-F238E27FC236}">
                <a16:creationId xmlns:a16="http://schemas.microsoft.com/office/drawing/2014/main" id="{7C31502B-FAB9-8313-90B7-D7C06363AE17}"/>
              </a:ext>
            </a:extLst>
          </p:cNvPr>
          <p:cNvSpPr>
            <a:spLocks noGrp="1"/>
          </p:cNvSpPr>
          <p:nvPr>
            <p:ph idx="25"/>
          </p:nvPr>
        </p:nvSpPr>
        <p:spPr>
          <a:xfrm>
            <a:off x="3288643" y="3495709"/>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6" name="Picture Placeholder 14">
            <a:extLst>
              <a:ext uri="{FF2B5EF4-FFF2-40B4-BE49-F238E27FC236}">
                <a16:creationId xmlns:a16="http://schemas.microsoft.com/office/drawing/2014/main" id="{62EEDF93-D482-938D-D6D4-B8B66CA7643D}"/>
              </a:ext>
              <a:ext uri="{C183D7F6-B498-43B3-948B-1728B52AA6E4}">
                <adec:decorative xmlns:adec="http://schemas.microsoft.com/office/drawing/2017/decorative" val="1"/>
              </a:ext>
            </a:extLst>
          </p:cNvPr>
          <p:cNvSpPr>
            <a:spLocks noGrp="1"/>
          </p:cNvSpPr>
          <p:nvPr>
            <p:ph type="pic" sz="quarter" idx="26"/>
          </p:nvPr>
        </p:nvSpPr>
        <p:spPr>
          <a:xfrm>
            <a:off x="6166924" y="1442398"/>
            <a:ext cx="2696610" cy="1927865"/>
          </a:xfrm>
          <a:solidFill>
            <a:schemeClr val="bg1">
              <a:lumMod val="85000"/>
            </a:schemeClr>
          </a:solidFill>
        </p:spPr>
        <p:txBody>
          <a:bodyPr tIns="365760"/>
          <a:lstStyle>
            <a:lvl1pPr algn="ctr">
              <a:defRPr/>
            </a:lvl1pPr>
          </a:lstStyle>
          <a:p>
            <a:r>
              <a:rPr lang="en-US"/>
              <a:t>Click icon to add picture</a:t>
            </a:r>
          </a:p>
        </p:txBody>
      </p:sp>
      <p:sp>
        <p:nvSpPr>
          <p:cNvPr id="10" name="Content Placeholder 2">
            <a:extLst>
              <a:ext uri="{FF2B5EF4-FFF2-40B4-BE49-F238E27FC236}">
                <a16:creationId xmlns:a16="http://schemas.microsoft.com/office/drawing/2014/main" id="{3DF40A1F-2110-372D-0359-94789B6D9CD7}"/>
              </a:ext>
            </a:extLst>
          </p:cNvPr>
          <p:cNvSpPr>
            <a:spLocks noGrp="1"/>
          </p:cNvSpPr>
          <p:nvPr>
            <p:ph idx="28"/>
          </p:nvPr>
        </p:nvSpPr>
        <p:spPr>
          <a:xfrm>
            <a:off x="9049151" y="1433352"/>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9" name="Picture Placeholder 14">
            <a:extLst>
              <a:ext uri="{FF2B5EF4-FFF2-40B4-BE49-F238E27FC236}">
                <a16:creationId xmlns:a16="http://schemas.microsoft.com/office/drawing/2014/main" id="{AA220CD4-7D0B-916C-42A1-97C04399E704}"/>
              </a:ext>
              <a:ext uri="{C183D7F6-B498-43B3-948B-1728B52AA6E4}">
                <adec:decorative xmlns:adec="http://schemas.microsoft.com/office/drawing/2017/decorative" val="1"/>
              </a:ext>
            </a:extLst>
          </p:cNvPr>
          <p:cNvSpPr>
            <a:spLocks noGrp="1"/>
          </p:cNvSpPr>
          <p:nvPr>
            <p:ph type="pic" sz="quarter" idx="27"/>
          </p:nvPr>
        </p:nvSpPr>
        <p:spPr>
          <a:xfrm>
            <a:off x="6166924" y="3494738"/>
            <a:ext cx="2696610" cy="1927865"/>
          </a:xfrm>
          <a:solidFill>
            <a:schemeClr val="bg1">
              <a:lumMod val="85000"/>
            </a:schemeClr>
          </a:solidFill>
        </p:spPr>
        <p:txBody>
          <a:bodyPr tIns="365760"/>
          <a:lstStyle>
            <a:lvl1pPr algn="ctr">
              <a:defRPr/>
            </a:lvl1pPr>
          </a:lstStyle>
          <a:p>
            <a:r>
              <a:rPr lang="en-US"/>
              <a:t>Click icon to add picture</a:t>
            </a:r>
          </a:p>
        </p:txBody>
      </p:sp>
      <p:sp>
        <p:nvSpPr>
          <p:cNvPr id="14" name="Content Placeholder 2">
            <a:extLst>
              <a:ext uri="{FF2B5EF4-FFF2-40B4-BE49-F238E27FC236}">
                <a16:creationId xmlns:a16="http://schemas.microsoft.com/office/drawing/2014/main" id="{FCAFF494-77C5-F797-6FAA-D4D42743AB5D}"/>
              </a:ext>
            </a:extLst>
          </p:cNvPr>
          <p:cNvSpPr>
            <a:spLocks noGrp="1"/>
          </p:cNvSpPr>
          <p:nvPr>
            <p:ph idx="29"/>
          </p:nvPr>
        </p:nvSpPr>
        <p:spPr>
          <a:xfrm>
            <a:off x="9044083" y="3495709"/>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3" name="Footer Placeholder 4">
            <a:extLst>
              <a:ext uri="{FF2B5EF4-FFF2-40B4-BE49-F238E27FC236}">
                <a16:creationId xmlns:a16="http://schemas.microsoft.com/office/drawing/2014/main" id="{1CE233FD-F166-12B7-E028-644C10A7A4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6D9BE817-73F1-BA98-D196-7E3B7737E8E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24232993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E5D8444-089B-403E-0473-39C61239140F}"/>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6778987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F688FCD4-650D-9754-A431-CE452572FB6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E49962D1-3866-8382-AE37-FC366FF574B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8096424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pic>
        <p:nvPicPr>
          <p:cNvPr id="9" name="object 2">
            <a:extLst>
              <a:ext uri="{FF2B5EF4-FFF2-40B4-BE49-F238E27FC236}">
                <a16:creationId xmlns:a16="http://schemas.microsoft.com/office/drawing/2014/main" id="{F8F99880-94B3-9D84-6F85-4EE14C59C385}"/>
              </a:ext>
            </a:extLst>
          </p:cNvPr>
          <p:cNvPicPr/>
          <p:nvPr userDrawn="1"/>
        </p:nvPicPr>
        <p:blipFill>
          <a:blip r:embed="rId2" cstate="print"/>
          <a:stretch>
            <a:fillRect/>
          </a:stretch>
        </p:blipFill>
        <p:spPr>
          <a:xfrm>
            <a:off x="0" y="0"/>
            <a:ext cx="12188952"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53658" y="1946275"/>
            <a:ext cx="6629400" cy="1482725"/>
          </a:xfrm>
        </p:spPr>
        <p:txBody>
          <a:bodyPr anchor="t" anchorCtr="0"/>
          <a:lstStyle>
            <a:lvl1pPr algn="l">
              <a:lnSpc>
                <a:spcPct val="80000"/>
              </a:lnSpc>
              <a:spcBef>
                <a:spcPts val="1200"/>
              </a:spcBef>
              <a:defRPr sz="6600"/>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hasCustomPrompt="1"/>
          </p:nvPr>
        </p:nvSpPr>
        <p:spPr>
          <a:xfrm>
            <a:off x="5197150" y="4823926"/>
            <a:ext cx="6604325" cy="1655540"/>
          </a:xfrm>
        </p:spPr>
        <p:txBody>
          <a:bodyPr bIns="36576" anchor="b" anchorCtr="0"/>
          <a:lstStyle>
            <a:lvl1pPr marL="0" indent="0" algn="l">
              <a:lnSpc>
                <a:spcPct val="125000"/>
              </a:lnSpc>
              <a:spcBef>
                <a:spcPts val="100"/>
              </a:spcBef>
              <a:spcAft>
                <a:spcPts val="0"/>
              </a:spcAft>
              <a:buNone/>
              <a:defRPr sz="1100" b="0">
                <a:latin typeface="+mj-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legal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349554448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2431" y="1428750"/>
            <a:ext cx="8520907" cy="1933344"/>
          </a:xfrm>
        </p:spPr>
        <p:txBody>
          <a:bodyPr anchor="b"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402432" y="3490335"/>
            <a:ext cx="8520908" cy="1422978"/>
          </a:xfrm>
        </p:spPr>
        <p:txBody>
          <a:bodyPr/>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96186466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2431" y="1957425"/>
            <a:ext cx="5229304" cy="2441537"/>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6157914" y="1957425"/>
            <a:ext cx="4681536" cy="2441538"/>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25632328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Conclusion Photo 1">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0978934B-5525-9236-62EF-C2B06F0BCC18}"/>
              </a:ext>
              <a:ext uri="{C183D7F6-B498-43B3-948B-1728B52AA6E4}">
                <adec:decorative xmlns:adec="http://schemas.microsoft.com/office/drawing/2017/decorative" val="1"/>
              </a:ext>
            </a:extLst>
          </p:cNvPr>
          <p:cNvSpPr>
            <a:spLocks noGrp="1"/>
          </p:cNvSpPr>
          <p:nvPr>
            <p:ph type="pic" sz="quarter" idx="11"/>
          </p:nvPr>
        </p:nvSpPr>
        <p:spPr>
          <a:xfrm>
            <a:off x="413582" y="400050"/>
            <a:ext cx="11387893" cy="3484563"/>
          </a:xfrm>
          <a:solidFill>
            <a:schemeClr val="bg2"/>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13582" y="4410115"/>
            <a:ext cx="5630031" cy="1541462"/>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7119939" y="4410114"/>
            <a:ext cx="4681536" cy="1541463"/>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422520253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clusion 5">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1873B9CA-C271-768C-0B16-88845540153B}"/>
              </a:ext>
            </a:extLst>
          </p:cNvPr>
          <p:cNvPicPr/>
          <p:nvPr userDrawn="1"/>
        </p:nvPicPr>
        <p:blipFill>
          <a:blip r:embed="rId2" cstate="print"/>
          <a:stretch>
            <a:fillRect/>
          </a:stretch>
        </p:blipFill>
        <p:spPr>
          <a:xfrm>
            <a:off x="0" y="0"/>
            <a:ext cx="12188952" cy="6858000"/>
          </a:xfrm>
          <a:prstGeom prst="rect">
            <a:avLst/>
          </a:prstGeom>
        </p:spPr>
      </p:pic>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6" y="402337"/>
            <a:ext cx="6606383" cy="915288"/>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397665" y="1946276"/>
            <a:ext cx="9482935" cy="3992562"/>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0556A229-FEBB-D152-453C-CB7311E22927}"/>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368046155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CV-Two people">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5ECC09D1-D416-9CC2-AE0F-767B5D629195}"/>
              </a:ext>
            </a:extLst>
          </p:cNvPr>
          <p:cNvSpPr>
            <a:spLocks noGrp="1"/>
          </p:cNvSpPr>
          <p:nvPr>
            <p:ph type="title"/>
          </p:nvPr>
        </p:nvSpPr>
        <p:spPr/>
        <p:txBody>
          <a:bodyPr/>
          <a:lstStyle/>
          <a:p>
            <a:r>
              <a:rPr lang="en-US"/>
              <a:t>Click to edit Master title style</a:t>
            </a:r>
            <a:endParaRPr lang="en-GB"/>
          </a:p>
        </p:txBody>
      </p:sp>
      <p:sp>
        <p:nvSpPr>
          <p:cNvPr id="5" name="Picture Placeholder 4">
            <a:extLst>
              <a:ext uri="{FF2B5EF4-FFF2-40B4-BE49-F238E27FC236}">
                <a16:creationId xmlns:a16="http://schemas.microsoft.com/office/drawing/2014/main" id="{D7563439-724C-2457-DE6C-1D6DFEC7B42F}"/>
              </a:ext>
            </a:extLst>
          </p:cNvPr>
          <p:cNvSpPr>
            <a:spLocks noGrp="1"/>
          </p:cNvSpPr>
          <p:nvPr>
            <p:ph type="pic" sz="quarter" idx="10"/>
          </p:nvPr>
        </p:nvSpPr>
        <p:spPr>
          <a:xfrm>
            <a:off x="407988" y="1953154"/>
            <a:ext cx="1800225" cy="1938338"/>
          </a:xfrm>
          <a:solidFill>
            <a:srgbClr val="EEEFF1"/>
          </a:solidFill>
        </p:spPr>
        <p:txBody>
          <a:bodyPr/>
          <a:lstStyle/>
          <a:p>
            <a:r>
              <a:rPr lang="en-US"/>
              <a:t>Click icon to add picture</a:t>
            </a:r>
            <a:endParaRPr lang="en-GB"/>
          </a:p>
        </p:txBody>
      </p:sp>
      <p:sp>
        <p:nvSpPr>
          <p:cNvPr id="8" name="Content Placeholder 7">
            <a:extLst>
              <a:ext uri="{FF2B5EF4-FFF2-40B4-BE49-F238E27FC236}">
                <a16:creationId xmlns:a16="http://schemas.microsoft.com/office/drawing/2014/main" id="{5EF96802-B1ED-64D7-1B0C-B613133475BE}"/>
              </a:ext>
            </a:extLst>
          </p:cNvPr>
          <p:cNvSpPr>
            <a:spLocks noGrp="1"/>
          </p:cNvSpPr>
          <p:nvPr>
            <p:ph sz="quarter" idx="11"/>
          </p:nvPr>
        </p:nvSpPr>
        <p:spPr>
          <a:xfrm>
            <a:off x="398463" y="3998913"/>
            <a:ext cx="1800225" cy="1939925"/>
          </a:xfrm>
        </p:spPr>
        <p:txBody>
          <a:bodyPr/>
          <a:lstStyle/>
          <a:p>
            <a:pPr lvl="0"/>
            <a:r>
              <a:rPr lang="en-US"/>
              <a:t>Click to edit Master text styles</a:t>
            </a:r>
          </a:p>
          <a:p>
            <a:pPr lvl="1"/>
            <a:r>
              <a:rPr lang="en-US"/>
              <a:t>Second level</a:t>
            </a:r>
          </a:p>
        </p:txBody>
      </p:sp>
      <p:sp>
        <p:nvSpPr>
          <p:cNvPr id="12" name="Content Placeholder 11">
            <a:extLst>
              <a:ext uri="{FF2B5EF4-FFF2-40B4-BE49-F238E27FC236}">
                <a16:creationId xmlns:a16="http://schemas.microsoft.com/office/drawing/2014/main" id="{09220BB3-7853-D956-8C4C-B3FD38875615}"/>
              </a:ext>
            </a:extLst>
          </p:cNvPr>
          <p:cNvSpPr>
            <a:spLocks noGrp="1"/>
          </p:cNvSpPr>
          <p:nvPr>
            <p:ph sz="quarter" idx="13"/>
          </p:nvPr>
        </p:nvSpPr>
        <p:spPr>
          <a:xfrm>
            <a:off x="2508918" y="1946275"/>
            <a:ext cx="3276935" cy="3992563"/>
          </a:xfrm>
        </p:spPr>
        <p:txBody>
          <a:bodyPr/>
          <a:lstStyle>
            <a:lvl1pPr>
              <a:spcAft>
                <a:spcPts val="400"/>
              </a:spcAft>
              <a:defRPr/>
            </a:lvl1pPr>
          </a:lstStyle>
          <a:p>
            <a:pPr lvl="0"/>
            <a:r>
              <a:rPr lang="en-US"/>
              <a:t>Click to edit Master text styles</a:t>
            </a:r>
          </a:p>
          <a:p>
            <a:pPr lvl="1"/>
            <a:r>
              <a:rPr lang="en-US"/>
              <a:t>Second level</a:t>
            </a:r>
          </a:p>
        </p:txBody>
      </p:sp>
      <p:sp>
        <p:nvSpPr>
          <p:cNvPr id="3" name="Picture Placeholder 4">
            <a:extLst>
              <a:ext uri="{FF2B5EF4-FFF2-40B4-BE49-F238E27FC236}">
                <a16:creationId xmlns:a16="http://schemas.microsoft.com/office/drawing/2014/main" id="{2BA4CE36-EFF2-1254-C89C-04B58ADD5437}"/>
              </a:ext>
            </a:extLst>
          </p:cNvPr>
          <p:cNvSpPr>
            <a:spLocks noGrp="1"/>
          </p:cNvSpPr>
          <p:nvPr>
            <p:ph type="pic" sz="quarter" idx="14"/>
          </p:nvPr>
        </p:nvSpPr>
        <p:spPr>
          <a:xfrm>
            <a:off x="6161756" y="1953154"/>
            <a:ext cx="1800225" cy="1938338"/>
          </a:xfrm>
          <a:solidFill>
            <a:srgbClr val="EEEFF1"/>
          </a:solidFill>
        </p:spPr>
        <p:txBody>
          <a:bodyPr/>
          <a:lstStyle/>
          <a:p>
            <a:r>
              <a:rPr lang="en-US"/>
              <a:t>Click icon to add picture</a:t>
            </a:r>
            <a:endParaRPr lang="en-GB"/>
          </a:p>
        </p:txBody>
      </p:sp>
      <p:sp>
        <p:nvSpPr>
          <p:cNvPr id="7" name="Content Placeholder 7">
            <a:extLst>
              <a:ext uri="{FF2B5EF4-FFF2-40B4-BE49-F238E27FC236}">
                <a16:creationId xmlns:a16="http://schemas.microsoft.com/office/drawing/2014/main" id="{888EBCEF-BA40-9584-6AE5-C7A98252EEB8}"/>
              </a:ext>
            </a:extLst>
          </p:cNvPr>
          <p:cNvSpPr>
            <a:spLocks noGrp="1"/>
          </p:cNvSpPr>
          <p:nvPr>
            <p:ph sz="quarter" idx="15"/>
          </p:nvPr>
        </p:nvSpPr>
        <p:spPr>
          <a:xfrm>
            <a:off x="6161756" y="3998913"/>
            <a:ext cx="1800225" cy="1939925"/>
          </a:xfrm>
        </p:spPr>
        <p:txBody>
          <a:bodyPr/>
          <a:lstStyle/>
          <a:p>
            <a:pPr lvl="0"/>
            <a:r>
              <a:rPr lang="en-US"/>
              <a:t>Click to edit Master text styles</a:t>
            </a:r>
          </a:p>
          <a:p>
            <a:pPr lvl="1"/>
            <a:r>
              <a:rPr lang="en-US"/>
              <a:t>Second level</a:t>
            </a:r>
          </a:p>
        </p:txBody>
      </p:sp>
      <p:sp>
        <p:nvSpPr>
          <p:cNvPr id="9" name="Content Placeholder 11">
            <a:extLst>
              <a:ext uri="{FF2B5EF4-FFF2-40B4-BE49-F238E27FC236}">
                <a16:creationId xmlns:a16="http://schemas.microsoft.com/office/drawing/2014/main" id="{B9101461-B876-7D7A-B834-0387E08CC08E}"/>
              </a:ext>
            </a:extLst>
          </p:cNvPr>
          <p:cNvSpPr>
            <a:spLocks noGrp="1"/>
          </p:cNvSpPr>
          <p:nvPr>
            <p:ph sz="quarter" idx="16"/>
          </p:nvPr>
        </p:nvSpPr>
        <p:spPr>
          <a:xfrm>
            <a:off x="8262686" y="1946275"/>
            <a:ext cx="3276935" cy="3992563"/>
          </a:xfrm>
        </p:spPr>
        <p:txBody>
          <a:bodyPr/>
          <a:lstStyle>
            <a:lvl1pPr>
              <a:spcAft>
                <a:spcPts val="400"/>
              </a:spcAft>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06032381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97667" y="402336"/>
            <a:ext cx="5645946" cy="1295399"/>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97668" y="1953895"/>
            <a:ext cx="6606382" cy="398494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2" name="Date Placeholder 71">
            <a:extLst>
              <a:ext uri="{FF2B5EF4-FFF2-40B4-BE49-F238E27FC236}">
                <a16:creationId xmlns:a16="http://schemas.microsoft.com/office/drawing/2014/main" id="{DAB00A56-EB9F-33C3-88B3-D8EB0A54BA49}"/>
              </a:ext>
            </a:extLst>
          </p:cNvPr>
          <p:cNvSpPr>
            <a:spLocks noGrp="1"/>
          </p:cNvSpPr>
          <p:nvPr>
            <p:ph type="dt" sz="half" idx="2"/>
          </p:nvPr>
        </p:nvSpPr>
        <p:spPr>
          <a:xfrm>
            <a:off x="5265850" y="7056786"/>
            <a:ext cx="2743200" cy="161583"/>
          </a:xfrm>
          <a:prstGeom prst="rect">
            <a:avLst/>
          </a:prstGeom>
        </p:spPr>
        <p:txBody>
          <a:bodyPr vert="horz" lIns="0" tIns="0" rIns="0" bIns="0" rtlCol="0" anchor="ctr">
            <a:spAutoFit/>
          </a:bodyPr>
          <a:lstStyle>
            <a:lvl1pPr algn="l">
              <a:defRPr sz="1050">
                <a:solidFill>
                  <a:schemeClr val="tx1"/>
                </a:solidFill>
              </a:defRPr>
            </a:lvl1pPr>
          </a:lstStyle>
          <a:p>
            <a:endParaRPr lang="en-US"/>
          </a:p>
        </p:txBody>
      </p:sp>
    </p:spTree>
    <p:extLst>
      <p:ext uri="{BB962C8B-B14F-4D97-AF65-F5344CB8AC3E}">
        <p14:creationId xmlns:p14="http://schemas.microsoft.com/office/powerpoint/2010/main" val="1643058329"/>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683" r:id="rId3"/>
    <p:sldLayoutId id="2147483743" r:id="rId4"/>
    <p:sldLayoutId id="2147483744" r:id="rId5"/>
    <p:sldLayoutId id="2147483745" r:id="rId6"/>
    <p:sldLayoutId id="2147483746" r:id="rId7"/>
    <p:sldLayoutId id="2147483651" r:id="rId8"/>
    <p:sldLayoutId id="2147483659" r:id="rId9"/>
    <p:sldLayoutId id="2147483660" r:id="rId10"/>
    <p:sldLayoutId id="2147483733" r:id="rId11"/>
    <p:sldLayoutId id="2147483738" r:id="rId12"/>
    <p:sldLayoutId id="2147483739" r:id="rId13"/>
    <p:sldLayoutId id="2147483741" r:id="rId14"/>
    <p:sldLayoutId id="2147483740" r:id="rId15"/>
    <p:sldLayoutId id="2147483696" r:id="rId16"/>
    <p:sldLayoutId id="2147483697" r:id="rId17"/>
    <p:sldLayoutId id="2147483723" r:id="rId18"/>
    <p:sldLayoutId id="2147483724" r:id="rId19"/>
    <p:sldLayoutId id="2147483702" r:id="rId20"/>
    <p:sldLayoutId id="2147483684" r:id="rId21"/>
    <p:sldLayoutId id="2147483703" r:id="rId22"/>
    <p:sldLayoutId id="2147483704" r:id="rId23"/>
    <p:sldLayoutId id="2147483705" r:id="rId24"/>
    <p:sldLayoutId id="2147483685" r:id="rId25"/>
    <p:sldLayoutId id="2147483706" r:id="rId26"/>
    <p:sldLayoutId id="2147483719" r:id="rId27"/>
    <p:sldLayoutId id="2147483717" r:id="rId28"/>
    <p:sldLayoutId id="2147483718" r:id="rId29"/>
    <p:sldLayoutId id="2147483707" r:id="rId30"/>
    <p:sldLayoutId id="2147483708" r:id="rId31"/>
    <p:sldLayoutId id="2147483709" r:id="rId32"/>
    <p:sldLayoutId id="2147483686" r:id="rId33"/>
    <p:sldLayoutId id="2147483722" r:id="rId34"/>
    <p:sldLayoutId id="2147483721" r:id="rId35"/>
    <p:sldLayoutId id="2147483714" r:id="rId36"/>
    <p:sldLayoutId id="2147483710" r:id="rId37"/>
    <p:sldLayoutId id="2147483711" r:id="rId38"/>
    <p:sldLayoutId id="2147483687" r:id="rId39"/>
    <p:sldLayoutId id="2147483713" r:id="rId40"/>
    <p:sldLayoutId id="2147483662" r:id="rId41"/>
    <p:sldLayoutId id="2147483699" r:id="rId42"/>
    <p:sldLayoutId id="2147483663" r:id="rId43"/>
    <p:sldLayoutId id="2147483689" r:id="rId44"/>
    <p:sldLayoutId id="2147483664" r:id="rId45"/>
    <p:sldLayoutId id="2147483690" r:id="rId46"/>
    <p:sldLayoutId id="2147483691" r:id="rId47"/>
    <p:sldLayoutId id="2147483692" r:id="rId48"/>
    <p:sldLayoutId id="2147483671" r:id="rId49"/>
    <p:sldLayoutId id="2147483700" r:id="rId50"/>
    <p:sldLayoutId id="2147483701" r:id="rId51"/>
    <p:sldLayoutId id="2147483693" r:id="rId52"/>
    <p:sldLayoutId id="2147483694" r:id="rId53"/>
    <p:sldLayoutId id="2147483673" r:id="rId54"/>
    <p:sldLayoutId id="2147483676" r:id="rId55"/>
    <p:sldLayoutId id="2147483715" r:id="rId56"/>
    <p:sldLayoutId id="2147483716" r:id="rId57"/>
    <p:sldLayoutId id="2147483678" r:id="rId58"/>
    <p:sldLayoutId id="2147483679" r:id="rId59"/>
    <p:sldLayoutId id="2147483680" r:id="rId60"/>
    <p:sldLayoutId id="2147483666" r:id="rId61"/>
    <p:sldLayoutId id="2147483720" r:id="rId62"/>
    <p:sldLayoutId id="2147483654" r:id="rId63"/>
    <p:sldLayoutId id="2147483655" r:id="rId64"/>
    <p:sldLayoutId id="2147483681" r:id="rId65"/>
    <p:sldLayoutId id="2147483725" r:id="rId66"/>
    <p:sldLayoutId id="2147483726" r:id="rId67"/>
    <p:sldLayoutId id="2147483727" r:id="rId68"/>
    <p:sldLayoutId id="2147483742" r:id="rId69"/>
    <p:sldLayoutId id="2147483752" r:id="rId70"/>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2" userDrawn="1">
          <p15:clr>
            <a:srgbClr val="F26B43"/>
          </p15:clr>
        </p15:guide>
        <p15:guide id="3" pos="252" userDrawn="1">
          <p15:clr>
            <a:srgbClr val="F26B43"/>
          </p15:clr>
        </p15:guide>
        <p15:guide id="4" pos="7434" userDrawn="1">
          <p15:clr>
            <a:srgbClr val="F26B43"/>
          </p15:clr>
        </p15:guide>
        <p15:guide id="11" orient="horz" pos="4065" userDrawn="1">
          <p15:clr>
            <a:srgbClr val="F26B43"/>
          </p15:clr>
        </p15:guide>
        <p15:guide id="12" pos="786" userDrawn="1">
          <p15:clr>
            <a:srgbClr val="F26B43"/>
          </p15:clr>
        </p15:guide>
        <p15:guide id="13" pos="858" userDrawn="1">
          <p15:clr>
            <a:srgbClr val="F26B43"/>
          </p15:clr>
        </p15:guide>
        <p15:guide id="14" pos="1391" userDrawn="1">
          <p15:clr>
            <a:srgbClr val="F26B43"/>
          </p15:clr>
        </p15:guide>
        <p15:guide id="15" pos="1461" userDrawn="1">
          <p15:clr>
            <a:srgbClr val="F26B43"/>
          </p15:clr>
        </p15:guide>
        <p15:guide id="16" pos="1994" userDrawn="1">
          <p15:clr>
            <a:srgbClr val="F26B43"/>
          </p15:clr>
        </p15:guide>
        <p15:guide id="17" pos="2067" userDrawn="1">
          <p15:clr>
            <a:srgbClr val="F26B43"/>
          </p15:clr>
        </p15:guide>
        <p15:guide id="18" pos="2600" userDrawn="1">
          <p15:clr>
            <a:srgbClr val="F26B43"/>
          </p15:clr>
        </p15:guide>
        <p15:guide id="19" pos="2670" userDrawn="1">
          <p15:clr>
            <a:srgbClr val="F26B43"/>
          </p15:clr>
        </p15:guide>
        <p15:guide id="20" pos="3204" userDrawn="1">
          <p15:clr>
            <a:srgbClr val="F26B43"/>
          </p15:clr>
        </p15:guide>
        <p15:guide id="21" pos="3275" userDrawn="1">
          <p15:clr>
            <a:srgbClr val="F26B43"/>
          </p15:clr>
        </p15:guide>
        <p15:guide id="22" pos="3807" userDrawn="1">
          <p15:clr>
            <a:srgbClr val="F26B43"/>
          </p15:clr>
        </p15:guide>
        <p15:guide id="23" pos="3879" userDrawn="1">
          <p15:clr>
            <a:srgbClr val="F26B43"/>
          </p15:clr>
        </p15:guide>
        <p15:guide id="24" pos="4412" userDrawn="1">
          <p15:clr>
            <a:srgbClr val="F26B43"/>
          </p15:clr>
        </p15:guide>
        <p15:guide id="25" pos="5016" userDrawn="1">
          <p15:clr>
            <a:srgbClr val="F26B43"/>
          </p15:clr>
        </p15:guide>
        <p15:guide id="26" pos="4484" userDrawn="1">
          <p15:clr>
            <a:srgbClr val="F26B43"/>
          </p15:clr>
        </p15:guide>
        <p15:guide id="27" pos="5088" userDrawn="1">
          <p15:clr>
            <a:srgbClr val="F26B43"/>
          </p15:clr>
        </p15:guide>
        <p15:guide id="28" pos="5621" userDrawn="1">
          <p15:clr>
            <a:srgbClr val="F26B43"/>
          </p15:clr>
        </p15:guide>
        <p15:guide id="29" pos="5693" userDrawn="1">
          <p15:clr>
            <a:srgbClr val="F26B43"/>
          </p15:clr>
        </p15:guide>
        <p15:guide id="30" pos="6224" userDrawn="1">
          <p15:clr>
            <a:srgbClr val="F26B43"/>
          </p15:clr>
        </p15:guide>
        <p15:guide id="31" pos="6297" userDrawn="1">
          <p15:clr>
            <a:srgbClr val="F26B43"/>
          </p15:clr>
        </p15:guide>
        <p15:guide id="32" pos="6828" userDrawn="1">
          <p15:clr>
            <a:srgbClr val="F26B43"/>
          </p15:clr>
        </p15:guide>
        <p15:guide id="33" pos="6900" userDrawn="1">
          <p15:clr>
            <a:srgbClr val="F26B43"/>
          </p15:clr>
        </p15:guide>
        <p15:guide id="34" orient="horz" pos="506" userDrawn="1">
          <p15:clr>
            <a:srgbClr val="F26B43"/>
          </p15:clr>
        </p15:guide>
        <p15:guide id="35" orient="horz" pos="578" userDrawn="1">
          <p15:clr>
            <a:srgbClr val="F26B43"/>
          </p15:clr>
        </p15:guide>
        <p15:guide id="36" orient="horz" pos="830" userDrawn="1">
          <p15:clr>
            <a:srgbClr val="F26B43"/>
          </p15:clr>
        </p15:guide>
        <p15:guide id="37" orient="horz" pos="900" userDrawn="1">
          <p15:clr>
            <a:srgbClr val="F26B43"/>
          </p15:clr>
        </p15:guide>
        <p15:guide id="38" orient="horz" pos="1152" userDrawn="1">
          <p15:clr>
            <a:srgbClr val="F26B43"/>
          </p15:clr>
        </p15:guide>
        <p15:guide id="39" orient="horz" pos="1226" userDrawn="1">
          <p15:clr>
            <a:srgbClr val="F26B43"/>
          </p15:clr>
        </p15:guide>
        <p15:guide id="40" orient="horz" pos="1476" userDrawn="1">
          <p15:clr>
            <a:srgbClr val="F26B43"/>
          </p15:clr>
        </p15:guide>
        <p15:guide id="41" orient="horz" pos="1800" userDrawn="1">
          <p15:clr>
            <a:srgbClr val="F26B43"/>
          </p15:clr>
        </p15:guide>
        <p15:guide id="42" orient="horz" pos="1872" userDrawn="1">
          <p15:clr>
            <a:srgbClr val="F26B43"/>
          </p15:clr>
        </p15:guide>
        <p15:guide id="43" orient="horz" pos="2123" userDrawn="1">
          <p15:clr>
            <a:srgbClr val="F26B43"/>
          </p15:clr>
        </p15:guide>
        <p15:guide id="44" orient="horz" pos="2195" userDrawn="1">
          <p15:clr>
            <a:srgbClr val="F26B43"/>
          </p15:clr>
        </p15:guide>
        <p15:guide id="45" orient="horz" pos="2447" userDrawn="1">
          <p15:clr>
            <a:srgbClr val="F26B43"/>
          </p15:clr>
        </p15:guide>
        <p15:guide id="46" orient="horz" pos="2519" userDrawn="1">
          <p15:clr>
            <a:srgbClr val="F26B43"/>
          </p15:clr>
        </p15:guide>
        <p15:guide id="47" orient="horz" pos="2771" userDrawn="1">
          <p15:clr>
            <a:srgbClr val="F26B43"/>
          </p15:clr>
        </p15:guide>
        <p15:guide id="48" orient="horz" pos="2843" userDrawn="1">
          <p15:clr>
            <a:srgbClr val="F26B43"/>
          </p15:clr>
        </p15:guide>
        <p15:guide id="49" orient="horz" pos="3095" userDrawn="1">
          <p15:clr>
            <a:srgbClr val="F26B43"/>
          </p15:clr>
        </p15:guide>
        <p15:guide id="50" orient="horz" pos="3167" userDrawn="1">
          <p15:clr>
            <a:srgbClr val="F26B43"/>
          </p15:clr>
        </p15:guide>
        <p15:guide id="51" orient="horz" pos="3417" userDrawn="1">
          <p15:clr>
            <a:srgbClr val="F26B43"/>
          </p15:clr>
        </p15:guide>
        <p15:guide id="52" orient="horz" pos="3489" userDrawn="1">
          <p15:clr>
            <a:srgbClr val="F26B43"/>
          </p15:clr>
        </p15:guide>
        <p15:guide id="53" orient="horz" pos="3741" userDrawn="1">
          <p15:clr>
            <a:srgbClr val="F26B43"/>
          </p15:clr>
        </p15:guide>
        <p15:guide id="54" orient="horz" pos="3813" userDrawn="1">
          <p15:clr>
            <a:srgbClr val="F26B43"/>
          </p15:clr>
        </p15:guide>
        <p15:guide id="55" orient="horz" pos="15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customXml" Target="../../customXml/item32.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customXml" Target="../../customXml/item33.x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4.emf"/><Relationship Id="rId2" Type="http://schemas.openxmlformats.org/officeDocument/2006/relationships/slideLayout" Target="../slideLayouts/slideLayout70.xml"/><Relationship Id="rId1" Type="http://schemas.openxmlformats.org/officeDocument/2006/relationships/customXml" Target="../../customXml/item34.xml"/><Relationship Id="rId6" Type="http://schemas.microsoft.com/office/2007/relationships/hdphoto" Target="../media/hdphoto2.wdp"/><Relationship Id="rId5" Type="http://schemas.openxmlformats.org/officeDocument/2006/relationships/image" Target="../media/image6.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customXml" Target="../../customXml/item35.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0.xml"/><Relationship Id="rId1" Type="http://schemas.openxmlformats.org/officeDocument/2006/relationships/customXml" Target="../../customXml/item3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0.xml"/><Relationship Id="rId1" Type="http://schemas.openxmlformats.org/officeDocument/2006/relationships/customXml" Target="../../customXml/item37.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svg"/><Relationship Id="rId7" Type="http://schemas.openxmlformats.org/officeDocument/2006/relationships/diagramColors" Target="../diagrams/colors1.xml"/><Relationship Id="rId2" Type="http://schemas.openxmlformats.org/officeDocument/2006/relationships/slideLayout" Target="../slideLayouts/slideLayout70.xml"/><Relationship Id="rId1" Type="http://schemas.openxmlformats.org/officeDocument/2006/relationships/customXml" Target="../../customXml/item3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70.xml"/><Relationship Id="rId1" Type="http://schemas.openxmlformats.org/officeDocument/2006/relationships/customXml" Target="../../customXml/item39.xml"/><Relationship Id="rId4" Type="http://schemas.microsoft.com/office/2007/relationships/hdphoto" Target="../media/hdphoto3.wdp"/></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slideLayout" Target="../slideLayouts/slideLayout70.xml"/><Relationship Id="rId1" Type="http://schemas.openxmlformats.org/officeDocument/2006/relationships/customXml" Target="../../customXml/item40.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customXml" Target="../../customXml/item41.xml"/><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slideLayout" Target="../slideLayouts/slideLayout70.xml"/><Relationship Id="rId1" Type="http://schemas.openxmlformats.org/officeDocument/2006/relationships/customXml" Target="../../customXml/item4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3.xml"/><Relationship Id="rId1" Type="http://schemas.openxmlformats.org/officeDocument/2006/relationships/customXml" Target="../../customXml/item43.xml"/><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customXml" Target="../../customXml/item44.xml"/><Relationship Id="rId4" Type="http://schemas.openxmlformats.org/officeDocument/2006/relationships/image" Target="../media/image4.emf"/></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70.xml"/><Relationship Id="rId1" Type="http://schemas.openxmlformats.org/officeDocument/2006/relationships/customXml" Target="../../customXml/item45.xml"/><Relationship Id="rId5" Type="http://schemas.openxmlformats.org/officeDocument/2006/relationships/image" Target="../media/image17.svg"/><Relationship Id="rId4" Type="http://schemas.openxmlformats.org/officeDocument/2006/relationships/image" Target="../media/image16.svg"/></Relationships>
</file>

<file path=ppt/slides/_rels/slide15.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notesSlide" Target="../notesSlides/notesSlide8.xml"/><Relationship Id="rId7" Type="http://schemas.openxmlformats.org/officeDocument/2006/relationships/image" Target="../media/image21.png"/><Relationship Id="rId2" Type="http://schemas.openxmlformats.org/officeDocument/2006/relationships/slideLayout" Target="../slideLayouts/slideLayout70.xml"/><Relationship Id="rId1" Type="http://schemas.openxmlformats.org/officeDocument/2006/relationships/customXml" Target="../../customXml/item46.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png"/><Relationship Id="rId9" Type="http://schemas.openxmlformats.org/officeDocument/2006/relationships/image" Target="../media/image2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customXml" Target="../../customXml/item47.xml"/><Relationship Id="rId4" Type="http://schemas.openxmlformats.org/officeDocument/2006/relationships/image" Target="../media/image4.em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0.xml"/><Relationship Id="rId1" Type="http://schemas.openxmlformats.org/officeDocument/2006/relationships/customXml" Target="../../customXml/item48.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slideLayout" Target="../slideLayouts/slideLayout70.xml"/><Relationship Id="rId1" Type="http://schemas.openxmlformats.org/officeDocument/2006/relationships/customXml" Target="../../customXml/item4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customXml" Target="../../customXml/item50.xml"/><Relationship Id="rId4" Type="http://schemas.openxmlformats.org/officeDocument/2006/relationships/image" Target="../media/image4.emf"/></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slideLayout" Target="../slideLayouts/slideLayout70.xml"/><Relationship Id="rId1" Type="http://schemas.openxmlformats.org/officeDocument/2006/relationships/customXml" Target="../../customXml/item51.xml"/></Relationships>
</file>

<file path=ppt/slides/_rels/slide2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slideLayout" Target="../slideLayouts/slideLayout70.xml"/><Relationship Id="rId1" Type="http://schemas.openxmlformats.org/officeDocument/2006/relationships/customXml" Target="../../customXml/item5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0.xml"/><Relationship Id="rId1" Type="http://schemas.openxmlformats.org/officeDocument/2006/relationships/customXml" Target="../../customXml/item5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customXml" Target="../../customXml/item54.xml"/><Relationship Id="rId4" Type="http://schemas.openxmlformats.org/officeDocument/2006/relationships/image" Target="../media/image4.emf"/></Relationships>
</file>

<file path=ppt/slides/_rels/slide24.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notesSlide" Target="../notesSlides/notesSlide12.xml"/><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slideLayout" Target="../slideLayouts/slideLayout70.xml"/><Relationship Id="rId1" Type="http://schemas.openxmlformats.org/officeDocument/2006/relationships/customXml" Target="../../customXml/item55.xml"/><Relationship Id="rId6" Type="http://schemas.openxmlformats.org/officeDocument/2006/relationships/image" Target="../media/image27.png"/><Relationship Id="rId11" Type="http://schemas.openxmlformats.org/officeDocument/2006/relationships/image" Target="../media/image32.png"/><Relationship Id="rId5" Type="http://schemas.microsoft.com/office/2007/relationships/hdphoto" Target="../media/hdphoto4.wdp"/><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image" Target="../media/image26.png"/><Relationship Id="rId9" Type="http://schemas.openxmlformats.org/officeDocument/2006/relationships/image" Target="../media/image30.png"/><Relationship Id="rId14" Type="http://schemas.openxmlformats.org/officeDocument/2006/relationships/image" Target="../media/image35.png"/></Relationships>
</file>

<file path=ppt/slides/_rels/slide25.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notesSlide" Target="../notesSlides/notesSlide13.xml"/><Relationship Id="rId7" Type="http://schemas.openxmlformats.org/officeDocument/2006/relationships/image" Target="../media/image25.svg"/><Relationship Id="rId2" Type="http://schemas.openxmlformats.org/officeDocument/2006/relationships/slideLayout" Target="../slideLayouts/slideLayout70.xml"/><Relationship Id="rId1" Type="http://schemas.openxmlformats.org/officeDocument/2006/relationships/customXml" Target="../../customXml/item56.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sv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8.xml"/><Relationship Id="rId1" Type="http://schemas.openxmlformats.org/officeDocument/2006/relationships/customXml" Target="../../customXml/item57.xml"/><Relationship Id="rId4" Type="http://schemas.openxmlformats.org/officeDocument/2006/relationships/image" Target="../media/image4.e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0.xml"/><Relationship Id="rId1" Type="http://schemas.openxmlformats.org/officeDocument/2006/relationships/customXml" Target="../../customXml/item58.xml"/><Relationship Id="rId5" Type="http://schemas.openxmlformats.org/officeDocument/2006/relationships/image" Target="../media/image42.png"/><Relationship Id="rId4" Type="http://schemas.openxmlformats.org/officeDocument/2006/relationships/image" Target="../media/image41.sv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46.svg"/><Relationship Id="rId2" Type="http://schemas.openxmlformats.org/officeDocument/2006/relationships/slideLayout" Target="../slideLayouts/slideLayout70.xml"/><Relationship Id="rId1" Type="http://schemas.openxmlformats.org/officeDocument/2006/relationships/customXml" Target="../../customXml/item59.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0.xml"/><Relationship Id="rId1" Type="http://schemas.openxmlformats.org/officeDocument/2006/relationships/customXml" Target="../../customXml/item60.xml"/><Relationship Id="rId4" Type="http://schemas.openxmlformats.org/officeDocument/2006/relationships/image" Target="../media/image47.sv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51.png"/><Relationship Id="rId2" Type="http://schemas.openxmlformats.org/officeDocument/2006/relationships/slideLayout" Target="../slideLayouts/slideLayout70.xml"/><Relationship Id="rId1" Type="http://schemas.openxmlformats.org/officeDocument/2006/relationships/customXml" Target="../../customXml/item61.xml"/><Relationship Id="rId6" Type="http://schemas.openxmlformats.org/officeDocument/2006/relationships/image" Target="../media/image50.png"/><Relationship Id="rId5" Type="http://schemas.openxmlformats.org/officeDocument/2006/relationships/image" Target="../media/image49.svg"/><Relationship Id="rId4" Type="http://schemas.openxmlformats.org/officeDocument/2006/relationships/image" Target="../media/image48.sv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8.xml"/><Relationship Id="rId1" Type="http://schemas.openxmlformats.org/officeDocument/2006/relationships/customXml" Target="../../customXml/item62.xml"/><Relationship Id="rId4" Type="http://schemas.openxmlformats.org/officeDocument/2006/relationships/image" Target="../media/image4.em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54.svg"/><Relationship Id="rId2" Type="http://schemas.openxmlformats.org/officeDocument/2006/relationships/slideLayout" Target="../slideLayouts/slideLayout70.xml"/><Relationship Id="rId1" Type="http://schemas.openxmlformats.org/officeDocument/2006/relationships/customXml" Target="../../customXml/item63.xml"/><Relationship Id="rId6" Type="http://schemas.openxmlformats.org/officeDocument/2006/relationships/image" Target="../media/image48.svg"/><Relationship Id="rId5" Type="http://schemas.openxmlformats.org/officeDocument/2006/relationships/image" Target="../media/image53.svg"/><Relationship Id="rId4" Type="http://schemas.openxmlformats.org/officeDocument/2006/relationships/image" Target="../media/image52.sv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8.xml"/><Relationship Id="rId1" Type="http://schemas.openxmlformats.org/officeDocument/2006/relationships/customXml" Target="../../customXml/item64.xml"/><Relationship Id="rId4" Type="http://schemas.openxmlformats.org/officeDocument/2006/relationships/image" Target="../media/image4.emf"/></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0.xml"/><Relationship Id="rId1" Type="http://schemas.openxmlformats.org/officeDocument/2006/relationships/customXml" Target="../../customXml/item6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0.xml"/><Relationship Id="rId1" Type="http://schemas.openxmlformats.org/officeDocument/2006/relationships/customXml" Target="../../customXml/item66.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0.xml"/><Relationship Id="rId1" Type="http://schemas.openxmlformats.org/officeDocument/2006/relationships/customXml" Target="../../customXml/item6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8.xml"/><Relationship Id="rId1" Type="http://schemas.openxmlformats.org/officeDocument/2006/relationships/customXml" Target="../../customXml/item68.xml"/><Relationship Id="rId4" Type="http://schemas.openxmlformats.org/officeDocument/2006/relationships/image" Target="../media/image4.emf"/></Relationships>
</file>

<file path=ppt/slides/_rels/slide3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slideLayout" Target="../slideLayouts/slideLayout70.xml"/><Relationship Id="rId1" Type="http://schemas.openxmlformats.org/officeDocument/2006/relationships/customXml" Target="../../customXml/item69.xml"/></Relationships>
</file>

<file path=ppt/slides/_rels/slide3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70.xml"/><Relationship Id="rId1" Type="http://schemas.openxmlformats.org/officeDocument/2006/relationships/customXml" Target="../../customXml/item7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8.xml"/><Relationship Id="rId1" Type="http://schemas.openxmlformats.org/officeDocument/2006/relationships/customXml" Target="../../customXml/item71.xml"/><Relationship Id="rId6" Type="http://schemas.openxmlformats.org/officeDocument/2006/relationships/image" Target="../media/image59.svg"/><Relationship Id="rId5" Type="http://schemas.openxmlformats.org/officeDocument/2006/relationships/image" Target="../media/image58.svg"/><Relationship Id="rId4" Type="http://schemas.openxmlformats.org/officeDocument/2006/relationships/image" Target="../media/image57.sv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0.xml"/><Relationship Id="rId1" Type="http://schemas.openxmlformats.org/officeDocument/2006/relationships/customXml" Target="../../customXml/item7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0.xml"/><Relationship Id="rId1" Type="http://schemas.openxmlformats.org/officeDocument/2006/relationships/customXml" Target="../../customXml/item7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8.xml"/><Relationship Id="rId1" Type="http://schemas.openxmlformats.org/officeDocument/2006/relationships/customXml" Target="../../customXml/item74.xml"/><Relationship Id="rId4" Type="http://schemas.openxmlformats.org/officeDocument/2006/relationships/image" Target="../media/image4.emf"/></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0.xml"/><Relationship Id="rId1" Type="http://schemas.openxmlformats.org/officeDocument/2006/relationships/customXml" Target="../../customXml/item75.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64.xml"/><Relationship Id="rId1" Type="http://schemas.openxmlformats.org/officeDocument/2006/relationships/customXml" Target="../../customXml/item76.xml"/></Relationships>
</file>

<file path=ppt/slides/_rels/slide46.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slideLayout" Target="../slideLayouts/slideLayout70.xml"/><Relationship Id="rId1" Type="http://schemas.openxmlformats.org/officeDocument/2006/relationships/customXml" Target="../../customXml/item77.xml"/></Relationships>
</file>

<file path=ppt/slides/_rels/slide47.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slideLayout" Target="../slideLayouts/slideLayout70.xml"/><Relationship Id="rId1" Type="http://schemas.openxmlformats.org/officeDocument/2006/relationships/customXml" Target="../../customXml/item78.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48.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slideLayout" Target="../slideLayouts/slideLayout70.xml"/><Relationship Id="rId1" Type="http://schemas.openxmlformats.org/officeDocument/2006/relationships/customXml" Target="../../customXml/item79.xml"/><Relationship Id="rId4" Type="http://schemas.openxmlformats.org/officeDocument/2006/relationships/image" Target="../media/image67.sv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0.xml"/><Relationship Id="rId1" Type="http://schemas.openxmlformats.org/officeDocument/2006/relationships/customXml" Target="../../customXml/item80.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65.xml"/><Relationship Id="rId1" Type="http://schemas.openxmlformats.org/officeDocument/2006/relationships/customXml" Target="../../customXml/item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Descubre qué es Stakeholder: Definición, roles e impacto en el éxito de tu  Empresa | Blog | Hosting Plus Perú">
            <a:extLst>
              <a:ext uri="{FF2B5EF4-FFF2-40B4-BE49-F238E27FC236}">
                <a16:creationId xmlns:a16="http://schemas.microsoft.com/office/drawing/2014/main" id="{D441FE86-0A63-9A5C-CB40-0E0AFB0EE594}"/>
              </a:ext>
            </a:extLst>
          </p:cNvPr>
          <p:cNvPicPr>
            <a:picLocks noChangeAspect="1" noChangeArrowheads="1"/>
          </p:cNvPicPr>
          <p:nvPr/>
        </p:nvPicPr>
        <p:blipFill>
          <a:blip r:embed="rId3">
            <a:alphaModFix amt="85000"/>
            <a:extLst>
              <a:ext uri="{BEBA8EAE-BF5A-486C-A8C5-ECC9F3942E4B}">
                <a14:imgProps xmlns:a14="http://schemas.microsoft.com/office/drawing/2010/main">
                  <a14:imgLayer r:embed="rId4">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1" y="-1671"/>
            <a:ext cx="12192000" cy="685953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F299BC6-CA25-1042-1341-D1F7B1BA6E55}"/>
              </a:ext>
            </a:extLst>
          </p:cNvPr>
          <p:cNvSpPr/>
          <p:nvPr/>
        </p:nvSpPr>
        <p:spPr>
          <a:xfrm>
            <a:off x="1" y="5430982"/>
            <a:ext cx="10049164" cy="563418"/>
          </a:xfrm>
          <a:prstGeom prst="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3000" b="1">
                <a:latin typeface="+mj-lt"/>
              </a:rPr>
              <a:t>Stakeholder Engagement &amp; Investor Relations</a:t>
            </a:r>
          </a:p>
        </p:txBody>
      </p:sp>
    </p:spTree>
    <p:custDataLst>
      <p:custData r:id="rId1"/>
    </p:custDataLst>
    <p:extLst>
      <p:ext uri="{BB962C8B-B14F-4D97-AF65-F5344CB8AC3E}">
        <p14:creationId xmlns:p14="http://schemas.microsoft.com/office/powerpoint/2010/main" val="3156345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EC0FB06-8961-7EB6-4E4C-9C1DACC4A574}"/>
              </a:ext>
            </a:extLst>
          </p:cNvPr>
          <p:cNvSpPr/>
          <p:nvPr/>
        </p:nvSpPr>
        <p:spPr>
          <a:xfrm>
            <a:off x="0" y="-15076"/>
            <a:ext cx="4132053" cy="6933461"/>
          </a:xfrm>
          <a:prstGeom prst="rect">
            <a:avLst/>
          </a:prstGeom>
          <a:solidFill>
            <a:schemeClr val="tx1">
              <a:lumMod val="50000"/>
              <a:lumOff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b="1">
                <a:solidFill>
                  <a:schemeClr val="bg1"/>
                </a:solidFill>
                <a:latin typeface="+mj-lt"/>
              </a:rPr>
              <a:t>What will we learn today?</a:t>
            </a:r>
          </a:p>
        </p:txBody>
      </p:sp>
      <p:pic>
        <p:nvPicPr>
          <p:cNvPr id="2" name="Picture 1">
            <a:extLst>
              <a:ext uri="{FF2B5EF4-FFF2-40B4-BE49-F238E27FC236}">
                <a16:creationId xmlns:a16="http://schemas.microsoft.com/office/drawing/2014/main" id="{9D376DEB-E989-97B4-B08A-D8FAC2B165B8}"/>
              </a:ext>
            </a:extLst>
          </p:cNvPr>
          <p:cNvPicPr>
            <a:picLocks noChangeAspect="1"/>
          </p:cNvPicPr>
          <p:nvPr/>
        </p:nvPicPr>
        <p:blipFill>
          <a:blip r:embed="rId4"/>
          <a:stretch>
            <a:fillRect/>
          </a:stretch>
        </p:blipFill>
        <p:spPr>
          <a:xfrm>
            <a:off x="0" y="5394385"/>
            <a:ext cx="1693154" cy="1524000"/>
          </a:xfrm>
          <a:prstGeom prst="rect">
            <a:avLst/>
          </a:prstGeom>
        </p:spPr>
      </p:pic>
      <p:sp>
        <p:nvSpPr>
          <p:cNvPr id="4" name="Rectangle: Single Corner Rounded 3">
            <a:extLst>
              <a:ext uri="{FF2B5EF4-FFF2-40B4-BE49-F238E27FC236}">
                <a16:creationId xmlns:a16="http://schemas.microsoft.com/office/drawing/2014/main" id="{4BDCE94F-E7BF-202E-D309-865E9AE73C32}"/>
              </a:ext>
            </a:extLst>
          </p:cNvPr>
          <p:cNvSpPr/>
          <p:nvPr/>
        </p:nvSpPr>
        <p:spPr>
          <a:xfrm>
            <a:off x="4132053" y="1233575"/>
            <a:ext cx="8059947" cy="957532"/>
          </a:xfrm>
          <a:prstGeom prst="round1Rect">
            <a:avLst/>
          </a:prstGeom>
          <a:solidFill>
            <a:schemeClr val="accent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i="1"/>
          </a:p>
          <a:p>
            <a:pPr algn="ctr"/>
            <a:r>
              <a:rPr lang="en-GB" b="1" i="1"/>
              <a:t>Understanding Stakeholders</a:t>
            </a:r>
          </a:p>
          <a:p>
            <a:pPr algn="ctr"/>
            <a:r>
              <a:rPr lang="en-US" sz="1400" i="1"/>
              <a:t>Identifying key stakeholders, their expectations, and their impact on the organization</a:t>
            </a:r>
            <a:r>
              <a:rPr lang="en-GB" sz="1400"/>
              <a:t> </a:t>
            </a:r>
          </a:p>
          <a:p>
            <a:pPr algn="ctr"/>
            <a:endParaRPr lang="en-GB" sz="1400"/>
          </a:p>
        </p:txBody>
      </p:sp>
      <p:sp>
        <p:nvSpPr>
          <p:cNvPr id="6" name="Rectangle: Single Corner Rounded 5">
            <a:extLst>
              <a:ext uri="{FF2B5EF4-FFF2-40B4-BE49-F238E27FC236}">
                <a16:creationId xmlns:a16="http://schemas.microsoft.com/office/drawing/2014/main" id="{DC769093-B5E8-8815-2EE9-DD9552F52F41}"/>
              </a:ext>
            </a:extLst>
          </p:cNvPr>
          <p:cNvSpPr/>
          <p:nvPr/>
        </p:nvSpPr>
        <p:spPr>
          <a:xfrm>
            <a:off x="4132053" y="2429772"/>
            <a:ext cx="8059947" cy="957532"/>
          </a:xfrm>
          <a:prstGeom prst="round1Rect">
            <a:avLst/>
          </a:prstGeom>
          <a:solidFill>
            <a:schemeClr val="accent1">
              <a:lumMod val="40000"/>
              <a:lumOff val="6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i="1"/>
              <a:t>Stakeholder Engagement</a:t>
            </a:r>
          </a:p>
          <a:p>
            <a:pPr algn="ctr"/>
            <a:r>
              <a:rPr lang="en-US" sz="1400" i="1"/>
              <a:t>Engagement processes and the role of the Board</a:t>
            </a:r>
            <a:endParaRPr lang="en-GB" sz="1400" b="1" i="1"/>
          </a:p>
        </p:txBody>
      </p:sp>
      <p:sp>
        <p:nvSpPr>
          <p:cNvPr id="7" name="Rectangle: Single Corner Rounded 6">
            <a:extLst>
              <a:ext uri="{FF2B5EF4-FFF2-40B4-BE49-F238E27FC236}">
                <a16:creationId xmlns:a16="http://schemas.microsoft.com/office/drawing/2014/main" id="{FF8E1A42-105C-3604-C0CD-FAD4A9AEF932}"/>
              </a:ext>
            </a:extLst>
          </p:cNvPr>
          <p:cNvSpPr/>
          <p:nvPr/>
        </p:nvSpPr>
        <p:spPr>
          <a:xfrm>
            <a:off x="4132053" y="3625969"/>
            <a:ext cx="8059947" cy="957532"/>
          </a:xfrm>
          <a:prstGeom prst="round1Rect">
            <a:avLst/>
          </a:prstGeom>
          <a:solidFill>
            <a:schemeClr val="accent6">
              <a:lumMod val="7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a:ln w="0"/>
                <a:solidFill>
                  <a:schemeClr val="bg1"/>
                </a:solidFill>
                <a:effectLst>
                  <a:outerShdw blurRad="38100" dist="19050" dir="2700000" algn="tl" rotWithShape="0">
                    <a:schemeClr val="dk1">
                      <a:alpha val="40000"/>
                    </a:schemeClr>
                  </a:outerShdw>
                </a:effectLst>
              </a:rPr>
              <a:t>Global Regulatory Framework on Stakeholder Engagement</a:t>
            </a:r>
            <a:r>
              <a:rPr lang="en-US" i="1"/>
              <a:t> </a:t>
            </a:r>
          </a:p>
          <a:p>
            <a:pPr algn="ctr"/>
            <a:r>
              <a:rPr lang="en-US" sz="1400" i="1"/>
              <a:t>Governance standards and best practices</a:t>
            </a:r>
          </a:p>
        </p:txBody>
      </p:sp>
      <p:sp>
        <p:nvSpPr>
          <p:cNvPr id="3" name="Rectangle: Single Corner Rounded 2">
            <a:extLst>
              <a:ext uri="{FF2B5EF4-FFF2-40B4-BE49-F238E27FC236}">
                <a16:creationId xmlns:a16="http://schemas.microsoft.com/office/drawing/2014/main" id="{095F3274-BEF7-1DD0-40A1-CAEAFCA620EE}"/>
              </a:ext>
            </a:extLst>
          </p:cNvPr>
          <p:cNvSpPr/>
          <p:nvPr/>
        </p:nvSpPr>
        <p:spPr>
          <a:xfrm>
            <a:off x="4132053" y="4830797"/>
            <a:ext cx="8059947" cy="957532"/>
          </a:xfrm>
          <a:prstGeom prst="round1Rect">
            <a:avLst/>
          </a:prstGeom>
          <a:solidFill>
            <a:schemeClr val="accent6"/>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i="1">
              <a:ln w="0"/>
              <a:solidFill>
                <a:schemeClr val="bg1"/>
              </a:solidFill>
              <a:effectLst>
                <a:outerShdw blurRad="38100" dist="19050" dir="2700000" algn="tl" rotWithShape="0">
                  <a:schemeClr val="dk1">
                    <a:alpha val="40000"/>
                  </a:schemeClr>
                </a:outerShdw>
              </a:effectLst>
            </a:endParaRPr>
          </a:p>
          <a:p>
            <a:pPr algn="ctr"/>
            <a:r>
              <a:rPr lang="en-US" b="1" i="1">
                <a:ln w="0"/>
                <a:solidFill>
                  <a:schemeClr val="bg1"/>
                </a:solidFill>
                <a:effectLst>
                  <a:outerShdw blurRad="38100" dist="19050" dir="2700000" algn="tl" rotWithShape="0">
                    <a:schemeClr val="dk1">
                      <a:alpha val="40000"/>
                    </a:schemeClr>
                  </a:outerShdw>
                </a:effectLst>
              </a:rPr>
              <a:t>Investor Relations</a:t>
            </a:r>
          </a:p>
          <a:p>
            <a:pPr algn="ctr"/>
            <a:r>
              <a:rPr lang="en-US" sz="1400" i="1"/>
              <a:t>Meaning of Investor &amp; Investor Relations, its Regulatory Framework and Board’s Role</a:t>
            </a:r>
          </a:p>
          <a:p>
            <a:pPr algn="ctr"/>
            <a:endParaRPr lang="en-US" sz="1400" i="1"/>
          </a:p>
          <a:p>
            <a:pPr algn="ctr"/>
            <a:endParaRPr lang="en-US" sz="1400" i="1"/>
          </a:p>
        </p:txBody>
      </p:sp>
    </p:spTree>
    <p:custDataLst>
      <p:custData r:id="rId1"/>
    </p:custDataLst>
    <p:extLst>
      <p:ext uri="{BB962C8B-B14F-4D97-AF65-F5344CB8AC3E}">
        <p14:creationId xmlns:p14="http://schemas.microsoft.com/office/powerpoint/2010/main" val="94332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8235F-743E-CC5A-57C5-B7BDE75EA16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169C957-9CB9-9FAA-9CAE-D7D86F3ED5D8}"/>
              </a:ext>
            </a:extLst>
          </p:cNvPr>
          <p:cNvSpPr>
            <a:spLocks noGrp="1"/>
          </p:cNvSpPr>
          <p:nvPr>
            <p:ph type="sldNum" sz="quarter" idx="4"/>
          </p:nvPr>
        </p:nvSpPr>
        <p:spPr/>
        <p:txBody>
          <a:bodyPr/>
          <a:lstStyle/>
          <a:p>
            <a:fld id="{3E6AC032-1535-134B-A583-D5E1DDD0D167}" type="slidenum">
              <a:rPr lang="en-US" smtClean="0"/>
              <a:pPr/>
              <a:t>3</a:t>
            </a:fld>
            <a:endParaRPr lang="en-US"/>
          </a:p>
        </p:txBody>
      </p:sp>
      <p:sp>
        <p:nvSpPr>
          <p:cNvPr id="13" name="Rectangle 12">
            <a:extLst>
              <a:ext uri="{FF2B5EF4-FFF2-40B4-BE49-F238E27FC236}">
                <a16:creationId xmlns:a16="http://schemas.microsoft.com/office/drawing/2014/main" id="{41ABFA81-6EEE-27CC-55FC-003690CBED1D}"/>
              </a:ext>
            </a:extLst>
          </p:cNvPr>
          <p:cNvSpPr/>
          <p:nvPr/>
        </p:nvSpPr>
        <p:spPr>
          <a:xfrm>
            <a:off x="-1" y="-8008"/>
            <a:ext cx="6247795" cy="119672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2400" b="1" spc="-10">
                <a:latin typeface="+mj-lt"/>
              </a:rPr>
              <a:t>Before We Start: Who Has a Stake?</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110" name="TextBox 109">
            <a:extLst>
              <a:ext uri="{FF2B5EF4-FFF2-40B4-BE49-F238E27FC236}">
                <a16:creationId xmlns:a16="http://schemas.microsoft.com/office/drawing/2014/main" id="{D2E17D5B-EB56-DB61-1A58-5D99DD69602E}"/>
              </a:ext>
            </a:extLst>
          </p:cNvPr>
          <p:cNvSpPr txBox="1"/>
          <p:nvPr/>
        </p:nvSpPr>
        <p:spPr>
          <a:xfrm>
            <a:off x="-5913" y="4996739"/>
            <a:ext cx="6247795" cy="1093165"/>
          </a:xfrm>
          <a:prstGeom prst="rect">
            <a:avLst/>
          </a:prstGeom>
          <a:solidFill>
            <a:schemeClr val="accent1"/>
          </a:solidFill>
          <a:ln>
            <a:solidFill>
              <a:schemeClr val="accent1"/>
            </a:solidFill>
          </a:ln>
        </p:spPr>
        <p:style>
          <a:lnRef idx="2">
            <a:schemeClr val="accent3">
              <a:shade val="15000"/>
            </a:schemeClr>
          </a:lnRef>
          <a:fillRef idx="1">
            <a:schemeClr val="accent3"/>
          </a:fillRef>
          <a:effectRef idx="0">
            <a:schemeClr val="accent3"/>
          </a:effectRef>
          <a:fontRef idx="minor">
            <a:schemeClr val="lt1"/>
          </a:fontRef>
        </p:style>
        <p:txBody>
          <a:bodyPr wrap="square" lIns="0" tIns="0" rIns="0" bIns="0" rtlCol="0" anchor="ctr">
            <a:noAutofit/>
          </a:bodyPr>
          <a:lstStyle/>
          <a:p>
            <a:pPr algn="ctr"/>
            <a:r>
              <a:rPr lang="en-US" sz="1600"/>
              <a:t>Write down that organizational decisions and </a:t>
            </a:r>
            <a:r>
              <a:rPr lang="en-US" sz="1600" b="1"/>
              <a:t>stakeholder(s) </a:t>
            </a:r>
            <a:r>
              <a:rPr lang="en-US" sz="1600"/>
              <a:t>affected by this decision.</a:t>
            </a:r>
            <a:endParaRPr lang="en-US" sz="1600">
              <a:latin typeface="+mj-lt"/>
            </a:endParaRPr>
          </a:p>
        </p:txBody>
      </p:sp>
      <p:pic>
        <p:nvPicPr>
          <p:cNvPr id="113" name="Graphic 112" descr="Head with gears with solid fill">
            <a:extLst>
              <a:ext uri="{FF2B5EF4-FFF2-40B4-BE49-F238E27FC236}">
                <a16:creationId xmlns:a16="http://schemas.microsoft.com/office/drawing/2014/main" id="{5DD58E05-9C13-3265-6719-3BF67CE770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81439" y="1730962"/>
            <a:ext cx="914400" cy="914400"/>
          </a:xfrm>
          <a:prstGeom prst="rect">
            <a:avLst/>
          </a:prstGeom>
        </p:spPr>
      </p:pic>
      <p:sp>
        <p:nvSpPr>
          <p:cNvPr id="4" name="TextBox 3">
            <a:extLst>
              <a:ext uri="{FF2B5EF4-FFF2-40B4-BE49-F238E27FC236}">
                <a16:creationId xmlns:a16="http://schemas.microsoft.com/office/drawing/2014/main" id="{FB669EAA-BBC0-7D99-48A8-411D8AE745F8}"/>
              </a:ext>
            </a:extLst>
          </p:cNvPr>
          <p:cNvSpPr txBox="1"/>
          <p:nvPr/>
        </p:nvSpPr>
        <p:spPr>
          <a:xfrm>
            <a:off x="1028011" y="2901792"/>
            <a:ext cx="4421255" cy="1261884"/>
          </a:xfrm>
          <a:prstGeom prst="rect">
            <a:avLst/>
          </a:prstGeom>
          <a:noFill/>
        </p:spPr>
        <p:txBody>
          <a:bodyPr wrap="square">
            <a:spAutoFit/>
          </a:bodyPr>
          <a:lstStyle/>
          <a:p>
            <a:pPr algn="ctr"/>
            <a:r>
              <a:rPr lang="en-US" sz="1600"/>
              <a:t>Think of </a:t>
            </a:r>
            <a:r>
              <a:rPr lang="en-US" sz="1600" b="1"/>
              <a:t>one organizational decision</a:t>
            </a:r>
            <a:r>
              <a:rPr lang="en-US" sz="1600"/>
              <a:t> you are familiar with..</a:t>
            </a:r>
          </a:p>
          <a:p>
            <a:pPr algn="ctr"/>
            <a:br>
              <a:rPr lang="en-US" sz="1600"/>
            </a:br>
            <a:r>
              <a:rPr lang="en-US" sz="1400" i="1"/>
              <a:t>Hint - policy change, project launch, compliance update, process change, CSR initiative, etc.</a:t>
            </a:r>
            <a:endParaRPr lang="en-US" sz="1400">
              <a:latin typeface="+mj-lt"/>
            </a:endParaRPr>
          </a:p>
        </p:txBody>
      </p:sp>
      <p:pic>
        <p:nvPicPr>
          <p:cNvPr id="10" name="Picture 9" descr="A group of people using a tablet">
            <a:extLst>
              <a:ext uri="{FF2B5EF4-FFF2-40B4-BE49-F238E27FC236}">
                <a16:creationId xmlns:a16="http://schemas.microsoft.com/office/drawing/2014/main" id="{0C37B54A-82BC-6E25-0868-F2690A675880}"/>
              </a:ext>
            </a:extLst>
          </p:cNvPr>
          <p:cNvPicPr>
            <a:picLocks noChangeAspect="1"/>
          </p:cNvPicPr>
          <p:nvPr/>
        </p:nvPicPr>
        <p:blipFill>
          <a:blip r:embed="rId5" cstate="screen">
            <a:extLst>
              <a:ext uri="{BEBA8EAE-BF5A-486C-A8C5-ECC9F3942E4B}">
                <a14:imgProps xmlns:a14="http://schemas.microsoft.com/office/drawing/2010/main">
                  <a14:imgLayer r:embed="rId6">
                    <a14:imgEffect>
                      <a14:colorTemperature colorTemp="5900"/>
                    </a14:imgEffect>
                    <a14:imgEffect>
                      <a14:saturation sat="200000"/>
                    </a14:imgEffect>
                  </a14:imgLayer>
                </a14:imgProps>
              </a:ext>
              <a:ext uri="{28A0092B-C50C-407E-A947-70E740481C1C}">
                <a14:useLocalDpi xmlns:a14="http://schemas.microsoft.com/office/drawing/2010/main"/>
              </a:ext>
            </a:extLst>
          </a:blip>
          <a:srcRect l="10583" r="-115"/>
          <a:stretch>
            <a:fillRect/>
          </a:stretch>
        </p:blipFill>
        <p:spPr>
          <a:xfrm>
            <a:off x="6247795" y="0"/>
            <a:ext cx="5944205" cy="6858000"/>
          </a:xfrm>
          <a:prstGeom prst="rect">
            <a:avLst/>
          </a:prstGeom>
        </p:spPr>
      </p:pic>
      <p:pic>
        <p:nvPicPr>
          <p:cNvPr id="11" name="Picture 10">
            <a:extLst>
              <a:ext uri="{FF2B5EF4-FFF2-40B4-BE49-F238E27FC236}">
                <a16:creationId xmlns:a16="http://schemas.microsoft.com/office/drawing/2014/main" id="{7FFD6B16-23B7-DC7E-8934-347F54810189}"/>
              </a:ext>
            </a:extLst>
          </p:cNvPr>
          <p:cNvPicPr>
            <a:picLocks noChangeAspect="1"/>
          </p:cNvPicPr>
          <p:nvPr/>
        </p:nvPicPr>
        <p:blipFill>
          <a:blip r:embed="rId7"/>
          <a:stretch>
            <a:fillRect/>
          </a:stretch>
        </p:blipFill>
        <p:spPr>
          <a:xfrm rot="10800000">
            <a:off x="10283952" y="415671"/>
            <a:ext cx="1527048" cy="1527048"/>
          </a:xfrm>
          <a:prstGeom prst="rect">
            <a:avLst/>
          </a:prstGeom>
        </p:spPr>
      </p:pic>
      <p:sp>
        <p:nvSpPr>
          <p:cNvPr id="12" name="Rectangle 11">
            <a:extLst>
              <a:ext uri="{FF2B5EF4-FFF2-40B4-BE49-F238E27FC236}">
                <a16:creationId xmlns:a16="http://schemas.microsoft.com/office/drawing/2014/main" id="{17F0DA20-A3CA-6A8C-7E7B-3DA023B5AFBB}"/>
              </a:ext>
            </a:extLst>
          </p:cNvPr>
          <p:cNvSpPr/>
          <p:nvPr/>
        </p:nvSpPr>
        <p:spPr>
          <a:xfrm>
            <a:off x="11811000" y="-9144"/>
            <a:ext cx="381000" cy="379095"/>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960"/>
          </a:p>
        </p:txBody>
      </p:sp>
      <p:pic>
        <p:nvPicPr>
          <p:cNvPr id="14" name="Picture 13">
            <a:extLst>
              <a:ext uri="{FF2B5EF4-FFF2-40B4-BE49-F238E27FC236}">
                <a16:creationId xmlns:a16="http://schemas.microsoft.com/office/drawing/2014/main" id="{B5B24372-2AAD-7EA2-16D4-1BD9F8AFBFBC}"/>
              </a:ext>
            </a:extLst>
          </p:cNvPr>
          <p:cNvPicPr>
            <a:picLocks noChangeAspect="1"/>
          </p:cNvPicPr>
          <p:nvPr/>
        </p:nvPicPr>
        <p:blipFill>
          <a:blip r:embed="rId7"/>
          <a:stretch>
            <a:fillRect/>
          </a:stretch>
        </p:blipFill>
        <p:spPr>
          <a:xfrm>
            <a:off x="6518159" y="4565904"/>
            <a:ext cx="1524000" cy="1524000"/>
          </a:xfrm>
          <a:prstGeom prst="rect">
            <a:avLst/>
          </a:prstGeom>
        </p:spPr>
      </p:pic>
      <p:sp>
        <p:nvSpPr>
          <p:cNvPr id="15" name="Rectangle 14">
            <a:extLst>
              <a:ext uri="{FF2B5EF4-FFF2-40B4-BE49-F238E27FC236}">
                <a16:creationId xmlns:a16="http://schemas.microsoft.com/office/drawing/2014/main" id="{F1D09BD8-30D8-6495-405E-FE0A802C4BA9}"/>
              </a:ext>
            </a:extLst>
          </p:cNvPr>
          <p:cNvSpPr>
            <a:spLocks noChangeAspect="1"/>
          </p:cNvSpPr>
          <p:nvPr/>
        </p:nvSpPr>
        <p:spPr>
          <a:xfrm>
            <a:off x="6241909" y="6473952"/>
            <a:ext cx="385978" cy="384048"/>
          </a:xfrm>
          <a:prstGeom prst="rect">
            <a:avLst/>
          </a:prstGeom>
          <a:solidFill>
            <a:schemeClr val="tx1">
              <a:lumMod val="75000"/>
              <a:lumOff val="25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960"/>
          </a:p>
        </p:txBody>
      </p:sp>
      <p:sp>
        <p:nvSpPr>
          <p:cNvPr id="16" name="Rectangle 15">
            <a:extLst>
              <a:ext uri="{FF2B5EF4-FFF2-40B4-BE49-F238E27FC236}">
                <a16:creationId xmlns:a16="http://schemas.microsoft.com/office/drawing/2014/main" id="{181291B1-EE6C-91F5-C644-79A9EDD1EF69}"/>
              </a:ext>
            </a:extLst>
          </p:cNvPr>
          <p:cNvSpPr>
            <a:spLocks noChangeAspect="1"/>
          </p:cNvSpPr>
          <p:nvPr/>
        </p:nvSpPr>
        <p:spPr>
          <a:xfrm>
            <a:off x="6241909" y="6089904"/>
            <a:ext cx="385978" cy="384048"/>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960"/>
          </a:p>
        </p:txBody>
      </p:sp>
      <p:sp>
        <p:nvSpPr>
          <p:cNvPr id="17" name="Rectangle 16">
            <a:extLst>
              <a:ext uri="{FF2B5EF4-FFF2-40B4-BE49-F238E27FC236}">
                <a16:creationId xmlns:a16="http://schemas.microsoft.com/office/drawing/2014/main" id="{6505539C-5D71-7F1F-28C8-CE84F41D7F85}"/>
              </a:ext>
            </a:extLst>
          </p:cNvPr>
          <p:cNvSpPr>
            <a:spLocks noChangeAspect="1"/>
          </p:cNvSpPr>
          <p:nvPr/>
        </p:nvSpPr>
        <p:spPr>
          <a:xfrm>
            <a:off x="5870451" y="6473952"/>
            <a:ext cx="385978" cy="384048"/>
          </a:xfrm>
          <a:prstGeom prst="rect">
            <a:avLst/>
          </a:prstGeom>
          <a:pattFill prst="wdDnDiag">
            <a:fgClr>
              <a:schemeClr val="accent1"/>
            </a:fgClr>
            <a:bgClr>
              <a:schemeClr val="bg1"/>
            </a:bgClr>
          </a:patt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960"/>
          </a:p>
        </p:txBody>
      </p:sp>
    </p:spTree>
    <p:custDataLst>
      <p:custData r:id="rId1"/>
    </p:custDataLst>
    <p:extLst>
      <p:ext uri="{BB962C8B-B14F-4D97-AF65-F5344CB8AC3E}">
        <p14:creationId xmlns:p14="http://schemas.microsoft.com/office/powerpoint/2010/main" val="2172704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6515B5-A1A5-DD48-364C-2E3936D802C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54CA107-2281-73A8-A4B5-F9D581BF901A}"/>
              </a:ext>
            </a:extLst>
          </p:cNvPr>
          <p:cNvSpPr/>
          <p:nvPr/>
        </p:nvSpPr>
        <p:spPr>
          <a:xfrm>
            <a:off x="-103633" y="9144"/>
            <a:ext cx="6199633" cy="685800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3F17097-B9E9-123E-98AB-E99DA4A8A8EB}"/>
              </a:ext>
            </a:extLst>
          </p:cNvPr>
          <p:cNvSpPr/>
          <p:nvPr/>
        </p:nvSpPr>
        <p:spPr>
          <a:xfrm>
            <a:off x="4304144" y="2953512"/>
            <a:ext cx="7887856" cy="1280160"/>
          </a:xfrm>
          <a:prstGeom prst="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2800" i="1">
                <a:ln w="0"/>
                <a:solidFill>
                  <a:schemeClr val="bg1"/>
                </a:solidFill>
                <a:effectLst>
                  <a:outerShdw blurRad="38100" dist="19050" dir="2700000" algn="tl" rotWithShape="0">
                    <a:schemeClr val="dk1">
                      <a:alpha val="40000"/>
                    </a:schemeClr>
                  </a:outerShdw>
                </a:effectLst>
                <a:latin typeface="+mj-lt"/>
              </a:rPr>
              <a:t>Understanding Stakeholders</a:t>
            </a:r>
          </a:p>
        </p:txBody>
      </p:sp>
      <p:sp>
        <p:nvSpPr>
          <p:cNvPr id="4" name="Rectangle 3">
            <a:extLst>
              <a:ext uri="{FF2B5EF4-FFF2-40B4-BE49-F238E27FC236}">
                <a16:creationId xmlns:a16="http://schemas.microsoft.com/office/drawing/2014/main" id="{873147C8-0818-FA15-1C65-A6BA2D128B2C}"/>
              </a:ext>
            </a:extLst>
          </p:cNvPr>
          <p:cNvSpPr/>
          <p:nvPr/>
        </p:nvSpPr>
        <p:spPr>
          <a:xfrm>
            <a:off x="11811000" y="-9144"/>
            <a:ext cx="381000" cy="379095"/>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960"/>
          </a:p>
        </p:txBody>
      </p:sp>
      <p:pic>
        <p:nvPicPr>
          <p:cNvPr id="12" name="Picture 11">
            <a:extLst>
              <a:ext uri="{FF2B5EF4-FFF2-40B4-BE49-F238E27FC236}">
                <a16:creationId xmlns:a16="http://schemas.microsoft.com/office/drawing/2014/main" id="{874E97B1-22A6-F7ED-CDB3-A08DF5624066}"/>
              </a:ext>
            </a:extLst>
          </p:cNvPr>
          <p:cNvPicPr>
            <a:picLocks noChangeAspect="1"/>
          </p:cNvPicPr>
          <p:nvPr/>
        </p:nvPicPr>
        <p:blipFill>
          <a:blip r:embed="rId4"/>
          <a:stretch>
            <a:fillRect/>
          </a:stretch>
        </p:blipFill>
        <p:spPr>
          <a:xfrm>
            <a:off x="-74666" y="5324856"/>
            <a:ext cx="1693154" cy="1524000"/>
          </a:xfrm>
          <a:prstGeom prst="rect">
            <a:avLst/>
          </a:prstGeom>
        </p:spPr>
      </p:pic>
    </p:spTree>
    <p:custDataLst>
      <p:custData r:id="rId1"/>
    </p:custDataLst>
    <p:extLst>
      <p:ext uri="{BB962C8B-B14F-4D97-AF65-F5344CB8AC3E}">
        <p14:creationId xmlns:p14="http://schemas.microsoft.com/office/powerpoint/2010/main" val="886949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B5DE9-5807-5504-3D8D-2579A7F005F6}"/>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339B8F0B-5171-3D36-3A60-4C5E8AB7FE49}"/>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Who Are Stakeholders? | Internal v. External</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105" name="Rectangle 104">
            <a:extLst>
              <a:ext uri="{FF2B5EF4-FFF2-40B4-BE49-F238E27FC236}">
                <a16:creationId xmlns:a16="http://schemas.microsoft.com/office/drawing/2014/main" id="{2E3A26E3-CF75-9341-CE35-41B5B307BA1C}"/>
              </a:ext>
            </a:extLst>
          </p:cNvPr>
          <p:cNvSpPr/>
          <p:nvPr/>
        </p:nvSpPr>
        <p:spPr>
          <a:xfrm>
            <a:off x="2978237" y="1239855"/>
            <a:ext cx="2743200" cy="429768"/>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Internal Stakeholders</a:t>
            </a:r>
          </a:p>
        </p:txBody>
      </p:sp>
      <p:sp>
        <p:nvSpPr>
          <p:cNvPr id="106" name="Rectangle 105">
            <a:extLst>
              <a:ext uri="{FF2B5EF4-FFF2-40B4-BE49-F238E27FC236}">
                <a16:creationId xmlns:a16="http://schemas.microsoft.com/office/drawing/2014/main" id="{75035974-72F6-BC08-E602-4DF1143CA3D7}"/>
              </a:ext>
            </a:extLst>
          </p:cNvPr>
          <p:cNvSpPr/>
          <p:nvPr/>
        </p:nvSpPr>
        <p:spPr>
          <a:xfrm>
            <a:off x="7619245" y="1252718"/>
            <a:ext cx="2743200" cy="429768"/>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External Stakeholders</a:t>
            </a:r>
          </a:p>
        </p:txBody>
      </p:sp>
      <p:grpSp>
        <p:nvGrpSpPr>
          <p:cNvPr id="126" name="Group 125">
            <a:extLst>
              <a:ext uri="{FF2B5EF4-FFF2-40B4-BE49-F238E27FC236}">
                <a16:creationId xmlns:a16="http://schemas.microsoft.com/office/drawing/2014/main" id="{DCAEE1CE-30CE-6679-00F9-023B9008597E}"/>
              </a:ext>
            </a:extLst>
          </p:cNvPr>
          <p:cNvGrpSpPr/>
          <p:nvPr/>
        </p:nvGrpSpPr>
        <p:grpSpPr>
          <a:xfrm>
            <a:off x="2340357" y="4415996"/>
            <a:ext cx="4212517" cy="1253680"/>
            <a:chOff x="307181" y="887166"/>
            <a:chExt cx="1120429" cy="1113858"/>
          </a:xfrm>
        </p:grpSpPr>
        <p:sp>
          <p:nvSpPr>
            <p:cNvPr id="127" name="Google Shape;338;p49">
              <a:extLst>
                <a:ext uri="{FF2B5EF4-FFF2-40B4-BE49-F238E27FC236}">
                  <a16:creationId xmlns:a16="http://schemas.microsoft.com/office/drawing/2014/main" id="{B04B6D71-3C8D-2477-5BC5-2ECD7AB1FDE5}"/>
                </a:ext>
              </a:extLst>
            </p:cNvPr>
            <p:cNvSpPr/>
            <p:nvPr/>
          </p:nvSpPr>
          <p:spPr>
            <a:xfrm>
              <a:off x="307181" y="887170"/>
              <a:ext cx="1120429" cy="1113854"/>
            </a:xfrm>
            <a:prstGeom prst="rect">
              <a:avLst/>
            </a:prstGeom>
            <a:noFill/>
            <a:ln>
              <a:solidFill>
                <a:schemeClr val="bg1">
                  <a:lumMod val="85000"/>
                </a:schemeClr>
              </a:solidFill>
            </a:ln>
          </p:spPr>
          <p:txBody>
            <a:bodyPr spcFirstLastPara="1" wrap="square" lIns="68580" tIns="617220" rIns="68580" bIns="68580" anchor="ctr" anchorCtr="0">
              <a:noAutofit/>
            </a:bodyPr>
            <a:lstStyle/>
            <a:p>
              <a:pPr algn="just" defTabSz="685800" rtl="1">
                <a:buSzPts val="1100"/>
                <a:defRPr/>
              </a:pPr>
              <a:endParaRPr lang="en-US" sz="1200" noProof="0"/>
            </a:p>
          </p:txBody>
        </p:sp>
        <p:grpSp>
          <p:nvGrpSpPr>
            <p:cNvPr id="128" name="Group 127">
              <a:extLst>
                <a:ext uri="{FF2B5EF4-FFF2-40B4-BE49-F238E27FC236}">
                  <a16:creationId xmlns:a16="http://schemas.microsoft.com/office/drawing/2014/main" id="{ED5E6218-63F9-A717-DAC9-FAA2F76A7996}"/>
                </a:ext>
              </a:extLst>
            </p:cNvPr>
            <p:cNvGrpSpPr/>
            <p:nvPr/>
          </p:nvGrpSpPr>
          <p:grpSpPr>
            <a:xfrm>
              <a:off x="1197114" y="887166"/>
              <a:ext cx="230491" cy="217514"/>
              <a:chOff x="3947307" y="1317624"/>
              <a:chExt cx="305494" cy="288296"/>
            </a:xfrm>
          </p:grpSpPr>
          <p:sp>
            <p:nvSpPr>
              <p:cNvPr id="129" name="Google Shape;18399;p200">
                <a:extLst>
                  <a:ext uri="{FF2B5EF4-FFF2-40B4-BE49-F238E27FC236}">
                    <a16:creationId xmlns:a16="http://schemas.microsoft.com/office/drawing/2014/main" id="{B92F2D2E-06F3-525B-DEEE-162A53891FE2}"/>
                  </a:ext>
                </a:extLst>
              </p:cNvPr>
              <p:cNvSpPr/>
              <p:nvPr/>
            </p:nvSpPr>
            <p:spPr>
              <a:xfrm rot="10800000">
                <a:off x="3999718" y="1317624"/>
                <a:ext cx="253083" cy="239853"/>
              </a:xfrm>
              <a:prstGeom prst="rect">
                <a:avLst/>
              </a:prstGeom>
              <a:solidFill>
                <a:srgbClr val="FFFFFF">
                  <a:lumMod val="85000"/>
                </a:srgbClr>
              </a:solidFill>
              <a:ln>
                <a:noFill/>
              </a:ln>
            </p:spPr>
            <p:txBody>
              <a:bodyPr spcFirstLastPara="1" wrap="square" lIns="62200" tIns="62200" rIns="62200" bIns="62200" anchor="ctr" anchorCtr="0">
                <a:noAutofit/>
              </a:bodyPr>
              <a:lstStyle/>
              <a:p>
                <a:pPr algn="just" defTabSz="914355">
                  <a:defRPr/>
                </a:pPr>
                <a:endParaRPr lang="en-US" sz="1200" noProof="0"/>
              </a:p>
            </p:txBody>
          </p:sp>
          <p:sp>
            <p:nvSpPr>
              <p:cNvPr id="130" name="Google Shape;18399;p200">
                <a:extLst>
                  <a:ext uri="{FF2B5EF4-FFF2-40B4-BE49-F238E27FC236}">
                    <a16:creationId xmlns:a16="http://schemas.microsoft.com/office/drawing/2014/main" id="{CD8CF998-2FBF-DD6A-719B-C2799F29B01D}"/>
                  </a:ext>
                </a:extLst>
              </p:cNvPr>
              <p:cNvSpPr/>
              <p:nvPr/>
            </p:nvSpPr>
            <p:spPr>
              <a:xfrm rot="10800000">
                <a:off x="3947307" y="1366067"/>
                <a:ext cx="253083" cy="239853"/>
              </a:xfrm>
              <a:prstGeom prst="rect">
                <a:avLst/>
              </a:prstGeom>
              <a:ln/>
            </p:spPr>
            <p:style>
              <a:lnRef idx="3">
                <a:schemeClr val="lt1"/>
              </a:lnRef>
              <a:fillRef idx="1">
                <a:schemeClr val="accent1"/>
              </a:fillRef>
              <a:effectRef idx="1">
                <a:schemeClr val="accent1"/>
              </a:effectRef>
              <a:fontRef idx="minor">
                <a:schemeClr val="lt1"/>
              </a:fontRef>
            </p:style>
            <p:txBody>
              <a:bodyPr spcFirstLastPara="1" wrap="square" lIns="62200" tIns="62200" rIns="62200" bIns="62200" anchor="ctr" anchorCtr="0">
                <a:noAutofit/>
              </a:bodyPr>
              <a:lstStyle/>
              <a:p>
                <a:pPr algn="just" defTabSz="914355">
                  <a:defRPr/>
                </a:pPr>
                <a:endParaRPr lang="en-US" sz="1200" noProof="0"/>
              </a:p>
            </p:txBody>
          </p:sp>
        </p:grpSp>
      </p:grpSp>
      <p:sp>
        <p:nvSpPr>
          <p:cNvPr id="148" name="TextBox 147">
            <a:extLst>
              <a:ext uri="{FF2B5EF4-FFF2-40B4-BE49-F238E27FC236}">
                <a16:creationId xmlns:a16="http://schemas.microsoft.com/office/drawing/2014/main" id="{89553114-F7D6-D56B-E556-85E3D2112AC3}"/>
              </a:ext>
            </a:extLst>
          </p:cNvPr>
          <p:cNvSpPr txBox="1"/>
          <p:nvPr/>
        </p:nvSpPr>
        <p:spPr>
          <a:xfrm>
            <a:off x="2467477" y="1926906"/>
            <a:ext cx="3844713" cy="1225899"/>
          </a:xfrm>
          <a:prstGeom prst="rect">
            <a:avLst/>
          </a:prstGeom>
          <a:noFill/>
        </p:spPr>
        <p:txBody>
          <a:bodyPr wrap="square" lIns="0" tIns="0" rIns="0" bIns="0" rtlCol="0" anchor="ctr">
            <a:noAutofit/>
          </a:bodyPr>
          <a:lstStyle/>
          <a:p>
            <a:pPr marL="171450" indent="-171450">
              <a:buFont typeface="Wingdings" panose="05000000000000000000" pitchFamily="2" charset="2"/>
              <a:buChar char="§"/>
            </a:pPr>
            <a:r>
              <a:rPr lang="en-US" sz="1200" dirty="0"/>
              <a:t>Internal stakeholders are individuals or groups who have a </a:t>
            </a:r>
            <a:r>
              <a:rPr lang="en-US" sz="1200" b="1" dirty="0"/>
              <a:t>direct interest </a:t>
            </a:r>
            <a:r>
              <a:rPr lang="en-US" sz="1200" dirty="0"/>
              <a:t>in the company's operations, performance &amp; success, </a:t>
            </a:r>
            <a:r>
              <a:rPr lang="en-US" sz="1200" b="1" dirty="0"/>
              <a:t>impacting and being impacted </a:t>
            </a:r>
            <a:r>
              <a:rPr lang="en-US" sz="1200" dirty="0"/>
              <a:t>by daily activities or decisions. </a:t>
            </a:r>
            <a:endParaRPr lang="en-US" sz="1200" dirty="0">
              <a:latin typeface="+mj-lt"/>
            </a:endParaRPr>
          </a:p>
        </p:txBody>
      </p:sp>
      <p:sp>
        <p:nvSpPr>
          <p:cNvPr id="150" name="TextBox 149">
            <a:extLst>
              <a:ext uri="{FF2B5EF4-FFF2-40B4-BE49-F238E27FC236}">
                <a16:creationId xmlns:a16="http://schemas.microsoft.com/office/drawing/2014/main" id="{36CE45E0-D218-6F70-53AA-F902DB544D62}"/>
              </a:ext>
            </a:extLst>
          </p:cNvPr>
          <p:cNvSpPr txBox="1"/>
          <p:nvPr/>
        </p:nvSpPr>
        <p:spPr>
          <a:xfrm>
            <a:off x="2507027" y="3105382"/>
            <a:ext cx="2108220" cy="1225899"/>
          </a:xfrm>
          <a:prstGeom prst="rect">
            <a:avLst/>
          </a:prstGeom>
          <a:noFill/>
        </p:spPr>
        <p:txBody>
          <a:bodyPr wrap="square" lIns="0" tIns="0" rIns="0" bIns="0" rtlCol="0" anchor="ctr">
            <a:noAutofit/>
          </a:bodyPr>
          <a:lstStyle/>
          <a:p>
            <a:pPr marL="171450" indent="-171450" algn="just">
              <a:buFont typeface="Wingdings" panose="05000000000000000000" pitchFamily="2" charset="2"/>
              <a:buChar char="§"/>
            </a:pPr>
            <a:r>
              <a:rPr lang="en-US" sz="1200"/>
              <a:t>Employees</a:t>
            </a:r>
          </a:p>
          <a:p>
            <a:pPr marL="171450" indent="-171450" algn="just">
              <a:buFont typeface="Wingdings" panose="05000000000000000000" pitchFamily="2" charset="2"/>
              <a:buChar char="§"/>
            </a:pPr>
            <a:r>
              <a:rPr lang="en-US" sz="1200"/>
              <a:t>Management</a:t>
            </a:r>
          </a:p>
          <a:p>
            <a:pPr marL="171450" indent="-171450" algn="just">
              <a:buFont typeface="Wingdings" panose="05000000000000000000" pitchFamily="2" charset="2"/>
              <a:buChar char="§"/>
            </a:pPr>
            <a:r>
              <a:rPr lang="en-US" sz="1200"/>
              <a:t>Board of Directors</a:t>
            </a:r>
          </a:p>
          <a:p>
            <a:pPr marL="171450" indent="-171450" algn="just">
              <a:buFont typeface="Wingdings" panose="05000000000000000000" pitchFamily="2" charset="2"/>
              <a:buChar char="§"/>
            </a:pPr>
            <a:r>
              <a:rPr lang="en-US" sz="1200"/>
              <a:t>Promoters</a:t>
            </a:r>
          </a:p>
          <a:p>
            <a:pPr marL="171450" indent="-171450" algn="just">
              <a:buFont typeface="Wingdings" panose="05000000000000000000" pitchFamily="2" charset="2"/>
              <a:buChar char="§"/>
            </a:pPr>
            <a:r>
              <a:rPr lang="en-US" sz="1200"/>
              <a:t>Shareholders</a:t>
            </a:r>
            <a:endParaRPr lang="en-US" sz="1200">
              <a:latin typeface="+mj-lt"/>
            </a:endParaRPr>
          </a:p>
        </p:txBody>
      </p:sp>
      <p:sp>
        <p:nvSpPr>
          <p:cNvPr id="153" name="TextBox 152">
            <a:extLst>
              <a:ext uri="{FF2B5EF4-FFF2-40B4-BE49-F238E27FC236}">
                <a16:creationId xmlns:a16="http://schemas.microsoft.com/office/drawing/2014/main" id="{652B1048-8AAB-82DF-EE46-8765D88C1646}"/>
              </a:ext>
            </a:extLst>
          </p:cNvPr>
          <p:cNvSpPr txBox="1"/>
          <p:nvPr/>
        </p:nvSpPr>
        <p:spPr>
          <a:xfrm>
            <a:off x="2501820" y="4764722"/>
            <a:ext cx="3527338" cy="732042"/>
          </a:xfrm>
          <a:prstGeom prst="rect">
            <a:avLst/>
          </a:prstGeom>
          <a:noFill/>
        </p:spPr>
        <p:txBody>
          <a:bodyPr wrap="square" lIns="0" tIns="0" rIns="0" bIns="0" rtlCol="0" anchor="ctr">
            <a:noAutofit/>
          </a:bodyPr>
          <a:lstStyle/>
          <a:p>
            <a:pPr marL="171450" indent="-171450">
              <a:buFont typeface="Wingdings" panose="05000000000000000000" pitchFamily="2" charset="2"/>
              <a:buChar char="§"/>
            </a:pPr>
            <a:r>
              <a:rPr lang="en-US" sz="1200"/>
              <a:t>They determine culture, ethics, &amp; risk appetite</a:t>
            </a:r>
          </a:p>
          <a:p>
            <a:pPr marL="171450" indent="-171450">
              <a:buFont typeface="Wingdings" panose="05000000000000000000" pitchFamily="2" charset="2"/>
              <a:buChar char="§"/>
            </a:pPr>
            <a:r>
              <a:rPr lang="en-US" sz="1200"/>
              <a:t>Their engagement affects productivity &amp; innovation.</a:t>
            </a:r>
            <a:br>
              <a:rPr lang="en-US" sz="1200"/>
            </a:br>
            <a:endParaRPr lang="en-US" sz="1200">
              <a:latin typeface="+mj-lt"/>
            </a:endParaRPr>
          </a:p>
        </p:txBody>
      </p:sp>
      <p:grpSp>
        <p:nvGrpSpPr>
          <p:cNvPr id="154" name="Group 153">
            <a:extLst>
              <a:ext uri="{FF2B5EF4-FFF2-40B4-BE49-F238E27FC236}">
                <a16:creationId xmlns:a16="http://schemas.microsoft.com/office/drawing/2014/main" id="{C7D3246F-D0B7-8D25-5B5C-CEE0996453F8}"/>
              </a:ext>
            </a:extLst>
          </p:cNvPr>
          <p:cNvGrpSpPr/>
          <p:nvPr/>
        </p:nvGrpSpPr>
        <p:grpSpPr>
          <a:xfrm>
            <a:off x="2340357" y="3096170"/>
            <a:ext cx="4221931" cy="1223991"/>
            <a:chOff x="307181" y="887166"/>
            <a:chExt cx="1120429" cy="1113858"/>
          </a:xfrm>
        </p:grpSpPr>
        <p:sp>
          <p:nvSpPr>
            <p:cNvPr id="155" name="Google Shape;338;p49">
              <a:extLst>
                <a:ext uri="{FF2B5EF4-FFF2-40B4-BE49-F238E27FC236}">
                  <a16:creationId xmlns:a16="http://schemas.microsoft.com/office/drawing/2014/main" id="{471D94DF-CA28-7ADA-81D3-46ACE05F0D9B}"/>
                </a:ext>
              </a:extLst>
            </p:cNvPr>
            <p:cNvSpPr/>
            <p:nvPr/>
          </p:nvSpPr>
          <p:spPr>
            <a:xfrm>
              <a:off x="307181" y="887170"/>
              <a:ext cx="1120429" cy="1113854"/>
            </a:xfrm>
            <a:prstGeom prst="rect">
              <a:avLst/>
            </a:prstGeom>
            <a:noFill/>
            <a:ln>
              <a:solidFill>
                <a:schemeClr val="bg1">
                  <a:lumMod val="85000"/>
                </a:schemeClr>
              </a:solidFill>
            </a:ln>
          </p:spPr>
          <p:txBody>
            <a:bodyPr spcFirstLastPara="1" wrap="square" lIns="68580" tIns="617220" rIns="68580" bIns="68580" anchor="ctr" anchorCtr="0">
              <a:noAutofit/>
            </a:bodyPr>
            <a:lstStyle/>
            <a:p>
              <a:pPr algn="just" defTabSz="685800" rtl="1">
                <a:buSzPts val="1100"/>
                <a:defRPr/>
              </a:pPr>
              <a:endParaRPr lang="en-US" sz="1200" noProof="0"/>
            </a:p>
          </p:txBody>
        </p:sp>
        <p:grpSp>
          <p:nvGrpSpPr>
            <p:cNvPr id="156" name="Group 155">
              <a:extLst>
                <a:ext uri="{FF2B5EF4-FFF2-40B4-BE49-F238E27FC236}">
                  <a16:creationId xmlns:a16="http://schemas.microsoft.com/office/drawing/2014/main" id="{CEC82110-7E8B-6915-A9CC-5EDD477525EF}"/>
                </a:ext>
              </a:extLst>
            </p:cNvPr>
            <p:cNvGrpSpPr/>
            <p:nvPr/>
          </p:nvGrpSpPr>
          <p:grpSpPr>
            <a:xfrm>
              <a:off x="1197114" y="887166"/>
              <a:ext cx="230491" cy="217514"/>
              <a:chOff x="3947307" y="1317624"/>
              <a:chExt cx="305494" cy="288296"/>
            </a:xfrm>
          </p:grpSpPr>
          <p:sp>
            <p:nvSpPr>
              <p:cNvPr id="157" name="Google Shape;18399;p200">
                <a:extLst>
                  <a:ext uri="{FF2B5EF4-FFF2-40B4-BE49-F238E27FC236}">
                    <a16:creationId xmlns:a16="http://schemas.microsoft.com/office/drawing/2014/main" id="{4A293F49-8B27-82C5-5520-CEDEF62E424D}"/>
                  </a:ext>
                </a:extLst>
              </p:cNvPr>
              <p:cNvSpPr/>
              <p:nvPr/>
            </p:nvSpPr>
            <p:spPr>
              <a:xfrm rot="10800000">
                <a:off x="3999718" y="1317624"/>
                <a:ext cx="253083" cy="239853"/>
              </a:xfrm>
              <a:prstGeom prst="rect">
                <a:avLst/>
              </a:prstGeom>
              <a:solidFill>
                <a:srgbClr val="FFFFFF">
                  <a:lumMod val="85000"/>
                </a:srgbClr>
              </a:solidFill>
              <a:ln>
                <a:noFill/>
              </a:ln>
            </p:spPr>
            <p:txBody>
              <a:bodyPr spcFirstLastPara="1" wrap="square" lIns="62200" tIns="62200" rIns="62200" bIns="62200" anchor="ctr" anchorCtr="0">
                <a:noAutofit/>
              </a:bodyPr>
              <a:lstStyle/>
              <a:p>
                <a:pPr algn="just" defTabSz="914355">
                  <a:defRPr/>
                </a:pPr>
                <a:endParaRPr lang="en-US" sz="1200" noProof="0"/>
              </a:p>
            </p:txBody>
          </p:sp>
          <p:sp>
            <p:nvSpPr>
              <p:cNvPr id="158" name="Google Shape;18399;p200">
                <a:extLst>
                  <a:ext uri="{FF2B5EF4-FFF2-40B4-BE49-F238E27FC236}">
                    <a16:creationId xmlns:a16="http://schemas.microsoft.com/office/drawing/2014/main" id="{C50FEE19-4761-1D05-37C2-9992C9F62788}"/>
                  </a:ext>
                </a:extLst>
              </p:cNvPr>
              <p:cNvSpPr/>
              <p:nvPr/>
            </p:nvSpPr>
            <p:spPr>
              <a:xfrm rot="10800000">
                <a:off x="3947307" y="1366067"/>
                <a:ext cx="253083" cy="239853"/>
              </a:xfrm>
              <a:prstGeom prst="rect">
                <a:avLst/>
              </a:prstGeom>
              <a:ln/>
            </p:spPr>
            <p:style>
              <a:lnRef idx="3">
                <a:schemeClr val="lt1"/>
              </a:lnRef>
              <a:fillRef idx="1">
                <a:schemeClr val="accent1"/>
              </a:fillRef>
              <a:effectRef idx="1">
                <a:schemeClr val="accent1"/>
              </a:effectRef>
              <a:fontRef idx="minor">
                <a:schemeClr val="lt1"/>
              </a:fontRef>
            </p:style>
            <p:txBody>
              <a:bodyPr spcFirstLastPara="1" wrap="square" lIns="62200" tIns="62200" rIns="62200" bIns="62200" anchor="ctr" anchorCtr="0">
                <a:noAutofit/>
              </a:bodyPr>
              <a:lstStyle/>
              <a:p>
                <a:pPr algn="just" defTabSz="914355">
                  <a:defRPr/>
                </a:pPr>
                <a:endParaRPr lang="en-US" sz="1200" noProof="0"/>
              </a:p>
            </p:txBody>
          </p:sp>
        </p:grpSp>
      </p:grpSp>
      <p:grpSp>
        <p:nvGrpSpPr>
          <p:cNvPr id="159" name="Group 158">
            <a:extLst>
              <a:ext uri="{FF2B5EF4-FFF2-40B4-BE49-F238E27FC236}">
                <a16:creationId xmlns:a16="http://schemas.microsoft.com/office/drawing/2014/main" id="{5F5B298C-B1EF-820C-EDD5-3F9741DAE4D2}"/>
              </a:ext>
            </a:extLst>
          </p:cNvPr>
          <p:cNvGrpSpPr/>
          <p:nvPr/>
        </p:nvGrpSpPr>
        <p:grpSpPr>
          <a:xfrm>
            <a:off x="2340357" y="1808349"/>
            <a:ext cx="4194248" cy="1223994"/>
            <a:chOff x="307181" y="887166"/>
            <a:chExt cx="1120429" cy="1113858"/>
          </a:xfrm>
        </p:grpSpPr>
        <p:sp>
          <p:nvSpPr>
            <p:cNvPr id="160" name="Google Shape;338;p49">
              <a:extLst>
                <a:ext uri="{FF2B5EF4-FFF2-40B4-BE49-F238E27FC236}">
                  <a16:creationId xmlns:a16="http://schemas.microsoft.com/office/drawing/2014/main" id="{4C348D66-233D-D59E-0905-1D083A39EA40}"/>
                </a:ext>
              </a:extLst>
            </p:cNvPr>
            <p:cNvSpPr/>
            <p:nvPr/>
          </p:nvSpPr>
          <p:spPr>
            <a:xfrm>
              <a:off x="307181" y="887170"/>
              <a:ext cx="1120429" cy="1113854"/>
            </a:xfrm>
            <a:prstGeom prst="rect">
              <a:avLst/>
            </a:prstGeom>
            <a:noFill/>
            <a:ln>
              <a:solidFill>
                <a:schemeClr val="bg1">
                  <a:lumMod val="85000"/>
                </a:schemeClr>
              </a:solidFill>
            </a:ln>
          </p:spPr>
          <p:txBody>
            <a:bodyPr spcFirstLastPara="1" wrap="square" lIns="68580" tIns="617220" rIns="68580" bIns="68580" anchor="b" anchorCtr="0">
              <a:noAutofit/>
            </a:bodyPr>
            <a:lstStyle/>
            <a:p>
              <a:pPr algn="just" defTabSz="685800" rtl="1">
                <a:buSzPts val="1100"/>
                <a:defRPr/>
              </a:pPr>
              <a:endParaRPr lang="en-US" sz="1200" noProof="0"/>
            </a:p>
          </p:txBody>
        </p:sp>
        <p:grpSp>
          <p:nvGrpSpPr>
            <p:cNvPr id="161" name="Group 160">
              <a:extLst>
                <a:ext uri="{FF2B5EF4-FFF2-40B4-BE49-F238E27FC236}">
                  <a16:creationId xmlns:a16="http://schemas.microsoft.com/office/drawing/2014/main" id="{70FDDF8E-8DF4-62FB-70D4-805C34BFF938}"/>
                </a:ext>
              </a:extLst>
            </p:cNvPr>
            <p:cNvGrpSpPr/>
            <p:nvPr/>
          </p:nvGrpSpPr>
          <p:grpSpPr>
            <a:xfrm>
              <a:off x="1197114" y="887166"/>
              <a:ext cx="230491" cy="217514"/>
              <a:chOff x="3947307" y="1317624"/>
              <a:chExt cx="305494" cy="288296"/>
            </a:xfrm>
          </p:grpSpPr>
          <p:sp>
            <p:nvSpPr>
              <p:cNvPr id="162" name="Google Shape;18399;p200">
                <a:extLst>
                  <a:ext uri="{FF2B5EF4-FFF2-40B4-BE49-F238E27FC236}">
                    <a16:creationId xmlns:a16="http://schemas.microsoft.com/office/drawing/2014/main" id="{D838F373-1ABF-8535-1EAC-B30D71B0A8AC}"/>
                  </a:ext>
                </a:extLst>
              </p:cNvPr>
              <p:cNvSpPr/>
              <p:nvPr/>
            </p:nvSpPr>
            <p:spPr>
              <a:xfrm rot="10800000">
                <a:off x="3999718" y="1317624"/>
                <a:ext cx="253083" cy="239853"/>
              </a:xfrm>
              <a:prstGeom prst="rect">
                <a:avLst/>
              </a:prstGeom>
              <a:solidFill>
                <a:srgbClr val="FFFFFF">
                  <a:lumMod val="85000"/>
                </a:srgbClr>
              </a:solidFill>
              <a:ln>
                <a:noFill/>
              </a:ln>
            </p:spPr>
            <p:txBody>
              <a:bodyPr spcFirstLastPara="1" wrap="square" lIns="62200" tIns="62200" rIns="62200" bIns="62200" anchor="ctr" anchorCtr="0">
                <a:noAutofit/>
              </a:bodyPr>
              <a:lstStyle/>
              <a:p>
                <a:pPr algn="just" defTabSz="914355">
                  <a:defRPr/>
                </a:pPr>
                <a:endParaRPr lang="en-US" sz="1200" noProof="0"/>
              </a:p>
            </p:txBody>
          </p:sp>
          <p:sp>
            <p:nvSpPr>
              <p:cNvPr id="163" name="Google Shape;18399;p200">
                <a:extLst>
                  <a:ext uri="{FF2B5EF4-FFF2-40B4-BE49-F238E27FC236}">
                    <a16:creationId xmlns:a16="http://schemas.microsoft.com/office/drawing/2014/main" id="{35DF883C-62CA-8B49-9563-D35973ED06EC}"/>
                  </a:ext>
                </a:extLst>
              </p:cNvPr>
              <p:cNvSpPr/>
              <p:nvPr/>
            </p:nvSpPr>
            <p:spPr>
              <a:xfrm rot="10800000">
                <a:off x="3947307" y="1366067"/>
                <a:ext cx="253083" cy="239853"/>
              </a:xfrm>
              <a:prstGeom prst="rect">
                <a:avLst/>
              </a:prstGeom>
              <a:ln/>
            </p:spPr>
            <p:style>
              <a:lnRef idx="3">
                <a:schemeClr val="lt1"/>
              </a:lnRef>
              <a:fillRef idx="1">
                <a:schemeClr val="accent1"/>
              </a:fillRef>
              <a:effectRef idx="1">
                <a:schemeClr val="accent1"/>
              </a:effectRef>
              <a:fontRef idx="minor">
                <a:schemeClr val="lt1"/>
              </a:fontRef>
            </p:style>
            <p:txBody>
              <a:bodyPr spcFirstLastPara="1" wrap="square" lIns="62200" tIns="62200" rIns="62200" bIns="62200" anchor="ctr" anchorCtr="0">
                <a:noAutofit/>
              </a:bodyPr>
              <a:lstStyle/>
              <a:p>
                <a:pPr algn="just" defTabSz="914355">
                  <a:defRPr/>
                </a:pPr>
                <a:endParaRPr lang="en-US" sz="1200" noProof="0"/>
              </a:p>
            </p:txBody>
          </p:sp>
        </p:grpSp>
      </p:grpSp>
      <p:grpSp>
        <p:nvGrpSpPr>
          <p:cNvPr id="164" name="Group 163">
            <a:extLst>
              <a:ext uri="{FF2B5EF4-FFF2-40B4-BE49-F238E27FC236}">
                <a16:creationId xmlns:a16="http://schemas.microsoft.com/office/drawing/2014/main" id="{5F8F4CAA-FF6E-E5BB-2752-9A1C7C833CE2}"/>
              </a:ext>
            </a:extLst>
          </p:cNvPr>
          <p:cNvGrpSpPr/>
          <p:nvPr/>
        </p:nvGrpSpPr>
        <p:grpSpPr>
          <a:xfrm>
            <a:off x="6839533" y="4443776"/>
            <a:ext cx="4212517" cy="1225899"/>
            <a:chOff x="307181" y="887166"/>
            <a:chExt cx="1120429" cy="1113858"/>
          </a:xfrm>
        </p:grpSpPr>
        <p:sp>
          <p:nvSpPr>
            <p:cNvPr id="165" name="Google Shape;338;p49">
              <a:extLst>
                <a:ext uri="{FF2B5EF4-FFF2-40B4-BE49-F238E27FC236}">
                  <a16:creationId xmlns:a16="http://schemas.microsoft.com/office/drawing/2014/main" id="{E957F3ED-8653-9783-4085-BF1B11DA0206}"/>
                </a:ext>
              </a:extLst>
            </p:cNvPr>
            <p:cNvSpPr/>
            <p:nvPr/>
          </p:nvSpPr>
          <p:spPr>
            <a:xfrm>
              <a:off x="307181" y="887170"/>
              <a:ext cx="1120429" cy="1113854"/>
            </a:xfrm>
            <a:prstGeom prst="rect">
              <a:avLst/>
            </a:prstGeom>
            <a:noFill/>
            <a:ln>
              <a:solidFill>
                <a:schemeClr val="bg1">
                  <a:lumMod val="85000"/>
                </a:schemeClr>
              </a:solidFill>
            </a:ln>
          </p:spPr>
          <p:txBody>
            <a:bodyPr spcFirstLastPara="1" wrap="square" lIns="68580" tIns="617220" rIns="68580" bIns="68580" anchor="ctr" anchorCtr="0">
              <a:noAutofit/>
            </a:bodyPr>
            <a:lstStyle/>
            <a:p>
              <a:pPr algn="just" defTabSz="685800" rtl="1">
                <a:buSzPts val="1100"/>
                <a:defRPr/>
              </a:pPr>
              <a:endParaRPr lang="en-US" sz="1200" noProof="0"/>
            </a:p>
          </p:txBody>
        </p:sp>
        <p:grpSp>
          <p:nvGrpSpPr>
            <p:cNvPr id="166" name="Group 165">
              <a:extLst>
                <a:ext uri="{FF2B5EF4-FFF2-40B4-BE49-F238E27FC236}">
                  <a16:creationId xmlns:a16="http://schemas.microsoft.com/office/drawing/2014/main" id="{DA75C63C-9E10-B923-7F2A-66096B4A74FB}"/>
                </a:ext>
              </a:extLst>
            </p:cNvPr>
            <p:cNvGrpSpPr/>
            <p:nvPr/>
          </p:nvGrpSpPr>
          <p:grpSpPr>
            <a:xfrm>
              <a:off x="1197114" y="887166"/>
              <a:ext cx="230491" cy="217514"/>
              <a:chOff x="3947307" y="1317624"/>
              <a:chExt cx="305494" cy="288296"/>
            </a:xfrm>
          </p:grpSpPr>
          <p:sp>
            <p:nvSpPr>
              <p:cNvPr id="167" name="Google Shape;18399;p200">
                <a:extLst>
                  <a:ext uri="{FF2B5EF4-FFF2-40B4-BE49-F238E27FC236}">
                    <a16:creationId xmlns:a16="http://schemas.microsoft.com/office/drawing/2014/main" id="{79DD79B6-CF3F-E846-4485-051D7B1C4AB4}"/>
                  </a:ext>
                </a:extLst>
              </p:cNvPr>
              <p:cNvSpPr/>
              <p:nvPr/>
            </p:nvSpPr>
            <p:spPr>
              <a:xfrm rot="10800000">
                <a:off x="3999718" y="1317624"/>
                <a:ext cx="253083" cy="239853"/>
              </a:xfrm>
              <a:prstGeom prst="rect">
                <a:avLst/>
              </a:prstGeom>
              <a:solidFill>
                <a:srgbClr val="FFFFFF">
                  <a:lumMod val="85000"/>
                </a:srgbClr>
              </a:solidFill>
              <a:ln>
                <a:noFill/>
              </a:ln>
            </p:spPr>
            <p:txBody>
              <a:bodyPr spcFirstLastPara="1" wrap="square" lIns="62200" tIns="62200" rIns="62200" bIns="62200" anchor="ctr" anchorCtr="0">
                <a:noAutofit/>
              </a:bodyPr>
              <a:lstStyle/>
              <a:p>
                <a:pPr algn="just" defTabSz="914355">
                  <a:defRPr/>
                </a:pPr>
                <a:endParaRPr lang="en-US" sz="1200" noProof="0"/>
              </a:p>
            </p:txBody>
          </p:sp>
          <p:sp>
            <p:nvSpPr>
              <p:cNvPr id="168" name="Google Shape;18399;p200">
                <a:extLst>
                  <a:ext uri="{FF2B5EF4-FFF2-40B4-BE49-F238E27FC236}">
                    <a16:creationId xmlns:a16="http://schemas.microsoft.com/office/drawing/2014/main" id="{4D3498FE-082D-6D95-3F3D-26453A0EAE65}"/>
                  </a:ext>
                </a:extLst>
              </p:cNvPr>
              <p:cNvSpPr/>
              <p:nvPr/>
            </p:nvSpPr>
            <p:spPr>
              <a:xfrm rot="10800000">
                <a:off x="3947307" y="1366067"/>
                <a:ext cx="253083" cy="239853"/>
              </a:xfrm>
              <a:prstGeom prst="rect">
                <a:avLst/>
              </a:prstGeom>
              <a:ln/>
            </p:spPr>
            <p:style>
              <a:lnRef idx="3">
                <a:schemeClr val="lt1"/>
              </a:lnRef>
              <a:fillRef idx="1">
                <a:schemeClr val="accent1"/>
              </a:fillRef>
              <a:effectRef idx="1">
                <a:schemeClr val="accent1"/>
              </a:effectRef>
              <a:fontRef idx="minor">
                <a:schemeClr val="lt1"/>
              </a:fontRef>
            </p:style>
            <p:txBody>
              <a:bodyPr spcFirstLastPara="1" wrap="square" lIns="62200" tIns="62200" rIns="62200" bIns="62200" anchor="ctr" anchorCtr="0">
                <a:noAutofit/>
              </a:bodyPr>
              <a:lstStyle/>
              <a:p>
                <a:pPr algn="just" defTabSz="914355">
                  <a:defRPr/>
                </a:pPr>
                <a:endParaRPr lang="en-US" sz="1200" noProof="0"/>
              </a:p>
            </p:txBody>
          </p:sp>
        </p:grpSp>
      </p:grpSp>
      <p:sp>
        <p:nvSpPr>
          <p:cNvPr id="169" name="TextBox 168">
            <a:extLst>
              <a:ext uri="{FF2B5EF4-FFF2-40B4-BE49-F238E27FC236}">
                <a16:creationId xmlns:a16="http://schemas.microsoft.com/office/drawing/2014/main" id="{C6F03B60-06E6-404D-0093-B94E92149DED}"/>
              </a:ext>
            </a:extLst>
          </p:cNvPr>
          <p:cNvSpPr txBox="1"/>
          <p:nvPr/>
        </p:nvSpPr>
        <p:spPr>
          <a:xfrm>
            <a:off x="7003606" y="1825433"/>
            <a:ext cx="3844714" cy="1225899"/>
          </a:xfrm>
          <a:prstGeom prst="rect">
            <a:avLst/>
          </a:prstGeom>
          <a:noFill/>
        </p:spPr>
        <p:txBody>
          <a:bodyPr wrap="square" lIns="0" tIns="0" rIns="0" bIns="0" rtlCol="0" anchor="ctr">
            <a:noAutofit/>
          </a:bodyPr>
          <a:lstStyle/>
          <a:p>
            <a:pPr marL="171450" indent="-171450">
              <a:buFont typeface="Wingdings" panose="05000000000000000000" pitchFamily="2" charset="2"/>
              <a:buChar char="§"/>
            </a:pPr>
            <a:r>
              <a:rPr lang="en-US" sz="1200"/>
              <a:t>External stakeholders exist </a:t>
            </a:r>
            <a:r>
              <a:rPr lang="en-US" sz="1200" b="1"/>
              <a:t>outside formal organizational boundaries</a:t>
            </a:r>
            <a:r>
              <a:rPr lang="en-US" sz="1200"/>
              <a:t>, yet they shape the firm’s ability to operate.</a:t>
            </a:r>
            <a:endParaRPr lang="en-US" sz="1200">
              <a:latin typeface="+mj-lt"/>
            </a:endParaRPr>
          </a:p>
        </p:txBody>
      </p:sp>
      <p:sp>
        <p:nvSpPr>
          <p:cNvPr id="170" name="TextBox 169">
            <a:extLst>
              <a:ext uri="{FF2B5EF4-FFF2-40B4-BE49-F238E27FC236}">
                <a16:creationId xmlns:a16="http://schemas.microsoft.com/office/drawing/2014/main" id="{E85BB6B8-E900-EC7A-AF18-A010721E7DC7}"/>
              </a:ext>
            </a:extLst>
          </p:cNvPr>
          <p:cNvSpPr txBox="1"/>
          <p:nvPr/>
        </p:nvSpPr>
        <p:spPr>
          <a:xfrm>
            <a:off x="7003606" y="3141386"/>
            <a:ext cx="4212517" cy="1225899"/>
          </a:xfrm>
          <a:prstGeom prst="rect">
            <a:avLst/>
          </a:prstGeom>
          <a:noFill/>
        </p:spPr>
        <p:txBody>
          <a:bodyPr wrap="square" lIns="0" tIns="0" rIns="0" bIns="0" rtlCol="0" anchor="ctr">
            <a:noAutofit/>
          </a:bodyPr>
          <a:lstStyle/>
          <a:p>
            <a:pPr marL="171450" indent="-171450" algn="just">
              <a:buFont typeface="Wingdings" panose="05000000000000000000" pitchFamily="2" charset="2"/>
              <a:buChar char="§"/>
            </a:pPr>
            <a:r>
              <a:rPr lang="en-US" sz="1200"/>
              <a:t>Customers</a:t>
            </a:r>
          </a:p>
          <a:p>
            <a:pPr marL="171450" indent="-171450" algn="just">
              <a:buFont typeface="Wingdings" panose="05000000000000000000" pitchFamily="2" charset="2"/>
              <a:buChar char="§"/>
            </a:pPr>
            <a:r>
              <a:rPr lang="en-US" sz="1200"/>
              <a:t>Suppliers and vendors</a:t>
            </a:r>
          </a:p>
          <a:p>
            <a:pPr marL="171450" indent="-171450" algn="just">
              <a:buFont typeface="Wingdings" panose="05000000000000000000" pitchFamily="2" charset="2"/>
              <a:buChar char="§"/>
            </a:pPr>
            <a:r>
              <a:rPr lang="en-US" sz="1200"/>
              <a:t>Regulators &amp; government bodies</a:t>
            </a:r>
          </a:p>
          <a:p>
            <a:pPr marL="171450" indent="-171450" algn="just">
              <a:buFont typeface="Wingdings" panose="05000000000000000000" pitchFamily="2" charset="2"/>
              <a:buChar char="§"/>
            </a:pPr>
            <a:r>
              <a:rPr lang="en-US" sz="1200"/>
              <a:t>Local communities</a:t>
            </a:r>
          </a:p>
          <a:p>
            <a:pPr marL="171450" indent="-171450" algn="just">
              <a:buFont typeface="Wingdings" panose="05000000000000000000" pitchFamily="2" charset="2"/>
              <a:buChar char="§"/>
            </a:pPr>
            <a:r>
              <a:rPr lang="en-US" sz="1200"/>
              <a:t>Media &amp; civil society</a:t>
            </a:r>
          </a:p>
          <a:p>
            <a:pPr marL="171450" indent="-171450" algn="just">
              <a:buFont typeface="Wingdings" panose="05000000000000000000" pitchFamily="2" charset="2"/>
              <a:buChar char="§"/>
            </a:pPr>
            <a:r>
              <a:rPr lang="en-US" sz="1200"/>
              <a:t>Financial institutions</a:t>
            </a:r>
            <a:endParaRPr lang="en-US" sz="1200">
              <a:latin typeface="+mj-lt"/>
            </a:endParaRPr>
          </a:p>
        </p:txBody>
      </p:sp>
      <p:sp>
        <p:nvSpPr>
          <p:cNvPr id="171" name="TextBox 170">
            <a:extLst>
              <a:ext uri="{FF2B5EF4-FFF2-40B4-BE49-F238E27FC236}">
                <a16:creationId xmlns:a16="http://schemas.microsoft.com/office/drawing/2014/main" id="{FB51690C-0828-C01C-459D-EEB895166BBD}"/>
              </a:ext>
            </a:extLst>
          </p:cNvPr>
          <p:cNvSpPr txBox="1"/>
          <p:nvPr/>
        </p:nvSpPr>
        <p:spPr>
          <a:xfrm>
            <a:off x="7003606" y="4594382"/>
            <a:ext cx="3564261" cy="911291"/>
          </a:xfrm>
          <a:prstGeom prst="rect">
            <a:avLst/>
          </a:prstGeom>
          <a:noFill/>
        </p:spPr>
        <p:txBody>
          <a:bodyPr wrap="square" lIns="0" tIns="0" rIns="0" bIns="0" rtlCol="0" anchor="ctr">
            <a:noAutofit/>
          </a:bodyPr>
          <a:lstStyle/>
          <a:p>
            <a:pPr marL="171450" indent="-171450">
              <a:buFont typeface="Wingdings" panose="05000000000000000000" pitchFamily="2" charset="2"/>
              <a:buChar char="§"/>
            </a:pPr>
            <a:r>
              <a:rPr lang="en-US" sz="1200"/>
              <a:t>They grant the organization its </a:t>
            </a:r>
            <a:r>
              <a:rPr lang="en-US" sz="1200" i="1"/>
              <a:t>license to operate.</a:t>
            </a:r>
          </a:p>
          <a:p>
            <a:pPr marL="171450" indent="-171450">
              <a:buFont typeface="Wingdings" panose="05000000000000000000" pitchFamily="2" charset="2"/>
              <a:buChar char="§"/>
            </a:pPr>
            <a:r>
              <a:rPr lang="en-US" sz="1200"/>
              <a:t>They influence reputation, trust, &amp; validity.</a:t>
            </a:r>
          </a:p>
        </p:txBody>
      </p:sp>
      <p:grpSp>
        <p:nvGrpSpPr>
          <p:cNvPr id="172" name="Group 171">
            <a:extLst>
              <a:ext uri="{FF2B5EF4-FFF2-40B4-BE49-F238E27FC236}">
                <a16:creationId xmlns:a16="http://schemas.microsoft.com/office/drawing/2014/main" id="{186A5249-52B9-B7A3-3A27-833C2825AF0E}"/>
              </a:ext>
            </a:extLst>
          </p:cNvPr>
          <p:cNvGrpSpPr/>
          <p:nvPr/>
        </p:nvGrpSpPr>
        <p:grpSpPr>
          <a:xfrm>
            <a:off x="6829276" y="3120151"/>
            <a:ext cx="4212517" cy="1225899"/>
            <a:chOff x="307181" y="887166"/>
            <a:chExt cx="1120429" cy="1113858"/>
          </a:xfrm>
        </p:grpSpPr>
        <p:sp>
          <p:nvSpPr>
            <p:cNvPr id="173" name="Google Shape;338;p49">
              <a:extLst>
                <a:ext uri="{FF2B5EF4-FFF2-40B4-BE49-F238E27FC236}">
                  <a16:creationId xmlns:a16="http://schemas.microsoft.com/office/drawing/2014/main" id="{8607CBEE-EC2F-3E98-37C6-C900F98D609B}"/>
                </a:ext>
              </a:extLst>
            </p:cNvPr>
            <p:cNvSpPr/>
            <p:nvPr/>
          </p:nvSpPr>
          <p:spPr>
            <a:xfrm>
              <a:off x="307181" y="887170"/>
              <a:ext cx="1120429" cy="1113854"/>
            </a:xfrm>
            <a:prstGeom prst="rect">
              <a:avLst/>
            </a:prstGeom>
            <a:noFill/>
            <a:ln>
              <a:solidFill>
                <a:schemeClr val="bg1">
                  <a:lumMod val="85000"/>
                </a:schemeClr>
              </a:solidFill>
            </a:ln>
          </p:spPr>
          <p:txBody>
            <a:bodyPr spcFirstLastPara="1" wrap="square" lIns="68580" tIns="617220" rIns="68580" bIns="68580" anchor="ctr" anchorCtr="0">
              <a:noAutofit/>
            </a:bodyPr>
            <a:lstStyle/>
            <a:p>
              <a:pPr algn="just" defTabSz="685800" rtl="1">
                <a:buSzPts val="1100"/>
                <a:defRPr/>
              </a:pPr>
              <a:endParaRPr lang="en-US" sz="1200" noProof="0"/>
            </a:p>
          </p:txBody>
        </p:sp>
        <p:grpSp>
          <p:nvGrpSpPr>
            <p:cNvPr id="174" name="Group 173">
              <a:extLst>
                <a:ext uri="{FF2B5EF4-FFF2-40B4-BE49-F238E27FC236}">
                  <a16:creationId xmlns:a16="http://schemas.microsoft.com/office/drawing/2014/main" id="{F55AC3E5-8B30-808D-5DE0-C9ED0CE806BB}"/>
                </a:ext>
              </a:extLst>
            </p:cNvPr>
            <p:cNvGrpSpPr/>
            <p:nvPr/>
          </p:nvGrpSpPr>
          <p:grpSpPr>
            <a:xfrm>
              <a:off x="1197114" y="887166"/>
              <a:ext cx="230491" cy="217514"/>
              <a:chOff x="3947307" y="1317624"/>
              <a:chExt cx="305494" cy="288296"/>
            </a:xfrm>
          </p:grpSpPr>
          <p:sp>
            <p:nvSpPr>
              <p:cNvPr id="175" name="Google Shape;18399;p200">
                <a:extLst>
                  <a:ext uri="{FF2B5EF4-FFF2-40B4-BE49-F238E27FC236}">
                    <a16:creationId xmlns:a16="http://schemas.microsoft.com/office/drawing/2014/main" id="{435FAE8C-F80E-9470-0007-2DE2C9D58CD5}"/>
                  </a:ext>
                </a:extLst>
              </p:cNvPr>
              <p:cNvSpPr/>
              <p:nvPr/>
            </p:nvSpPr>
            <p:spPr>
              <a:xfrm rot="10800000">
                <a:off x="3999718" y="1317624"/>
                <a:ext cx="253083" cy="239853"/>
              </a:xfrm>
              <a:prstGeom prst="rect">
                <a:avLst/>
              </a:prstGeom>
              <a:solidFill>
                <a:srgbClr val="FFFFFF">
                  <a:lumMod val="85000"/>
                </a:srgbClr>
              </a:solidFill>
              <a:ln>
                <a:noFill/>
              </a:ln>
            </p:spPr>
            <p:txBody>
              <a:bodyPr spcFirstLastPara="1" wrap="square" lIns="62200" tIns="62200" rIns="62200" bIns="62200" anchor="ctr" anchorCtr="0">
                <a:noAutofit/>
              </a:bodyPr>
              <a:lstStyle/>
              <a:p>
                <a:pPr algn="just" defTabSz="914355">
                  <a:defRPr/>
                </a:pPr>
                <a:endParaRPr lang="en-US" sz="1200" noProof="0"/>
              </a:p>
            </p:txBody>
          </p:sp>
          <p:sp>
            <p:nvSpPr>
              <p:cNvPr id="176" name="Google Shape;18399;p200">
                <a:extLst>
                  <a:ext uri="{FF2B5EF4-FFF2-40B4-BE49-F238E27FC236}">
                    <a16:creationId xmlns:a16="http://schemas.microsoft.com/office/drawing/2014/main" id="{6D53606F-B3A6-CE3D-FC0F-AA28E24587F4}"/>
                  </a:ext>
                </a:extLst>
              </p:cNvPr>
              <p:cNvSpPr/>
              <p:nvPr/>
            </p:nvSpPr>
            <p:spPr>
              <a:xfrm rot="10800000">
                <a:off x="3947307" y="1366067"/>
                <a:ext cx="253083" cy="239853"/>
              </a:xfrm>
              <a:prstGeom prst="rect">
                <a:avLst/>
              </a:prstGeom>
              <a:ln/>
            </p:spPr>
            <p:style>
              <a:lnRef idx="3">
                <a:schemeClr val="lt1"/>
              </a:lnRef>
              <a:fillRef idx="1">
                <a:schemeClr val="accent1"/>
              </a:fillRef>
              <a:effectRef idx="1">
                <a:schemeClr val="accent1"/>
              </a:effectRef>
              <a:fontRef idx="minor">
                <a:schemeClr val="lt1"/>
              </a:fontRef>
            </p:style>
            <p:txBody>
              <a:bodyPr spcFirstLastPara="1" wrap="square" lIns="62200" tIns="62200" rIns="62200" bIns="62200" anchor="ctr" anchorCtr="0">
                <a:noAutofit/>
              </a:bodyPr>
              <a:lstStyle/>
              <a:p>
                <a:pPr algn="just" defTabSz="914355">
                  <a:defRPr/>
                </a:pPr>
                <a:endParaRPr lang="en-US" sz="1200" noProof="0"/>
              </a:p>
            </p:txBody>
          </p:sp>
        </p:grpSp>
      </p:grpSp>
      <p:grpSp>
        <p:nvGrpSpPr>
          <p:cNvPr id="177" name="Group 176">
            <a:extLst>
              <a:ext uri="{FF2B5EF4-FFF2-40B4-BE49-F238E27FC236}">
                <a16:creationId xmlns:a16="http://schemas.microsoft.com/office/drawing/2014/main" id="{B765D215-E951-6E44-A9CE-0FE9250F5EB7}"/>
              </a:ext>
            </a:extLst>
          </p:cNvPr>
          <p:cNvGrpSpPr/>
          <p:nvPr/>
        </p:nvGrpSpPr>
        <p:grpSpPr>
          <a:xfrm>
            <a:off x="6847564" y="1806443"/>
            <a:ext cx="4194248" cy="1225899"/>
            <a:chOff x="307181" y="887166"/>
            <a:chExt cx="1120429" cy="1113858"/>
          </a:xfrm>
        </p:grpSpPr>
        <p:sp>
          <p:nvSpPr>
            <p:cNvPr id="178" name="Google Shape;338;p49">
              <a:extLst>
                <a:ext uri="{FF2B5EF4-FFF2-40B4-BE49-F238E27FC236}">
                  <a16:creationId xmlns:a16="http://schemas.microsoft.com/office/drawing/2014/main" id="{D205B4D7-1319-B6C2-E326-5ED2FE4F6BDB}"/>
                </a:ext>
              </a:extLst>
            </p:cNvPr>
            <p:cNvSpPr/>
            <p:nvPr/>
          </p:nvSpPr>
          <p:spPr>
            <a:xfrm>
              <a:off x="307181" y="887170"/>
              <a:ext cx="1120429" cy="1113854"/>
            </a:xfrm>
            <a:prstGeom prst="rect">
              <a:avLst/>
            </a:prstGeom>
            <a:noFill/>
            <a:ln>
              <a:solidFill>
                <a:schemeClr val="bg1">
                  <a:lumMod val="85000"/>
                </a:schemeClr>
              </a:solidFill>
            </a:ln>
          </p:spPr>
          <p:txBody>
            <a:bodyPr spcFirstLastPara="1" wrap="square" lIns="68580" tIns="617220" rIns="68580" bIns="68580" anchor="b" anchorCtr="0">
              <a:noAutofit/>
            </a:bodyPr>
            <a:lstStyle/>
            <a:p>
              <a:pPr algn="just" defTabSz="685800" rtl="1">
                <a:buSzPts val="1100"/>
                <a:defRPr/>
              </a:pPr>
              <a:endParaRPr lang="en-US" sz="1200" noProof="0"/>
            </a:p>
          </p:txBody>
        </p:sp>
        <p:grpSp>
          <p:nvGrpSpPr>
            <p:cNvPr id="179" name="Group 178">
              <a:extLst>
                <a:ext uri="{FF2B5EF4-FFF2-40B4-BE49-F238E27FC236}">
                  <a16:creationId xmlns:a16="http://schemas.microsoft.com/office/drawing/2014/main" id="{6EDE351F-FE52-E817-423A-0296CF3FA8C9}"/>
                </a:ext>
              </a:extLst>
            </p:cNvPr>
            <p:cNvGrpSpPr/>
            <p:nvPr/>
          </p:nvGrpSpPr>
          <p:grpSpPr>
            <a:xfrm>
              <a:off x="1197114" y="887166"/>
              <a:ext cx="230491" cy="217514"/>
              <a:chOff x="3947307" y="1317624"/>
              <a:chExt cx="305494" cy="288296"/>
            </a:xfrm>
          </p:grpSpPr>
          <p:sp>
            <p:nvSpPr>
              <p:cNvPr id="180" name="Google Shape;18399;p200">
                <a:extLst>
                  <a:ext uri="{FF2B5EF4-FFF2-40B4-BE49-F238E27FC236}">
                    <a16:creationId xmlns:a16="http://schemas.microsoft.com/office/drawing/2014/main" id="{DF3C84A2-3008-D1C3-2330-D6E5295BBBEB}"/>
                  </a:ext>
                </a:extLst>
              </p:cNvPr>
              <p:cNvSpPr/>
              <p:nvPr/>
            </p:nvSpPr>
            <p:spPr>
              <a:xfrm rot="10800000">
                <a:off x="3999718" y="1317624"/>
                <a:ext cx="253083" cy="239853"/>
              </a:xfrm>
              <a:prstGeom prst="rect">
                <a:avLst/>
              </a:prstGeom>
              <a:solidFill>
                <a:srgbClr val="FFFFFF">
                  <a:lumMod val="85000"/>
                </a:srgbClr>
              </a:solidFill>
              <a:ln>
                <a:noFill/>
              </a:ln>
            </p:spPr>
            <p:txBody>
              <a:bodyPr spcFirstLastPara="1" wrap="square" lIns="62200" tIns="62200" rIns="62200" bIns="62200" anchor="ctr" anchorCtr="0">
                <a:noAutofit/>
              </a:bodyPr>
              <a:lstStyle/>
              <a:p>
                <a:pPr algn="just" defTabSz="914355">
                  <a:defRPr/>
                </a:pPr>
                <a:endParaRPr lang="en-US" sz="1200" noProof="0"/>
              </a:p>
            </p:txBody>
          </p:sp>
          <p:sp>
            <p:nvSpPr>
              <p:cNvPr id="181" name="Google Shape;18399;p200">
                <a:extLst>
                  <a:ext uri="{FF2B5EF4-FFF2-40B4-BE49-F238E27FC236}">
                    <a16:creationId xmlns:a16="http://schemas.microsoft.com/office/drawing/2014/main" id="{FFC0FF85-ADC8-4023-91B1-89C6923690DD}"/>
                  </a:ext>
                </a:extLst>
              </p:cNvPr>
              <p:cNvSpPr/>
              <p:nvPr/>
            </p:nvSpPr>
            <p:spPr>
              <a:xfrm rot="10800000">
                <a:off x="3947307" y="1366067"/>
                <a:ext cx="253083" cy="239853"/>
              </a:xfrm>
              <a:prstGeom prst="rect">
                <a:avLst/>
              </a:prstGeom>
              <a:ln/>
            </p:spPr>
            <p:style>
              <a:lnRef idx="3">
                <a:schemeClr val="lt1"/>
              </a:lnRef>
              <a:fillRef idx="1">
                <a:schemeClr val="accent1"/>
              </a:fillRef>
              <a:effectRef idx="1">
                <a:schemeClr val="accent1"/>
              </a:effectRef>
              <a:fontRef idx="minor">
                <a:schemeClr val="lt1"/>
              </a:fontRef>
            </p:style>
            <p:txBody>
              <a:bodyPr spcFirstLastPara="1" wrap="square" lIns="62200" tIns="62200" rIns="62200" bIns="62200" anchor="ctr" anchorCtr="0">
                <a:noAutofit/>
              </a:bodyPr>
              <a:lstStyle/>
              <a:p>
                <a:pPr algn="just" defTabSz="914355">
                  <a:defRPr/>
                </a:pPr>
                <a:endParaRPr lang="en-US" sz="1200" noProof="0"/>
              </a:p>
            </p:txBody>
          </p:sp>
        </p:grpSp>
      </p:grpSp>
      <p:sp>
        <p:nvSpPr>
          <p:cNvPr id="218" name="TextBox 217">
            <a:extLst>
              <a:ext uri="{FF2B5EF4-FFF2-40B4-BE49-F238E27FC236}">
                <a16:creationId xmlns:a16="http://schemas.microsoft.com/office/drawing/2014/main" id="{A5FCBCFE-323B-C04D-E1B3-A9955517A1AE}"/>
              </a:ext>
            </a:extLst>
          </p:cNvPr>
          <p:cNvSpPr txBox="1"/>
          <p:nvPr/>
        </p:nvSpPr>
        <p:spPr>
          <a:xfrm>
            <a:off x="276882" y="681025"/>
            <a:ext cx="11609683" cy="461665"/>
          </a:xfrm>
          <a:prstGeom prst="rect">
            <a:avLst/>
          </a:prstGeom>
          <a:noFill/>
        </p:spPr>
        <p:txBody>
          <a:bodyPr wrap="square">
            <a:spAutoFit/>
          </a:bodyPr>
          <a:lstStyle/>
          <a:p>
            <a:pPr algn="just"/>
            <a:r>
              <a:rPr lang="en-US" sz="1200" b="1"/>
              <a:t>Stakeholders</a:t>
            </a:r>
            <a:r>
              <a:rPr lang="en-US" sz="1200"/>
              <a:t> are individuals, groups or institutions that are </a:t>
            </a:r>
            <a:r>
              <a:rPr lang="en-US" sz="1200" b="1"/>
              <a:t>directly or indirectly connected </a:t>
            </a:r>
            <a:r>
              <a:rPr lang="en-US" sz="1200"/>
              <a:t>to an organization through </a:t>
            </a:r>
            <a:r>
              <a:rPr lang="en-US" sz="1200" b="1"/>
              <a:t>value creation, risk exposure or influence </a:t>
            </a:r>
            <a:r>
              <a:rPr lang="en-US" sz="1200"/>
              <a:t>and whose interests must be considered because the organization’s decisions can affect their </a:t>
            </a:r>
            <a:r>
              <a:rPr lang="en-US" sz="1200" b="1"/>
              <a:t>economic, social, environmental or regulatory outcomes.</a:t>
            </a:r>
          </a:p>
        </p:txBody>
      </p:sp>
      <p:sp>
        <p:nvSpPr>
          <p:cNvPr id="221" name="TextBox 220">
            <a:extLst>
              <a:ext uri="{FF2B5EF4-FFF2-40B4-BE49-F238E27FC236}">
                <a16:creationId xmlns:a16="http://schemas.microsoft.com/office/drawing/2014/main" id="{5521536F-276F-3301-2781-217469862FDF}"/>
              </a:ext>
            </a:extLst>
          </p:cNvPr>
          <p:cNvSpPr txBox="1"/>
          <p:nvPr/>
        </p:nvSpPr>
        <p:spPr>
          <a:xfrm>
            <a:off x="304764" y="5785161"/>
            <a:ext cx="11609683" cy="946837"/>
          </a:xfrm>
          <a:prstGeom prst="flowChartAlternateProcess">
            <a:avLst/>
          </a:prstGeom>
          <a:solidFill>
            <a:schemeClr val="accent1">
              <a:lumMod val="20000"/>
              <a:lumOff val="80000"/>
            </a:schemeClr>
          </a:solidFill>
          <a:ln>
            <a:noFill/>
          </a:ln>
          <a:effectLst>
            <a:outerShdw blurRad="44450" dist="27940" dir="5400000" algn="ctr">
              <a:srgbClr val="000000">
                <a:alpha val="32000"/>
              </a:srgbClr>
            </a:outerShdw>
          </a:effectLst>
        </p:spPr>
        <p:style>
          <a:lnRef idx="2">
            <a:schemeClr val="accent6"/>
          </a:lnRef>
          <a:fillRef idx="1">
            <a:schemeClr val="lt1"/>
          </a:fillRef>
          <a:effectRef idx="0">
            <a:schemeClr val="accent6"/>
          </a:effectRef>
          <a:fontRef idx="minor">
            <a:schemeClr val="dk1"/>
          </a:fontRef>
        </p:style>
        <p:txBody>
          <a:bodyPr wrap="square" lIns="91440" tIns="91440" rIns="91440" bIns="0" rtlCol="0">
            <a:noAutofit/>
          </a:bodyPr>
          <a:lstStyle/>
          <a:p>
            <a:pPr algn="just"/>
            <a:r>
              <a:rPr lang="en-US" sz="1200" b="1" i="1">
                <a:solidFill>
                  <a:schemeClr val="tx1"/>
                </a:solidFill>
              </a:rPr>
              <a:t>Did you know?</a:t>
            </a:r>
          </a:p>
          <a:p>
            <a:pPr algn="just"/>
            <a:endParaRPr lang="en-US" sz="1200" b="1" i="1"/>
          </a:p>
          <a:p>
            <a:pPr algn="just"/>
            <a:r>
              <a:rPr lang="en-US" sz="1200" i="1"/>
              <a:t>The modern business definition of stakeholder first appeared in a </a:t>
            </a:r>
            <a:r>
              <a:rPr lang="en-US" sz="1200" b="1" i="1"/>
              <a:t>1963’s internal memorandum </a:t>
            </a:r>
            <a:r>
              <a:rPr lang="en-US" sz="1200" i="1"/>
              <a:t>at the Stanford Research Institute. It was later popularized in the </a:t>
            </a:r>
            <a:r>
              <a:rPr lang="en-US" sz="1200" b="1" i="1"/>
              <a:t>1980s by R. Edward Freeman</a:t>
            </a:r>
            <a:r>
              <a:rPr lang="en-US" sz="1200" i="1"/>
              <a:t>, who stated that companies must serve more than just their owners to succeed long-term!</a:t>
            </a:r>
          </a:p>
        </p:txBody>
      </p:sp>
      <p:sp>
        <p:nvSpPr>
          <p:cNvPr id="107" name="TextBox 106">
            <a:extLst>
              <a:ext uri="{FF2B5EF4-FFF2-40B4-BE49-F238E27FC236}">
                <a16:creationId xmlns:a16="http://schemas.microsoft.com/office/drawing/2014/main" id="{AC87BAA6-7B81-BD70-A263-53309C2D78F7}"/>
              </a:ext>
            </a:extLst>
          </p:cNvPr>
          <p:cNvSpPr txBox="1"/>
          <p:nvPr/>
        </p:nvSpPr>
        <p:spPr>
          <a:xfrm>
            <a:off x="689026" y="1863528"/>
            <a:ext cx="1609279" cy="493417"/>
          </a:xfrm>
          <a:prstGeom prst="homePlat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200" b="1"/>
              <a:t>Meaning</a:t>
            </a:r>
          </a:p>
        </p:txBody>
      </p:sp>
      <p:sp>
        <p:nvSpPr>
          <p:cNvPr id="108" name="TextBox 107">
            <a:extLst>
              <a:ext uri="{FF2B5EF4-FFF2-40B4-BE49-F238E27FC236}">
                <a16:creationId xmlns:a16="http://schemas.microsoft.com/office/drawing/2014/main" id="{ECE37742-7ACF-CE09-6D97-F8FFC4C052F0}"/>
              </a:ext>
            </a:extLst>
          </p:cNvPr>
          <p:cNvSpPr txBox="1"/>
          <p:nvPr/>
        </p:nvSpPr>
        <p:spPr>
          <a:xfrm>
            <a:off x="695754" y="3108951"/>
            <a:ext cx="1595822" cy="493417"/>
          </a:xfrm>
          <a:prstGeom prst="homePlat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200" b="1"/>
              <a:t>Key groups</a:t>
            </a:r>
          </a:p>
        </p:txBody>
      </p:sp>
      <p:sp>
        <p:nvSpPr>
          <p:cNvPr id="109" name="TextBox 108">
            <a:extLst>
              <a:ext uri="{FF2B5EF4-FFF2-40B4-BE49-F238E27FC236}">
                <a16:creationId xmlns:a16="http://schemas.microsoft.com/office/drawing/2014/main" id="{1DC2126D-CCA9-421E-D257-3A8C5C5EE016}"/>
              </a:ext>
            </a:extLst>
          </p:cNvPr>
          <p:cNvSpPr txBox="1"/>
          <p:nvPr/>
        </p:nvSpPr>
        <p:spPr>
          <a:xfrm>
            <a:off x="680069" y="4464796"/>
            <a:ext cx="1609279" cy="493417"/>
          </a:xfrm>
          <a:prstGeom prst="homePlat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sz="1200" b="1"/>
              <a:t>Impact of Stakeholders</a:t>
            </a:r>
          </a:p>
        </p:txBody>
      </p:sp>
    </p:spTree>
    <p:custDataLst>
      <p:custData r:id="rId1"/>
    </p:custDataLst>
    <p:extLst>
      <p:ext uri="{BB962C8B-B14F-4D97-AF65-F5344CB8AC3E}">
        <p14:creationId xmlns:p14="http://schemas.microsoft.com/office/powerpoint/2010/main" val="927159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500"/>
                                        <p:tgtEl>
                                          <p:spTgt spid="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D5D78-4CF7-9F8D-D907-723BE9B7B865}"/>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19996D13-0B76-D481-B394-67D2E4728A11}"/>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en-US" sz="2400" b="1" i="0" u="none" strike="noStrike" kern="1200" cap="none" spc="0" normalizeH="0" baseline="0" noProof="0">
                <a:ln>
                  <a:noFill/>
                </a:ln>
                <a:solidFill>
                  <a:prstClr val="white"/>
                </a:solidFill>
                <a:effectLst/>
                <a:uLnTx/>
                <a:uFillTx/>
                <a:latin typeface="+mj-lt"/>
                <a:ea typeface="+mn-ea"/>
                <a:cs typeface="+mn-cs"/>
              </a:rPr>
              <a:t>Emerging Stakeholder Groups Globally</a:t>
            </a:r>
          </a:p>
        </p:txBody>
      </p:sp>
      <p:grpSp>
        <p:nvGrpSpPr>
          <p:cNvPr id="2" name="Group 1">
            <a:extLst>
              <a:ext uri="{FF2B5EF4-FFF2-40B4-BE49-F238E27FC236}">
                <a16:creationId xmlns:a16="http://schemas.microsoft.com/office/drawing/2014/main" id="{EDFEC115-77C8-40D6-9ACC-3644398C49FB}"/>
              </a:ext>
            </a:extLst>
          </p:cNvPr>
          <p:cNvGrpSpPr/>
          <p:nvPr/>
        </p:nvGrpSpPr>
        <p:grpSpPr>
          <a:xfrm>
            <a:off x="503380" y="1671396"/>
            <a:ext cx="5878946" cy="4718742"/>
            <a:chOff x="15875" y="1671396"/>
            <a:chExt cx="6080125" cy="4718742"/>
          </a:xfrm>
        </p:grpSpPr>
        <p:grpSp>
          <p:nvGrpSpPr>
            <p:cNvPr id="53" name="Group 52">
              <a:extLst>
                <a:ext uri="{FF2B5EF4-FFF2-40B4-BE49-F238E27FC236}">
                  <a16:creationId xmlns:a16="http://schemas.microsoft.com/office/drawing/2014/main" id="{8B7C97AB-F679-B406-D0CF-7A5A7D6362D9}"/>
                </a:ext>
              </a:extLst>
            </p:cNvPr>
            <p:cNvGrpSpPr/>
            <p:nvPr/>
          </p:nvGrpSpPr>
          <p:grpSpPr>
            <a:xfrm>
              <a:off x="15875" y="1671396"/>
              <a:ext cx="6080125" cy="1089239"/>
              <a:chOff x="554038" y="2023640"/>
              <a:chExt cx="6080125" cy="1198163"/>
            </a:xfrm>
          </p:grpSpPr>
          <p:grpSp>
            <p:nvGrpSpPr>
              <p:cNvPr id="54" name="Group 53">
                <a:extLst>
                  <a:ext uri="{FF2B5EF4-FFF2-40B4-BE49-F238E27FC236}">
                    <a16:creationId xmlns:a16="http://schemas.microsoft.com/office/drawing/2014/main" id="{134EF345-DCBD-5F86-973D-314D9BCB6B54}"/>
                  </a:ext>
                </a:extLst>
              </p:cNvPr>
              <p:cNvGrpSpPr/>
              <p:nvPr/>
            </p:nvGrpSpPr>
            <p:grpSpPr>
              <a:xfrm>
                <a:off x="554038" y="2023640"/>
                <a:ext cx="6080125" cy="1198163"/>
                <a:chOff x="554038" y="1908175"/>
                <a:chExt cx="6080125" cy="1308100"/>
              </a:xfrm>
            </p:grpSpPr>
            <p:sp>
              <p:nvSpPr>
                <p:cNvPr id="58" name="Freeform 6">
                  <a:extLst>
                    <a:ext uri="{FF2B5EF4-FFF2-40B4-BE49-F238E27FC236}">
                      <a16:creationId xmlns:a16="http://schemas.microsoft.com/office/drawing/2014/main" id="{D469352D-BCD7-2B2A-15FF-97945D796599}"/>
                    </a:ext>
                  </a:extLst>
                </p:cNvPr>
                <p:cNvSpPr>
                  <a:spLocks/>
                </p:cNvSpPr>
                <p:nvPr/>
              </p:nvSpPr>
              <p:spPr bwMode="auto">
                <a:xfrm>
                  <a:off x="554038" y="2003425"/>
                  <a:ext cx="2022475" cy="1212850"/>
                </a:xfrm>
                <a:custGeom>
                  <a:avLst/>
                  <a:gdLst>
                    <a:gd name="T0" fmla="*/ 632 w 1274"/>
                    <a:gd name="T1" fmla="*/ 0 h 764"/>
                    <a:gd name="T2" fmla="*/ 632 w 1274"/>
                    <a:gd name="T3" fmla="*/ 0 h 764"/>
                    <a:gd name="T4" fmla="*/ 664 w 1274"/>
                    <a:gd name="T5" fmla="*/ 2 h 764"/>
                    <a:gd name="T6" fmla="*/ 696 w 1274"/>
                    <a:gd name="T7" fmla="*/ 6 h 764"/>
                    <a:gd name="T8" fmla="*/ 726 w 1274"/>
                    <a:gd name="T9" fmla="*/ 14 h 764"/>
                    <a:gd name="T10" fmla="*/ 756 w 1274"/>
                    <a:gd name="T11" fmla="*/ 24 h 764"/>
                    <a:gd name="T12" fmla="*/ 784 w 1274"/>
                    <a:gd name="T13" fmla="*/ 36 h 764"/>
                    <a:gd name="T14" fmla="*/ 810 w 1274"/>
                    <a:gd name="T15" fmla="*/ 52 h 764"/>
                    <a:gd name="T16" fmla="*/ 838 w 1274"/>
                    <a:gd name="T17" fmla="*/ 70 h 764"/>
                    <a:gd name="T18" fmla="*/ 864 w 1274"/>
                    <a:gd name="T19" fmla="*/ 90 h 764"/>
                    <a:gd name="T20" fmla="*/ 890 w 1274"/>
                    <a:gd name="T21" fmla="*/ 114 h 764"/>
                    <a:gd name="T22" fmla="*/ 916 w 1274"/>
                    <a:gd name="T23" fmla="*/ 138 h 764"/>
                    <a:gd name="T24" fmla="*/ 970 w 1274"/>
                    <a:gd name="T25" fmla="*/ 194 h 764"/>
                    <a:gd name="T26" fmla="*/ 1026 w 1274"/>
                    <a:gd name="T27" fmla="*/ 256 h 764"/>
                    <a:gd name="T28" fmla="*/ 1088 w 1274"/>
                    <a:gd name="T29" fmla="*/ 326 h 764"/>
                    <a:gd name="T30" fmla="*/ 1088 w 1274"/>
                    <a:gd name="T31" fmla="*/ 326 h 764"/>
                    <a:gd name="T32" fmla="*/ 1106 w 1274"/>
                    <a:gd name="T33" fmla="*/ 342 h 764"/>
                    <a:gd name="T34" fmla="*/ 1122 w 1274"/>
                    <a:gd name="T35" fmla="*/ 352 h 764"/>
                    <a:gd name="T36" fmla="*/ 1138 w 1274"/>
                    <a:gd name="T37" fmla="*/ 358 h 764"/>
                    <a:gd name="T38" fmla="*/ 1156 w 1274"/>
                    <a:gd name="T39" fmla="*/ 360 h 764"/>
                    <a:gd name="T40" fmla="*/ 1172 w 1274"/>
                    <a:gd name="T41" fmla="*/ 358 h 764"/>
                    <a:gd name="T42" fmla="*/ 1186 w 1274"/>
                    <a:gd name="T43" fmla="*/ 354 h 764"/>
                    <a:gd name="T44" fmla="*/ 1202 w 1274"/>
                    <a:gd name="T45" fmla="*/ 346 h 764"/>
                    <a:gd name="T46" fmla="*/ 1216 w 1274"/>
                    <a:gd name="T47" fmla="*/ 338 h 764"/>
                    <a:gd name="T48" fmla="*/ 1228 w 1274"/>
                    <a:gd name="T49" fmla="*/ 328 h 764"/>
                    <a:gd name="T50" fmla="*/ 1240 w 1274"/>
                    <a:gd name="T51" fmla="*/ 316 h 764"/>
                    <a:gd name="T52" fmla="*/ 1258 w 1274"/>
                    <a:gd name="T53" fmla="*/ 296 h 764"/>
                    <a:gd name="T54" fmla="*/ 1270 w 1274"/>
                    <a:gd name="T55" fmla="*/ 280 h 764"/>
                    <a:gd name="T56" fmla="*/ 1274 w 1274"/>
                    <a:gd name="T57" fmla="*/ 274 h 764"/>
                    <a:gd name="T58" fmla="*/ 1274 w 1274"/>
                    <a:gd name="T59" fmla="*/ 274 h 764"/>
                    <a:gd name="T60" fmla="*/ 1074 w 1274"/>
                    <a:gd name="T61" fmla="*/ 476 h 764"/>
                    <a:gd name="T62" fmla="*/ 1074 w 1274"/>
                    <a:gd name="T63" fmla="*/ 476 h 764"/>
                    <a:gd name="T64" fmla="*/ 984 w 1274"/>
                    <a:gd name="T65" fmla="*/ 566 h 764"/>
                    <a:gd name="T66" fmla="*/ 934 w 1274"/>
                    <a:gd name="T67" fmla="*/ 614 h 764"/>
                    <a:gd name="T68" fmla="*/ 908 w 1274"/>
                    <a:gd name="T69" fmla="*/ 638 h 764"/>
                    <a:gd name="T70" fmla="*/ 882 w 1274"/>
                    <a:gd name="T71" fmla="*/ 660 h 764"/>
                    <a:gd name="T72" fmla="*/ 854 w 1274"/>
                    <a:gd name="T73" fmla="*/ 680 h 764"/>
                    <a:gd name="T74" fmla="*/ 826 w 1274"/>
                    <a:gd name="T75" fmla="*/ 700 h 764"/>
                    <a:gd name="T76" fmla="*/ 796 w 1274"/>
                    <a:gd name="T77" fmla="*/ 716 h 764"/>
                    <a:gd name="T78" fmla="*/ 766 w 1274"/>
                    <a:gd name="T79" fmla="*/ 732 h 764"/>
                    <a:gd name="T80" fmla="*/ 734 w 1274"/>
                    <a:gd name="T81" fmla="*/ 744 h 764"/>
                    <a:gd name="T82" fmla="*/ 700 w 1274"/>
                    <a:gd name="T83" fmla="*/ 754 h 764"/>
                    <a:gd name="T84" fmla="*/ 666 w 1274"/>
                    <a:gd name="T85" fmla="*/ 762 h 764"/>
                    <a:gd name="T86" fmla="*/ 632 w 1274"/>
                    <a:gd name="T87" fmla="*/ 764 h 764"/>
                    <a:gd name="T88" fmla="*/ 632 w 1274"/>
                    <a:gd name="T89" fmla="*/ 764 h 764"/>
                    <a:gd name="T90" fmla="*/ 302 w 1274"/>
                    <a:gd name="T91" fmla="*/ 764 h 764"/>
                    <a:gd name="T92" fmla="*/ 0 w 1274"/>
                    <a:gd name="T93" fmla="*/ 764 h 764"/>
                    <a:gd name="T94" fmla="*/ 0 w 1274"/>
                    <a:gd name="T95" fmla="*/ 0 h 764"/>
                    <a:gd name="T96" fmla="*/ 0 w 1274"/>
                    <a:gd name="T97" fmla="*/ 0 h 764"/>
                    <a:gd name="T98" fmla="*/ 632 w 1274"/>
                    <a:gd name="T99" fmla="*/ 0 h 764"/>
                    <a:gd name="T100" fmla="*/ 632 w 1274"/>
                    <a:gd name="T101" fmla="*/ 0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74" h="764">
                      <a:moveTo>
                        <a:pt x="632" y="0"/>
                      </a:moveTo>
                      <a:lnTo>
                        <a:pt x="632" y="0"/>
                      </a:lnTo>
                      <a:lnTo>
                        <a:pt x="664" y="2"/>
                      </a:lnTo>
                      <a:lnTo>
                        <a:pt x="696" y="6"/>
                      </a:lnTo>
                      <a:lnTo>
                        <a:pt x="726" y="14"/>
                      </a:lnTo>
                      <a:lnTo>
                        <a:pt x="756" y="24"/>
                      </a:lnTo>
                      <a:lnTo>
                        <a:pt x="784" y="36"/>
                      </a:lnTo>
                      <a:lnTo>
                        <a:pt x="810" y="52"/>
                      </a:lnTo>
                      <a:lnTo>
                        <a:pt x="838" y="70"/>
                      </a:lnTo>
                      <a:lnTo>
                        <a:pt x="864" y="90"/>
                      </a:lnTo>
                      <a:lnTo>
                        <a:pt x="890" y="114"/>
                      </a:lnTo>
                      <a:lnTo>
                        <a:pt x="916" y="138"/>
                      </a:lnTo>
                      <a:lnTo>
                        <a:pt x="970" y="194"/>
                      </a:lnTo>
                      <a:lnTo>
                        <a:pt x="1026" y="256"/>
                      </a:lnTo>
                      <a:lnTo>
                        <a:pt x="1088" y="326"/>
                      </a:lnTo>
                      <a:lnTo>
                        <a:pt x="1088" y="326"/>
                      </a:lnTo>
                      <a:lnTo>
                        <a:pt x="1106" y="342"/>
                      </a:lnTo>
                      <a:lnTo>
                        <a:pt x="1122" y="352"/>
                      </a:lnTo>
                      <a:lnTo>
                        <a:pt x="1138" y="358"/>
                      </a:lnTo>
                      <a:lnTo>
                        <a:pt x="1156" y="360"/>
                      </a:lnTo>
                      <a:lnTo>
                        <a:pt x="1172" y="358"/>
                      </a:lnTo>
                      <a:lnTo>
                        <a:pt x="1186" y="354"/>
                      </a:lnTo>
                      <a:lnTo>
                        <a:pt x="1202" y="346"/>
                      </a:lnTo>
                      <a:lnTo>
                        <a:pt x="1216" y="338"/>
                      </a:lnTo>
                      <a:lnTo>
                        <a:pt x="1228" y="328"/>
                      </a:lnTo>
                      <a:lnTo>
                        <a:pt x="1240" y="316"/>
                      </a:lnTo>
                      <a:lnTo>
                        <a:pt x="1258" y="296"/>
                      </a:lnTo>
                      <a:lnTo>
                        <a:pt x="1270" y="280"/>
                      </a:lnTo>
                      <a:lnTo>
                        <a:pt x="1274" y="274"/>
                      </a:lnTo>
                      <a:lnTo>
                        <a:pt x="1274" y="274"/>
                      </a:lnTo>
                      <a:lnTo>
                        <a:pt x="1074" y="476"/>
                      </a:lnTo>
                      <a:lnTo>
                        <a:pt x="1074" y="476"/>
                      </a:lnTo>
                      <a:lnTo>
                        <a:pt x="984" y="566"/>
                      </a:lnTo>
                      <a:lnTo>
                        <a:pt x="934" y="614"/>
                      </a:lnTo>
                      <a:lnTo>
                        <a:pt x="908" y="638"/>
                      </a:lnTo>
                      <a:lnTo>
                        <a:pt x="882" y="660"/>
                      </a:lnTo>
                      <a:lnTo>
                        <a:pt x="854" y="680"/>
                      </a:lnTo>
                      <a:lnTo>
                        <a:pt x="826" y="700"/>
                      </a:lnTo>
                      <a:lnTo>
                        <a:pt x="796" y="716"/>
                      </a:lnTo>
                      <a:lnTo>
                        <a:pt x="766" y="732"/>
                      </a:lnTo>
                      <a:lnTo>
                        <a:pt x="734" y="744"/>
                      </a:lnTo>
                      <a:lnTo>
                        <a:pt x="700" y="754"/>
                      </a:lnTo>
                      <a:lnTo>
                        <a:pt x="666" y="762"/>
                      </a:lnTo>
                      <a:lnTo>
                        <a:pt x="632" y="764"/>
                      </a:lnTo>
                      <a:lnTo>
                        <a:pt x="632" y="764"/>
                      </a:lnTo>
                      <a:lnTo>
                        <a:pt x="302" y="764"/>
                      </a:lnTo>
                      <a:lnTo>
                        <a:pt x="0" y="764"/>
                      </a:lnTo>
                      <a:lnTo>
                        <a:pt x="0" y="0"/>
                      </a:lnTo>
                      <a:lnTo>
                        <a:pt x="0" y="0"/>
                      </a:lnTo>
                      <a:lnTo>
                        <a:pt x="632" y="0"/>
                      </a:lnTo>
                      <a:lnTo>
                        <a:pt x="632" y="0"/>
                      </a:lnTo>
                      <a:close/>
                    </a:path>
                  </a:pathLst>
                </a:custGeom>
                <a:solidFill>
                  <a:schemeClr val="bg2"/>
                </a:solidFill>
                <a:ln>
                  <a:solidFill>
                    <a:schemeClr val="accent1"/>
                  </a:solidFill>
                </a:ln>
              </p:spPr>
              <p:txBody>
                <a:bodyPr vert="horz" wrap="square" lIns="91440" tIns="45720" rIns="91440" bIns="45720" numCol="1" anchor="t" anchorCtr="0" compatLnSpc="1">
                  <a:prstTxWarp prst="textNoShape">
                    <a:avLst/>
                  </a:prstTxWarp>
                </a:bodyPr>
                <a:lstStyle/>
                <a:p>
                  <a:endParaRPr lang="en-GB"/>
                </a:p>
              </p:txBody>
            </p:sp>
            <p:sp>
              <p:nvSpPr>
                <p:cNvPr id="59" name="Freeform 7">
                  <a:extLst>
                    <a:ext uri="{FF2B5EF4-FFF2-40B4-BE49-F238E27FC236}">
                      <a16:creationId xmlns:a16="http://schemas.microsoft.com/office/drawing/2014/main" id="{FCAB4BB3-940C-8977-78C0-A1A2CF914F59}"/>
                    </a:ext>
                  </a:extLst>
                </p:cNvPr>
                <p:cNvSpPr>
                  <a:spLocks/>
                </p:cNvSpPr>
                <p:nvPr/>
              </p:nvSpPr>
              <p:spPr bwMode="auto">
                <a:xfrm>
                  <a:off x="1919288" y="1908175"/>
                  <a:ext cx="4714875" cy="1212850"/>
                </a:xfrm>
                <a:custGeom>
                  <a:avLst/>
                  <a:gdLst>
                    <a:gd name="T0" fmla="*/ 852 w 2970"/>
                    <a:gd name="T1" fmla="*/ 0 h 764"/>
                    <a:gd name="T2" fmla="*/ 852 w 2970"/>
                    <a:gd name="T3" fmla="*/ 0 h 764"/>
                    <a:gd name="T4" fmla="*/ 818 w 2970"/>
                    <a:gd name="T5" fmla="*/ 2 h 764"/>
                    <a:gd name="T6" fmla="*/ 784 w 2970"/>
                    <a:gd name="T7" fmla="*/ 8 h 764"/>
                    <a:gd name="T8" fmla="*/ 750 w 2970"/>
                    <a:gd name="T9" fmla="*/ 18 h 764"/>
                    <a:gd name="T10" fmla="*/ 716 w 2970"/>
                    <a:gd name="T11" fmla="*/ 32 h 764"/>
                    <a:gd name="T12" fmla="*/ 684 w 2970"/>
                    <a:gd name="T13" fmla="*/ 48 h 764"/>
                    <a:gd name="T14" fmla="*/ 652 w 2970"/>
                    <a:gd name="T15" fmla="*/ 66 h 764"/>
                    <a:gd name="T16" fmla="*/ 620 w 2970"/>
                    <a:gd name="T17" fmla="*/ 88 h 764"/>
                    <a:gd name="T18" fmla="*/ 588 w 2970"/>
                    <a:gd name="T19" fmla="*/ 110 h 764"/>
                    <a:gd name="T20" fmla="*/ 558 w 2970"/>
                    <a:gd name="T21" fmla="*/ 134 h 764"/>
                    <a:gd name="T22" fmla="*/ 528 w 2970"/>
                    <a:gd name="T23" fmla="*/ 162 h 764"/>
                    <a:gd name="T24" fmla="*/ 500 w 2970"/>
                    <a:gd name="T25" fmla="*/ 188 h 764"/>
                    <a:gd name="T26" fmla="*/ 472 w 2970"/>
                    <a:gd name="T27" fmla="*/ 216 h 764"/>
                    <a:gd name="T28" fmla="*/ 418 w 2970"/>
                    <a:gd name="T29" fmla="*/ 274 h 764"/>
                    <a:gd name="T30" fmla="*/ 370 w 2970"/>
                    <a:gd name="T31" fmla="*/ 330 h 764"/>
                    <a:gd name="T32" fmla="*/ 370 w 2970"/>
                    <a:gd name="T33" fmla="*/ 330 h 764"/>
                    <a:gd name="T34" fmla="*/ 220 w 2970"/>
                    <a:gd name="T35" fmla="*/ 498 h 764"/>
                    <a:gd name="T36" fmla="*/ 104 w 2970"/>
                    <a:gd name="T37" fmla="*/ 626 h 764"/>
                    <a:gd name="T38" fmla="*/ 26 w 2970"/>
                    <a:gd name="T39" fmla="*/ 708 h 764"/>
                    <a:gd name="T40" fmla="*/ 0 w 2970"/>
                    <a:gd name="T41" fmla="*/ 736 h 764"/>
                    <a:gd name="T42" fmla="*/ 0 w 2970"/>
                    <a:gd name="T43" fmla="*/ 736 h 764"/>
                    <a:gd name="T44" fmla="*/ 392 w 2970"/>
                    <a:gd name="T45" fmla="*/ 456 h 764"/>
                    <a:gd name="T46" fmla="*/ 392 w 2970"/>
                    <a:gd name="T47" fmla="*/ 456 h 764"/>
                    <a:gd name="T48" fmla="*/ 430 w 2970"/>
                    <a:gd name="T49" fmla="*/ 500 h 764"/>
                    <a:gd name="T50" fmla="*/ 474 w 2970"/>
                    <a:gd name="T51" fmla="*/ 548 h 764"/>
                    <a:gd name="T52" fmla="*/ 528 w 2970"/>
                    <a:gd name="T53" fmla="*/ 600 h 764"/>
                    <a:gd name="T54" fmla="*/ 556 w 2970"/>
                    <a:gd name="T55" fmla="*/ 624 h 764"/>
                    <a:gd name="T56" fmla="*/ 586 w 2970"/>
                    <a:gd name="T57" fmla="*/ 650 h 764"/>
                    <a:gd name="T58" fmla="*/ 616 w 2970"/>
                    <a:gd name="T59" fmla="*/ 672 h 764"/>
                    <a:gd name="T60" fmla="*/ 648 w 2970"/>
                    <a:gd name="T61" fmla="*/ 694 h 764"/>
                    <a:gd name="T62" fmla="*/ 682 w 2970"/>
                    <a:gd name="T63" fmla="*/ 714 h 764"/>
                    <a:gd name="T64" fmla="*/ 714 w 2970"/>
                    <a:gd name="T65" fmla="*/ 732 h 764"/>
                    <a:gd name="T66" fmla="*/ 748 w 2970"/>
                    <a:gd name="T67" fmla="*/ 746 h 764"/>
                    <a:gd name="T68" fmla="*/ 782 w 2970"/>
                    <a:gd name="T69" fmla="*/ 756 h 764"/>
                    <a:gd name="T70" fmla="*/ 818 w 2970"/>
                    <a:gd name="T71" fmla="*/ 762 h 764"/>
                    <a:gd name="T72" fmla="*/ 852 w 2970"/>
                    <a:gd name="T73" fmla="*/ 764 h 764"/>
                    <a:gd name="T74" fmla="*/ 852 w 2970"/>
                    <a:gd name="T75" fmla="*/ 764 h 764"/>
                    <a:gd name="T76" fmla="*/ 2970 w 2970"/>
                    <a:gd name="T77" fmla="*/ 764 h 764"/>
                    <a:gd name="T78" fmla="*/ 2970 w 2970"/>
                    <a:gd name="T79" fmla="*/ 0 h 764"/>
                    <a:gd name="T80" fmla="*/ 2970 w 2970"/>
                    <a:gd name="T81" fmla="*/ 0 h 764"/>
                    <a:gd name="T82" fmla="*/ 852 w 2970"/>
                    <a:gd name="T83" fmla="*/ 0 h 764"/>
                    <a:gd name="T84" fmla="*/ 852 w 2970"/>
                    <a:gd name="T85" fmla="*/ 0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70" h="764">
                      <a:moveTo>
                        <a:pt x="852" y="0"/>
                      </a:moveTo>
                      <a:lnTo>
                        <a:pt x="852" y="0"/>
                      </a:lnTo>
                      <a:lnTo>
                        <a:pt x="818" y="2"/>
                      </a:lnTo>
                      <a:lnTo>
                        <a:pt x="784" y="8"/>
                      </a:lnTo>
                      <a:lnTo>
                        <a:pt x="750" y="18"/>
                      </a:lnTo>
                      <a:lnTo>
                        <a:pt x="716" y="32"/>
                      </a:lnTo>
                      <a:lnTo>
                        <a:pt x="684" y="48"/>
                      </a:lnTo>
                      <a:lnTo>
                        <a:pt x="652" y="66"/>
                      </a:lnTo>
                      <a:lnTo>
                        <a:pt x="620" y="88"/>
                      </a:lnTo>
                      <a:lnTo>
                        <a:pt x="588" y="110"/>
                      </a:lnTo>
                      <a:lnTo>
                        <a:pt x="558" y="134"/>
                      </a:lnTo>
                      <a:lnTo>
                        <a:pt x="528" y="162"/>
                      </a:lnTo>
                      <a:lnTo>
                        <a:pt x="500" y="188"/>
                      </a:lnTo>
                      <a:lnTo>
                        <a:pt x="472" y="216"/>
                      </a:lnTo>
                      <a:lnTo>
                        <a:pt x="418" y="274"/>
                      </a:lnTo>
                      <a:lnTo>
                        <a:pt x="370" y="330"/>
                      </a:lnTo>
                      <a:lnTo>
                        <a:pt x="370" y="330"/>
                      </a:lnTo>
                      <a:lnTo>
                        <a:pt x="220" y="498"/>
                      </a:lnTo>
                      <a:lnTo>
                        <a:pt x="104" y="626"/>
                      </a:lnTo>
                      <a:lnTo>
                        <a:pt x="26" y="708"/>
                      </a:lnTo>
                      <a:lnTo>
                        <a:pt x="0" y="736"/>
                      </a:lnTo>
                      <a:lnTo>
                        <a:pt x="0" y="736"/>
                      </a:lnTo>
                      <a:lnTo>
                        <a:pt x="392" y="456"/>
                      </a:lnTo>
                      <a:lnTo>
                        <a:pt x="392" y="456"/>
                      </a:lnTo>
                      <a:lnTo>
                        <a:pt x="430" y="500"/>
                      </a:lnTo>
                      <a:lnTo>
                        <a:pt x="474" y="548"/>
                      </a:lnTo>
                      <a:lnTo>
                        <a:pt x="528" y="600"/>
                      </a:lnTo>
                      <a:lnTo>
                        <a:pt x="556" y="624"/>
                      </a:lnTo>
                      <a:lnTo>
                        <a:pt x="586" y="650"/>
                      </a:lnTo>
                      <a:lnTo>
                        <a:pt x="616" y="672"/>
                      </a:lnTo>
                      <a:lnTo>
                        <a:pt x="648" y="694"/>
                      </a:lnTo>
                      <a:lnTo>
                        <a:pt x="682" y="714"/>
                      </a:lnTo>
                      <a:lnTo>
                        <a:pt x="714" y="732"/>
                      </a:lnTo>
                      <a:lnTo>
                        <a:pt x="748" y="746"/>
                      </a:lnTo>
                      <a:lnTo>
                        <a:pt x="782" y="756"/>
                      </a:lnTo>
                      <a:lnTo>
                        <a:pt x="818" y="762"/>
                      </a:lnTo>
                      <a:lnTo>
                        <a:pt x="852" y="764"/>
                      </a:lnTo>
                      <a:lnTo>
                        <a:pt x="852" y="764"/>
                      </a:lnTo>
                      <a:lnTo>
                        <a:pt x="2970" y="764"/>
                      </a:lnTo>
                      <a:lnTo>
                        <a:pt x="2970" y="0"/>
                      </a:lnTo>
                      <a:lnTo>
                        <a:pt x="2970" y="0"/>
                      </a:lnTo>
                      <a:lnTo>
                        <a:pt x="852" y="0"/>
                      </a:lnTo>
                      <a:lnTo>
                        <a:pt x="852" y="0"/>
                      </a:lnTo>
                      <a:close/>
                    </a:path>
                  </a:pathLst>
                </a:custGeom>
                <a:ln/>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GB"/>
                </a:p>
              </p:txBody>
            </p:sp>
          </p:grpSp>
          <p:sp>
            <p:nvSpPr>
              <p:cNvPr id="55" name="Rectangle 54">
                <a:extLst>
                  <a:ext uri="{FF2B5EF4-FFF2-40B4-BE49-F238E27FC236}">
                    <a16:creationId xmlns:a16="http://schemas.microsoft.com/office/drawing/2014/main" id="{190381E2-999D-2D53-ED78-4E5571877BE9}"/>
                  </a:ext>
                </a:extLst>
              </p:cNvPr>
              <p:cNvSpPr/>
              <p:nvPr/>
            </p:nvSpPr>
            <p:spPr>
              <a:xfrm>
                <a:off x="3186459" y="2395050"/>
                <a:ext cx="3384376" cy="338555"/>
              </a:xfrm>
              <a:prstGeom prst="rect">
                <a:avLst/>
              </a:prstGeom>
            </p:spPr>
            <p:txBody>
              <a:bodyPr wrap="square">
                <a:spAutoFit/>
              </a:bodyPr>
              <a:lstStyle/>
              <a:p>
                <a:pPr>
                  <a:spcAft>
                    <a:spcPts val="600"/>
                  </a:spcAft>
                </a:pPr>
                <a:r>
                  <a:rPr lang="en-GB" sz="1400" b="1" i="1" dirty="0">
                    <a:solidFill>
                      <a:schemeClr val="bg2"/>
                    </a:solidFill>
                  </a:rPr>
                  <a:t>International Organizations </a:t>
                </a:r>
              </a:p>
            </p:txBody>
          </p:sp>
          <p:sp>
            <p:nvSpPr>
              <p:cNvPr id="56" name="Rectangle 55">
                <a:extLst>
                  <a:ext uri="{FF2B5EF4-FFF2-40B4-BE49-F238E27FC236}">
                    <a16:creationId xmlns:a16="http://schemas.microsoft.com/office/drawing/2014/main" id="{A72FCD38-92C0-58F7-F916-5B8304976047}"/>
                  </a:ext>
                </a:extLst>
              </p:cNvPr>
              <p:cNvSpPr/>
              <p:nvPr/>
            </p:nvSpPr>
            <p:spPr>
              <a:xfrm>
                <a:off x="666180" y="2769066"/>
                <a:ext cx="1152128" cy="338554"/>
              </a:xfrm>
              <a:prstGeom prst="rect">
                <a:avLst/>
              </a:prstGeom>
            </p:spPr>
            <p:txBody>
              <a:bodyPr wrap="square">
                <a:spAutoFit/>
              </a:bodyPr>
              <a:lstStyle/>
              <a:p>
                <a:endParaRPr lang="en-GB" sz="1600">
                  <a:solidFill>
                    <a:schemeClr val="tx2"/>
                  </a:solidFill>
                  <a:latin typeface="Georgia" pitchFamily="18" charset="0"/>
                </a:endParaRPr>
              </a:p>
            </p:txBody>
          </p:sp>
          <p:sp>
            <p:nvSpPr>
              <p:cNvPr id="57" name="Rectangle 56">
                <a:extLst>
                  <a:ext uri="{FF2B5EF4-FFF2-40B4-BE49-F238E27FC236}">
                    <a16:creationId xmlns:a16="http://schemas.microsoft.com/office/drawing/2014/main" id="{DBC4EF9F-2FF0-36B7-2A1A-A5C639EAD651}"/>
                  </a:ext>
                </a:extLst>
              </p:cNvPr>
              <p:cNvSpPr/>
              <p:nvPr/>
            </p:nvSpPr>
            <p:spPr>
              <a:xfrm>
                <a:off x="660600" y="2158399"/>
                <a:ext cx="1152128" cy="930303"/>
              </a:xfrm>
              <a:prstGeom prst="rect">
                <a:avLst/>
              </a:prstGeom>
            </p:spPr>
            <p:txBody>
              <a:bodyPr wrap="square">
                <a:spAutoFit/>
              </a:bodyPr>
              <a:lstStyle/>
              <a:p>
                <a:r>
                  <a:rPr lang="en-GB" sz="4800" b="1">
                    <a:solidFill>
                      <a:schemeClr val="accent1"/>
                    </a:solidFill>
                    <a:latin typeface="Georgia" pitchFamily="18" charset="0"/>
                  </a:rPr>
                  <a:t>01</a:t>
                </a:r>
                <a:endParaRPr lang="en-GB" sz="4800">
                  <a:solidFill>
                    <a:schemeClr val="accent1"/>
                  </a:solidFill>
                  <a:latin typeface="Georgia" pitchFamily="18" charset="0"/>
                </a:endParaRPr>
              </a:p>
            </p:txBody>
          </p:sp>
        </p:grpSp>
        <p:grpSp>
          <p:nvGrpSpPr>
            <p:cNvPr id="60" name="Group 59">
              <a:extLst>
                <a:ext uri="{FF2B5EF4-FFF2-40B4-BE49-F238E27FC236}">
                  <a16:creationId xmlns:a16="http://schemas.microsoft.com/office/drawing/2014/main" id="{D7487D6C-5934-64B4-40AA-0B3355B6E359}"/>
                </a:ext>
              </a:extLst>
            </p:cNvPr>
            <p:cNvGrpSpPr/>
            <p:nvPr/>
          </p:nvGrpSpPr>
          <p:grpSpPr>
            <a:xfrm>
              <a:off x="15875" y="2881433"/>
              <a:ext cx="6080125" cy="1089239"/>
              <a:chOff x="554038" y="3276575"/>
              <a:chExt cx="6080125" cy="1198163"/>
            </a:xfrm>
          </p:grpSpPr>
          <p:grpSp>
            <p:nvGrpSpPr>
              <p:cNvPr id="61" name="Group 60">
                <a:extLst>
                  <a:ext uri="{FF2B5EF4-FFF2-40B4-BE49-F238E27FC236}">
                    <a16:creationId xmlns:a16="http://schemas.microsoft.com/office/drawing/2014/main" id="{C37FF179-7639-573E-D46A-0C736BDF71F7}"/>
                  </a:ext>
                </a:extLst>
              </p:cNvPr>
              <p:cNvGrpSpPr/>
              <p:nvPr/>
            </p:nvGrpSpPr>
            <p:grpSpPr>
              <a:xfrm>
                <a:off x="554038" y="3276575"/>
                <a:ext cx="6080125" cy="1198163"/>
                <a:chOff x="554038" y="1908175"/>
                <a:chExt cx="6080125" cy="1308100"/>
              </a:xfrm>
            </p:grpSpPr>
            <p:sp>
              <p:nvSpPr>
                <p:cNvPr id="65" name="Freeform 6">
                  <a:extLst>
                    <a:ext uri="{FF2B5EF4-FFF2-40B4-BE49-F238E27FC236}">
                      <a16:creationId xmlns:a16="http://schemas.microsoft.com/office/drawing/2014/main" id="{9353AC6A-C2C9-C2BF-93DB-79F1DB230D61}"/>
                    </a:ext>
                  </a:extLst>
                </p:cNvPr>
                <p:cNvSpPr>
                  <a:spLocks/>
                </p:cNvSpPr>
                <p:nvPr/>
              </p:nvSpPr>
              <p:spPr bwMode="auto">
                <a:xfrm>
                  <a:off x="554038" y="2003425"/>
                  <a:ext cx="2022475" cy="1212850"/>
                </a:xfrm>
                <a:custGeom>
                  <a:avLst/>
                  <a:gdLst>
                    <a:gd name="T0" fmla="*/ 632 w 1274"/>
                    <a:gd name="T1" fmla="*/ 0 h 764"/>
                    <a:gd name="T2" fmla="*/ 632 w 1274"/>
                    <a:gd name="T3" fmla="*/ 0 h 764"/>
                    <a:gd name="T4" fmla="*/ 664 w 1274"/>
                    <a:gd name="T5" fmla="*/ 2 h 764"/>
                    <a:gd name="T6" fmla="*/ 696 w 1274"/>
                    <a:gd name="T7" fmla="*/ 6 h 764"/>
                    <a:gd name="T8" fmla="*/ 726 w 1274"/>
                    <a:gd name="T9" fmla="*/ 14 h 764"/>
                    <a:gd name="T10" fmla="*/ 756 w 1274"/>
                    <a:gd name="T11" fmla="*/ 24 h 764"/>
                    <a:gd name="T12" fmla="*/ 784 w 1274"/>
                    <a:gd name="T13" fmla="*/ 36 h 764"/>
                    <a:gd name="T14" fmla="*/ 810 w 1274"/>
                    <a:gd name="T15" fmla="*/ 52 h 764"/>
                    <a:gd name="T16" fmla="*/ 838 w 1274"/>
                    <a:gd name="T17" fmla="*/ 70 h 764"/>
                    <a:gd name="T18" fmla="*/ 864 w 1274"/>
                    <a:gd name="T19" fmla="*/ 90 h 764"/>
                    <a:gd name="T20" fmla="*/ 890 w 1274"/>
                    <a:gd name="T21" fmla="*/ 114 h 764"/>
                    <a:gd name="T22" fmla="*/ 916 w 1274"/>
                    <a:gd name="T23" fmla="*/ 138 h 764"/>
                    <a:gd name="T24" fmla="*/ 970 w 1274"/>
                    <a:gd name="T25" fmla="*/ 194 h 764"/>
                    <a:gd name="T26" fmla="*/ 1026 w 1274"/>
                    <a:gd name="T27" fmla="*/ 256 h 764"/>
                    <a:gd name="T28" fmla="*/ 1088 w 1274"/>
                    <a:gd name="T29" fmla="*/ 326 h 764"/>
                    <a:gd name="T30" fmla="*/ 1088 w 1274"/>
                    <a:gd name="T31" fmla="*/ 326 h 764"/>
                    <a:gd name="T32" fmla="*/ 1106 w 1274"/>
                    <a:gd name="T33" fmla="*/ 342 h 764"/>
                    <a:gd name="T34" fmla="*/ 1122 w 1274"/>
                    <a:gd name="T35" fmla="*/ 352 h 764"/>
                    <a:gd name="T36" fmla="*/ 1138 w 1274"/>
                    <a:gd name="T37" fmla="*/ 358 h 764"/>
                    <a:gd name="T38" fmla="*/ 1156 w 1274"/>
                    <a:gd name="T39" fmla="*/ 360 h 764"/>
                    <a:gd name="T40" fmla="*/ 1172 w 1274"/>
                    <a:gd name="T41" fmla="*/ 358 h 764"/>
                    <a:gd name="T42" fmla="*/ 1186 w 1274"/>
                    <a:gd name="T43" fmla="*/ 354 h 764"/>
                    <a:gd name="T44" fmla="*/ 1202 w 1274"/>
                    <a:gd name="T45" fmla="*/ 346 h 764"/>
                    <a:gd name="T46" fmla="*/ 1216 w 1274"/>
                    <a:gd name="T47" fmla="*/ 338 h 764"/>
                    <a:gd name="T48" fmla="*/ 1228 w 1274"/>
                    <a:gd name="T49" fmla="*/ 328 h 764"/>
                    <a:gd name="T50" fmla="*/ 1240 w 1274"/>
                    <a:gd name="T51" fmla="*/ 316 h 764"/>
                    <a:gd name="T52" fmla="*/ 1258 w 1274"/>
                    <a:gd name="T53" fmla="*/ 296 h 764"/>
                    <a:gd name="T54" fmla="*/ 1270 w 1274"/>
                    <a:gd name="T55" fmla="*/ 280 h 764"/>
                    <a:gd name="T56" fmla="*/ 1274 w 1274"/>
                    <a:gd name="T57" fmla="*/ 274 h 764"/>
                    <a:gd name="T58" fmla="*/ 1274 w 1274"/>
                    <a:gd name="T59" fmla="*/ 274 h 764"/>
                    <a:gd name="T60" fmla="*/ 1074 w 1274"/>
                    <a:gd name="T61" fmla="*/ 476 h 764"/>
                    <a:gd name="T62" fmla="*/ 1074 w 1274"/>
                    <a:gd name="T63" fmla="*/ 476 h 764"/>
                    <a:gd name="T64" fmla="*/ 984 w 1274"/>
                    <a:gd name="T65" fmla="*/ 566 h 764"/>
                    <a:gd name="T66" fmla="*/ 934 w 1274"/>
                    <a:gd name="T67" fmla="*/ 614 h 764"/>
                    <a:gd name="T68" fmla="*/ 908 w 1274"/>
                    <a:gd name="T69" fmla="*/ 638 h 764"/>
                    <a:gd name="T70" fmla="*/ 882 w 1274"/>
                    <a:gd name="T71" fmla="*/ 660 h 764"/>
                    <a:gd name="T72" fmla="*/ 854 w 1274"/>
                    <a:gd name="T73" fmla="*/ 680 h 764"/>
                    <a:gd name="T74" fmla="*/ 826 w 1274"/>
                    <a:gd name="T75" fmla="*/ 700 h 764"/>
                    <a:gd name="T76" fmla="*/ 796 w 1274"/>
                    <a:gd name="T77" fmla="*/ 716 h 764"/>
                    <a:gd name="T78" fmla="*/ 766 w 1274"/>
                    <a:gd name="T79" fmla="*/ 732 h 764"/>
                    <a:gd name="T80" fmla="*/ 734 w 1274"/>
                    <a:gd name="T81" fmla="*/ 744 h 764"/>
                    <a:gd name="T82" fmla="*/ 700 w 1274"/>
                    <a:gd name="T83" fmla="*/ 754 h 764"/>
                    <a:gd name="T84" fmla="*/ 666 w 1274"/>
                    <a:gd name="T85" fmla="*/ 762 h 764"/>
                    <a:gd name="T86" fmla="*/ 632 w 1274"/>
                    <a:gd name="T87" fmla="*/ 764 h 764"/>
                    <a:gd name="T88" fmla="*/ 632 w 1274"/>
                    <a:gd name="T89" fmla="*/ 764 h 764"/>
                    <a:gd name="T90" fmla="*/ 302 w 1274"/>
                    <a:gd name="T91" fmla="*/ 764 h 764"/>
                    <a:gd name="T92" fmla="*/ 0 w 1274"/>
                    <a:gd name="T93" fmla="*/ 764 h 764"/>
                    <a:gd name="T94" fmla="*/ 0 w 1274"/>
                    <a:gd name="T95" fmla="*/ 0 h 764"/>
                    <a:gd name="T96" fmla="*/ 0 w 1274"/>
                    <a:gd name="T97" fmla="*/ 0 h 764"/>
                    <a:gd name="T98" fmla="*/ 632 w 1274"/>
                    <a:gd name="T99" fmla="*/ 0 h 764"/>
                    <a:gd name="T100" fmla="*/ 632 w 1274"/>
                    <a:gd name="T101" fmla="*/ 0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74" h="764">
                      <a:moveTo>
                        <a:pt x="632" y="0"/>
                      </a:moveTo>
                      <a:lnTo>
                        <a:pt x="632" y="0"/>
                      </a:lnTo>
                      <a:lnTo>
                        <a:pt x="664" y="2"/>
                      </a:lnTo>
                      <a:lnTo>
                        <a:pt x="696" y="6"/>
                      </a:lnTo>
                      <a:lnTo>
                        <a:pt x="726" y="14"/>
                      </a:lnTo>
                      <a:lnTo>
                        <a:pt x="756" y="24"/>
                      </a:lnTo>
                      <a:lnTo>
                        <a:pt x="784" y="36"/>
                      </a:lnTo>
                      <a:lnTo>
                        <a:pt x="810" y="52"/>
                      </a:lnTo>
                      <a:lnTo>
                        <a:pt x="838" y="70"/>
                      </a:lnTo>
                      <a:lnTo>
                        <a:pt x="864" y="90"/>
                      </a:lnTo>
                      <a:lnTo>
                        <a:pt x="890" y="114"/>
                      </a:lnTo>
                      <a:lnTo>
                        <a:pt x="916" y="138"/>
                      </a:lnTo>
                      <a:lnTo>
                        <a:pt x="970" y="194"/>
                      </a:lnTo>
                      <a:lnTo>
                        <a:pt x="1026" y="256"/>
                      </a:lnTo>
                      <a:lnTo>
                        <a:pt x="1088" y="326"/>
                      </a:lnTo>
                      <a:lnTo>
                        <a:pt x="1088" y="326"/>
                      </a:lnTo>
                      <a:lnTo>
                        <a:pt x="1106" y="342"/>
                      </a:lnTo>
                      <a:lnTo>
                        <a:pt x="1122" y="352"/>
                      </a:lnTo>
                      <a:lnTo>
                        <a:pt x="1138" y="358"/>
                      </a:lnTo>
                      <a:lnTo>
                        <a:pt x="1156" y="360"/>
                      </a:lnTo>
                      <a:lnTo>
                        <a:pt x="1172" y="358"/>
                      </a:lnTo>
                      <a:lnTo>
                        <a:pt x="1186" y="354"/>
                      </a:lnTo>
                      <a:lnTo>
                        <a:pt x="1202" y="346"/>
                      </a:lnTo>
                      <a:lnTo>
                        <a:pt x="1216" y="338"/>
                      </a:lnTo>
                      <a:lnTo>
                        <a:pt x="1228" y="328"/>
                      </a:lnTo>
                      <a:lnTo>
                        <a:pt x="1240" y="316"/>
                      </a:lnTo>
                      <a:lnTo>
                        <a:pt x="1258" y="296"/>
                      </a:lnTo>
                      <a:lnTo>
                        <a:pt x="1270" y="280"/>
                      </a:lnTo>
                      <a:lnTo>
                        <a:pt x="1274" y="274"/>
                      </a:lnTo>
                      <a:lnTo>
                        <a:pt x="1274" y="274"/>
                      </a:lnTo>
                      <a:lnTo>
                        <a:pt x="1074" y="476"/>
                      </a:lnTo>
                      <a:lnTo>
                        <a:pt x="1074" y="476"/>
                      </a:lnTo>
                      <a:lnTo>
                        <a:pt x="984" y="566"/>
                      </a:lnTo>
                      <a:lnTo>
                        <a:pt x="934" y="614"/>
                      </a:lnTo>
                      <a:lnTo>
                        <a:pt x="908" y="638"/>
                      </a:lnTo>
                      <a:lnTo>
                        <a:pt x="882" y="660"/>
                      </a:lnTo>
                      <a:lnTo>
                        <a:pt x="854" y="680"/>
                      </a:lnTo>
                      <a:lnTo>
                        <a:pt x="826" y="700"/>
                      </a:lnTo>
                      <a:lnTo>
                        <a:pt x="796" y="716"/>
                      </a:lnTo>
                      <a:lnTo>
                        <a:pt x="766" y="732"/>
                      </a:lnTo>
                      <a:lnTo>
                        <a:pt x="734" y="744"/>
                      </a:lnTo>
                      <a:lnTo>
                        <a:pt x="700" y="754"/>
                      </a:lnTo>
                      <a:lnTo>
                        <a:pt x="666" y="762"/>
                      </a:lnTo>
                      <a:lnTo>
                        <a:pt x="632" y="764"/>
                      </a:lnTo>
                      <a:lnTo>
                        <a:pt x="632" y="764"/>
                      </a:lnTo>
                      <a:lnTo>
                        <a:pt x="302" y="764"/>
                      </a:lnTo>
                      <a:lnTo>
                        <a:pt x="0" y="764"/>
                      </a:lnTo>
                      <a:lnTo>
                        <a:pt x="0" y="0"/>
                      </a:lnTo>
                      <a:lnTo>
                        <a:pt x="0" y="0"/>
                      </a:lnTo>
                      <a:lnTo>
                        <a:pt x="632" y="0"/>
                      </a:lnTo>
                      <a:lnTo>
                        <a:pt x="632" y="0"/>
                      </a:lnTo>
                      <a:close/>
                    </a:path>
                  </a:pathLst>
                </a:custGeom>
                <a:solidFill>
                  <a:schemeClr val="bg2"/>
                </a:solidFill>
                <a:ln>
                  <a:solidFill>
                    <a:schemeClr val="accent2"/>
                  </a:solidFill>
                </a:ln>
              </p:spPr>
              <p:txBody>
                <a:bodyPr vert="horz" wrap="square" lIns="91440" tIns="45720" rIns="91440" bIns="45720" numCol="1" anchor="t" anchorCtr="0" compatLnSpc="1">
                  <a:prstTxWarp prst="textNoShape">
                    <a:avLst/>
                  </a:prstTxWarp>
                </a:bodyPr>
                <a:lstStyle/>
                <a:p>
                  <a:endParaRPr lang="en-GB"/>
                </a:p>
              </p:txBody>
            </p:sp>
            <p:sp>
              <p:nvSpPr>
                <p:cNvPr id="66" name="Freeform 7">
                  <a:extLst>
                    <a:ext uri="{FF2B5EF4-FFF2-40B4-BE49-F238E27FC236}">
                      <a16:creationId xmlns:a16="http://schemas.microsoft.com/office/drawing/2014/main" id="{4EFB1993-389D-333B-1F7E-CA3250E85D72}"/>
                    </a:ext>
                  </a:extLst>
                </p:cNvPr>
                <p:cNvSpPr>
                  <a:spLocks/>
                </p:cNvSpPr>
                <p:nvPr/>
              </p:nvSpPr>
              <p:spPr bwMode="auto">
                <a:xfrm>
                  <a:off x="1919288" y="1908175"/>
                  <a:ext cx="4714875" cy="1212850"/>
                </a:xfrm>
                <a:custGeom>
                  <a:avLst/>
                  <a:gdLst>
                    <a:gd name="T0" fmla="*/ 852 w 2970"/>
                    <a:gd name="T1" fmla="*/ 0 h 764"/>
                    <a:gd name="T2" fmla="*/ 852 w 2970"/>
                    <a:gd name="T3" fmla="*/ 0 h 764"/>
                    <a:gd name="T4" fmla="*/ 818 w 2970"/>
                    <a:gd name="T5" fmla="*/ 2 h 764"/>
                    <a:gd name="T6" fmla="*/ 784 w 2970"/>
                    <a:gd name="T7" fmla="*/ 8 h 764"/>
                    <a:gd name="T8" fmla="*/ 750 w 2970"/>
                    <a:gd name="T9" fmla="*/ 18 h 764"/>
                    <a:gd name="T10" fmla="*/ 716 w 2970"/>
                    <a:gd name="T11" fmla="*/ 32 h 764"/>
                    <a:gd name="T12" fmla="*/ 684 w 2970"/>
                    <a:gd name="T13" fmla="*/ 48 h 764"/>
                    <a:gd name="T14" fmla="*/ 652 w 2970"/>
                    <a:gd name="T15" fmla="*/ 66 h 764"/>
                    <a:gd name="T16" fmla="*/ 620 w 2970"/>
                    <a:gd name="T17" fmla="*/ 88 h 764"/>
                    <a:gd name="T18" fmla="*/ 588 w 2970"/>
                    <a:gd name="T19" fmla="*/ 110 h 764"/>
                    <a:gd name="T20" fmla="*/ 558 w 2970"/>
                    <a:gd name="T21" fmla="*/ 134 h 764"/>
                    <a:gd name="T22" fmla="*/ 528 w 2970"/>
                    <a:gd name="T23" fmla="*/ 162 h 764"/>
                    <a:gd name="T24" fmla="*/ 500 w 2970"/>
                    <a:gd name="T25" fmla="*/ 188 h 764"/>
                    <a:gd name="T26" fmla="*/ 472 w 2970"/>
                    <a:gd name="T27" fmla="*/ 216 h 764"/>
                    <a:gd name="T28" fmla="*/ 418 w 2970"/>
                    <a:gd name="T29" fmla="*/ 274 h 764"/>
                    <a:gd name="T30" fmla="*/ 370 w 2970"/>
                    <a:gd name="T31" fmla="*/ 330 h 764"/>
                    <a:gd name="T32" fmla="*/ 370 w 2970"/>
                    <a:gd name="T33" fmla="*/ 330 h 764"/>
                    <a:gd name="T34" fmla="*/ 220 w 2970"/>
                    <a:gd name="T35" fmla="*/ 498 h 764"/>
                    <a:gd name="T36" fmla="*/ 104 w 2970"/>
                    <a:gd name="T37" fmla="*/ 626 h 764"/>
                    <a:gd name="T38" fmla="*/ 26 w 2970"/>
                    <a:gd name="T39" fmla="*/ 708 h 764"/>
                    <a:gd name="T40" fmla="*/ 0 w 2970"/>
                    <a:gd name="T41" fmla="*/ 736 h 764"/>
                    <a:gd name="T42" fmla="*/ 0 w 2970"/>
                    <a:gd name="T43" fmla="*/ 736 h 764"/>
                    <a:gd name="T44" fmla="*/ 392 w 2970"/>
                    <a:gd name="T45" fmla="*/ 456 h 764"/>
                    <a:gd name="T46" fmla="*/ 392 w 2970"/>
                    <a:gd name="T47" fmla="*/ 456 h 764"/>
                    <a:gd name="T48" fmla="*/ 430 w 2970"/>
                    <a:gd name="T49" fmla="*/ 500 h 764"/>
                    <a:gd name="T50" fmla="*/ 474 w 2970"/>
                    <a:gd name="T51" fmla="*/ 548 h 764"/>
                    <a:gd name="T52" fmla="*/ 528 w 2970"/>
                    <a:gd name="T53" fmla="*/ 600 h 764"/>
                    <a:gd name="T54" fmla="*/ 556 w 2970"/>
                    <a:gd name="T55" fmla="*/ 624 h 764"/>
                    <a:gd name="T56" fmla="*/ 586 w 2970"/>
                    <a:gd name="T57" fmla="*/ 650 h 764"/>
                    <a:gd name="T58" fmla="*/ 616 w 2970"/>
                    <a:gd name="T59" fmla="*/ 672 h 764"/>
                    <a:gd name="T60" fmla="*/ 648 w 2970"/>
                    <a:gd name="T61" fmla="*/ 694 h 764"/>
                    <a:gd name="T62" fmla="*/ 682 w 2970"/>
                    <a:gd name="T63" fmla="*/ 714 h 764"/>
                    <a:gd name="T64" fmla="*/ 714 w 2970"/>
                    <a:gd name="T65" fmla="*/ 732 h 764"/>
                    <a:gd name="T66" fmla="*/ 748 w 2970"/>
                    <a:gd name="T67" fmla="*/ 746 h 764"/>
                    <a:gd name="T68" fmla="*/ 782 w 2970"/>
                    <a:gd name="T69" fmla="*/ 756 h 764"/>
                    <a:gd name="T70" fmla="*/ 818 w 2970"/>
                    <a:gd name="T71" fmla="*/ 762 h 764"/>
                    <a:gd name="T72" fmla="*/ 852 w 2970"/>
                    <a:gd name="T73" fmla="*/ 764 h 764"/>
                    <a:gd name="T74" fmla="*/ 852 w 2970"/>
                    <a:gd name="T75" fmla="*/ 764 h 764"/>
                    <a:gd name="T76" fmla="*/ 2970 w 2970"/>
                    <a:gd name="T77" fmla="*/ 764 h 764"/>
                    <a:gd name="T78" fmla="*/ 2970 w 2970"/>
                    <a:gd name="T79" fmla="*/ 0 h 764"/>
                    <a:gd name="T80" fmla="*/ 2970 w 2970"/>
                    <a:gd name="T81" fmla="*/ 0 h 764"/>
                    <a:gd name="T82" fmla="*/ 852 w 2970"/>
                    <a:gd name="T83" fmla="*/ 0 h 764"/>
                    <a:gd name="T84" fmla="*/ 852 w 2970"/>
                    <a:gd name="T85" fmla="*/ 0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70" h="764">
                      <a:moveTo>
                        <a:pt x="852" y="0"/>
                      </a:moveTo>
                      <a:lnTo>
                        <a:pt x="852" y="0"/>
                      </a:lnTo>
                      <a:lnTo>
                        <a:pt x="818" y="2"/>
                      </a:lnTo>
                      <a:lnTo>
                        <a:pt x="784" y="8"/>
                      </a:lnTo>
                      <a:lnTo>
                        <a:pt x="750" y="18"/>
                      </a:lnTo>
                      <a:lnTo>
                        <a:pt x="716" y="32"/>
                      </a:lnTo>
                      <a:lnTo>
                        <a:pt x="684" y="48"/>
                      </a:lnTo>
                      <a:lnTo>
                        <a:pt x="652" y="66"/>
                      </a:lnTo>
                      <a:lnTo>
                        <a:pt x="620" y="88"/>
                      </a:lnTo>
                      <a:lnTo>
                        <a:pt x="588" y="110"/>
                      </a:lnTo>
                      <a:lnTo>
                        <a:pt x="558" y="134"/>
                      </a:lnTo>
                      <a:lnTo>
                        <a:pt x="528" y="162"/>
                      </a:lnTo>
                      <a:lnTo>
                        <a:pt x="500" y="188"/>
                      </a:lnTo>
                      <a:lnTo>
                        <a:pt x="472" y="216"/>
                      </a:lnTo>
                      <a:lnTo>
                        <a:pt x="418" y="274"/>
                      </a:lnTo>
                      <a:lnTo>
                        <a:pt x="370" y="330"/>
                      </a:lnTo>
                      <a:lnTo>
                        <a:pt x="370" y="330"/>
                      </a:lnTo>
                      <a:lnTo>
                        <a:pt x="220" y="498"/>
                      </a:lnTo>
                      <a:lnTo>
                        <a:pt x="104" y="626"/>
                      </a:lnTo>
                      <a:lnTo>
                        <a:pt x="26" y="708"/>
                      </a:lnTo>
                      <a:lnTo>
                        <a:pt x="0" y="736"/>
                      </a:lnTo>
                      <a:lnTo>
                        <a:pt x="0" y="736"/>
                      </a:lnTo>
                      <a:lnTo>
                        <a:pt x="392" y="456"/>
                      </a:lnTo>
                      <a:lnTo>
                        <a:pt x="392" y="456"/>
                      </a:lnTo>
                      <a:lnTo>
                        <a:pt x="430" y="500"/>
                      </a:lnTo>
                      <a:lnTo>
                        <a:pt x="474" y="548"/>
                      </a:lnTo>
                      <a:lnTo>
                        <a:pt x="528" y="600"/>
                      </a:lnTo>
                      <a:lnTo>
                        <a:pt x="556" y="624"/>
                      </a:lnTo>
                      <a:lnTo>
                        <a:pt x="586" y="650"/>
                      </a:lnTo>
                      <a:lnTo>
                        <a:pt x="616" y="672"/>
                      </a:lnTo>
                      <a:lnTo>
                        <a:pt x="648" y="694"/>
                      </a:lnTo>
                      <a:lnTo>
                        <a:pt x="682" y="714"/>
                      </a:lnTo>
                      <a:lnTo>
                        <a:pt x="714" y="732"/>
                      </a:lnTo>
                      <a:lnTo>
                        <a:pt x="748" y="746"/>
                      </a:lnTo>
                      <a:lnTo>
                        <a:pt x="782" y="756"/>
                      </a:lnTo>
                      <a:lnTo>
                        <a:pt x="818" y="762"/>
                      </a:lnTo>
                      <a:lnTo>
                        <a:pt x="852" y="764"/>
                      </a:lnTo>
                      <a:lnTo>
                        <a:pt x="852" y="764"/>
                      </a:lnTo>
                      <a:lnTo>
                        <a:pt x="2970" y="764"/>
                      </a:lnTo>
                      <a:lnTo>
                        <a:pt x="2970" y="0"/>
                      </a:lnTo>
                      <a:lnTo>
                        <a:pt x="2970" y="0"/>
                      </a:lnTo>
                      <a:lnTo>
                        <a:pt x="852" y="0"/>
                      </a:lnTo>
                      <a:lnTo>
                        <a:pt x="852" y="0"/>
                      </a:lnTo>
                      <a:close/>
                    </a:path>
                  </a:pathLst>
                </a:custGeom>
                <a:ln/>
              </p:spPr>
              <p:style>
                <a:lnRef idx="3">
                  <a:schemeClr val="lt1"/>
                </a:lnRef>
                <a:fillRef idx="1">
                  <a:schemeClr val="accent2"/>
                </a:fillRef>
                <a:effectRef idx="1">
                  <a:schemeClr val="accent2"/>
                </a:effectRef>
                <a:fontRef idx="minor">
                  <a:schemeClr val="lt1"/>
                </a:fontRef>
              </p:style>
              <p:txBody>
                <a:bodyPr vert="horz" wrap="square" lIns="91440" tIns="45720" rIns="91440" bIns="45720" numCol="1" anchor="t" anchorCtr="0" compatLnSpc="1">
                  <a:prstTxWarp prst="textNoShape">
                    <a:avLst/>
                  </a:prstTxWarp>
                </a:bodyPr>
                <a:lstStyle/>
                <a:p>
                  <a:endParaRPr lang="en-GB"/>
                </a:p>
              </p:txBody>
            </p:sp>
          </p:grpSp>
          <p:sp>
            <p:nvSpPr>
              <p:cNvPr id="63" name="Rectangle 62">
                <a:extLst>
                  <a:ext uri="{FF2B5EF4-FFF2-40B4-BE49-F238E27FC236}">
                    <a16:creationId xmlns:a16="http://schemas.microsoft.com/office/drawing/2014/main" id="{3703BF79-DBA0-2BC5-B499-483D31396440}"/>
                  </a:ext>
                </a:extLst>
              </p:cNvPr>
              <p:cNvSpPr/>
              <p:nvPr/>
            </p:nvSpPr>
            <p:spPr>
              <a:xfrm>
                <a:off x="666180" y="3999884"/>
                <a:ext cx="1152128" cy="338554"/>
              </a:xfrm>
              <a:prstGeom prst="rect">
                <a:avLst/>
              </a:prstGeom>
            </p:spPr>
            <p:txBody>
              <a:bodyPr wrap="square">
                <a:spAutoFit/>
              </a:bodyPr>
              <a:lstStyle/>
              <a:p>
                <a:endParaRPr lang="en-GB" sz="1600">
                  <a:solidFill>
                    <a:srgbClr val="EB8C00"/>
                  </a:solidFill>
                  <a:latin typeface="Georgia" pitchFamily="18" charset="0"/>
                </a:endParaRPr>
              </a:p>
            </p:txBody>
          </p:sp>
          <p:sp>
            <p:nvSpPr>
              <p:cNvPr id="64" name="Rectangle 63">
                <a:extLst>
                  <a:ext uri="{FF2B5EF4-FFF2-40B4-BE49-F238E27FC236}">
                    <a16:creationId xmlns:a16="http://schemas.microsoft.com/office/drawing/2014/main" id="{FFBA2E93-CC09-661A-AF7E-56866B438C3E}"/>
                  </a:ext>
                </a:extLst>
              </p:cNvPr>
              <p:cNvSpPr/>
              <p:nvPr/>
            </p:nvSpPr>
            <p:spPr>
              <a:xfrm>
                <a:off x="607553" y="3418905"/>
                <a:ext cx="1224136" cy="914097"/>
              </a:xfrm>
              <a:prstGeom prst="rect">
                <a:avLst/>
              </a:prstGeom>
            </p:spPr>
            <p:txBody>
              <a:bodyPr wrap="square">
                <a:spAutoFit/>
              </a:bodyPr>
              <a:lstStyle/>
              <a:p>
                <a:r>
                  <a:rPr lang="en-GB" sz="4800" b="1">
                    <a:solidFill>
                      <a:schemeClr val="accent2"/>
                    </a:solidFill>
                    <a:latin typeface="Georgia" pitchFamily="18" charset="0"/>
                  </a:rPr>
                  <a:t>02</a:t>
                </a:r>
                <a:endParaRPr lang="en-GB" sz="4800">
                  <a:solidFill>
                    <a:schemeClr val="accent2"/>
                  </a:solidFill>
                  <a:latin typeface="Georgia" pitchFamily="18" charset="0"/>
                </a:endParaRPr>
              </a:p>
            </p:txBody>
          </p:sp>
        </p:grpSp>
        <p:grpSp>
          <p:nvGrpSpPr>
            <p:cNvPr id="67" name="Group 66">
              <a:extLst>
                <a:ext uri="{FF2B5EF4-FFF2-40B4-BE49-F238E27FC236}">
                  <a16:creationId xmlns:a16="http://schemas.microsoft.com/office/drawing/2014/main" id="{BD6D0314-1D71-5B93-E575-7E2A98E41991}"/>
                </a:ext>
              </a:extLst>
            </p:cNvPr>
            <p:cNvGrpSpPr/>
            <p:nvPr/>
          </p:nvGrpSpPr>
          <p:grpSpPr>
            <a:xfrm>
              <a:off x="15875" y="4091166"/>
              <a:ext cx="6080125" cy="1089239"/>
              <a:chOff x="554038" y="4460421"/>
              <a:chExt cx="6080125" cy="1198163"/>
            </a:xfrm>
          </p:grpSpPr>
          <p:grpSp>
            <p:nvGrpSpPr>
              <p:cNvPr id="68" name="Group 67">
                <a:extLst>
                  <a:ext uri="{FF2B5EF4-FFF2-40B4-BE49-F238E27FC236}">
                    <a16:creationId xmlns:a16="http://schemas.microsoft.com/office/drawing/2014/main" id="{A1BC138E-6C50-4111-58AF-E5B8F9D220B1}"/>
                  </a:ext>
                </a:extLst>
              </p:cNvPr>
              <p:cNvGrpSpPr/>
              <p:nvPr/>
            </p:nvGrpSpPr>
            <p:grpSpPr>
              <a:xfrm>
                <a:off x="554038" y="4460421"/>
                <a:ext cx="6080125" cy="1198163"/>
                <a:chOff x="554038" y="1908175"/>
                <a:chExt cx="6080125" cy="1308100"/>
              </a:xfrm>
            </p:grpSpPr>
            <p:sp>
              <p:nvSpPr>
                <p:cNvPr id="73" name="Freeform 6">
                  <a:extLst>
                    <a:ext uri="{FF2B5EF4-FFF2-40B4-BE49-F238E27FC236}">
                      <a16:creationId xmlns:a16="http://schemas.microsoft.com/office/drawing/2014/main" id="{6F18F2BC-2BB8-C0C4-2F4A-CE007FFF7851}"/>
                    </a:ext>
                  </a:extLst>
                </p:cNvPr>
                <p:cNvSpPr>
                  <a:spLocks/>
                </p:cNvSpPr>
                <p:nvPr/>
              </p:nvSpPr>
              <p:spPr bwMode="auto">
                <a:xfrm>
                  <a:off x="554038" y="2003425"/>
                  <a:ext cx="2022475" cy="1212850"/>
                </a:xfrm>
                <a:custGeom>
                  <a:avLst/>
                  <a:gdLst>
                    <a:gd name="T0" fmla="*/ 632 w 1274"/>
                    <a:gd name="T1" fmla="*/ 0 h 764"/>
                    <a:gd name="T2" fmla="*/ 632 w 1274"/>
                    <a:gd name="T3" fmla="*/ 0 h 764"/>
                    <a:gd name="T4" fmla="*/ 664 w 1274"/>
                    <a:gd name="T5" fmla="*/ 2 h 764"/>
                    <a:gd name="T6" fmla="*/ 696 w 1274"/>
                    <a:gd name="T7" fmla="*/ 6 h 764"/>
                    <a:gd name="T8" fmla="*/ 726 w 1274"/>
                    <a:gd name="T9" fmla="*/ 14 h 764"/>
                    <a:gd name="T10" fmla="*/ 756 w 1274"/>
                    <a:gd name="T11" fmla="*/ 24 h 764"/>
                    <a:gd name="T12" fmla="*/ 784 w 1274"/>
                    <a:gd name="T13" fmla="*/ 36 h 764"/>
                    <a:gd name="T14" fmla="*/ 810 w 1274"/>
                    <a:gd name="T15" fmla="*/ 52 h 764"/>
                    <a:gd name="T16" fmla="*/ 838 w 1274"/>
                    <a:gd name="T17" fmla="*/ 70 h 764"/>
                    <a:gd name="T18" fmla="*/ 864 w 1274"/>
                    <a:gd name="T19" fmla="*/ 90 h 764"/>
                    <a:gd name="T20" fmla="*/ 890 w 1274"/>
                    <a:gd name="T21" fmla="*/ 114 h 764"/>
                    <a:gd name="T22" fmla="*/ 916 w 1274"/>
                    <a:gd name="T23" fmla="*/ 138 h 764"/>
                    <a:gd name="T24" fmla="*/ 970 w 1274"/>
                    <a:gd name="T25" fmla="*/ 194 h 764"/>
                    <a:gd name="T26" fmla="*/ 1026 w 1274"/>
                    <a:gd name="T27" fmla="*/ 256 h 764"/>
                    <a:gd name="T28" fmla="*/ 1088 w 1274"/>
                    <a:gd name="T29" fmla="*/ 326 h 764"/>
                    <a:gd name="T30" fmla="*/ 1088 w 1274"/>
                    <a:gd name="T31" fmla="*/ 326 h 764"/>
                    <a:gd name="T32" fmla="*/ 1106 w 1274"/>
                    <a:gd name="T33" fmla="*/ 342 h 764"/>
                    <a:gd name="T34" fmla="*/ 1122 w 1274"/>
                    <a:gd name="T35" fmla="*/ 352 h 764"/>
                    <a:gd name="T36" fmla="*/ 1138 w 1274"/>
                    <a:gd name="T37" fmla="*/ 358 h 764"/>
                    <a:gd name="T38" fmla="*/ 1156 w 1274"/>
                    <a:gd name="T39" fmla="*/ 360 h 764"/>
                    <a:gd name="T40" fmla="*/ 1172 w 1274"/>
                    <a:gd name="T41" fmla="*/ 358 h 764"/>
                    <a:gd name="T42" fmla="*/ 1186 w 1274"/>
                    <a:gd name="T43" fmla="*/ 354 h 764"/>
                    <a:gd name="T44" fmla="*/ 1202 w 1274"/>
                    <a:gd name="T45" fmla="*/ 346 h 764"/>
                    <a:gd name="T46" fmla="*/ 1216 w 1274"/>
                    <a:gd name="T47" fmla="*/ 338 h 764"/>
                    <a:gd name="T48" fmla="*/ 1228 w 1274"/>
                    <a:gd name="T49" fmla="*/ 328 h 764"/>
                    <a:gd name="T50" fmla="*/ 1240 w 1274"/>
                    <a:gd name="T51" fmla="*/ 316 h 764"/>
                    <a:gd name="T52" fmla="*/ 1258 w 1274"/>
                    <a:gd name="T53" fmla="*/ 296 h 764"/>
                    <a:gd name="T54" fmla="*/ 1270 w 1274"/>
                    <a:gd name="T55" fmla="*/ 280 h 764"/>
                    <a:gd name="T56" fmla="*/ 1274 w 1274"/>
                    <a:gd name="T57" fmla="*/ 274 h 764"/>
                    <a:gd name="T58" fmla="*/ 1274 w 1274"/>
                    <a:gd name="T59" fmla="*/ 274 h 764"/>
                    <a:gd name="T60" fmla="*/ 1074 w 1274"/>
                    <a:gd name="T61" fmla="*/ 476 h 764"/>
                    <a:gd name="T62" fmla="*/ 1074 w 1274"/>
                    <a:gd name="T63" fmla="*/ 476 h 764"/>
                    <a:gd name="T64" fmla="*/ 984 w 1274"/>
                    <a:gd name="T65" fmla="*/ 566 h 764"/>
                    <a:gd name="T66" fmla="*/ 934 w 1274"/>
                    <a:gd name="T67" fmla="*/ 614 h 764"/>
                    <a:gd name="T68" fmla="*/ 908 w 1274"/>
                    <a:gd name="T69" fmla="*/ 638 h 764"/>
                    <a:gd name="T70" fmla="*/ 882 w 1274"/>
                    <a:gd name="T71" fmla="*/ 660 h 764"/>
                    <a:gd name="T72" fmla="*/ 854 w 1274"/>
                    <a:gd name="T73" fmla="*/ 680 h 764"/>
                    <a:gd name="T74" fmla="*/ 826 w 1274"/>
                    <a:gd name="T75" fmla="*/ 700 h 764"/>
                    <a:gd name="T76" fmla="*/ 796 w 1274"/>
                    <a:gd name="T77" fmla="*/ 716 h 764"/>
                    <a:gd name="T78" fmla="*/ 766 w 1274"/>
                    <a:gd name="T79" fmla="*/ 732 h 764"/>
                    <a:gd name="T80" fmla="*/ 734 w 1274"/>
                    <a:gd name="T81" fmla="*/ 744 h 764"/>
                    <a:gd name="T82" fmla="*/ 700 w 1274"/>
                    <a:gd name="T83" fmla="*/ 754 h 764"/>
                    <a:gd name="T84" fmla="*/ 666 w 1274"/>
                    <a:gd name="T85" fmla="*/ 762 h 764"/>
                    <a:gd name="T86" fmla="*/ 632 w 1274"/>
                    <a:gd name="T87" fmla="*/ 764 h 764"/>
                    <a:gd name="T88" fmla="*/ 632 w 1274"/>
                    <a:gd name="T89" fmla="*/ 764 h 764"/>
                    <a:gd name="T90" fmla="*/ 302 w 1274"/>
                    <a:gd name="T91" fmla="*/ 764 h 764"/>
                    <a:gd name="T92" fmla="*/ 0 w 1274"/>
                    <a:gd name="T93" fmla="*/ 764 h 764"/>
                    <a:gd name="T94" fmla="*/ 0 w 1274"/>
                    <a:gd name="T95" fmla="*/ 0 h 764"/>
                    <a:gd name="T96" fmla="*/ 0 w 1274"/>
                    <a:gd name="T97" fmla="*/ 0 h 764"/>
                    <a:gd name="T98" fmla="*/ 632 w 1274"/>
                    <a:gd name="T99" fmla="*/ 0 h 764"/>
                    <a:gd name="T100" fmla="*/ 632 w 1274"/>
                    <a:gd name="T101" fmla="*/ 0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74" h="764">
                      <a:moveTo>
                        <a:pt x="632" y="0"/>
                      </a:moveTo>
                      <a:lnTo>
                        <a:pt x="632" y="0"/>
                      </a:lnTo>
                      <a:lnTo>
                        <a:pt x="664" y="2"/>
                      </a:lnTo>
                      <a:lnTo>
                        <a:pt x="696" y="6"/>
                      </a:lnTo>
                      <a:lnTo>
                        <a:pt x="726" y="14"/>
                      </a:lnTo>
                      <a:lnTo>
                        <a:pt x="756" y="24"/>
                      </a:lnTo>
                      <a:lnTo>
                        <a:pt x="784" y="36"/>
                      </a:lnTo>
                      <a:lnTo>
                        <a:pt x="810" y="52"/>
                      </a:lnTo>
                      <a:lnTo>
                        <a:pt x="838" y="70"/>
                      </a:lnTo>
                      <a:lnTo>
                        <a:pt x="864" y="90"/>
                      </a:lnTo>
                      <a:lnTo>
                        <a:pt x="890" y="114"/>
                      </a:lnTo>
                      <a:lnTo>
                        <a:pt x="916" y="138"/>
                      </a:lnTo>
                      <a:lnTo>
                        <a:pt x="970" y="194"/>
                      </a:lnTo>
                      <a:lnTo>
                        <a:pt x="1026" y="256"/>
                      </a:lnTo>
                      <a:lnTo>
                        <a:pt x="1088" y="326"/>
                      </a:lnTo>
                      <a:lnTo>
                        <a:pt x="1088" y="326"/>
                      </a:lnTo>
                      <a:lnTo>
                        <a:pt x="1106" y="342"/>
                      </a:lnTo>
                      <a:lnTo>
                        <a:pt x="1122" y="352"/>
                      </a:lnTo>
                      <a:lnTo>
                        <a:pt x="1138" y="358"/>
                      </a:lnTo>
                      <a:lnTo>
                        <a:pt x="1156" y="360"/>
                      </a:lnTo>
                      <a:lnTo>
                        <a:pt x="1172" y="358"/>
                      </a:lnTo>
                      <a:lnTo>
                        <a:pt x="1186" y="354"/>
                      </a:lnTo>
                      <a:lnTo>
                        <a:pt x="1202" y="346"/>
                      </a:lnTo>
                      <a:lnTo>
                        <a:pt x="1216" y="338"/>
                      </a:lnTo>
                      <a:lnTo>
                        <a:pt x="1228" y="328"/>
                      </a:lnTo>
                      <a:lnTo>
                        <a:pt x="1240" y="316"/>
                      </a:lnTo>
                      <a:lnTo>
                        <a:pt x="1258" y="296"/>
                      </a:lnTo>
                      <a:lnTo>
                        <a:pt x="1270" y="280"/>
                      </a:lnTo>
                      <a:lnTo>
                        <a:pt x="1274" y="274"/>
                      </a:lnTo>
                      <a:lnTo>
                        <a:pt x="1274" y="274"/>
                      </a:lnTo>
                      <a:lnTo>
                        <a:pt x="1074" y="476"/>
                      </a:lnTo>
                      <a:lnTo>
                        <a:pt x="1074" y="476"/>
                      </a:lnTo>
                      <a:lnTo>
                        <a:pt x="984" y="566"/>
                      </a:lnTo>
                      <a:lnTo>
                        <a:pt x="934" y="614"/>
                      </a:lnTo>
                      <a:lnTo>
                        <a:pt x="908" y="638"/>
                      </a:lnTo>
                      <a:lnTo>
                        <a:pt x="882" y="660"/>
                      </a:lnTo>
                      <a:lnTo>
                        <a:pt x="854" y="680"/>
                      </a:lnTo>
                      <a:lnTo>
                        <a:pt x="826" y="700"/>
                      </a:lnTo>
                      <a:lnTo>
                        <a:pt x="796" y="716"/>
                      </a:lnTo>
                      <a:lnTo>
                        <a:pt x="766" y="732"/>
                      </a:lnTo>
                      <a:lnTo>
                        <a:pt x="734" y="744"/>
                      </a:lnTo>
                      <a:lnTo>
                        <a:pt x="700" y="754"/>
                      </a:lnTo>
                      <a:lnTo>
                        <a:pt x="666" y="762"/>
                      </a:lnTo>
                      <a:lnTo>
                        <a:pt x="632" y="764"/>
                      </a:lnTo>
                      <a:lnTo>
                        <a:pt x="632" y="764"/>
                      </a:lnTo>
                      <a:lnTo>
                        <a:pt x="302" y="764"/>
                      </a:lnTo>
                      <a:lnTo>
                        <a:pt x="0" y="764"/>
                      </a:lnTo>
                      <a:lnTo>
                        <a:pt x="0" y="0"/>
                      </a:lnTo>
                      <a:lnTo>
                        <a:pt x="0" y="0"/>
                      </a:lnTo>
                      <a:lnTo>
                        <a:pt x="632" y="0"/>
                      </a:lnTo>
                      <a:lnTo>
                        <a:pt x="632" y="0"/>
                      </a:lnTo>
                      <a:close/>
                    </a:path>
                  </a:pathLst>
                </a:custGeom>
                <a:solidFill>
                  <a:schemeClr val="bg2"/>
                </a:solidFill>
                <a:ln>
                  <a:solidFill>
                    <a:schemeClr val="accent4"/>
                  </a:solidFill>
                </a:ln>
              </p:spPr>
              <p:txBody>
                <a:bodyPr vert="horz" wrap="square" lIns="91440" tIns="45720" rIns="91440" bIns="45720" numCol="1" anchor="t" anchorCtr="0" compatLnSpc="1">
                  <a:prstTxWarp prst="textNoShape">
                    <a:avLst/>
                  </a:prstTxWarp>
                </a:bodyPr>
                <a:lstStyle/>
                <a:p>
                  <a:endParaRPr lang="en-GB"/>
                </a:p>
              </p:txBody>
            </p:sp>
            <p:sp>
              <p:nvSpPr>
                <p:cNvPr id="74" name="Freeform 7">
                  <a:extLst>
                    <a:ext uri="{FF2B5EF4-FFF2-40B4-BE49-F238E27FC236}">
                      <a16:creationId xmlns:a16="http://schemas.microsoft.com/office/drawing/2014/main" id="{918033D2-4A74-60B9-8E66-AEAC74BD4FA2}"/>
                    </a:ext>
                  </a:extLst>
                </p:cNvPr>
                <p:cNvSpPr>
                  <a:spLocks/>
                </p:cNvSpPr>
                <p:nvPr/>
              </p:nvSpPr>
              <p:spPr bwMode="auto">
                <a:xfrm>
                  <a:off x="1919288" y="1908175"/>
                  <a:ext cx="4714875" cy="1212850"/>
                </a:xfrm>
                <a:custGeom>
                  <a:avLst/>
                  <a:gdLst>
                    <a:gd name="T0" fmla="*/ 852 w 2970"/>
                    <a:gd name="T1" fmla="*/ 0 h 764"/>
                    <a:gd name="T2" fmla="*/ 852 w 2970"/>
                    <a:gd name="T3" fmla="*/ 0 h 764"/>
                    <a:gd name="T4" fmla="*/ 818 w 2970"/>
                    <a:gd name="T5" fmla="*/ 2 h 764"/>
                    <a:gd name="T6" fmla="*/ 784 w 2970"/>
                    <a:gd name="T7" fmla="*/ 8 h 764"/>
                    <a:gd name="T8" fmla="*/ 750 w 2970"/>
                    <a:gd name="T9" fmla="*/ 18 h 764"/>
                    <a:gd name="T10" fmla="*/ 716 w 2970"/>
                    <a:gd name="T11" fmla="*/ 32 h 764"/>
                    <a:gd name="T12" fmla="*/ 684 w 2970"/>
                    <a:gd name="T13" fmla="*/ 48 h 764"/>
                    <a:gd name="T14" fmla="*/ 652 w 2970"/>
                    <a:gd name="T15" fmla="*/ 66 h 764"/>
                    <a:gd name="T16" fmla="*/ 620 w 2970"/>
                    <a:gd name="T17" fmla="*/ 88 h 764"/>
                    <a:gd name="T18" fmla="*/ 588 w 2970"/>
                    <a:gd name="T19" fmla="*/ 110 h 764"/>
                    <a:gd name="T20" fmla="*/ 558 w 2970"/>
                    <a:gd name="T21" fmla="*/ 134 h 764"/>
                    <a:gd name="T22" fmla="*/ 528 w 2970"/>
                    <a:gd name="T23" fmla="*/ 162 h 764"/>
                    <a:gd name="T24" fmla="*/ 500 w 2970"/>
                    <a:gd name="T25" fmla="*/ 188 h 764"/>
                    <a:gd name="T26" fmla="*/ 472 w 2970"/>
                    <a:gd name="T27" fmla="*/ 216 h 764"/>
                    <a:gd name="T28" fmla="*/ 418 w 2970"/>
                    <a:gd name="T29" fmla="*/ 274 h 764"/>
                    <a:gd name="T30" fmla="*/ 370 w 2970"/>
                    <a:gd name="T31" fmla="*/ 330 h 764"/>
                    <a:gd name="T32" fmla="*/ 370 w 2970"/>
                    <a:gd name="T33" fmla="*/ 330 h 764"/>
                    <a:gd name="T34" fmla="*/ 220 w 2970"/>
                    <a:gd name="T35" fmla="*/ 498 h 764"/>
                    <a:gd name="T36" fmla="*/ 104 w 2970"/>
                    <a:gd name="T37" fmla="*/ 626 h 764"/>
                    <a:gd name="T38" fmla="*/ 26 w 2970"/>
                    <a:gd name="T39" fmla="*/ 708 h 764"/>
                    <a:gd name="T40" fmla="*/ 0 w 2970"/>
                    <a:gd name="T41" fmla="*/ 736 h 764"/>
                    <a:gd name="T42" fmla="*/ 0 w 2970"/>
                    <a:gd name="T43" fmla="*/ 736 h 764"/>
                    <a:gd name="T44" fmla="*/ 392 w 2970"/>
                    <a:gd name="T45" fmla="*/ 456 h 764"/>
                    <a:gd name="T46" fmla="*/ 392 w 2970"/>
                    <a:gd name="T47" fmla="*/ 456 h 764"/>
                    <a:gd name="T48" fmla="*/ 430 w 2970"/>
                    <a:gd name="T49" fmla="*/ 500 h 764"/>
                    <a:gd name="T50" fmla="*/ 474 w 2970"/>
                    <a:gd name="T51" fmla="*/ 548 h 764"/>
                    <a:gd name="T52" fmla="*/ 528 w 2970"/>
                    <a:gd name="T53" fmla="*/ 600 h 764"/>
                    <a:gd name="T54" fmla="*/ 556 w 2970"/>
                    <a:gd name="T55" fmla="*/ 624 h 764"/>
                    <a:gd name="T56" fmla="*/ 586 w 2970"/>
                    <a:gd name="T57" fmla="*/ 650 h 764"/>
                    <a:gd name="T58" fmla="*/ 616 w 2970"/>
                    <a:gd name="T59" fmla="*/ 672 h 764"/>
                    <a:gd name="T60" fmla="*/ 648 w 2970"/>
                    <a:gd name="T61" fmla="*/ 694 h 764"/>
                    <a:gd name="T62" fmla="*/ 682 w 2970"/>
                    <a:gd name="T63" fmla="*/ 714 h 764"/>
                    <a:gd name="T64" fmla="*/ 714 w 2970"/>
                    <a:gd name="T65" fmla="*/ 732 h 764"/>
                    <a:gd name="T66" fmla="*/ 748 w 2970"/>
                    <a:gd name="T67" fmla="*/ 746 h 764"/>
                    <a:gd name="T68" fmla="*/ 782 w 2970"/>
                    <a:gd name="T69" fmla="*/ 756 h 764"/>
                    <a:gd name="T70" fmla="*/ 818 w 2970"/>
                    <a:gd name="T71" fmla="*/ 762 h 764"/>
                    <a:gd name="T72" fmla="*/ 852 w 2970"/>
                    <a:gd name="T73" fmla="*/ 764 h 764"/>
                    <a:gd name="T74" fmla="*/ 852 w 2970"/>
                    <a:gd name="T75" fmla="*/ 764 h 764"/>
                    <a:gd name="T76" fmla="*/ 2970 w 2970"/>
                    <a:gd name="T77" fmla="*/ 764 h 764"/>
                    <a:gd name="T78" fmla="*/ 2970 w 2970"/>
                    <a:gd name="T79" fmla="*/ 0 h 764"/>
                    <a:gd name="T80" fmla="*/ 2970 w 2970"/>
                    <a:gd name="T81" fmla="*/ 0 h 764"/>
                    <a:gd name="T82" fmla="*/ 852 w 2970"/>
                    <a:gd name="T83" fmla="*/ 0 h 764"/>
                    <a:gd name="T84" fmla="*/ 852 w 2970"/>
                    <a:gd name="T85" fmla="*/ 0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70" h="764">
                      <a:moveTo>
                        <a:pt x="852" y="0"/>
                      </a:moveTo>
                      <a:lnTo>
                        <a:pt x="852" y="0"/>
                      </a:lnTo>
                      <a:lnTo>
                        <a:pt x="818" y="2"/>
                      </a:lnTo>
                      <a:lnTo>
                        <a:pt x="784" y="8"/>
                      </a:lnTo>
                      <a:lnTo>
                        <a:pt x="750" y="18"/>
                      </a:lnTo>
                      <a:lnTo>
                        <a:pt x="716" y="32"/>
                      </a:lnTo>
                      <a:lnTo>
                        <a:pt x="684" y="48"/>
                      </a:lnTo>
                      <a:lnTo>
                        <a:pt x="652" y="66"/>
                      </a:lnTo>
                      <a:lnTo>
                        <a:pt x="620" y="88"/>
                      </a:lnTo>
                      <a:lnTo>
                        <a:pt x="588" y="110"/>
                      </a:lnTo>
                      <a:lnTo>
                        <a:pt x="558" y="134"/>
                      </a:lnTo>
                      <a:lnTo>
                        <a:pt x="528" y="162"/>
                      </a:lnTo>
                      <a:lnTo>
                        <a:pt x="500" y="188"/>
                      </a:lnTo>
                      <a:lnTo>
                        <a:pt x="472" y="216"/>
                      </a:lnTo>
                      <a:lnTo>
                        <a:pt x="418" y="274"/>
                      </a:lnTo>
                      <a:lnTo>
                        <a:pt x="370" y="330"/>
                      </a:lnTo>
                      <a:lnTo>
                        <a:pt x="370" y="330"/>
                      </a:lnTo>
                      <a:lnTo>
                        <a:pt x="220" y="498"/>
                      </a:lnTo>
                      <a:lnTo>
                        <a:pt x="104" y="626"/>
                      </a:lnTo>
                      <a:lnTo>
                        <a:pt x="26" y="708"/>
                      </a:lnTo>
                      <a:lnTo>
                        <a:pt x="0" y="736"/>
                      </a:lnTo>
                      <a:lnTo>
                        <a:pt x="0" y="736"/>
                      </a:lnTo>
                      <a:lnTo>
                        <a:pt x="392" y="456"/>
                      </a:lnTo>
                      <a:lnTo>
                        <a:pt x="392" y="456"/>
                      </a:lnTo>
                      <a:lnTo>
                        <a:pt x="430" y="500"/>
                      </a:lnTo>
                      <a:lnTo>
                        <a:pt x="474" y="548"/>
                      </a:lnTo>
                      <a:lnTo>
                        <a:pt x="528" y="600"/>
                      </a:lnTo>
                      <a:lnTo>
                        <a:pt x="556" y="624"/>
                      </a:lnTo>
                      <a:lnTo>
                        <a:pt x="586" y="650"/>
                      </a:lnTo>
                      <a:lnTo>
                        <a:pt x="616" y="672"/>
                      </a:lnTo>
                      <a:lnTo>
                        <a:pt x="648" y="694"/>
                      </a:lnTo>
                      <a:lnTo>
                        <a:pt x="682" y="714"/>
                      </a:lnTo>
                      <a:lnTo>
                        <a:pt x="714" y="732"/>
                      </a:lnTo>
                      <a:lnTo>
                        <a:pt x="748" y="746"/>
                      </a:lnTo>
                      <a:lnTo>
                        <a:pt x="782" y="756"/>
                      </a:lnTo>
                      <a:lnTo>
                        <a:pt x="818" y="762"/>
                      </a:lnTo>
                      <a:lnTo>
                        <a:pt x="852" y="764"/>
                      </a:lnTo>
                      <a:lnTo>
                        <a:pt x="852" y="764"/>
                      </a:lnTo>
                      <a:lnTo>
                        <a:pt x="2970" y="764"/>
                      </a:lnTo>
                      <a:lnTo>
                        <a:pt x="2970" y="0"/>
                      </a:lnTo>
                      <a:lnTo>
                        <a:pt x="2970" y="0"/>
                      </a:lnTo>
                      <a:lnTo>
                        <a:pt x="852" y="0"/>
                      </a:lnTo>
                      <a:lnTo>
                        <a:pt x="852" y="0"/>
                      </a:lnTo>
                      <a:close/>
                    </a:path>
                  </a:pathLst>
                </a:custGeom>
                <a:solidFill>
                  <a:schemeClr val="accent4"/>
                </a:solidFill>
                <a:ln>
                  <a:solidFill>
                    <a:schemeClr val="accent4"/>
                  </a:solidFill>
                </a:ln>
              </p:spPr>
              <p:txBody>
                <a:bodyPr vert="horz" wrap="square" lIns="91440" tIns="45720" rIns="91440" bIns="45720" numCol="1" anchor="t" anchorCtr="0" compatLnSpc="1">
                  <a:prstTxWarp prst="textNoShape">
                    <a:avLst/>
                  </a:prstTxWarp>
                </a:bodyPr>
                <a:lstStyle/>
                <a:p>
                  <a:endParaRPr lang="en-GB"/>
                </a:p>
              </p:txBody>
            </p:sp>
          </p:grpSp>
          <p:sp>
            <p:nvSpPr>
              <p:cNvPr id="70" name="Rectangle 69">
                <a:extLst>
                  <a:ext uri="{FF2B5EF4-FFF2-40B4-BE49-F238E27FC236}">
                    <a16:creationId xmlns:a16="http://schemas.microsoft.com/office/drawing/2014/main" id="{4C885970-A4C7-BA02-21F0-5F7D22ADD9C3}"/>
                  </a:ext>
                </a:extLst>
              </p:cNvPr>
              <p:cNvSpPr/>
              <p:nvPr/>
            </p:nvSpPr>
            <p:spPr>
              <a:xfrm>
                <a:off x="666180" y="5181072"/>
                <a:ext cx="1152128" cy="338554"/>
              </a:xfrm>
              <a:prstGeom prst="rect">
                <a:avLst/>
              </a:prstGeom>
            </p:spPr>
            <p:txBody>
              <a:bodyPr wrap="square">
                <a:spAutoFit/>
              </a:bodyPr>
              <a:lstStyle/>
              <a:p>
                <a:endParaRPr lang="en-GB" sz="1600">
                  <a:solidFill>
                    <a:schemeClr val="accent4"/>
                  </a:solidFill>
                  <a:latin typeface="Georgia" pitchFamily="18" charset="0"/>
                </a:endParaRPr>
              </a:p>
            </p:txBody>
          </p:sp>
          <p:sp>
            <p:nvSpPr>
              <p:cNvPr id="71" name="Rectangle 70">
                <a:extLst>
                  <a:ext uri="{FF2B5EF4-FFF2-40B4-BE49-F238E27FC236}">
                    <a16:creationId xmlns:a16="http://schemas.microsoft.com/office/drawing/2014/main" id="{23511E46-7917-7043-EC64-71CBDB103AA8}"/>
                  </a:ext>
                </a:extLst>
              </p:cNvPr>
              <p:cNvSpPr/>
              <p:nvPr/>
            </p:nvSpPr>
            <p:spPr>
              <a:xfrm>
                <a:off x="594172" y="4502845"/>
                <a:ext cx="662558" cy="1117229"/>
              </a:xfrm>
              <a:prstGeom prst="rect">
                <a:avLst/>
              </a:prstGeom>
            </p:spPr>
            <p:txBody>
              <a:bodyPr wrap="square">
                <a:spAutoFit/>
              </a:bodyPr>
              <a:lstStyle/>
              <a:p>
                <a:endParaRPr lang="en-GB" sz="6000">
                  <a:solidFill>
                    <a:schemeClr val="accent4"/>
                  </a:solidFill>
                  <a:latin typeface="Georgia" pitchFamily="18" charset="0"/>
                </a:endParaRPr>
              </a:p>
            </p:txBody>
          </p:sp>
          <p:sp>
            <p:nvSpPr>
              <p:cNvPr id="72" name="Rectangle 71">
                <a:extLst>
                  <a:ext uri="{FF2B5EF4-FFF2-40B4-BE49-F238E27FC236}">
                    <a16:creationId xmlns:a16="http://schemas.microsoft.com/office/drawing/2014/main" id="{00559512-F2FA-0B10-61EB-9206413936B6}"/>
                  </a:ext>
                </a:extLst>
              </p:cNvPr>
              <p:cNvSpPr/>
              <p:nvPr/>
            </p:nvSpPr>
            <p:spPr>
              <a:xfrm>
                <a:off x="1154052" y="4537317"/>
                <a:ext cx="592248" cy="947951"/>
              </a:xfrm>
              <a:prstGeom prst="rect">
                <a:avLst/>
              </a:prstGeom>
            </p:spPr>
            <p:txBody>
              <a:bodyPr wrap="square">
                <a:spAutoFit/>
              </a:bodyPr>
              <a:lstStyle/>
              <a:p>
                <a:endParaRPr lang="en-GB" sz="5000">
                  <a:solidFill>
                    <a:schemeClr val="accent4"/>
                  </a:solidFill>
                  <a:latin typeface="Georgia" pitchFamily="18" charset="0"/>
                </a:endParaRPr>
              </a:p>
            </p:txBody>
          </p:sp>
        </p:grpSp>
        <p:grpSp>
          <p:nvGrpSpPr>
            <p:cNvPr id="75" name="Group 74">
              <a:extLst>
                <a:ext uri="{FF2B5EF4-FFF2-40B4-BE49-F238E27FC236}">
                  <a16:creationId xmlns:a16="http://schemas.microsoft.com/office/drawing/2014/main" id="{C82B88E9-F0B9-4653-89FB-C120F89B2FD3}"/>
                </a:ext>
              </a:extLst>
            </p:cNvPr>
            <p:cNvGrpSpPr/>
            <p:nvPr/>
          </p:nvGrpSpPr>
          <p:grpSpPr>
            <a:xfrm>
              <a:off x="15875" y="5300899"/>
              <a:ext cx="6080125" cy="1089239"/>
              <a:chOff x="554038" y="5678812"/>
              <a:chExt cx="6080125" cy="1198163"/>
            </a:xfrm>
          </p:grpSpPr>
          <p:grpSp>
            <p:nvGrpSpPr>
              <p:cNvPr id="76" name="Group 75">
                <a:extLst>
                  <a:ext uri="{FF2B5EF4-FFF2-40B4-BE49-F238E27FC236}">
                    <a16:creationId xmlns:a16="http://schemas.microsoft.com/office/drawing/2014/main" id="{D2965824-35ED-3F69-06C9-1BA2710D21A3}"/>
                  </a:ext>
                </a:extLst>
              </p:cNvPr>
              <p:cNvGrpSpPr/>
              <p:nvPr/>
            </p:nvGrpSpPr>
            <p:grpSpPr>
              <a:xfrm>
                <a:off x="554038" y="5678812"/>
                <a:ext cx="6080125" cy="1198163"/>
                <a:chOff x="554038" y="1908175"/>
                <a:chExt cx="6080125" cy="1308100"/>
              </a:xfrm>
            </p:grpSpPr>
            <p:sp>
              <p:nvSpPr>
                <p:cNvPr id="81" name="Freeform 6">
                  <a:extLst>
                    <a:ext uri="{FF2B5EF4-FFF2-40B4-BE49-F238E27FC236}">
                      <a16:creationId xmlns:a16="http://schemas.microsoft.com/office/drawing/2014/main" id="{854265BC-4700-D276-F670-A22AD12A6627}"/>
                    </a:ext>
                  </a:extLst>
                </p:cNvPr>
                <p:cNvSpPr>
                  <a:spLocks/>
                </p:cNvSpPr>
                <p:nvPr/>
              </p:nvSpPr>
              <p:spPr bwMode="auto">
                <a:xfrm>
                  <a:off x="554038" y="2003425"/>
                  <a:ext cx="2022475" cy="1212850"/>
                </a:xfrm>
                <a:custGeom>
                  <a:avLst/>
                  <a:gdLst>
                    <a:gd name="T0" fmla="*/ 632 w 1274"/>
                    <a:gd name="T1" fmla="*/ 0 h 764"/>
                    <a:gd name="T2" fmla="*/ 632 w 1274"/>
                    <a:gd name="T3" fmla="*/ 0 h 764"/>
                    <a:gd name="T4" fmla="*/ 664 w 1274"/>
                    <a:gd name="T5" fmla="*/ 2 h 764"/>
                    <a:gd name="T6" fmla="*/ 696 w 1274"/>
                    <a:gd name="T7" fmla="*/ 6 h 764"/>
                    <a:gd name="T8" fmla="*/ 726 w 1274"/>
                    <a:gd name="T9" fmla="*/ 14 h 764"/>
                    <a:gd name="T10" fmla="*/ 756 w 1274"/>
                    <a:gd name="T11" fmla="*/ 24 h 764"/>
                    <a:gd name="T12" fmla="*/ 784 w 1274"/>
                    <a:gd name="T13" fmla="*/ 36 h 764"/>
                    <a:gd name="T14" fmla="*/ 810 w 1274"/>
                    <a:gd name="T15" fmla="*/ 52 h 764"/>
                    <a:gd name="T16" fmla="*/ 838 w 1274"/>
                    <a:gd name="T17" fmla="*/ 70 h 764"/>
                    <a:gd name="T18" fmla="*/ 864 w 1274"/>
                    <a:gd name="T19" fmla="*/ 90 h 764"/>
                    <a:gd name="T20" fmla="*/ 890 w 1274"/>
                    <a:gd name="T21" fmla="*/ 114 h 764"/>
                    <a:gd name="T22" fmla="*/ 916 w 1274"/>
                    <a:gd name="T23" fmla="*/ 138 h 764"/>
                    <a:gd name="T24" fmla="*/ 970 w 1274"/>
                    <a:gd name="T25" fmla="*/ 194 h 764"/>
                    <a:gd name="T26" fmla="*/ 1026 w 1274"/>
                    <a:gd name="T27" fmla="*/ 256 h 764"/>
                    <a:gd name="T28" fmla="*/ 1088 w 1274"/>
                    <a:gd name="T29" fmla="*/ 326 h 764"/>
                    <a:gd name="T30" fmla="*/ 1088 w 1274"/>
                    <a:gd name="T31" fmla="*/ 326 h 764"/>
                    <a:gd name="T32" fmla="*/ 1106 w 1274"/>
                    <a:gd name="T33" fmla="*/ 342 h 764"/>
                    <a:gd name="T34" fmla="*/ 1122 w 1274"/>
                    <a:gd name="T35" fmla="*/ 352 h 764"/>
                    <a:gd name="T36" fmla="*/ 1138 w 1274"/>
                    <a:gd name="T37" fmla="*/ 358 h 764"/>
                    <a:gd name="T38" fmla="*/ 1156 w 1274"/>
                    <a:gd name="T39" fmla="*/ 360 h 764"/>
                    <a:gd name="T40" fmla="*/ 1172 w 1274"/>
                    <a:gd name="T41" fmla="*/ 358 h 764"/>
                    <a:gd name="T42" fmla="*/ 1186 w 1274"/>
                    <a:gd name="T43" fmla="*/ 354 h 764"/>
                    <a:gd name="T44" fmla="*/ 1202 w 1274"/>
                    <a:gd name="T45" fmla="*/ 346 h 764"/>
                    <a:gd name="T46" fmla="*/ 1216 w 1274"/>
                    <a:gd name="T47" fmla="*/ 338 h 764"/>
                    <a:gd name="T48" fmla="*/ 1228 w 1274"/>
                    <a:gd name="T49" fmla="*/ 328 h 764"/>
                    <a:gd name="T50" fmla="*/ 1240 w 1274"/>
                    <a:gd name="T51" fmla="*/ 316 h 764"/>
                    <a:gd name="T52" fmla="*/ 1258 w 1274"/>
                    <a:gd name="T53" fmla="*/ 296 h 764"/>
                    <a:gd name="T54" fmla="*/ 1270 w 1274"/>
                    <a:gd name="T55" fmla="*/ 280 h 764"/>
                    <a:gd name="T56" fmla="*/ 1274 w 1274"/>
                    <a:gd name="T57" fmla="*/ 274 h 764"/>
                    <a:gd name="T58" fmla="*/ 1274 w 1274"/>
                    <a:gd name="T59" fmla="*/ 274 h 764"/>
                    <a:gd name="T60" fmla="*/ 1074 w 1274"/>
                    <a:gd name="T61" fmla="*/ 476 h 764"/>
                    <a:gd name="T62" fmla="*/ 1074 w 1274"/>
                    <a:gd name="T63" fmla="*/ 476 h 764"/>
                    <a:gd name="T64" fmla="*/ 984 w 1274"/>
                    <a:gd name="T65" fmla="*/ 566 h 764"/>
                    <a:gd name="T66" fmla="*/ 934 w 1274"/>
                    <a:gd name="T67" fmla="*/ 614 h 764"/>
                    <a:gd name="T68" fmla="*/ 908 w 1274"/>
                    <a:gd name="T69" fmla="*/ 638 h 764"/>
                    <a:gd name="T70" fmla="*/ 882 w 1274"/>
                    <a:gd name="T71" fmla="*/ 660 h 764"/>
                    <a:gd name="T72" fmla="*/ 854 w 1274"/>
                    <a:gd name="T73" fmla="*/ 680 h 764"/>
                    <a:gd name="T74" fmla="*/ 826 w 1274"/>
                    <a:gd name="T75" fmla="*/ 700 h 764"/>
                    <a:gd name="T76" fmla="*/ 796 w 1274"/>
                    <a:gd name="T77" fmla="*/ 716 h 764"/>
                    <a:gd name="T78" fmla="*/ 766 w 1274"/>
                    <a:gd name="T79" fmla="*/ 732 h 764"/>
                    <a:gd name="T80" fmla="*/ 734 w 1274"/>
                    <a:gd name="T81" fmla="*/ 744 h 764"/>
                    <a:gd name="T82" fmla="*/ 700 w 1274"/>
                    <a:gd name="T83" fmla="*/ 754 h 764"/>
                    <a:gd name="T84" fmla="*/ 666 w 1274"/>
                    <a:gd name="T85" fmla="*/ 762 h 764"/>
                    <a:gd name="T86" fmla="*/ 632 w 1274"/>
                    <a:gd name="T87" fmla="*/ 764 h 764"/>
                    <a:gd name="T88" fmla="*/ 632 w 1274"/>
                    <a:gd name="T89" fmla="*/ 764 h 764"/>
                    <a:gd name="T90" fmla="*/ 302 w 1274"/>
                    <a:gd name="T91" fmla="*/ 764 h 764"/>
                    <a:gd name="T92" fmla="*/ 0 w 1274"/>
                    <a:gd name="T93" fmla="*/ 764 h 764"/>
                    <a:gd name="T94" fmla="*/ 0 w 1274"/>
                    <a:gd name="T95" fmla="*/ 0 h 764"/>
                    <a:gd name="T96" fmla="*/ 0 w 1274"/>
                    <a:gd name="T97" fmla="*/ 0 h 764"/>
                    <a:gd name="T98" fmla="*/ 632 w 1274"/>
                    <a:gd name="T99" fmla="*/ 0 h 764"/>
                    <a:gd name="T100" fmla="*/ 632 w 1274"/>
                    <a:gd name="T101" fmla="*/ 0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74" h="764">
                      <a:moveTo>
                        <a:pt x="632" y="0"/>
                      </a:moveTo>
                      <a:lnTo>
                        <a:pt x="632" y="0"/>
                      </a:lnTo>
                      <a:lnTo>
                        <a:pt x="664" y="2"/>
                      </a:lnTo>
                      <a:lnTo>
                        <a:pt x="696" y="6"/>
                      </a:lnTo>
                      <a:lnTo>
                        <a:pt x="726" y="14"/>
                      </a:lnTo>
                      <a:lnTo>
                        <a:pt x="756" y="24"/>
                      </a:lnTo>
                      <a:lnTo>
                        <a:pt x="784" y="36"/>
                      </a:lnTo>
                      <a:lnTo>
                        <a:pt x="810" y="52"/>
                      </a:lnTo>
                      <a:lnTo>
                        <a:pt x="838" y="70"/>
                      </a:lnTo>
                      <a:lnTo>
                        <a:pt x="864" y="90"/>
                      </a:lnTo>
                      <a:lnTo>
                        <a:pt x="890" y="114"/>
                      </a:lnTo>
                      <a:lnTo>
                        <a:pt x="916" y="138"/>
                      </a:lnTo>
                      <a:lnTo>
                        <a:pt x="970" y="194"/>
                      </a:lnTo>
                      <a:lnTo>
                        <a:pt x="1026" y="256"/>
                      </a:lnTo>
                      <a:lnTo>
                        <a:pt x="1088" y="326"/>
                      </a:lnTo>
                      <a:lnTo>
                        <a:pt x="1088" y="326"/>
                      </a:lnTo>
                      <a:lnTo>
                        <a:pt x="1106" y="342"/>
                      </a:lnTo>
                      <a:lnTo>
                        <a:pt x="1122" y="352"/>
                      </a:lnTo>
                      <a:lnTo>
                        <a:pt x="1138" y="358"/>
                      </a:lnTo>
                      <a:lnTo>
                        <a:pt x="1156" y="360"/>
                      </a:lnTo>
                      <a:lnTo>
                        <a:pt x="1172" y="358"/>
                      </a:lnTo>
                      <a:lnTo>
                        <a:pt x="1186" y="354"/>
                      </a:lnTo>
                      <a:lnTo>
                        <a:pt x="1202" y="346"/>
                      </a:lnTo>
                      <a:lnTo>
                        <a:pt x="1216" y="338"/>
                      </a:lnTo>
                      <a:lnTo>
                        <a:pt x="1228" y="328"/>
                      </a:lnTo>
                      <a:lnTo>
                        <a:pt x="1240" y="316"/>
                      </a:lnTo>
                      <a:lnTo>
                        <a:pt x="1258" y="296"/>
                      </a:lnTo>
                      <a:lnTo>
                        <a:pt x="1270" y="280"/>
                      </a:lnTo>
                      <a:lnTo>
                        <a:pt x="1274" y="274"/>
                      </a:lnTo>
                      <a:lnTo>
                        <a:pt x="1274" y="274"/>
                      </a:lnTo>
                      <a:lnTo>
                        <a:pt x="1074" y="476"/>
                      </a:lnTo>
                      <a:lnTo>
                        <a:pt x="1074" y="476"/>
                      </a:lnTo>
                      <a:lnTo>
                        <a:pt x="984" y="566"/>
                      </a:lnTo>
                      <a:lnTo>
                        <a:pt x="934" y="614"/>
                      </a:lnTo>
                      <a:lnTo>
                        <a:pt x="908" y="638"/>
                      </a:lnTo>
                      <a:lnTo>
                        <a:pt x="882" y="660"/>
                      </a:lnTo>
                      <a:lnTo>
                        <a:pt x="854" y="680"/>
                      </a:lnTo>
                      <a:lnTo>
                        <a:pt x="826" y="700"/>
                      </a:lnTo>
                      <a:lnTo>
                        <a:pt x="796" y="716"/>
                      </a:lnTo>
                      <a:lnTo>
                        <a:pt x="766" y="732"/>
                      </a:lnTo>
                      <a:lnTo>
                        <a:pt x="734" y="744"/>
                      </a:lnTo>
                      <a:lnTo>
                        <a:pt x="700" y="754"/>
                      </a:lnTo>
                      <a:lnTo>
                        <a:pt x="666" y="762"/>
                      </a:lnTo>
                      <a:lnTo>
                        <a:pt x="632" y="764"/>
                      </a:lnTo>
                      <a:lnTo>
                        <a:pt x="632" y="764"/>
                      </a:lnTo>
                      <a:lnTo>
                        <a:pt x="302" y="764"/>
                      </a:lnTo>
                      <a:lnTo>
                        <a:pt x="0" y="764"/>
                      </a:lnTo>
                      <a:lnTo>
                        <a:pt x="0" y="0"/>
                      </a:lnTo>
                      <a:lnTo>
                        <a:pt x="0" y="0"/>
                      </a:lnTo>
                      <a:lnTo>
                        <a:pt x="632" y="0"/>
                      </a:lnTo>
                      <a:lnTo>
                        <a:pt x="632" y="0"/>
                      </a:lnTo>
                      <a:close/>
                    </a:path>
                  </a:pathLst>
                </a:custGeom>
                <a:solidFill>
                  <a:schemeClr val="bg2"/>
                </a:solidFill>
                <a:ln>
                  <a:solidFill>
                    <a:schemeClr val="accent5"/>
                  </a:solidFill>
                </a:ln>
              </p:spPr>
              <p:txBody>
                <a:bodyPr vert="horz" wrap="square" lIns="91440" tIns="45720" rIns="91440" bIns="45720" numCol="1" anchor="t" anchorCtr="0" compatLnSpc="1">
                  <a:prstTxWarp prst="textNoShape">
                    <a:avLst/>
                  </a:prstTxWarp>
                </a:bodyPr>
                <a:lstStyle/>
                <a:p>
                  <a:endParaRPr lang="en-GB"/>
                </a:p>
              </p:txBody>
            </p:sp>
            <p:sp>
              <p:nvSpPr>
                <p:cNvPr id="82" name="Freeform 7">
                  <a:extLst>
                    <a:ext uri="{FF2B5EF4-FFF2-40B4-BE49-F238E27FC236}">
                      <a16:creationId xmlns:a16="http://schemas.microsoft.com/office/drawing/2014/main" id="{C4259803-EFBB-75F6-C0FF-CF6248AD29DF}"/>
                    </a:ext>
                  </a:extLst>
                </p:cNvPr>
                <p:cNvSpPr>
                  <a:spLocks/>
                </p:cNvSpPr>
                <p:nvPr/>
              </p:nvSpPr>
              <p:spPr bwMode="auto">
                <a:xfrm>
                  <a:off x="1919288" y="1908175"/>
                  <a:ext cx="4714875" cy="1212850"/>
                </a:xfrm>
                <a:custGeom>
                  <a:avLst/>
                  <a:gdLst>
                    <a:gd name="T0" fmla="*/ 852 w 2970"/>
                    <a:gd name="T1" fmla="*/ 0 h 764"/>
                    <a:gd name="T2" fmla="*/ 852 w 2970"/>
                    <a:gd name="T3" fmla="*/ 0 h 764"/>
                    <a:gd name="T4" fmla="*/ 818 w 2970"/>
                    <a:gd name="T5" fmla="*/ 2 h 764"/>
                    <a:gd name="T6" fmla="*/ 784 w 2970"/>
                    <a:gd name="T7" fmla="*/ 8 h 764"/>
                    <a:gd name="T8" fmla="*/ 750 w 2970"/>
                    <a:gd name="T9" fmla="*/ 18 h 764"/>
                    <a:gd name="T10" fmla="*/ 716 w 2970"/>
                    <a:gd name="T11" fmla="*/ 32 h 764"/>
                    <a:gd name="T12" fmla="*/ 684 w 2970"/>
                    <a:gd name="T13" fmla="*/ 48 h 764"/>
                    <a:gd name="T14" fmla="*/ 652 w 2970"/>
                    <a:gd name="T15" fmla="*/ 66 h 764"/>
                    <a:gd name="T16" fmla="*/ 620 w 2970"/>
                    <a:gd name="T17" fmla="*/ 88 h 764"/>
                    <a:gd name="T18" fmla="*/ 588 w 2970"/>
                    <a:gd name="T19" fmla="*/ 110 h 764"/>
                    <a:gd name="T20" fmla="*/ 558 w 2970"/>
                    <a:gd name="T21" fmla="*/ 134 h 764"/>
                    <a:gd name="T22" fmla="*/ 528 w 2970"/>
                    <a:gd name="T23" fmla="*/ 162 h 764"/>
                    <a:gd name="T24" fmla="*/ 500 w 2970"/>
                    <a:gd name="T25" fmla="*/ 188 h 764"/>
                    <a:gd name="T26" fmla="*/ 472 w 2970"/>
                    <a:gd name="T27" fmla="*/ 216 h 764"/>
                    <a:gd name="T28" fmla="*/ 418 w 2970"/>
                    <a:gd name="T29" fmla="*/ 274 h 764"/>
                    <a:gd name="T30" fmla="*/ 370 w 2970"/>
                    <a:gd name="T31" fmla="*/ 330 h 764"/>
                    <a:gd name="T32" fmla="*/ 370 w 2970"/>
                    <a:gd name="T33" fmla="*/ 330 h 764"/>
                    <a:gd name="T34" fmla="*/ 220 w 2970"/>
                    <a:gd name="T35" fmla="*/ 498 h 764"/>
                    <a:gd name="T36" fmla="*/ 104 w 2970"/>
                    <a:gd name="T37" fmla="*/ 626 h 764"/>
                    <a:gd name="T38" fmla="*/ 26 w 2970"/>
                    <a:gd name="T39" fmla="*/ 708 h 764"/>
                    <a:gd name="T40" fmla="*/ 0 w 2970"/>
                    <a:gd name="T41" fmla="*/ 736 h 764"/>
                    <a:gd name="T42" fmla="*/ 0 w 2970"/>
                    <a:gd name="T43" fmla="*/ 736 h 764"/>
                    <a:gd name="T44" fmla="*/ 392 w 2970"/>
                    <a:gd name="T45" fmla="*/ 456 h 764"/>
                    <a:gd name="T46" fmla="*/ 392 w 2970"/>
                    <a:gd name="T47" fmla="*/ 456 h 764"/>
                    <a:gd name="T48" fmla="*/ 430 w 2970"/>
                    <a:gd name="T49" fmla="*/ 500 h 764"/>
                    <a:gd name="T50" fmla="*/ 474 w 2970"/>
                    <a:gd name="T51" fmla="*/ 548 h 764"/>
                    <a:gd name="T52" fmla="*/ 528 w 2970"/>
                    <a:gd name="T53" fmla="*/ 600 h 764"/>
                    <a:gd name="T54" fmla="*/ 556 w 2970"/>
                    <a:gd name="T55" fmla="*/ 624 h 764"/>
                    <a:gd name="T56" fmla="*/ 586 w 2970"/>
                    <a:gd name="T57" fmla="*/ 650 h 764"/>
                    <a:gd name="T58" fmla="*/ 616 w 2970"/>
                    <a:gd name="T59" fmla="*/ 672 h 764"/>
                    <a:gd name="T60" fmla="*/ 648 w 2970"/>
                    <a:gd name="T61" fmla="*/ 694 h 764"/>
                    <a:gd name="T62" fmla="*/ 682 w 2970"/>
                    <a:gd name="T63" fmla="*/ 714 h 764"/>
                    <a:gd name="T64" fmla="*/ 714 w 2970"/>
                    <a:gd name="T65" fmla="*/ 732 h 764"/>
                    <a:gd name="T66" fmla="*/ 748 w 2970"/>
                    <a:gd name="T67" fmla="*/ 746 h 764"/>
                    <a:gd name="T68" fmla="*/ 782 w 2970"/>
                    <a:gd name="T69" fmla="*/ 756 h 764"/>
                    <a:gd name="T70" fmla="*/ 818 w 2970"/>
                    <a:gd name="T71" fmla="*/ 762 h 764"/>
                    <a:gd name="T72" fmla="*/ 852 w 2970"/>
                    <a:gd name="T73" fmla="*/ 764 h 764"/>
                    <a:gd name="T74" fmla="*/ 852 w 2970"/>
                    <a:gd name="T75" fmla="*/ 764 h 764"/>
                    <a:gd name="T76" fmla="*/ 2970 w 2970"/>
                    <a:gd name="T77" fmla="*/ 764 h 764"/>
                    <a:gd name="T78" fmla="*/ 2970 w 2970"/>
                    <a:gd name="T79" fmla="*/ 0 h 764"/>
                    <a:gd name="T80" fmla="*/ 2970 w 2970"/>
                    <a:gd name="T81" fmla="*/ 0 h 764"/>
                    <a:gd name="T82" fmla="*/ 852 w 2970"/>
                    <a:gd name="T83" fmla="*/ 0 h 764"/>
                    <a:gd name="T84" fmla="*/ 852 w 2970"/>
                    <a:gd name="T85" fmla="*/ 0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70" h="764">
                      <a:moveTo>
                        <a:pt x="852" y="0"/>
                      </a:moveTo>
                      <a:lnTo>
                        <a:pt x="852" y="0"/>
                      </a:lnTo>
                      <a:lnTo>
                        <a:pt x="818" y="2"/>
                      </a:lnTo>
                      <a:lnTo>
                        <a:pt x="784" y="8"/>
                      </a:lnTo>
                      <a:lnTo>
                        <a:pt x="750" y="18"/>
                      </a:lnTo>
                      <a:lnTo>
                        <a:pt x="716" y="32"/>
                      </a:lnTo>
                      <a:lnTo>
                        <a:pt x="684" y="48"/>
                      </a:lnTo>
                      <a:lnTo>
                        <a:pt x="652" y="66"/>
                      </a:lnTo>
                      <a:lnTo>
                        <a:pt x="620" y="88"/>
                      </a:lnTo>
                      <a:lnTo>
                        <a:pt x="588" y="110"/>
                      </a:lnTo>
                      <a:lnTo>
                        <a:pt x="558" y="134"/>
                      </a:lnTo>
                      <a:lnTo>
                        <a:pt x="528" y="162"/>
                      </a:lnTo>
                      <a:lnTo>
                        <a:pt x="500" y="188"/>
                      </a:lnTo>
                      <a:lnTo>
                        <a:pt x="472" y="216"/>
                      </a:lnTo>
                      <a:lnTo>
                        <a:pt x="418" y="274"/>
                      </a:lnTo>
                      <a:lnTo>
                        <a:pt x="370" y="330"/>
                      </a:lnTo>
                      <a:lnTo>
                        <a:pt x="370" y="330"/>
                      </a:lnTo>
                      <a:lnTo>
                        <a:pt x="220" y="498"/>
                      </a:lnTo>
                      <a:lnTo>
                        <a:pt x="104" y="626"/>
                      </a:lnTo>
                      <a:lnTo>
                        <a:pt x="26" y="708"/>
                      </a:lnTo>
                      <a:lnTo>
                        <a:pt x="0" y="736"/>
                      </a:lnTo>
                      <a:lnTo>
                        <a:pt x="0" y="736"/>
                      </a:lnTo>
                      <a:lnTo>
                        <a:pt x="392" y="456"/>
                      </a:lnTo>
                      <a:lnTo>
                        <a:pt x="392" y="456"/>
                      </a:lnTo>
                      <a:lnTo>
                        <a:pt x="430" y="500"/>
                      </a:lnTo>
                      <a:lnTo>
                        <a:pt x="474" y="548"/>
                      </a:lnTo>
                      <a:lnTo>
                        <a:pt x="528" y="600"/>
                      </a:lnTo>
                      <a:lnTo>
                        <a:pt x="556" y="624"/>
                      </a:lnTo>
                      <a:lnTo>
                        <a:pt x="586" y="650"/>
                      </a:lnTo>
                      <a:lnTo>
                        <a:pt x="616" y="672"/>
                      </a:lnTo>
                      <a:lnTo>
                        <a:pt x="648" y="694"/>
                      </a:lnTo>
                      <a:lnTo>
                        <a:pt x="682" y="714"/>
                      </a:lnTo>
                      <a:lnTo>
                        <a:pt x="714" y="732"/>
                      </a:lnTo>
                      <a:lnTo>
                        <a:pt x="748" y="746"/>
                      </a:lnTo>
                      <a:lnTo>
                        <a:pt x="782" y="756"/>
                      </a:lnTo>
                      <a:lnTo>
                        <a:pt x="818" y="762"/>
                      </a:lnTo>
                      <a:lnTo>
                        <a:pt x="852" y="764"/>
                      </a:lnTo>
                      <a:lnTo>
                        <a:pt x="852" y="764"/>
                      </a:lnTo>
                      <a:lnTo>
                        <a:pt x="2970" y="764"/>
                      </a:lnTo>
                      <a:lnTo>
                        <a:pt x="2970" y="0"/>
                      </a:lnTo>
                      <a:lnTo>
                        <a:pt x="2970" y="0"/>
                      </a:lnTo>
                      <a:lnTo>
                        <a:pt x="852" y="0"/>
                      </a:lnTo>
                      <a:lnTo>
                        <a:pt x="852" y="0"/>
                      </a:lnTo>
                      <a:close/>
                    </a:path>
                  </a:pathLst>
                </a:custGeom>
                <a:solidFill>
                  <a:schemeClr val="accent5"/>
                </a:solidFill>
                <a:ln>
                  <a:solidFill>
                    <a:schemeClr val="accent5"/>
                  </a:solidFill>
                </a:ln>
              </p:spPr>
              <p:txBody>
                <a:bodyPr vert="horz" wrap="square" lIns="91440" tIns="45720" rIns="91440" bIns="45720" numCol="1" anchor="t" anchorCtr="0" compatLnSpc="1">
                  <a:prstTxWarp prst="textNoShape">
                    <a:avLst/>
                  </a:prstTxWarp>
                </a:bodyPr>
                <a:lstStyle/>
                <a:p>
                  <a:endParaRPr lang="en-GB"/>
                </a:p>
              </p:txBody>
            </p:sp>
          </p:grpSp>
          <p:sp>
            <p:nvSpPr>
              <p:cNvPr id="78" name="Rectangle 77">
                <a:extLst>
                  <a:ext uri="{FF2B5EF4-FFF2-40B4-BE49-F238E27FC236}">
                    <a16:creationId xmlns:a16="http://schemas.microsoft.com/office/drawing/2014/main" id="{7E85941F-805F-948E-BFA7-7ED7A163E48B}"/>
                  </a:ext>
                </a:extLst>
              </p:cNvPr>
              <p:cNvSpPr/>
              <p:nvPr/>
            </p:nvSpPr>
            <p:spPr>
              <a:xfrm>
                <a:off x="666180" y="6406651"/>
                <a:ext cx="1152128" cy="338554"/>
              </a:xfrm>
              <a:prstGeom prst="rect">
                <a:avLst/>
              </a:prstGeom>
            </p:spPr>
            <p:txBody>
              <a:bodyPr wrap="square">
                <a:spAutoFit/>
              </a:bodyPr>
              <a:lstStyle/>
              <a:p>
                <a:endParaRPr lang="en-GB" sz="1600">
                  <a:solidFill>
                    <a:schemeClr val="accent5"/>
                  </a:solidFill>
                  <a:latin typeface="Georgia" pitchFamily="18" charset="0"/>
                </a:endParaRPr>
              </a:p>
            </p:txBody>
          </p:sp>
        </p:grpSp>
      </p:grpSp>
      <p:sp>
        <p:nvSpPr>
          <p:cNvPr id="124" name="Rectangle 123">
            <a:extLst>
              <a:ext uri="{FF2B5EF4-FFF2-40B4-BE49-F238E27FC236}">
                <a16:creationId xmlns:a16="http://schemas.microsoft.com/office/drawing/2014/main" id="{D835E3CA-90C3-78C1-DCFF-DEBF321125F9}"/>
              </a:ext>
            </a:extLst>
          </p:cNvPr>
          <p:cNvSpPr/>
          <p:nvPr/>
        </p:nvSpPr>
        <p:spPr>
          <a:xfrm>
            <a:off x="2913249" y="3136177"/>
            <a:ext cx="3384376" cy="523220"/>
          </a:xfrm>
          <a:prstGeom prst="rect">
            <a:avLst/>
          </a:prstGeom>
        </p:spPr>
        <p:txBody>
          <a:bodyPr wrap="square">
            <a:spAutoFit/>
          </a:bodyPr>
          <a:lstStyle/>
          <a:p>
            <a:pPr>
              <a:spcAft>
                <a:spcPts val="600"/>
              </a:spcAft>
            </a:pPr>
            <a:r>
              <a:rPr lang="en-GB" sz="1400" b="1" i="1">
                <a:solidFill>
                  <a:schemeClr val="bg1"/>
                </a:solidFill>
              </a:rPr>
              <a:t>Investors Focused on ESG (Environmental, Social, Governance)</a:t>
            </a:r>
          </a:p>
        </p:txBody>
      </p:sp>
      <p:sp>
        <p:nvSpPr>
          <p:cNvPr id="125" name="Rectangle 124">
            <a:extLst>
              <a:ext uri="{FF2B5EF4-FFF2-40B4-BE49-F238E27FC236}">
                <a16:creationId xmlns:a16="http://schemas.microsoft.com/office/drawing/2014/main" id="{EDD5FA05-41BF-CFB7-3617-EDF2EDC5CCE2}"/>
              </a:ext>
            </a:extLst>
          </p:cNvPr>
          <p:cNvSpPr/>
          <p:nvPr/>
        </p:nvSpPr>
        <p:spPr>
          <a:xfrm>
            <a:off x="2931721" y="4438274"/>
            <a:ext cx="3384376" cy="307777"/>
          </a:xfrm>
          <a:prstGeom prst="rect">
            <a:avLst/>
          </a:prstGeom>
        </p:spPr>
        <p:txBody>
          <a:bodyPr wrap="square">
            <a:spAutoFit/>
          </a:bodyPr>
          <a:lstStyle/>
          <a:p>
            <a:pPr>
              <a:spcAft>
                <a:spcPts val="600"/>
              </a:spcAft>
            </a:pPr>
            <a:r>
              <a:rPr lang="en-GB" sz="1400" b="1" i="1" dirty="0">
                <a:solidFill>
                  <a:schemeClr val="bg1"/>
                </a:solidFill>
              </a:rPr>
              <a:t>Supply Chain Workers &amp; Partners</a:t>
            </a:r>
          </a:p>
        </p:txBody>
      </p:sp>
      <p:sp>
        <p:nvSpPr>
          <p:cNvPr id="131" name="Rectangle 130">
            <a:extLst>
              <a:ext uri="{FF2B5EF4-FFF2-40B4-BE49-F238E27FC236}">
                <a16:creationId xmlns:a16="http://schemas.microsoft.com/office/drawing/2014/main" id="{3229FB9C-BB9A-0605-479E-E09726D7BB59}"/>
              </a:ext>
            </a:extLst>
          </p:cNvPr>
          <p:cNvSpPr/>
          <p:nvPr/>
        </p:nvSpPr>
        <p:spPr>
          <a:xfrm>
            <a:off x="2922485" y="5574116"/>
            <a:ext cx="3384376" cy="523220"/>
          </a:xfrm>
          <a:prstGeom prst="rect">
            <a:avLst/>
          </a:prstGeom>
        </p:spPr>
        <p:txBody>
          <a:bodyPr wrap="square">
            <a:spAutoFit/>
          </a:bodyPr>
          <a:lstStyle/>
          <a:p>
            <a:pPr>
              <a:spcAft>
                <a:spcPts val="600"/>
              </a:spcAft>
            </a:pPr>
            <a:r>
              <a:rPr lang="en-GB" sz="1400" b="1" i="1">
                <a:solidFill>
                  <a:schemeClr val="bg1"/>
                </a:solidFill>
              </a:rPr>
              <a:t>Digital Communities &amp; Online Activists</a:t>
            </a:r>
          </a:p>
        </p:txBody>
      </p:sp>
      <p:sp>
        <p:nvSpPr>
          <p:cNvPr id="138" name="TextBox 137">
            <a:extLst>
              <a:ext uri="{FF2B5EF4-FFF2-40B4-BE49-F238E27FC236}">
                <a16:creationId xmlns:a16="http://schemas.microsoft.com/office/drawing/2014/main" id="{6398DC04-6552-1BDD-40C0-8A5A7CB8DBCA}"/>
              </a:ext>
            </a:extLst>
          </p:cNvPr>
          <p:cNvSpPr txBox="1"/>
          <p:nvPr/>
        </p:nvSpPr>
        <p:spPr>
          <a:xfrm>
            <a:off x="226290" y="838580"/>
            <a:ext cx="11757891" cy="461665"/>
          </a:xfrm>
          <a:prstGeom prst="rect">
            <a:avLst/>
          </a:prstGeom>
          <a:noFill/>
        </p:spPr>
        <p:txBody>
          <a:bodyPr wrap="square">
            <a:spAutoFit/>
          </a:bodyPr>
          <a:lstStyle/>
          <a:p>
            <a:pPr algn="just"/>
            <a:r>
              <a:rPr lang="en-US" sz="1200" b="1" i="1"/>
              <a:t>Emerging stakeholder groups</a:t>
            </a:r>
            <a:r>
              <a:rPr lang="en-US" sz="1200" i="1"/>
              <a:t> in relation to organizations usually mean groups whose </a:t>
            </a:r>
            <a:r>
              <a:rPr lang="en-US" sz="1200" b="1" i="1"/>
              <a:t>influence, expectations or visibility have grown significantly in recent years</a:t>
            </a:r>
            <a:r>
              <a:rPr lang="en-US" sz="1200" i="1"/>
              <a:t> due to globalization, technology, social and environmental changes</a:t>
            </a:r>
          </a:p>
        </p:txBody>
      </p:sp>
      <p:sp>
        <p:nvSpPr>
          <p:cNvPr id="31" name="Rectangle 30">
            <a:extLst>
              <a:ext uri="{FF2B5EF4-FFF2-40B4-BE49-F238E27FC236}">
                <a16:creationId xmlns:a16="http://schemas.microsoft.com/office/drawing/2014/main" id="{130FF9DA-309F-85A6-0969-26D6DC50B083}"/>
              </a:ext>
            </a:extLst>
          </p:cNvPr>
          <p:cNvSpPr/>
          <p:nvPr/>
        </p:nvSpPr>
        <p:spPr>
          <a:xfrm>
            <a:off x="591005" y="4223082"/>
            <a:ext cx="1183632" cy="830997"/>
          </a:xfrm>
          <a:prstGeom prst="rect">
            <a:avLst/>
          </a:prstGeom>
        </p:spPr>
        <p:txBody>
          <a:bodyPr wrap="square">
            <a:spAutoFit/>
          </a:bodyPr>
          <a:lstStyle/>
          <a:p>
            <a:r>
              <a:rPr lang="en-GB" sz="4800" b="1">
                <a:solidFill>
                  <a:schemeClr val="accent4"/>
                </a:solidFill>
                <a:latin typeface="Georgia" pitchFamily="18" charset="0"/>
              </a:rPr>
              <a:t>03</a:t>
            </a:r>
            <a:endParaRPr lang="en-GB" sz="4800">
              <a:solidFill>
                <a:schemeClr val="accent4"/>
              </a:solidFill>
              <a:latin typeface="Georgia" pitchFamily="18" charset="0"/>
            </a:endParaRPr>
          </a:p>
        </p:txBody>
      </p:sp>
      <p:sp>
        <p:nvSpPr>
          <p:cNvPr id="32" name="Rectangle 31">
            <a:extLst>
              <a:ext uri="{FF2B5EF4-FFF2-40B4-BE49-F238E27FC236}">
                <a16:creationId xmlns:a16="http://schemas.microsoft.com/office/drawing/2014/main" id="{703B2192-0586-0B11-1607-4F4AF3210DC6}"/>
              </a:ext>
            </a:extLst>
          </p:cNvPr>
          <p:cNvSpPr/>
          <p:nvPr/>
        </p:nvSpPr>
        <p:spPr>
          <a:xfrm>
            <a:off x="591005" y="5410445"/>
            <a:ext cx="1183632" cy="830997"/>
          </a:xfrm>
          <a:prstGeom prst="rect">
            <a:avLst/>
          </a:prstGeom>
        </p:spPr>
        <p:txBody>
          <a:bodyPr wrap="square">
            <a:spAutoFit/>
          </a:bodyPr>
          <a:lstStyle/>
          <a:p>
            <a:r>
              <a:rPr lang="en-GB" sz="4800" b="1">
                <a:solidFill>
                  <a:schemeClr val="accent5"/>
                </a:solidFill>
                <a:latin typeface="Georgia" pitchFamily="18" charset="0"/>
              </a:rPr>
              <a:t>04</a:t>
            </a:r>
            <a:endParaRPr lang="en-GB" sz="4800">
              <a:solidFill>
                <a:schemeClr val="accent5"/>
              </a:solidFill>
              <a:latin typeface="Georgia" pitchFamily="18" charset="0"/>
            </a:endParaRPr>
          </a:p>
        </p:txBody>
      </p:sp>
      <p:cxnSp>
        <p:nvCxnSpPr>
          <p:cNvPr id="4" name="Straight Connector 3">
            <a:extLst>
              <a:ext uri="{FF2B5EF4-FFF2-40B4-BE49-F238E27FC236}">
                <a16:creationId xmlns:a16="http://schemas.microsoft.com/office/drawing/2014/main" id="{4AF27D1E-0EE3-BF5E-83ED-4360DB7EB99D}"/>
              </a:ext>
            </a:extLst>
          </p:cNvPr>
          <p:cNvCxnSpPr/>
          <p:nvPr/>
        </p:nvCxnSpPr>
        <p:spPr>
          <a:xfrm flipV="1">
            <a:off x="6751686" y="1708340"/>
            <a:ext cx="4937760" cy="0"/>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DAAC2B8-FA8D-4AF8-D7E8-0150E6CB0E1B}"/>
              </a:ext>
            </a:extLst>
          </p:cNvPr>
          <p:cNvCxnSpPr/>
          <p:nvPr/>
        </p:nvCxnSpPr>
        <p:spPr>
          <a:xfrm flipV="1">
            <a:off x="6751686" y="2643867"/>
            <a:ext cx="4937760" cy="0"/>
          </a:xfrm>
          <a:prstGeom prst="line">
            <a:avLst/>
          </a:prstGeom>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F5B5E13-7550-D0AB-0EC1-FA0A06AB259D}"/>
              </a:ext>
            </a:extLst>
          </p:cNvPr>
          <p:cNvSpPr txBox="1"/>
          <p:nvPr/>
        </p:nvSpPr>
        <p:spPr>
          <a:xfrm>
            <a:off x="6751686" y="1769182"/>
            <a:ext cx="4937760" cy="816997"/>
          </a:xfrm>
          <a:prstGeom prst="rect">
            <a:avLst/>
          </a:prstGeom>
          <a:noFill/>
        </p:spPr>
        <p:txBody>
          <a:bodyPr wrap="square" lIns="0" tIns="0" rIns="0" bIns="0" rtlCol="0" anchor="ctr">
            <a:noAutofit/>
          </a:bodyPr>
          <a:lstStyle/>
          <a:p>
            <a:pPr algn="just"/>
            <a:endParaRPr lang="en-US" sz="1200"/>
          </a:p>
          <a:p>
            <a:pPr algn="just"/>
            <a:endParaRPr lang="en-US" sz="1200"/>
          </a:p>
          <a:p>
            <a:pPr algn="just"/>
            <a:endParaRPr lang="en-US" sz="1200"/>
          </a:p>
          <a:p>
            <a:pPr marL="171450" indent="-171450" algn="just">
              <a:buFont typeface="Arial" panose="020B0604020202020204" pitchFamily="34" charset="0"/>
              <a:buChar char="•"/>
            </a:pPr>
            <a:r>
              <a:rPr lang="en-US" sz="1200"/>
              <a:t>International organizations (such as, UN, WTO, EU)</a:t>
            </a:r>
          </a:p>
          <a:p>
            <a:pPr marL="171450" indent="-171450" algn="just">
              <a:buFont typeface="Arial" panose="020B0604020202020204" pitchFamily="34" charset="0"/>
              <a:buChar char="•"/>
            </a:pPr>
            <a:r>
              <a:rPr lang="en-US" sz="1200"/>
              <a:t>Set global standards for labour, data protection and environmental practices</a:t>
            </a:r>
          </a:p>
          <a:p>
            <a:pPr marL="171450" indent="-171450" algn="just">
              <a:buFont typeface="Arial" panose="020B0604020202020204" pitchFamily="34" charset="0"/>
              <a:buChar char="•"/>
            </a:pPr>
            <a:r>
              <a:rPr lang="en-US" sz="1200"/>
              <a:t>Stronger influence due to cross-border operations</a:t>
            </a:r>
          </a:p>
          <a:p>
            <a:pPr algn="just"/>
            <a:endParaRPr lang="en-US" sz="1200"/>
          </a:p>
          <a:p>
            <a:pPr algn="just"/>
            <a:endParaRPr lang="en-US" sz="1200"/>
          </a:p>
          <a:p>
            <a:pPr algn="just"/>
            <a:endParaRPr lang="en-US" sz="1200" err="1">
              <a:latin typeface="+mj-lt"/>
            </a:endParaRPr>
          </a:p>
        </p:txBody>
      </p:sp>
      <p:cxnSp>
        <p:nvCxnSpPr>
          <p:cNvPr id="14" name="Straight Connector 13">
            <a:extLst>
              <a:ext uri="{FF2B5EF4-FFF2-40B4-BE49-F238E27FC236}">
                <a16:creationId xmlns:a16="http://schemas.microsoft.com/office/drawing/2014/main" id="{4FCB5918-6E04-B39A-7BF7-676BBC9D55E3}"/>
              </a:ext>
            </a:extLst>
          </p:cNvPr>
          <p:cNvCxnSpPr/>
          <p:nvPr/>
        </p:nvCxnSpPr>
        <p:spPr>
          <a:xfrm flipV="1">
            <a:off x="6751686" y="2917340"/>
            <a:ext cx="4937760" cy="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id="{9DA573FE-46B3-FC10-CAA0-5CC14174AF14}"/>
              </a:ext>
            </a:extLst>
          </p:cNvPr>
          <p:cNvCxnSpPr/>
          <p:nvPr/>
        </p:nvCxnSpPr>
        <p:spPr>
          <a:xfrm flipV="1">
            <a:off x="6751686" y="3852867"/>
            <a:ext cx="4937760" cy="0"/>
          </a:xfrm>
          <a:prstGeom prst="line">
            <a:avLst/>
          </a:prstGeom>
          <a:ln/>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07364FD7-94CC-9A30-771C-72DC43AB2FF3}"/>
              </a:ext>
            </a:extLst>
          </p:cNvPr>
          <p:cNvSpPr txBox="1"/>
          <p:nvPr/>
        </p:nvSpPr>
        <p:spPr>
          <a:xfrm>
            <a:off x="6751686" y="2978182"/>
            <a:ext cx="4937760" cy="816997"/>
          </a:xfrm>
          <a:prstGeom prst="rect">
            <a:avLst/>
          </a:prstGeom>
          <a:noFill/>
        </p:spPr>
        <p:txBody>
          <a:bodyPr wrap="square" lIns="0" tIns="0" rIns="0" bIns="0" rtlCol="0" anchor="ctr">
            <a:noAutofit/>
          </a:bodyPr>
          <a:lstStyle/>
          <a:p>
            <a:pPr algn="just"/>
            <a:endParaRPr lang="en-US" sz="1200"/>
          </a:p>
          <a:p>
            <a:pPr algn="just"/>
            <a:endParaRPr lang="en-US" sz="1200"/>
          </a:p>
          <a:p>
            <a:pPr algn="just"/>
            <a:endParaRPr lang="en-US" sz="1200"/>
          </a:p>
          <a:p>
            <a:pPr marL="171450" indent="-171450" algn="just">
              <a:buFont typeface="Arial" panose="020B0604020202020204" pitchFamily="34" charset="0"/>
              <a:buChar char="•"/>
            </a:pPr>
            <a:r>
              <a:rPr lang="en-US" sz="1200"/>
              <a:t>Evaluate organizations based on long-term sustainability, not just profit</a:t>
            </a:r>
          </a:p>
          <a:p>
            <a:pPr marL="171450" indent="-171450" algn="just">
              <a:buFont typeface="Arial" panose="020B0604020202020204" pitchFamily="34" charset="0"/>
              <a:buChar char="•"/>
            </a:pPr>
            <a:r>
              <a:rPr lang="en-US" sz="1200"/>
              <a:t>Can influence strategy and leadership decisions</a:t>
            </a:r>
          </a:p>
          <a:p>
            <a:pPr algn="just"/>
            <a:endParaRPr lang="en-US" sz="1200"/>
          </a:p>
          <a:p>
            <a:pPr algn="just"/>
            <a:endParaRPr lang="en-US" sz="1200"/>
          </a:p>
          <a:p>
            <a:pPr algn="just"/>
            <a:endParaRPr lang="en-US" sz="1200" err="1">
              <a:latin typeface="+mj-lt"/>
            </a:endParaRPr>
          </a:p>
        </p:txBody>
      </p:sp>
      <p:cxnSp>
        <p:nvCxnSpPr>
          <p:cNvPr id="21" name="Straight Connector 20">
            <a:extLst>
              <a:ext uri="{FF2B5EF4-FFF2-40B4-BE49-F238E27FC236}">
                <a16:creationId xmlns:a16="http://schemas.microsoft.com/office/drawing/2014/main" id="{8AE302B9-B5F8-D069-D243-1227CA06FC42}"/>
              </a:ext>
            </a:extLst>
          </p:cNvPr>
          <p:cNvCxnSpPr/>
          <p:nvPr/>
        </p:nvCxnSpPr>
        <p:spPr>
          <a:xfrm flipV="1">
            <a:off x="6743351" y="4128110"/>
            <a:ext cx="4937760" cy="0"/>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08CCE599-B4D8-7402-A640-BD984B372B0C}"/>
              </a:ext>
            </a:extLst>
          </p:cNvPr>
          <p:cNvCxnSpPr/>
          <p:nvPr/>
        </p:nvCxnSpPr>
        <p:spPr>
          <a:xfrm flipV="1">
            <a:off x="6743351" y="5063637"/>
            <a:ext cx="4937760" cy="0"/>
          </a:xfrm>
          <a:prstGeom prst="line">
            <a:avLst/>
          </a:prstGeom>
          <a:ln/>
        </p:spPr>
        <p:style>
          <a:lnRef idx="1">
            <a:schemeClr val="accent4"/>
          </a:lnRef>
          <a:fillRef idx="0">
            <a:schemeClr val="accent4"/>
          </a:fillRef>
          <a:effectRef idx="0">
            <a:schemeClr val="accent4"/>
          </a:effectRef>
          <a:fontRef idx="minor">
            <a:schemeClr val="tx1"/>
          </a:fontRef>
        </p:style>
      </p:cxnSp>
      <p:sp>
        <p:nvSpPr>
          <p:cNvPr id="23" name="TextBox 22">
            <a:extLst>
              <a:ext uri="{FF2B5EF4-FFF2-40B4-BE49-F238E27FC236}">
                <a16:creationId xmlns:a16="http://schemas.microsoft.com/office/drawing/2014/main" id="{540A7D89-79F3-A794-E8E5-59AE5DF47184}"/>
              </a:ext>
            </a:extLst>
          </p:cNvPr>
          <p:cNvSpPr txBox="1"/>
          <p:nvPr/>
        </p:nvSpPr>
        <p:spPr>
          <a:xfrm>
            <a:off x="6743351" y="4198190"/>
            <a:ext cx="4937760" cy="816997"/>
          </a:xfrm>
          <a:prstGeom prst="rect">
            <a:avLst/>
          </a:prstGeom>
          <a:noFill/>
        </p:spPr>
        <p:txBody>
          <a:bodyPr wrap="square" lIns="0" tIns="0" rIns="0" bIns="0" rtlCol="0" anchor="ctr">
            <a:noAutofit/>
          </a:bodyPr>
          <a:lstStyle/>
          <a:p>
            <a:pPr algn="just"/>
            <a:endParaRPr lang="en-US" sz="1200" dirty="0"/>
          </a:p>
          <a:p>
            <a:pPr algn="just"/>
            <a:endParaRPr lang="en-US" sz="1200" dirty="0"/>
          </a:p>
          <a:p>
            <a:pPr marL="171450" indent="-171450" algn="just">
              <a:buFont typeface="Arial" panose="020B0604020202020204" pitchFamily="34" charset="0"/>
              <a:buChar char="•"/>
            </a:pPr>
            <a:r>
              <a:rPr lang="en-US" sz="1200" dirty="0"/>
              <a:t>Outsourced workers, distributor or dealer</a:t>
            </a:r>
          </a:p>
          <a:p>
            <a:pPr marL="171450" indent="-171450" algn="just">
              <a:buFont typeface="Arial" panose="020B0604020202020204" pitchFamily="34" charset="0"/>
              <a:buChar char="•"/>
            </a:pPr>
            <a:r>
              <a:rPr lang="en-US" sz="1200" dirty="0"/>
              <a:t>Focus on labour rights, safety, and fair wages</a:t>
            </a:r>
          </a:p>
          <a:p>
            <a:pPr algn="just"/>
            <a:endParaRPr lang="en-US" sz="1200" dirty="0"/>
          </a:p>
          <a:p>
            <a:pPr algn="just"/>
            <a:endParaRPr lang="en-US" sz="1200" dirty="0">
              <a:latin typeface="+mj-lt"/>
            </a:endParaRPr>
          </a:p>
        </p:txBody>
      </p:sp>
      <p:cxnSp>
        <p:nvCxnSpPr>
          <p:cNvPr id="24" name="Straight Connector 23">
            <a:extLst>
              <a:ext uri="{FF2B5EF4-FFF2-40B4-BE49-F238E27FC236}">
                <a16:creationId xmlns:a16="http://schemas.microsoft.com/office/drawing/2014/main" id="{A5341EE5-757B-7A47-B230-5E6BF23A820F}"/>
              </a:ext>
            </a:extLst>
          </p:cNvPr>
          <p:cNvCxnSpPr/>
          <p:nvPr/>
        </p:nvCxnSpPr>
        <p:spPr>
          <a:xfrm flipV="1">
            <a:off x="6743351" y="5352429"/>
            <a:ext cx="4937760" cy="0"/>
          </a:xfrm>
          <a:prstGeom prst="line">
            <a:avLst/>
          </a:prstGeom>
          <a:ln/>
        </p:spPr>
        <p:style>
          <a:lnRef idx="1">
            <a:schemeClr val="accent5"/>
          </a:lnRef>
          <a:fillRef idx="0">
            <a:schemeClr val="accent5"/>
          </a:fillRef>
          <a:effectRef idx="0">
            <a:schemeClr val="accent5"/>
          </a:effectRef>
          <a:fontRef idx="minor">
            <a:schemeClr val="tx1"/>
          </a:fontRef>
        </p:style>
      </p:cxnSp>
      <p:cxnSp>
        <p:nvCxnSpPr>
          <p:cNvPr id="25" name="Straight Connector 24">
            <a:extLst>
              <a:ext uri="{FF2B5EF4-FFF2-40B4-BE49-F238E27FC236}">
                <a16:creationId xmlns:a16="http://schemas.microsoft.com/office/drawing/2014/main" id="{6A35592E-E859-6B94-744F-B05D88CC7DD8}"/>
              </a:ext>
            </a:extLst>
          </p:cNvPr>
          <p:cNvCxnSpPr/>
          <p:nvPr/>
        </p:nvCxnSpPr>
        <p:spPr>
          <a:xfrm flipV="1">
            <a:off x="6743351" y="6287956"/>
            <a:ext cx="4937760" cy="0"/>
          </a:xfrm>
          <a:prstGeom prst="line">
            <a:avLst/>
          </a:prstGeom>
          <a:ln/>
        </p:spPr>
        <p:style>
          <a:lnRef idx="1">
            <a:schemeClr val="accent5"/>
          </a:lnRef>
          <a:fillRef idx="0">
            <a:schemeClr val="accent5"/>
          </a:fillRef>
          <a:effectRef idx="0">
            <a:schemeClr val="accent5"/>
          </a:effectRef>
          <a:fontRef idx="minor">
            <a:schemeClr val="tx1"/>
          </a:fontRef>
        </p:style>
      </p:cxnSp>
      <p:sp>
        <p:nvSpPr>
          <p:cNvPr id="26" name="TextBox 25">
            <a:extLst>
              <a:ext uri="{FF2B5EF4-FFF2-40B4-BE49-F238E27FC236}">
                <a16:creationId xmlns:a16="http://schemas.microsoft.com/office/drawing/2014/main" id="{52E42ECA-52C4-60E4-354C-D3680FA29F80}"/>
              </a:ext>
            </a:extLst>
          </p:cNvPr>
          <p:cNvSpPr txBox="1"/>
          <p:nvPr/>
        </p:nvSpPr>
        <p:spPr>
          <a:xfrm>
            <a:off x="6743351" y="5413271"/>
            <a:ext cx="4937760" cy="816997"/>
          </a:xfrm>
          <a:prstGeom prst="rect">
            <a:avLst/>
          </a:prstGeom>
          <a:noFill/>
        </p:spPr>
        <p:txBody>
          <a:bodyPr wrap="square" lIns="0" tIns="0" rIns="0" bIns="0" rtlCol="0" anchor="ctr">
            <a:noAutofit/>
          </a:bodyPr>
          <a:lstStyle/>
          <a:p>
            <a:pPr algn="just"/>
            <a:endParaRPr lang="en-US" sz="1200"/>
          </a:p>
          <a:p>
            <a:pPr algn="just"/>
            <a:endParaRPr lang="en-US" sz="1200"/>
          </a:p>
          <a:p>
            <a:pPr algn="just"/>
            <a:endParaRPr lang="en-US" sz="1200"/>
          </a:p>
          <a:p>
            <a:pPr marL="171450" indent="-171450" algn="just">
              <a:buFont typeface="Arial" panose="020B0604020202020204" pitchFamily="34" charset="0"/>
              <a:buChar char="•"/>
            </a:pPr>
            <a:r>
              <a:rPr lang="en-US" sz="1200"/>
              <a:t>Social media users, online campaigns, influencers</a:t>
            </a:r>
          </a:p>
          <a:p>
            <a:pPr marL="171450" indent="-171450" algn="just">
              <a:buFont typeface="Arial" panose="020B0604020202020204" pitchFamily="34" charset="0"/>
              <a:buChar char="•"/>
            </a:pPr>
            <a:r>
              <a:rPr lang="en-US" sz="1200"/>
              <a:t>Can shape public opinion very quickly</a:t>
            </a:r>
          </a:p>
          <a:p>
            <a:pPr algn="just"/>
            <a:endParaRPr lang="en-US" sz="1200"/>
          </a:p>
          <a:p>
            <a:pPr algn="just"/>
            <a:endParaRPr lang="en-US" sz="1200"/>
          </a:p>
          <a:p>
            <a:pPr algn="just"/>
            <a:endParaRPr lang="en-US" sz="1200">
              <a:latin typeface="+mj-lt"/>
            </a:endParaRPr>
          </a:p>
        </p:txBody>
      </p:sp>
    </p:spTree>
    <p:custDataLst>
      <p:custData r:id="rId1"/>
    </p:custDataLst>
    <p:extLst>
      <p:ext uri="{BB962C8B-B14F-4D97-AF65-F5344CB8AC3E}">
        <p14:creationId xmlns:p14="http://schemas.microsoft.com/office/powerpoint/2010/main" val="297643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F1F17-582D-93C7-54BB-97EF6422F7C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56FF03-F197-8100-8276-86F45BDFA68F}"/>
              </a:ext>
            </a:extLst>
          </p:cNvPr>
          <p:cNvSpPr>
            <a:spLocks noGrp="1"/>
          </p:cNvSpPr>
          <p:nvPr>
            <p:ph type="sldNum" sz="quarter" idx="4"/>
          </p:nvPr>
        </p:nvSpPr>
        <p:spPr>
          <a:xfrm>
            <a:off x="11677554" y="6606764"/>
            <a:ext cx="298209" cy="138499"/>
          </a:xfrm>
        </p:spPr>
        <p:txBody>
          <a:bodyPr/>
          <a:lstStyle/>
          <a:p>
            <a:fld id="{3E6AC032-1535-134B-A583-D5E1DDD0D167}" type="slidenum">
              <a:rPr lang="en-US" sz="900" smtClean="0"/>
              <a:pPr/>
              <a:t>7</a:t>
            </a:fld>
            <a:endParaRPr lang="en-US"/>
          </a:p>
        </p:txBody>
      </p:sp>
      <p:sp>
        <p:nvSpPr>
          <p:cNvPr id="13" name="Rectangle 12">
            <a:extLst>
              <a:ext uri="{FF2B5EF4-FFF2-40B4-BE49-F238E27FC236}">
                <a16:creationId xmlns:a16="http://schemas.microsoft.com/office/drawing/2014/main" id="{7454D6B2-7E08-6476-1164-C238588C4B20}"/>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en-US" sz="2400" b="1" i="0" u="none" strike="noStrike" kern="1200" cap="none" spc="-10" normalizeH="0" baseline="0" noProof="0">
                <a:ln>
                  <a:noFill/>
                </a:ln>
                <a:solidFill>
                  <a:prstClr val="white"/>
                </a:solidFill>
                <a:effectLst/>
                <a:uLnTx/>
                <a:uFillTx/>
                <a:latin typeface="+mj-lt"/>
                <a:ea typeface="+mn-ea"/>
                <a:cs typeface="+mn-cs"/>
              </a:rPr>
              <a:t>Shareholders vs. Stakeholders </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36" name="TextBox 35">
            <a:extLst>
              <a:ext uri="{FF2B5EF4-FFF2-40B4-BE49-F238E27FC236}">
                <a16:creationId xmlns:a16="http://schemas.microsoft.com/office/drawing/2014/main" id="{DA644C43-AD73-9DC3-78FB-590AC9EFDE2F}"/>
              </a:ext>
            </a:extLst>
          </p:cNvPr>
          <p:cNvSpPr txBox="1"/>
          <p:nvPr/>
        </p:nvSpPr>
        <p:spPr>
          <a:xfrm>
            <a:off x="7001623" y="1386621"/>
            <a:ext cx="3800720" cy="466344"/>
          </a:xfrm>
          <a:prstGeom prst="rect">
            <a:avLst/>
          </a:prstGeom>
          <a:noFill/>
        </p:spPr>
        <p:txBody>
          <a:bodyPr wrap="square" lIns="0" tIns="0" rIns="0" bIns="0" rtlCol="0" anchor="ctr">
            <a:noAutofit/>
          </a:bodyPr>
          <a:lstStyle/>
          <a:p>
            <a:pPr algn="ctr"/>
            <a:r>
              <a:rPr lang="en-US" sz="1400" b="1">
                <a:solidFill>
                  <a:schemeClr val="accent1"/>
                </a:solidFill>
              </a:rPr>
              <a:t>Stakeholders </a:t>
            </a:r>
          </a:p>
        </p:txBody>
      </p:sp>
      <p:sp>
        <p:nvSpPr>
          <p:cNvPr id="37" name="TextBox 36">
            <a:extLst>
              <a:ext uri="{FF2B5EF4-FFF2-40B4-BE49-F238E27FC236}">
                <a16:creationId xmlns:a16="http://schemas.microsoft.com/office/drawing/2014/main" id="{18BD8D0D-ABC1-A0C8-E973-923E374E2BE3}"/>
              </a:ext>
            </a:extLst>
          </p:cNvPr>
          <p:cNvSpPr txBox="1"/>
          <p:nvPr/>
        </p:nvSpPr>
        <p:spPr>
          <a:xfrm>
            <a:off x="1283188" y="1392165"/>
            <a:ext cx="3530499" cy="466344"/>
          </a:xfrm>
          <a:prstGeom prst="rect">
            <a:avLst/>
          </a:prstGeom>
          <a:noFill/>
        </p:spPr>
        <p:txBody>
          <a:bodyPr wrap="square" lIns="0" tIns="0" rIns="0" bIns="0" rtlCol="0" anchor="ctr">
            <a:noAutofit/>
          </a:bodyPr>
          <a:lstStyle/>
          <a:p>
            <a:pPr algn="ctr"/>
            <a:r>
              <a:rPr lang="en-US" sz="1400" b="1">
                <a:solidFill>
                  <a:schemeClr val="accent1"/>
                </a:solidFill>
              </a:rPr>
              <a:t>Shareholders </a:t>
            </a:r>
          </a:p>
        </p:txBody>
      </p:sp>
      <p:pic>
        <p:nvPicPr>
          <p:cNvPr id="41" name="Graphic 40" descr="Customer review outline">
            <a:extLst>
              <a:ext uri="{FF2B5EF4-FFF2-40B4-BE49-F238E27FC236}">
                <a16:creationId xmlns:a16="http://schemas.microsoft.com/office/drawing/2014/main" id="{71844898-710D-9FDF-8216-805A651C88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85931" y="704340"/>
            <a:ext cx="795528" cy="795528"/>
          </a:xfrm>
          <a:prstGeom prst="rect">
            <a:avLst/>
          </a:prstGeom>
        </p:spPr>
      </p:pic>
      <p:sp>
        <p:nvSpPr>
          <p:cNvPr id="42" name="TextBox 41">
            <a:extLst>
              <a:ext uri="{FF2B5EF4-FFF2-40B4-BE49-F238E27FC236}">
                <a16:creationId xmlns:a16="http://schemas.microsoft.com/office/drawing/2014/main" id="{4B088C31-CF54-E2EB-F31D-13DA52E43B72}"/>
              </a:ext>
            </a:extLst>
          </p:cNvPr>
          <p:cNvSpPr txBox="1"/>
          <p:nvPr/>
        </p:nvSpPr>
        <p:spPr>
          <a:xfrm>
            <a:off x="161220" y="1838551"/>
            <a:ext cx="5621160" cy="903528"/>
          </a:xfrm>
          <a:prstGeom prst="rect">
            <a:avLst/>
          </a:prstGeom>
          <a:noFill/>
        </p:spPr>
        <p:txBody>
          <a:bodyPr wrap="square" lIns="0" tIns="0" rIns="0" bIns="0" rtlCol="0">
            <a:noAutofit/>
          </a:bodyPr>
          <a:lstStyle/>
          <a:p>
            <a:pPr algn="ctr">
              <a:lnSpc>
                <a:spcPct val="125000"/>
              </a:lnSpc>
            </a:pPr>
            <a:r>
              <a:rPr lang="en-US" sz="1400"/>
              <a:t>A </a:t>
            </a:r>
            <a:r>
              <a:rPr lang="en-US" sz="1400" b="1"/>
              <a:t>shareholder</a:t>
            </a:r>
            <a:r>
              <a:rPr lang="en-US" sz="1400"/>
              <a:t> is a owner of a company who provides financial capital and receives economic returns. They are therefore a </a:t>
            </a:r>
            <a:r>
              <a:rPr lang="en-US" sz="1400" b="1"/>
              <a:t>subset</a:t>
            </a:r>
            <a:r>
              <a:rPr lang="en-US" sz="1400"/>
              <a:t> of the broader stakeholder ecosystem.</a:t>
            </a:r>
            <a:br>
              <a:rPr lang="en-US" sz="1400"/>
            </a:br>
            <a:endParaRPr lang="en-US" sz="1400"/>
          </a:p>
        </p:txBody>
      </p:sp>
      <p:sp>
        <p:nvSpPr>
          <p:cNvPr id="43" name="TextBox 42">
            <a:extLst>
              <a:ext uri="{FF2B5EF4-FFF2-40B4-BE49-F238E27FC236}">
                <a16:creationId xmlns:a16="http://schemas.microsoft.com/office/drawing/2014/main" id="{A05E2C6B-91B9-81A2-DB61-19AA6B0F242E}"/>
              </a:ext>
            </a:extLst>
          </p:cNvPr>
          <p:cNvSpPr txBox="1"/>
          <p:nvPr/>
        </p:nvSpPr>
        <p:spPr>
          <a:xfrm>
            <a:off x="6481030" y="1843821"/>
            <a:ext cx="5204693" cy="1136157"/>
          </a:xfrm>
          <a:prstGeom prst="rect">
            <a:avLst/>
          </a:prstGeom>
          <a:noFill/>
        </p:spPr>
        <p:txBody>
          <a:bodyPr wrap="square" lIns="0" tIns="0" rIns="0" bIns="0" rtlCol="0">
            <a:noAutofit/>
          </a:bodyPr>
          <a:lstStyle/>
          <a:p>
            <a:pPr algn="ctr">
              <a:lnSpc>
                <a:spcPct val="125000"/>
              </a:lnSpc>
            </a:pPr>
            <a:r>
              <a:rPr lang="en-US" sz="1400" b="1"/>
              <a:t>Stakeholders</a:t>
            </a:r>
            <a:r>
              <a:rPr lang="en-US" sz="1400"/>
              <a:t> include all parties—such as shareholder, employees, customers, suppliers, regulators, communities, and society—who contribute to, are affected by, or can influence the organization’s activities. </a:t>
            </a:r>
          </a:p>
        </p:txBody>
      </p:sp>
      <p:sp>
        <p:nvSpPr>
          <p:cNvPr id="46" name="TextBox 45">
            <a:extLst>
              <a:ext uri="{FF2B5EF4-FFF2-40B4-BE49-F238E27FC236}">
                <a16:creationId xmlns:a16="http://schemas.microsoft.com/office/drawing/2014/main" id="{2F9717A5-5212-3CDC-56C7-A9011C6E468E}"/>
              </a:ext>
            </a:extLst>
          </p:cNvPr>
          <p:cNvSpPr txBox="1"/>
          <p:nvPr/>
        </p:nvSpPr>
        <p:spPr>
          <a:xfrm>
            <a:off x="1455856" y="3346401"/>
            <a:ext cx="9542415" cy="307777"/>
          </a:xfrm>
          <a:prstGeom prst="rect">
            <a:avLst/>
          </a:prstGeom>
          <a:noFill/>
        </p:spPr>
        <p:txBody>
          <a:bodyPr wrap="square">
            <a:spAutoFit/>
          </a:bodyPr>
          <a:lstStyle/>
          <a:p>
            <a:pPr algn="ctr">
              <a:spcAft>
                <a:spcPts val="375"/>
              </a:spcAft>
              <a:buNone/>
            </a:pPr>
            <a:r>
              <a:rPr lang="en-US" sz="1400" b="1" i="0">
                <a:solidFill>
                  <a:schemeClr val="accent1"/>
                </a:solidFill>
                <a:effectLst/>
              </a:rPr>
              <a:t>Shareholders’ Primacy </a:t>
            </a:r>
            <a:r>
              <a:rPr lang="en-US" sz="1400" b="1">
                <a:solidFill>
                  <a:schemeClr val="accent1"/>
                </a:solidFill>
              </a:rPr>
              <a:t>vs.</a:t>
            </a:r>
            <a:r>
              <a:rPr lang="en-US" sz="1400" b="1" i="0">
                <a:solidFill>
                  <a:schemeClr val="accent1"/>
                </a:solidFill>
                <a:effectLst/>
              </a:rPr>
              <a:t> Stakeholders’ Capitalism</a:t>
            </a:r>
            <a:r>
              <a:rPr lang="en-US" sz="1400" b="1">
                <a:solidFill>
                  <a:schemeClr val="accent1"/>
                </a:solidFill>
              </a:rPr>
              <a:t>: </a:t>
            </a:r>
            <a:r>
              <a:rPr lang="en-US" sz="1400" b="1" i="1">
                <a:solidFill>
                  <a:schemeClr val="accent4">
                    <a:lumMod val="75000"/>
                  </a:schemeClr>
                </a:solidFill>
              </a:rPr>
              <a:t>Understanding the Changing Corporate Landscape</a:t>
            </a:r>
            <a:endParaRPr lang="en-US" sz="1400" b="1" i="1">
              <a:solidFill>
                <a:schemeClr val="accent4">
                  <a:lumMod val="75000"/>
                </a:schemeClr>
              </a:solidFill>
              <a:effectLst/>
            </a:endParaRPr>
          </a:p>
        </p:txBody>
      </p:sp>
      <p:sp>
        <p:nvSpPr>
          <p:cNvPr id="47" name="Rectangle 46">
            <a:extLst>
              <a:ext uri="{FF2B5EF4-FFF2-40B4-BE49-F238E27FC236}">
                <a16:creationId xmlns:a16="http://schemas.microsoft.com/office/drawing/2014/main" id="{4A29199C-A61C-0FD3-B520-38C5D2A4F6D8}"/>
              </a:ext>
            </a:extLst>
          </p:cNvPr>
          <p:cNvSpPr/>
          <p:nvPr/>
        </p:nvSpPr>
        <p:spPr>
          <a:xfrm>
            <a:off x="7665576" y="4538286"/>
            <a:ext cx="4023887" cy="2141345"/>
          </a:xfrm>
          <a:prstGeom prst="rect">
            <a:avLst/>
          </a:prstGeom>
          <a:solidFill>
            <a:schemeClr val="accent5">
              <a:lumMod val="20000"/>
              <a:lumOff val="80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ysClr val="windowText" lastClr="000000"/>
                </a:solidFill>
                <a:effectLst/>
                <a:uLnTx/>
                <a:uFillTx/>
                <a:ea typeface="+mn-ea"/>
                <a:cs typeface="+mn-cs"/>
              </a:rPr>
              <a:t>Stakeholders’ capitalism </a:t>
            </a:r>
            <a:r>
              <a:rPr kumimoji="0" lang="en-US" sz="1200" b="0" i="0" u="none" strike="noStrike" kern="1200" cap="none" spc="0" normalizeH="0" baseline="0" noProof="0">
                <a:ln>
                  <a:noFill/>
                </a:ln>
                <a:solidFill>
                  <a:sysClr val="windowText" lastClr="000000"/>
                </a:solidFill>
                <a:effectLst/>
                <a:uLnTx/>
                <a:uFillTx/>
                <a:ea typeface="+mn-ea"/>
                <a:cs typeface="+mn-cs"/>
              </a:rPr>
              <a:t>is the idea that corporations should create value not just for shareholders, </a:t>
            </a:r>
            <a:r>
              <a:rPr kumimoji="0" lang="en-US" sz="1200" b="1" i="0" u="none" strike="noStrike" kern="1200" cap="none" spc="0" normalizeH="0" baseline="0" noProof="0">
                <a:ln>
                  <a:noFill/>
                </a:ln>
                <a:solidFill>
                  <a:sysClr val="windowText" lastClr="000000"/>
                </a:solidFill>
                <a:effectLst/>
                <a:uLnTx/>
                <a:uFillTx/>
                <a:ea typeface="+mn-ea"/>
                <a:cs typeface="+mn-cs"/>
              </a:rPr>
              <a:t>but for all stakeholders</a:t>
            </a:r>
            <a:r>
              <a:rPr kumimoji="0" lang="en-US" sz="1200" b="0" i="0" u="none" strike="noStrike" kern="1200" cap="none" spc="0" normalizeH="0" baseline="0" noProof="0">
                <a:ln>
                  <a:noFill/>
                </a:ln>
                <a:solidFill>
                  <a:sysClr val="windowText" lastClr="000000"/>
                </a:solidFill>
                <a:effectLst/>
                <a:uLnTx/>
                <a:uFillTx/>
                <a:ea typeface="+mn-ea"/>
                <a:cs typeface="+mn-cs"/>
              </a:rPr>
              <a:t> affected by the company’s operations.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solidFill>
                <a:sysClr val="windowText" lastClr="00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ea typeface="+mn-ea"/>
                <a:cs typeface="+mn-cs"/>
              </a:rPr>
              <a:t>Some jurisdictions have amended corporate laws to allow or require Directors to consider stakeholder interests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ysClr val="windowText" lastClr="000000"/>
                </a:solidFill>
              </a:rPr>
              <a:t>Ex</a:t>
            </a:r>
            <a:r>
              <a:rPr kumimoji="0" lang="en-US" sz="1200" b="0" i="0" u="none" strike="noStrike" kern="1200" cap="none" spc="0" normalizeH="0" baseline="0" noProof="0">
                <a:ln>
                  <a:noFill/>
                </a:ln>
                <a:solidFill>
                  <a:sysClr val="windowText" lastClr="000000"/>
                </a:solidFill>
                <a:effectLst/>
                <a:uLnTx/>
                <a:uFillTx/>
                <a:ea typeface="+mn-ea"/>
                <a:cs typeface="+mn-cs"/>
              </a:rPr>
              <a:t>., the UK’s Companies Act 2006, which requires directors to have regard to the interests of employees, the community</a:t>
            </a:r>
            <a:r>
              <a:rPr lang="en-US" sz="1200">
                <a:solidFill>
                  <a:sysClr val="windowText" lastClr="000000"/>
                </a:solidFill>
              </a:rPr>
              <a:t> </a:t>
            </a:r>
            <a:r>
              <a:rPr kumimoji="0" lang="en-US" sz="1200" b="0" i="0" u="none" strike="noStrike" kern="1200" cap="none" spc="0" normalizeH="0" baseline="0" noProof="0">
                <a:ln>
                  <a:noFill/>
                </a:ln>
                <a:solidFill>
                  <a:sysClr val="windowText" lastClr="000000"/>
                </a:solidFill>
                <a:effectLst/>
                <a:uLnTx/>
                <a:uFillTx/>
                <a:ea typeface="+mn-ea"/>
                <a:cs typeface="+mn-cs"/>
              </a:rPr>
              <a:t>and the environment.</a:t>
            </a:r>
          </a:p>
        </p:txBody>
      </p:sp>
      <p:sp>
        <p:nvSpPr>
          <p:cNvPr id="48" name="Wave 47">
            <a:extLst>
              <a:ext uri="{FF2B5EF4-FFF2-40B4-BE49-F238E27FC236}">
                <a16:creationId xmlns:a16="http://schemas.microsoft.com/office/drawing/2014/main" id="{762CA99B-3D43-92E3-6396-20278872311D}"/>
              </a:ext>
            </a:extLst>
          </p:cNvPr>
          <p:cNvSpPr/>
          <p:nvPr/>
        </p:nvSpPr>
        <p:spPr>
          <a:xfrm>
            <a:off x="10861792" y="4064004"/>
            <a:ext cx="1071133" cy="629995"/>
          </a:xfrm>
          <a:prstGeom prst="wave">
            <a:avLst>
              <a:gd name="adj1" fmla="val 3074"/>
              <a:gd name="adj2" fmla="val -10000"/>
            </a:avLst>
          </a:prstGeom>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path path="circle">
              <a:fillToRect l="100000" t="100000"/>
            </a:path>
            <a:tileRect r="-100000" b="-100000"/>
          </a:gra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49" name="Rectangle 48">
            <a:extLst>
              <a:ext uri="{FF2B5EF4-FFF2-40B4-BE49-F238E27FC236}">
                <a16:creationId xmlns:a16="http://schemas.microsoft.com/office/drawing/2014/main" id="{B631C649-C6D2-36B1-F19D-AFA9B01C6D55}"/>
              </a:ext>
            </a:extLst>
          </p:cNvPr>
          <p:cNvSpPr/>
          <p:nvPr/>
        </p:nvSpPr>
        <p:spPr>
          <a:xfrm>
            <a:off x="7647103" y="4027932"/>
            <a:ext cx="3888469" cy="574864"/>
          </a:xfrm>
          <a:prstGeom prst="rect">
            <a:avLst/>
          </a:prstGeom>
          <a:ln/>
        </p:spPr>
        <p:style>
          <a:lnRef idx="3">
            <a:schemeClr val="lt1"/>
          </a:lnRef>
          <a:fillRef idx="1">
            <a:schemeClr val="accent1"/>
          </a:fillRef>
          <a:effectRef idx="1">
            <a:schemeClr val="accent1"/>
          </a:effectRef>
          <a:fontRef idx="minor">
            <a:schemeClr val="lt1"/>
          </a:fontRef>
        </p:style>
        <p:txBody>
          <a:bodyPr rtlCol="0" anchor="ctr"/>
          <a:lstStyle/>
          <a:p>
            <a:pPr lvl="0" algn="ctr" defTabSz="457200">
              <a:defRPr/>
            </a:pPr>
            <a:r>
              <a:rPr lang="en-US" sz="1200" b="1">
                <a:solidFill>
                  <a:schemeClr val="bg1"/>
                </a:solidFill>
              </a:rPr>
              <a:t>The Shift from Shareholders’ Primacy to Stakeholders’ Capitalism</a:t>
            </a:r>
            <a:endParaRPr kumimoji="0" lang="en-US" sz="1200" b="0" i="0" u="none" strike="noStrike" kern="0" cap="none" spc="0" normalizeH="0" baseline="0" noProof="0">
              <a:ln>
                <a:noFill/>
              </a:ln>
              <a:solidFill>
                <a:schemeClr val="bg1"/>
              </a:solidFill>
              <a:effectLst/>
              <a:uLnTx/>
              <a:uFillTx/>
              <a:latin typeface="Arial"/>
              <a:ea typeface="+mn-ea"/>
              <a:cs typeface="+mn-cs"/>
            </a:endParaRPr>
          </a:p>
        </p:txBody>
      </p:sp>
      <p:graphicFrame>
        <p:nvGraphicFramePr>
          <p:cNvPr id="50" name="Diagram 49">
            <a:extLst>
              <a:ext uri="{FF2B5EF4-FFF2-40B4-BE49-F238E27FC236}">
                <a16:creationId xmlns:a16="http://schemas.microsoft.com/office/drawing/2014/main" id="{61A5B700-FB0C-6924-07C1-F284233CFB23}"/>
              </a:ext>
            </a:extLst>
          </p:cNvPr>
          <p:cNvGraphicFramePr/>
          <p:nvPr>
            <p:extLst>
              <p:ext uri="{D42A27DB-BD31-4B8C-83A1-F6EECF244321}">
                <p14:modId xmlns:p14="http://schemas.microsoft.com/office/powerpoint/2010/main" val="1176798664"/>
              </p:ext>
            </p:extLst>
          </p:nvPr>
        </p:nvGraphicFramePr>
        <p:xfrm>
          <a:off x="318505" y="4075598"/>
          <a:ext cx="7101739" cy="23454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7" name="Graphic 56" descr="Coins outline">
            <a:extLst>
              <a:ext uri="{FF2B5EF4-FFF2-40B4-BE49-F238E27FC236}">
                <a16:creationId xmlns:a16="http://schemas.microsoft.com/office/drawing/2014/main" id="{D743FE35-5181-8564-A130-2FEB863BA92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626036" y="771279"/>
            <a:ext cx="761441" cy="761441"/>
          </a:xfrm>
          <a:prstGeom prst="rect">
            <a:avLst/>
          </a:prstGeom>
        </p:spPr>
      </p:pic>
      <p:cxnSp>
        <p:nvCxnSpPr>
          <p:cNvPr id="59" name="Straight Connector 58">
            <a:extLst>
              <a:ext uri="{FF2B5EF4-FFF2-40B4-BE49-F238E27FC236}">
                <a16:creationId xmlns:a16="http://schemas.microsoft.com/office/drawing/2014/main" id="{80FC90A8-5867-A944-E7D6-2421D3E7C69E}"/>
              </a:ext>
            </a:extLst>
          </p:cNvPr>
          <p:cNvCxnSpPr/>
          <p:nvPr/>
        </p:nvCxnSpPr>
        <p:spPr>
          <a:xfrm>
            <a:off x="27432" y="3115833"/>
            <a:ext cx="12124944" cy="0"/>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8A7DA41A-D17F-7A8D-178F-9F57F25D4C9C}"/>
              </a:ext>
            </a:extLst>
          </p:cNvPr>
          <p:cNvCxnSpPr/>
          <p:nvPr/>
        </p:nvCxnSpPr>
        <p:spPr>
          <a:xfrm>
            <a:off x="5943600" y="564084"/>
            <a:ext cx="0" cy="2554020"/>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3" name="Straight Connector 62">
            <a:extLst>
              <a:ext uri="{FF2B5EF4-FFF2-40B4-BE49-F238E27FC236}">
                <a16:creationId xmlns:a16="http://schemas.microsoft.com/office/drawing/2014/main" id="{EB6DC1C9-A8BA-43B4-5E6F-9E842C8071C9}"/>
              </a:ext>
            </a:extLst>
          </p:cNvPr>
          <p:cNvCxnSpPr/>
          <p:nvPr/>
        </p:nvCxnSpPr>
        <p:spPr>
          <a:xfrm>
            <a:off x="9591337" y="3654178"/>
            <a:ext cx="905256" cy="0"/>
          </a:xfrm>
          <a:prstGeom prst="line">
            <a:avLst/>
          </a:prstGeom>
          <a:ln/>
        </p:spPr>
        <p:style>
          <a:lnRef idx="1">
            <a:schemeClr val="dk1"/>
          </a:lnRef>
          <a:fillRef idx="0">
            <a:schemeClr val="dk1"/>
          </a:fillRef>
          <a:effectRef idx="0">
            <a:schemeClr val="dk1"/>
          </a:effectRef>
          <a:fontRef idx="minor">
            <a:schemeClr val="tx1"/>
          </a:fontRef>
        </p:style>
      </p:cxnSp>
    </p:spTree>
    <p:custDataLst>
      <p:custData r:id="rId1"/>
    </p:custDataLst>
    <p:extLst>
      <p:ext uri="{BB962C8B-B14F-4D97-AF65-F5344CB8AC3E}">
        <p14:creationId xmlns:p14="http://schemas.microsoft.com/office/powerpoint/2010/main" val="2575959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F402D-1E2E-D670-F310-D16753838B19}"/>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D27CE88-7B4F-D692-E67F-BB1252ACF13C}"/>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en-US" sz="2400" b="1" i="0" u="none" strike="noStrike" kern="1200" cap="none" spc="-10" normalizeH="0" baseline="0" noProof="0">
                <a:ln>
                  <a:noFill/>
                </a:ln>
                <a:solidFill>
                  <a:prstClr val="white"/>
                </a:solidFill>
                <a:effectLst/>
                <a:uLnTx/>
                <a:uFillTx/>
                <a:latin typeface="+mj-lt"/>
                <a:ea typeface="+mn-ea"/>
                <a:cs typeface="+mn-cs"/>
              </a:rPr>
              <a:t>Activity -  Stakeholder Risk Radar</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2" name="TextBox 1">
            <a:extLst>
              <a:ext uri="{FF2B5EF4-FFF2-40B4-BE49-F238E27FC236}">
                <a16:creationId xmlns:a16="http://schemas.microsoft.com/office/drawing/2014/main" id="{F32F99E7-7B89-42B5-BA64-E6E42BC8ECC4}"/>
              </a:ext>
            </a:extLst>
          </p:cNvPr>
          <p:cNvSpPr txBox="1"/>
          <p:nvPr/>
        </p:nvSpPr>
        <p:spPr>
          <a:xfrm>
            <a:off x="493776" y="996696"/>
            <a:ext cx="9409176" cy="777240"/>
          </a:xfrm>
          <a:prstGeom prst="rect">
            <a:avLst/>
          </a:prstGeom>
          <a:noFill/>
        </p:spPr>
        <p:txBody>
          <a:bodyPr wrap="square" lIns="0" tIns="0" rIns="0" bIns="0" rtlCol="0">
            <a:noAutofit/>
          </a:bodyPr>
          <a:lstStyle/>
          <a:p>
            <a:pPr algn="l"/>
            <a:endParaRPr lang="en-GB" sz="1600" err="1">
              <a:latin typeface="+mj-lt"/>
            </a:endParaRPr>
          </a:p>
        </p:txBody>
      </p:sp>
      <p:sp>
        <p:nvSpPr>
          <p:cNvPr id="4" name="TextBox 3">
            <a:extLst>
              <a:ext uri="{FF2B5EF4-FFF2-40B4-BE49-F238E27FC236}">
                <a16:creationId xmlns:a16="http://schemas.microsoft.com/office/drawing/2014/main" id="{173B8110-F7DD-B49E-22A9-A205F177B864}"/>
              </a:ext>
            </a:extLst>
          </p:cNvPr>
          <p:cNvSpPr txBox="1"/>
          <p:nvPr/>
        </p:nvSpPr>
        <p:spPr>
          <a:xfrm>
            <a:off x="365760" y="996696"/>
            <a:ext cx="11585448" cy="777240"/>
          </a:xfrm>
          <a:prstGeom prst="rect">
            <a:avLst/>
          </a:prstGeom>
          <a:noFill/>
        </p:spPr>
        <p:txBody>
          <a:bodyPr wrap="square" lIns="0" tIns="0" rIns="0" bIns="0" rtlCol="0">
            <a:noAutofit/>
          </a:bodyPr>
          <a:lstStyle/>
          <a:p>
            <a:pPr algn="l"/>
            <a:endParaRPr lang="en-GB" sz="1600" err="1">
              <a:latin typeface="+mj-lt"/>
            </a:endParaRPr>
          </a:p>
        </p:txBody>
      </p:sp>
      <p:sp>
        <p:nvSpPr>
          <p:cNvPr id="6" name="Rectangle 5">
            <a:extLst>
              <a:ext uri="{FF2B5EF4-FFF2-40B4-BE49-F238E27FC236}">
                <a16:creationId xmlns:a16="http://schemas.microsoft.com/office/drawing/2014/main" id="{8B71851F-87DE-EEA4-1AD6-66743C3D2449}"/>
              </a:ext>
            </a:extLst>
          </p:cNvPr>
          <p:cNvSpPr/>
          <p:nvPr/>
        </p:nvSpPr>
        <p:spPr>
          <a:xfrm>
            <a:off x="-1" y="566928"/>
            <a:ext cx="6063998" cy="447141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C5A9EA77-4557-6585-A9DE-E91303DC70E1}"/>
              </a:ext>
            </a:extLst>
          </p:cNvPr>
          <p:cNvSpPr txBox="1"/>
          <p:nvPr/>
        </p:nvSpPr>
        <p:spPr>
          <a:xfrm>
            <a:off x="217933" y="988974"/>
            <a:ext cx="5358384" cy="1115568"/>
          </a:xfrm>
          <a:prstGeom prst="rect">
            <a:avLst/>
          </a:prstGeom>
          <a:noFill/>
        </p:spPr>
        <p:txBody>
          <a:bodyPr wrap="square" lIns="0" tIns="0" rIns="0" bIns="0" rtlCol="0">
            <a:noAutofit/>
          </a:bodyPr>
          <a:lstStyle/>
          <a:p>
            <a:pPr algn="l"/>
            <a:r>
              <a:rPr lang="en-GB" sz="1400" b="1">
                <a:latin typeface="+mj-lt"/>
              </a:rPr>
              <a:t>Complete this sentence:</a:t>
            </a:r>
          </a:p>
          <a:p>
            <a:pPr algn="l"/>
            <a:endParaRPr lang="en-GB" sz="1400">
              <a:latin typeface="+mj-lt"/>
            </a:endParaRPr>
          </a:p>
          <a:p>
            <a:pPr algn="l"/>
            <a:r>
              <a:rPr lang="en-GB" sz="1400" b="1" i="1">
                <a:latin typeface="+mj-lt"/>
              </a:rPr>
              <a:t>“Ignoring following stakeholder group could lead to _________risk”</a:t>
            </a:r>
          </a:p>
        </p:txBody>
      </p:sp>
      <p:sp>
        <p:nvSpPr>
          <p:cNvPr id="8" name="TextBox 7">
            <a:extLst>
              <a:ext uri="{FF2B5EF4-FFF2-40B4-BE49-F238E27FC236}">
                <a16:creationId xmlns:a16="http://schemas.microsoft.com/office/drawing/2014/main" id="{6129A67C-B410-850D-E807-CDDC01733F60}"/>
              </a:ext>
            </a:extLst>
          </p:cNvPr>
          <p:cNvSpPr txBox="1"/>
          <p:nvPr/>
        </p:nvSpPr>
        <p:spPr>
          <a:xfrm>
            <a:off x="251460" y="2229714"/>
            <a:ext cx="4023360" cy="2193138"/>
          </a:xfrm>
          <a:prstGeom prst="rect">
            <a:avLst/>
          </a:prstGeom>
          <a:noFill/>
        </p:spPr>
        <p:txBody>
          <a:bodyPr wrap="square" lIns="0" tIns="0" rIns="0" bIns="0" rtlCol="0">
            <a:noAutofit/>
          </a:bodyPr>
          <a:lstStyle/>
          <a:p>
            <a:pPr marL="342900" indent="-342900" algn="l">
              <a:lnSpc>
                <a:spcPct val="200000"/>
              </a:lnSpc>
              <a:buAutoNum type="arabicPeriod"/>
            </a:pPr>
            <a:r>
              <a:rPr lang="en-GB" sz="1400">
                <a:latin typeface="+mj-lt"/>
              </a:rPr>
              <a:t>Digital Communities &amp; Online Activists</a:t>
            </a:r>
          </a:p>
          <a:p>
            <a:pPr marL="342900" indent="-342900" algn="l">
              <a:lnSpc>
                <a:spcPct val="200000"/>
              </a:lnSpc>
              <a:buAutoNum type="arabicPeriod"/>
            </a:pPr>
            <a:r>
              <a:rPr lang="en-GB" sz="1400">
                <a:latin typeface="+mj-lt"/>
              </a:rPr>
              <a:t>Investors</a:t>
            </a:r>
          </a:p>
          <a:p>
            <a:pPr marL="342900" indent="-342900" algn="l">
              <a:lnSpc>
                <a:spcPct val="200000"/>
              </a:lnSpc>
              <a:buAutoNum type="arabicPeriod"/>
            </a:pPr>
            <a:r>
              <a:rPr lang="en-GB" sz="1400">
                <a:latin typeface="+mj-lt"/>
              </a:rPr>
              <a:t>Supply Chain Workers &amp; Partners</a:t>
            </a:r>
          </a:p>
          <a:p>
            <a:pPr marL="342900" indent="-342900" algn="l">
              <a:lnSpc>
                <a:spcPct val="200000"/>
              </a:lnSpc>
              <a:buAutoNum type="arabicPeriod"/>
            </a:pPr>
            <a:r>
              <a:rPr lang="en-GB" sz="1400">
                <a:latin typeface="+mj-lt"/>
              </a:rPr>
              <a:t>Regulators</a:t>
            </a:r>
          </a:p>
          <a:p>
            <a:pPr marL="342900" indent="-342900" algn="l">
              <a:lnSpc>
                <a:spcPct val="200000"/>
              </a:lnSpc>
              <a:buAutoNum type="arabicPeriod"/>
            </a:pPr>
            <a:r>
              <a:rPr lang="en-GB" sz="1400">
                <a:latin typeface="+mj-lt"/>
              </a:rPr>
              <a:t>Local Communities &amp; Society</a:t>
            </a:r>
          </a:p>
          <a:p>
            <a:pPr marL="342900" indent="-342900" algn="l">
              <a:buAutoNum type="arabicPeriod"/>
            </a:pPr>
            <a:endParaRPr lang="en-GB" sz="1400">
              <a:latin typeface="+mj-lt"/>
            </a:endParaRPr>
          </a:p>
        </p:txBody>
      </p:sp>
      <p:pic>
        <p:nvPicPr>
          <p:cNvPr id="10" name="Picture 9" descr="3D rendering of a yellow sphere balancing on the edge of a blue cube">
            <a:extLst>
              <a:ext uri="{FF2B5EF4-FFF2-40B4-BE49-F238E27FC236}">
                <a16:creationId xmlns:a16="http://schemas.microsoft.com/office/drawing/2014/main" id="{3C948BD8-816C-50AC-0686-C7C775F6F344}"/>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rcRect l="10852" r="10923"/>
          <a:stretch>
            <a:fillRect/>
          </a:stretch>
        </p:blipFill>
        <p:spPr>
          <a:xfrm>
            <a:off x="6063997" y="566928"/>
            <a:ext cx="6138672" cy="6291072"/>
          </a:xfrm>
          <a:prstGeom prst="rect">
            <a:avLst/>
          </a:prstGeom>
        </p:spPr>
      </p:pic>
      <p:sp>
        <p:nvSpPr>
          <p:cNvPr id="14" name="Rectangle 13">
            <a:extLst>
              <a:ext uri="{FF2B5EF4-FFF2-40B4-BE49-F238E27FC236}">
                <a16:creationId xmlns:a16="http://schemas.microsoft.com/office/drawing/2014/main" id="{FB331FFE-3EBC-44BA-B8D3-F32623461F6C}"/>
              </a:ext>
            </a:extLst>
          </p:cNvPr>
          <p:cNvSpPr/>
          <p:nvPr/>
        </p:nvSpPr>
        <p:spPr>
          <a:xfrm>
            <a:off x="-1" y="4753458"/>
            <a:ext cx="6063997" cy="2101698"/>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682C757C-1F98-FAED-928D-E27907ACFABD}"/>
              </a:ext>
            </a:extLst>
          </p:cNvPr>
          <p:cNvSpPr txBox="1"/>
          <p:nvPr/>
        </p:nvSpPr>
        <p:spPr>
          <a:xfrm>
            <a:off x="190500" y="5074209"/>
            <a:ext cx="5681209" cy="1453896"/>
          </a:xfrm>
          <a:prstGeom prst="rect">
            <a:avLst/>
          </a:prstGeom>
          <a:noFill/>
        </p:spPr>
        <p:txBody>
          <a:bodyPr wrap="square" lIns="0" tIns="0" rIns="0" bIns="0" rtlCol="0">
            <a:noAutofit/>
          </a:bodyPr>
          <a:lstStyle/>
          <a:p>
            <a:pPr algn="ctr"/>
            <a:r>
              <a:rPr lang="en-US" sz="1600">
                <a:solidFill>
                  <a:schemeClr val="bg1"/>
                </a:solidFill>
                <a:latin typeface="+mj-lt"/>
              </a:rPr>
              <a:t>For each stakeholder group listed, identify </a:t>
            </a:r>
            <a:r>
              <a:rPr lang="en-US" sz="1600" b="1">
                <a:solidFill>
                  <a:schemeClr val="bg1"/>
                </a:solidFill>
                <a:latin typeface="+mj-lt"/>
              </a:rPr>
              <a:t>the primary risk</a:t>
            </a:r>
            <a:r>
              <a:rPr lang="en-US" sz="1600">
                <a:solidFill>
                  <a:schemeClr val="bg1"/>
                </a:solidFill>
                <a:latin typeface="+mj-lt"/>
              </a:rPr>
              <a:t> the company may face </a:t>
            </a:r>
            <a:r>
              <a:rPr lang="en-US" sz="1600" b="1">
                <a:solidFill>
                  <a:schemeClr val="bg1"/>
                </a:solidFill>
                <a:latin typeface="+mj-lt"/>
              </a:rPr>
              <a:t>if that group is ignored or poorly engaged</a:t>
            </a:r>
            <a:r>
              <a:rPr lang="en-US" sz="1600">
                <a:solidFill>
                  <a:schemeClr val="bg1"/>
                </a:solidFill>
                <a:latin typeface="+mj-lt"/>
              </a:rPr>
              <a:t>.</a:t>
            </a:r>
            <a:br>
              <a:rPr lang="en-US" sz="1600">
                <a:solidFill>
                  <a:schemeClr val="bg1"/>
                </a:solidFill>
                <a:latin typeface="+mj-lt"/>
              </a:rPr>
            </a:br>
            <a:br>
              <a:rPr lang="en-US" sz="1600">
                <a:solidFill>
                  <a:schemeClr val="bg1"/>
                </a:solidFill>
                <a:latin typeface="+mj-lt"/>
              </a:rPr>
            </a:br>
            <a:r>
              <a:rPr lang="en-US" sz="1600">
                <a:solidFill>
                  <a:schemeClr val="bg1"/>
                </a:solidFill>
                <a:latin typeface="+mj-lt"/>
              </a:rPr>
              <a:t>There is </a:t>
            </a:r>
            <a:r>
              <a:rPr lang="en-US" sz="1600" b="1">
                <a:solidFill>
                  <a:schemeClr val="bg1"/>
                </a:solidFill>
                <a:latin typeface="+mj-lt"/>
              </a:rPr>
              <a:t>no single right answer</a:t>
            </a:r>
            <a:r>
              <a:rPr lang="en-US" sz="1600">
                <a:solidFill>
                  <a:schemeClr val="bg1"/>
                </a:solidFill>
                <a:latin typeface="+mj-lt"/>
              </a:rPr>
              <a:t> — focus on the </a:t>
            </a:r>
            <a:r>
              <a:rPr lang="en-US" sz="1600" b="1">
                <a:solidFill>
                  <a:schemeClr val="bg1"/>
                </a:solidFill>
                <a:latin typeface="+mj-lt"/>
              </a:rPr>
              <a:t>most material risk</a:t>
            </a:r>
            <a:r>
              <a:rPr lang="en-US" sz="1600">
                <a:solidFill>
                  <a:schemeClr val="bg1"/>
                </a:solidFill>
                <a:latin typeface="+mj-lt"/>
              </a:rPr>
              <a:t> that could impact….</a:t>
            </a:r>
            <a:endParaRPr lang="en-GB" sz="1600" err="1">
              <a:solidFill>
                <a:schemeClr val="bg1"/>
              </a:solidFill>
              <a:latin typeface="+mj-lt"/>
            </a:endParaRPr>
          </a:p>
        </p:txBody>
      </p:sp>
    </p:spTree>
    <p:custDataLst>
      <p:custData r:id="rId1"/>
    </p:custDataLst>
    <p:extLst>
      <p:ext uri="{BB962C8B-B14F-4D97-AF65-F5344CB8AC3E}">
        <p14:creationId xmlns:p14="http://schemas.microsoft.com/office/powerpoint/2010/main" val="2279381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54FD3-12AC-2C39-404C-1B1FAEE2F3C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26A3849B-7D21-099F-9FE8-7B7AA5484FA6}"/>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en-US" sz="2400" b="1" i="0" u="none" strike="noStrike" kern="1200" cap="none" spc="-10" normalizeH="0" baseline="0" noProof="0">
                <a:ln>
                  <a:noFill/>
                </a:ln>
                <a:solidFill>
                  <a:prstClr val="white"/>
                </a:solidFill>
                <a:effectLst/>
                <a:uLnTx/>
                <a:uFillTx/>
                <a:latin typeface="+mj-lt"/>
                <a:ea typeface="+mn-ea"/>
                <a:cs typeface="+mn-cs"/>
              </a:rPr>
              <a:t>Activity -  Stakeholder Risk Radar – Indicative Answers</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3" name="Rectangle 2">
            <a:extLst>
              <a:ext uri="{FF2B5EF4-FFF2-40B4-BE49-F238E27FC236}">
                <a16:creationId xmlns:a16="http://schemas.microsoft.com/office/drawing/2014/main" id="{C27E7BD5-064D-E741-F647-980A7A00BE53}"/>
              </a:ext>
            </a:extLst>
          </p:cNvPr>
          <p:cNvSpPr/>
          <p:nvPr/>
        </p:nvSpPr>
        <p:spPr>
          <a:xfrm>
            <a:off x="544068" y="1364742"/>
            <a:ext cx="3447288" cy="2162556"/>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CE4F0FF4-FFBC-897F-A139-DBC6C6882B4D}"/>
              </a:ext>
            </a:extLst>
          </p:cNvPr>
          <p:cNvSpPr/>
          <p:nvPr/>
        </p:nvSpPr>
        <p:spPr>
          <a:xfrm>
            <a:off x="4587240" y="1364742"/>
            <a:ext cx="3447288" cy="2162556"/>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3A663836-CFCC-47A0-DB64-A7AF5B10456B}"/>
              </a:ext>
            </a:extLst>
          </p:cNvPr>
          <p:cNvSpPr/>
          <p:nvPr/>
        </p:nvSpPr>
        <p:spPr>
          <a:xfrm>
            <a:off x="8630412" y="1351788"/>
            <a:ext cx="3447288" cy="2162556"/>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8D1910DE-3A4A-FFFA-8433-2BB5C9F43B0E}"/>
              </a:ext>
            </a:extLst>
          </p:cNvPr>
          <p:cNvSpPr/>
          <p:nvPr/>
        </p:nvSpPr>
        <p:spPr>
          <a:xfrm>
            <a:off x="2068068" y="4424934"/>
            <a:ext cx="3447288" cy="2162556"/>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8B604A3A-3098-36FF-73AB-328340028D23}"/>
              </a:ext>
            </a:extLst>
          </p:cNvPr>
          <p:cNvSpPr/>
          <p:nvPr/>
        </p:nvSpPr>
        <p:spPr>
          <a:xfrm>
            <a:off x="6111240" y="4424934"/>
            <a:ext cx="3447288" cy="2162556"/>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BD495AD7-16AD-3008-2FC2-39CD28AFDD94}"/>
              </a:ext>
            </a:extLst>
          </p:cNvPr>
          <p:cNvSpPr/>
          <p:nvPr/>
        </p:nvSpPr>
        <p:spPr>
          <a:xfrm>
            <a:off x="1732788" y="722376"/>
            <a:ext cx="1069848" cy="1005840"/>
          </a:xfrm>
          <a:prstGeom prst="ellipse">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C7E580B4-CEEC-695F-82D1-5AE574AEA842}"/>
              </a:ext>
            </a:extLst>
          </p:cNvPr>
          <p:cNvSpPr/>
          <p:nvPr/>
        </p:nvSpPr>
        <p:spPr>
          <a:xfrm>
            <a:off x="5775960" y="688086"/>
            <a:ext cx="1069848" cy="1005840"/>
          </a:xfrm>
          <a:prstGeom prst="ellipse">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AF61E576-B9EA-9470-158A-8598971DDAE2}"/>
              </a:ext>
            </a:extLst>
          </p:cNvPr>
          <p:cNvSpPr/>
          <p:nvPr/>
        </p:nvSpPr>
        <p:spPr>
          <a:xfrm>
            <a:off x="9819132" y="690372"/>
            <a:ext cx="1069848" cy="1005840"/>
          </a:xfrm>
          <a:prstGeom prst="ellipse">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7C9D3263-C3D6-5375-62C8-725A9D8CBD88}"/>
              </a:ext>
            </a:extLst>
          </p:cNvPr>
          <p:cNvSpPr/>
          <p:nvPr/>
        </p:nvSpPr>
        <p:spPr>
          <a:xfrm>
            <a:off x="3284220" y="3938016"/>
            <a:ext cx="1069848" cy="1005840"/>
          </a:xfrm>
          <a:prstGeom prst="ellipse">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5512278D-58BC-8C0C-C089-00ADB5045659}"/>
              </a:ext>
            </a:extLst>
          </p:cNvPr>
          <p:cNvSpPr/>
          <p:nvPr/>
        </p:nvSpPr>
        <p:spPr>
          <a:xfrm>
            <a:off x="7327392" y="3903726"/>
            <a:ext cx="1069848" cy="1005840"/>
          </a:xfrm>
          <a:prstGeom prst="ellipse">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1D415861-4637-8D48-8FE8-BA6E5BC4F4C5}"/>
              </a:ext>
            </a:extLst>
          </p:cNvPr>
          <p:cNvSpPr txBox="1"/>
          <p:nvPr/>
        </p:nvSpPr>
        <p:spPr>
          <a:xfrm>
            <a:off x="586740" y="1727014"/>
            <a:ext cx="3639312" cy="456343"/>
          </a:xfrm>
          <a:prstGeom prst="rect">
            <a:avLst/>
          </a:prstGeom>
          <a:noFill/>
        </p:spPr>
        <p:txBody>
          <a:bodyPr wrap="square">
            <a:spAutoFit/>
          </a:bodyPr>
          <a:lstStyle/>
          <a:p>
            <a:pPr algn="l">
              <a:lnSpc>
                <a:spcPct val="200000"/>
              </a:lnSpc>
            </a:pPr>
            <a:r>
              <a:rPr lang="en-GB" sz="1400" b="1"/>
              <a:t>Digital Communities &amp; Online Activists</a:t>
            </a:r>
          </a:p>
        </p:txBody>
      </p:sp>
      <p:sp>
        <p:nvSpPr>
          <p:cNvPr id="25" name="TextBox 24">
            <a:extLst>
              <a:ext uri="{FF2B5EF4-FFF2-40B4-BE49-F238E27FC236}">
                <a16:creationId xmlns:a16="http://schemas.microsoft.com/office/drawing/2014/main" id="{014ACC64-252A-689A-DFEB-1E80B1D509E8}"/>
              </a:ext>
            </a:extLst>
          </p:cNvPr>
          <p:cNvSpPr txBox="1"/>
          <p:nvPr/>
        </p:nvSpPr>
        <p:spPr>
          <a:xfrm>
            <a:off x="5871406" y="1693926"/>
            <a:ext cx="2583556" cy="456343"/>
          </a:xfrm>
          <a:prstGeom prst="rect">
            <a:avLst/>
          </a:prstGeom>
          <a:noFill/>
        </p:spPr>
        <p:txBody>
          <a:bodyPr wrap="square">
            <a:spAutoFit/>
          </a:bodyPr>
          <a:lstStyle/>
          <a:p>
            <a:pPr algn="l">
              <a:lnSpc>
                <a:spcPct val="200000"/>
              </a:lnSpc>
            </a:pPr>
            <a:r>
              <a:rPr lang="en-GB" sz="1400" b="1"/>
              <a:t>Investors</a:t>
            </a:r>
          </a:p>
        </p:txBody>
      </p:sp>
      <p:sp>
        <p:nvSpPr>
          <p:cNvPr id="27" name="TextBox 26">
            <a:extLst>
              <a:ext uri="{FF2B5EF4-FFF2-40B4-BE49-F238E27FC236}">
                <a16:creationId xmlns:a16="http://schemas.microsoft.com/office/drawing/2014/main" id="{C2AB34A7-51DB-D04A-D74D-76F1CC761B77}"/>
              </a:ext>
            </a:extLst>
          </p:cNvPr>
          <p:cNvSpPr txBox="1"/>
          <p:nvPr/>
        </p:nvSpPr>
        <p:spPr>
          <a:xfrm>
            <a:off x="8981312" y="1715838"/>
            <a:ext cx="3703182" cy="456343"/>
          </a:xfrm>
          <a:prstGeom prst="rect">
            <a:avLst/>
          </a:prstGeom>
          <a:noFill/>
        </p:spPr>
        <p:txBody>
          <a:bodyPr wrap="square">
            <a:spAutoFit/>
          </a:bodyPr>
          <a:lstStyle/>
          <a:p>
            <a:pPr algn="l">
              <a:lnSpc>
                <a:spcPct val="200000"/>
              </a:lnSpc>
            </a:pPr>
            <a:r>
              <a:rPr lang="en-GB" sz="1400" b="1"/>
              <a:t>Supply Chain Workers &amp; Partners</a:t>
            </a:r>
          </a:p>
        </p:txBody>
      </p:sp>
      <p:sp>
        <p:nvSpPr>
          <p:cNvPr id="29" name="TextBox 28">
            <a:extLst>
              <a:ext uri="{FF2B5EF4-FFF2-40B4-BE49-F238E27FC236}">
                <a16:creationId xmlns:a16="http://schemas.microsoft.com/office/drawing/2014/main" id="{105FCFB0-0661-4EA4-847E-4D50F7920E96}"/>
              </a:ext>
            </a:extLst>
          </p:cNvPr>
          <p:cNvSpPr txBox="1"/>
          <p:nvPr/>
        </p:nvSpPr>
        <p:spPr>
          <a:xfrm>
            <a:off x="3348227" y="4986568"/>
            <a:ext cx="2981157" cy="456343"/>
          </a:xfrm>
          <a:prstGeom prst="rect">
            <a:avLst/>
          </a:prstGeom>
          <a:noFill/>
        </p:spPr>
        <p:txBody>
          <a:bodyPr wrap="square">
            <a:spAutoFit/>
          </a:bodyPr>
          <a:lstStyle/>
          <a:p>
            <a:pPr>
              <a:lnSpc>
                <a:spcPct val="200000"/>
              </a:lnSpc>
            </a:pPr>
            <a:r>
              <a:rPr lang="en-GB" sz="1400" b="1"/>
              <a:t>Regulators</a:t>
            </a:r>
          </a:p>
        </p:txBody>
      </p:sp>
      <p:sp>
        <p:nvSpPr>
          <p:cNvPr id="31" name="TextBox 30">
            <a:extLst>
              <a:ext uri="{FF2B5EF4-FFF2-40B4-BE49-F238E27FC236}">
                <a16:creationId xmlns:a16="http://schemas.microsoft.com/office/drawing/2014/main" id="{F8DB6D94-E3B2-265D-1017-B1EF4550B2F8}"/>
              </a:ext>
            </a:extLst>
          </p:cNvPr>
          <p:cNvSpPr txBox="1"/>
          <p:nvPr/>
        </p:nvSpPr>
        <p:spPr>
          <a:xfrm>
            <a:off x="6581929" y="4927748"/>
            <a:ext cx="3473755" cy="456343"/>
          </a:xfrm>
          <a:prstGeom prst="rect">
            <a:avLst/>
          </a:prstGeom>
          <a:noFill/>
        </p:spPr>
        <p:txBody>
          <a:bodyPr wrap="square">
            <a:spAutoFit/>
          </a:bodyPr>
          <a:lstStyle/>
          <a:p>
            <a:pPr algn="l">
              <a:lnSpc>
                <a:spcPct val="200000"/>
              </a:lnSpc>
            </a:pPr>
            <a:r>
              <a:rPr lang="en-GB" sz="1400" b="1"/>
              <a:t>Local Communities &amp; Society</a:t>
            </a:r>
          </a:p>
        </p:txBody>
      </p:sp>
      <p:pic>
        <p:nvPicPr>
          <p:cNvPr id="2052" name="Picture 4" descr="Social media ">
            <a:extLst>
              <a:ext uri="{FF2B5EF4-FFF2-40B4-BE49-F238E27FC236}">
                <a16:creationId xmlns:a16="http://schemas.microsoft.com/office/drawing/2014/main" id="{F3FDBE17-23FA-D0B4-163D-FC19430A5E82}"/>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89198" y="799098"/>
            <a:ext cx="757028" cy="75702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sr ">
            <a:extLst>
              <a:ext uri="{FF2B5EF4-FFF2-40B4-BE49-F238E27FC236}">
                <a16:creationId xmlns:a16="http://schemas.microsoft.com/office/drawing/2014/main" id="{D58FA219-43FD-2A0F-6661-01C4919779C8}"/>
              </a:ext>
            </a:extLst>
          </p:cNvPr>
          <p:cNvPicPr>
            <a:picLocks noChangeAspect="1" noChangeArrowheads="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998062" y="853854"/>
            <a:ext cx="625643" cy="625643"/>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Supply chain management ">
            <a:extLst>
              <a:ext uri="{FF2B5EF4-FFF2-40B4-BE49-F238E27FC236}">
                <a16:creationId xmlns:a16="http://schemas.microsoft.com/office/drawing/2014/main" id="{88C5DAA9-4BED-3C70-890B-942572AF9BCD}"/>
              </a:ext>
            </a:extLst>
          </p:cNvPr>
          <p:cNvPicPr>
            <a:picLocks noChangeAspect="1" noChangeArrowheads="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938296" y="771599"/>
            <a:ext cx="820571" cy="82057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Government ">
            <a:extLst>
              <a:ext uri="{FF2B5EF4-FFF2-40B4-BE49-F238E27FC236}">
                <a16:creationId xmlns:a16="http://schemas.microsoft.com/office/drawing/2014/main" id="{E57F8651-A6C5-A5C8-E1E7-D1DFDB7BDA07}"/>
              </a:ext>
            </a:extLst>
          </p:cNvPr>
          <p:cNvPicPr>
            <a:picLocks noChangeAspect="1" noChangeArrowheads="1"/>
          </p:cNvPicPr>
          <p:nvPr/>
        </p:nvPicPr>
        <p:blipFill>
          <a:blip r:embed="rId6">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460898" y="4004310"/>
            <a:ext cx="722811" cy="722811"/>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Communities ">
            <a:extLst>
              <a:ext uri="{FF2B5EF4-FFF2-40B4-BE49-F238E27FC236}">
                <a16:creationId xmlns:a16="http://schemas.microsoft.com/office/drawing/2014/main" id="{0DC6AFC7-1F17-B971-3004-3771CA820012}"/>
              </a:ext>
            </a:extLst>
          </p:cNvPr>
          <p:cNvPicPr>
            <a:picLocks noChangeAspect="1" noChangeArrowheads="1"/>
          </p:cNvPicPr>
          <p:nvPr/>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508367" y="4017920"/>
            <a:ext cx="707898" cy="707898"/>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B115FAFF-D59B-AC7C-132F-18075FFD4F05}"/>
              </a:ext>
            </a:extLst>
          </p:cNvPr>
          <p:cNvSpPr txBox="1"/>
          <p:nvPr/>
        </p:nvSpPr>
        <p:spPr>
          <a:xfrm>
            <a:off x="1101852" y="2523850"/>
            <a:ext cx="2889504" cy="1051560"/>
          </a:xfrm>
          <a:prstGeom prst="rect">
            <a:avLst/>
          </a:prstGeom>
          <a:noFill/>
        </p:spPr>
        <p:txBody>
          <a:bodyPr wrap="square" lIns="0" tIns="0" rIns="0" bIns="0" rtlCol="0">
            <a:noAutofit/>
          </a:bodyPr>
          <a:lstStyle/>
          <a:p>
            <a:pPr algn="l"/>
            <a:r>
              <a:rPr lang="en-GB" sz="1400"/>
              <a:t>Reputational or Brand Risk</a:t>
            </a:r>
          </a:p>
        </p:txBody>
      </p:sp>
      <p:sp>
        <p:nvSpPr>
          <p:cNvPr id="33" name="TextBox 32">
            <a:extLst>
              <a:ext uri="{FF2B5EF4-FFF2-40B4-BE49-F238E27FC236}">
                <a16:creationId xmlns:a16="http://schemas.microsoft.com/office/drawing/2014/main" id="{369A2EEF-B243-E45D-3F33-259AF3723FD6}"/>
              </a:ext>
            </a:extLst>
          </p:cNvPr>
          <p:cNvSpPr txBox="1"/>
          <p:nvPr/>
        </p:nvSpPr>
        <p:spPr>
          <a:xfrm>
            <a:off x="5864280" y="2446020"/>
            <a:ext cx="2889504" cy="1051560"/>
          </a:xfrm>
          <a:prstGeom prst="rect">
            <a:avLst/>
          </a:prstGeom>
          <a:noFill/>
        </p:spPr>
        <p:txBody>
          <a:bodyPr wrap="square" lIns="0" tIns="0" rIns="0" bIns="0" rtlCol="0">
            <a:noAutofit/>
          </a:bodyPr>
          <a:lstStyle/>
          <a:p>
            <a:pPr algn="l"/>
            <a:r>
              <a:rPr lang="en-GB" sz="1400"/>
              <a:t>Financial Loss</a:t>
            </a:r>
          </a:p>
        </p:txBody>
      </p:sp>
      <p:sp>
        <p:nvSpPr>
          <p:cNvPr id="34" name="TextBox 33">
            <a:extLst>
              <a:ext uri="{FF2B5EF4-FFF2-40B4-BE49-F238E27FC236}">
                <a16:creationId xmlns:a16="http://schemas.microsoft.com/office/drawing/2014/main" id="{E5575B7B-54F2-26D9-23AB-481CC631DCDF}"/>
              </a:ext>
            </a:extLst>
          </p:cNvPr>
          <p:cNvSpPr txBox="1"/>
          <p:nvPr/>
        </p:nvSpPr>
        <p:spPr>
          <a:xfrm>
            <a:off x="9349668" y="2502760"/>
            <a:ext cx="2889504" cy="1051560"/>
          </a:xfrm>
          <a:prstGeom prst="rect">
            <a:avLst/>
          </a:prstGeom>
          <a:noFill/>
        </p:spPr>
        <p:txBody>
          <a:bodyPr wrap="square" lIns="0" tIns="0" rIns="0" bIns="0" rtlCol="0">
            <a:noAutofit/>
          </a:bodyPr>
          <a:lstStyle/>
          <a:p>
            <a:pPr algn="l"/>
            <a:r>
              <a:rPr lang="en-GB" sz="1400"/>
              <a:t>Operational disruption Risk</a:t>
            </a:r>
          </a:p>
        </p:txBody>
      </p:sp>
      <p:sp>
        <p:nvSpPr>
          <p:cNvPr id="35" name="TextBox 34">
            <a:extLst>
              <a:ext uri="{FF2B5EF4-FFF2-40B4-BE49-F238E27FC236}">
                <a16:creationId xmlns:a16="http://schemas.microsoft.com/office/drawing/2014/main" id="{F112D75A-C3F3-2A52-D78A-42C1B2814DFA}"/>
              </a:ext>
            </a:extLst>
          </p:cNvPr>
          <p:cNvSpPr txBox="1"/>
          <p:nvPr/>
        </p:nvSpPr>
        <p:spPr>
          <a:xfrm>
            <a:off x="3280037" y="5669068"/>
            <a:ext cx="2889504" cy="1051560"/>
          </a:xfrm>
          <a:prstGeom prst="rect">
            <a:avLst/>
          </a:prstGeom>
          <a:noFill/>
        </p:spPr>
        <p:txBody>
          <a:bodyPr wrap="square" lIns="0" tIns="0" rIns="0" bIns="0" rtlCol="0">
            <a:noAutofit/>
          </a:bodyPr>
          <a:lstStyle/>
          <a:p>
            <a:pPr algn="l"/>
            <a:r>
              <a:rPr lang="en-GB" sz="1400"/>
              <a:t>Regulatory risk</a:t>
            </a:r>
          </a:p>
        </p:txBody>
      </p:sp>
      <p:sp>
        <p:nvSpPr>
          <p:cNvPr id="36" name="TextBox 35">
            <a:extLst>
              <a:ext uri="{FF2B5EF4-FFF2-40B4-BE49-F238E27FC236}">
                <a16:creationId xmlns:a16="http://schemas.microsoft.com/office/drawing/2014/main" id="{133AD526-46F5-56EB-0F90-CA0F77FB77E8}"/>
              </a:ext>
            </a:extLst>
          </p:cNvPr>
          <p:cNvSpPr txBox="1"/>
          <p:nvPr/>
        </p:nvSpPr>
        <p:spPr>
          <a:xfrm>
            <a:off x="6772670" y="5602499"/>
            <a:ext cx="2889504" cy="1051560"/>
          </a:xfrm>
          <a:prstGeom prst="rect">
            <a:avLst/>
          </a:prstGeom>
          <a:noFill/>
        </p:spPr>
        <p:txBody>
          <a:bodyPr wrap="square" lIns="0" tIns="0" rIns="0" bIns="0" rtlCol="0">
            <a:noAutofit/>
          </a:bodyPr>
          <a:lstStyle/>
          <a:p>
            <a:pPr algn="l"/>
            <a:r>
              <a:rPr lang="en-GB" sz="1400"/>
              <a:t>Reputation or regulatory Risk</a:t>
            </a:r>
          </a:p>
        </p:txBody>
      </p:sp>
    </p:spTree>
    <p:custDataLst>
      <p:custData r:id="rId1"/>
    </p:custDataLst>
    <p:extLst>
      <p:ext uri="{BB962C8B-B14F-4D97-AF65-F5344CB8AC3E}">
        <p14:creationId xmlns:p14="http://schemas.microsoft.com/office/powerpoint/2010/main" val="2829340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2BE5BE-3CAB-CF0C-1738-74D6420581C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CEB71CD-8D55-0C42-5035-143A301789FA}"/>
              </a:ext>
            </a:extLst>
          </p:cNvPr>
          <p:cNvSpPr/>
          <p:nvPr/>
        </p:nvSpPr>
        <p:spPr>
          <a:xfrm>
            <a:off x="-103633" y="9144"/>
            <a:ext cx="6199633" cy="685800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95E0E16-B41F-40DA-0DAB-EDB5D46020E2}"/>
              </a:ext>
            </a:extLst>
          </p:cNvPr>
          <p:cNvSpPr/>
          <p:nvPr/>
        </p:nvSpPr>
        <p:spPr>
          <a:xfrm>
            <a:off x="4304144" y="2953512"/>
            <a:ext cx="7887856" cy="1280160"/>
          </a:xfrm>
          <a:prstGeom prst="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2800" i="1">
                <a:ln w="0"/>
                <a:solidFill>
                  <a:schemeClr val="bg1"/>
                </a:solidFill>
                <a:effectLst>
                  <a:outerShdw blurRad="38100" dist="19050" dir="2700000" algn="tl" rotWithShape="0">
                    <a:schemeClr val="dk1">
                      <a:alpha val="40000"/>
                    </a:schemeClr>
                  </a:outerShdw>
                </a:effectLst>
                <a:latin typeface="+mj-lt"/>
              </a:rPr>
              <a:t>Stakeholder Engagement </a:t>
            </a:r>
          </a:p>
        </p:txBody>
      </p:sp>
      <p:sp>
        <p:nvSpPr>
          <p:cNvPr id="4" name="Rectangle 3">
            <a:extLst>
              <a:ext uri="{FF2B5EF4-FFF2-40B4-BE49-F238E27FC236}">
                <a16:creationId xmlns:a16="http://schemas.microsoft.com/office/drawing/2014/main" id="{C8CBB2FD-1E45-B9AF-CCA5-1AF479EFD04B}"/>
              </a:ext>
            </a:extLst>
          </p:cNvPr>
          <p:cNvSpPr/>
          <p:nvPr/>
        </p:nvSpPr>
        <p:spPr>
          <a:xfrm>
            <a:off x="11811000" y="-9144"/>
            <a:ext cx="381000" cy="379095"/>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960"/>
          </a:p>
        </p:txBody>
      </p:sp>
      <p:pic>
        <p:nvPicPr>
          <p:cNvPr id="12" name="Picture 11">
            <a:extLst>
              <a:ext uri="{FF2B5EF4-FFF2-40B4-BE49-F238E27FC236}">
                <a16:creationId xmlns:a16="http://schemas.microsoft.com/office/drawing/2014/main" id="{0338640A-F2AC-504D-7A68-87BAE1578BAF}"/>
              </a:ext>
            </a:extLst>
          </p:cNvPr>
          <p:cNvPicPr>
            <a:picLocks noChangeAspect="1"/>
          </p:cNvPicPr>
          <p:nvPr/>
        </p:nvPicPr>
        <p:blipFill>
          <a:blip r:embed="rId4"/>
          <a:stretch>
            <a:fillRect/>
          </a:stretch>
        </p:blipFill>
        <p:spPr>
          <a:xfrm>
            <a:off x="-74666" y="5324856"/>
            <a:ext cx="1693154" cy="1524000"/>
          </a:xfrm>
          <a:prstGeom prst="rect">
            <a:avLst/>
          </a:prstGeom>
        </p:spPr>
      </p:pic>
    </p:spTree>
    <p:custDataLst>
      <p:custData r:id="rId1"/>
    </p:custDataLst>
    <p:extLst>
      <p:ext uri="{BB962C8B-B14F-4D97-AF65-F5344CB8AC3E}">
        <p14:creationId xmlns:p14="http://schemas.microsoft.com/office/powerpoint/2010/main" val="213840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27786-151B-56E3-1675-17509B8FD44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4BB96E8-7812-C850-9C32-CC226A84B7EC}"/>
              </a:ext>
            </a:extLst>
          </p:cNvPr>
          <p:cNvSpPr>
            <a:spLocks noGrp="1"/>
          </p:cNvSpPr>
          <p:nvPr>
            <p:ph type="sldNum" sz="quarter" idx="4"/>
          </p:nvPr>
        </p:nvSpPr>
        <p:spPr/>
        <p:txBody>
          <a:bodyPr/>
          <a:lstStyle/>
          <a:p>
            <a:fld id="{3E6AC032-1535-134B-A583-D5E1DDD0D167}" type="slidenum">
              <a:rPr lang="en-US" smtClean="0"/>
              <a:pPr/>
              <a:t>11</a:t>
            </a:fld>
            <a:endParaRPr lang="en-US"/>
          </a:p>
        </p:txBody>
      </p:sp>
      <p:sp>
        <p:nvSpPr>
          <p:cNvPr id="13" name="Rectangle 12">
            <a:extLst>
              <a:ext uri="{FF2B5EF4-FFF2-40B4-BE49-F238E27FC236}">
                <a16:creationId xmlns:a16="http://schemas.microsoft.com/office/drawing/2014/main" id="{DF380CBD-0233-B59F-9115-FB8D12C29761}"/>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Stakeholders’ Engagement | What is it &amp; Why does it matter?</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2" name="TextBox 1">
            <a:extLst>
              <a:ext uri="{FF2B5EF4-FFF2-40B4-BE49-F238E27FC236}">
                <a16:creationId xmlns:a16="http://schemas.microsoft.com/office/drawing/2014/main" id="{217B8FAC-C1F5-F06B-166F-4F6E14D1CB78}"/>
              </a:ext>
            </a:extLst>
          </p:cNvPr>
          <p:cNvSpPr txBox="1"/>
          <p:nvPr/>
        </p:nvSpPr>
        <p:spPr>
          <a:xfrm>
            <a:off x="5605272" y="1334617"/>
            <a:ext cx="6023740" cy="1929791"/>
          </a:xfrm>
          <a:prstGeom prst="rect">
            <a:avLst/>
          </a:prstGeom>
          <a:noFill/>
        </p:spPr>
        <p:txBody>
          <a:bodyPr wrap="square" lIns="0" tIns="0" rIns="0" bIns="0" rtlCol="0">
            <a:noAutofit/>
          </a:bodyPr>
          <a:lstStyle/>
          <a:p>
            <a:pPr lvl="1" algn="just"/>
            <a:endParaRPr lang="en-US" sz="1400"/>
          </a:p>
          <a:p>
            <a:pPr marL="285750" indent="-285750" algn="just">
              <a:buFont typeface="Wingdings" panose="05000000000000000000" pitchFamily="2" charset="2"/>
              <a:buChar char="§"/>
            </a:pPr>
            <a:r>
              <a:rPr lang="en-US" sz="1400"/>
              <a:t>Stakeholders’ engagement is the </a:t>
            </a:r>
            <a:r>
              <a:rPr lang="en-US" sz="1400" b="1"/>
              <a:t>process of identifying, understanding and actively involving individuals or groups</a:t>
            </a:r>
            <a:r>
              <a:rPr lang="en-US" sz="1400"/>
              <a:t> who are affected by or can influence an organization's decisions, operations or performance. </a:t>
            </a:r>
          </a:p>
          <a:p>
            <a:pPr marL="285750" indent="-285750" algn="just">
              <a:buFont typeface="Wingdings" panose="05000000000000000000" pitchFamily="2" charset="2"/>
              <a:buChar char="§"/>
            </a:pPr>
            <a:endParaRPr lang="en-US" sz="1400"/>
          </a:p>
          <a:p>
            <a:pPr marL="285750" indent="-285750" algn="just">
              <a:buFont typeface="Wingdings" panose="05000000000000000000" pitchFamily="2" charset="2"/>
              <a:buChar char="§"/>
            </a:pPr>
            <a:r>
              <a:rPr lang="en-US" sz="1400"/>
              <a:t>It enables </a:t>
            </a:r>
            <a:r>
              <a:rPr lang="en-US" sz="1400" b="1"/>
              <a:t>two-way communication, collaboration and trust-building</a:t>
            </a:r>
            <a:r>
              <a:rPr lang="en-US" sz="1400"/>
              <a:t> with key stakeholders such as employees, customers, investors, regulators, communities and suppliers, </a:t>
            </a:r>
            <a:endParaRPr lang="en-GB" sz="1400">
              <a:cs typeface="Arial"/>
            </a:endParaRPr>
          </a:p>
          <a:p>
            <a:pPr lvl="1" algn="just"/>
            <a:br>
              <a:rPr lang="en-US" sz="1400"/>
            </a:br>
            <a:endParaRPr lang="en-US" sz="1400">
              <a:cs typeface="Arial"/>
            </a:endParaRPr>
          </a:p>
        </p:txBody>
      </p:sp>
      <p:sp>
        <p:nvSpPr>
          <p:cNvPr id="5" name="TextBox 4">
            <a:extLst>
              <a:ext uri="{FF2B5EF4-FFF2-40B4-BE49-F238E27FC236}">
                <a16:creationId xmlns:a16="http://schemas.microsoft.com/office/drawing/2014/main" id="{FC4A6F02-B672-1164-E0FC-97A975B4360D}"/>
              </a:ext>
            </a:extLst>
          </p:cNvPr>
          <p:cNvSpPr txBox="1"/>
          <p:nvPr/>
        </p:nvSpPr>
        <p:spPr>
          <a:xfrm>
            <a:off x="492884" y="801811"/>
            <a:ext cx="3865756" cy="297516"/>
          </a:xfrm>
          <a:prstGeom prst="rect">
            <a:avLst/>
          </a:prstGeom>
          <a:noFill/>
        </p:spPr>
        <p:txBody>
          <a:bodyPr wrap="square" lIns="0" tIns="0" rIns="0" bIns="0" rtlCol="0">
            <a:noAutofit/>
          </a:bodyPr>
          <a:lstStyle/>
          <a:p>
            <a:pPr algn="just"/>
            <a:r>
              <a:rPr lang="en-US" sz="1400" b="1">
                <a:cs typeface="Arial"/>
              </a:rPr>
              <a:t>What is Stakeholders’ Engagement?</a:t>
            </a:r>
            <a:endParaRPr lang="en-GB" sz="1400" b="1">
              <a:cs typeface="Arial"/>
            </a:endParaRPr>
          </a:p>
        </p:txBody>
      </p:sp>
      <p:graphicFrame>
        <p:nvGraphicFramePr>
          <p:cNvPr id="6" name="Diagram 5">
            <a:extLst>
              <a:ext uri="{FF2B5EF4-FFF2-40B4-BE49-F238E27FC236}">
                <a16:creationId xmlns:a16="http://schemas.microsoft.com/office/drawing/2014/main" id="{837C2F49-3CEE-A19A-92E9-F0A5C29ECA6D}"/>
              </a:ext>
            </a:extLst>
          </p:cNvPr>
          <p:cNvGraphicFramePr/>
          <p:nvPr/>
        </p:nvGraphicFramePr>
        <p:xfrm>
          <a:off x="-379674" y="1448617"/>
          <a:ext cx="6558862" cy="21513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23A854D3-B800-993E-BEA7-D241DC0BCE9C}"/>
              </a:ext>
            </a:extLst>
          </p:cNvPr>
          <p:cNvSpPr txBox="1"/>
          <p:nvPr/>
        </p:nvSpPr>
        <p:spPr>
          <a:xfrm>
            <a:off x="492884" y="3823380"/>
            <a:ext cx="1966852" cy="318852"/>
          </a:xfrm>
          <a:prstGeom prst="rect">
            <a:avLst/>
          </a:prstGeom>
          <a:noFill/>
        </p:spPr>
        <p:txBody>
          <a:bodyPr wrap="square" lIns="0" tIns="0" rIns="0" bIns="0" rtlCol="0">
            <a:noAutofit/>
          </a:bodyPr>
          <a:lstStyle/>
          <a:p>
            <a:pPr algn="just"/>
            <a:r>
              <a:rPr lang="en-US" sz="1400" b="1">
                <a:cs typeface="Arial"/>
              </a:rPr>
              <a:t>Why Does it Matter?</a:t>
            </a:r>
            <a:endParaRPr lang="en-GB" sz="1400" b="1">
              <a:cs typeface="Arial"/>
            </a:endParaRPr>
          </a:p>
        </p:txBody>
      </p:sp>
      <p:cxnSp>
        <p:nvCxnSpPr>
          <p:cNvPr id="27" name="Straight Connector 26">
            <a:extLst>
              <a:ext uri="{FF2B5EF4-FFF2-40B4-BE49-F238E27FC236}">
                <a16:creationId xmlns:a16="http://schemas.microsoft.com/office/drawing/2014/main" id="{E64A17A0-D221-ED34-1B15-CCC733C3E5FD}"/>
              </a:ext>
            </a:extLst>
          </p:cNvPr>
          <p:cNvCxnSpPr/>
          <p:nvPr/>
        </p:nvCxnSpPr>
        <p:spPr>
          <a:xfrm>
            <a:off x="0" y="3557016"/>
            <a:ext cx="12192000" cy="0"/>
          </a:xfrm>
          <a:prstGeom prst="line">
            <a:avLst/>
          </a:prstGeom>
          <a:ln/>
        </p:spPr>
        <p:style>
          <a:lnRef idx="1">
            <a:schemeClr val="accent3"/>
          </a:lnRef>
          <a:fillRef idx="0">
            <a:schemeClr val="accent3"/>
          </a:fillRef>
          <a:effectRef idx="0">
            <a:schemeClr val="accent3"/>
          </a:effectRef>
          <a:fontRef idx="minor">
            <a:schemeClr val="tx1"/>
          </a:fontRef>
        </p:style>
      </p:cxnSp>
      <p:grpSp>
        <p:nvGrpSpPr>
          <p:cNvPr id="4" name="Google Shape;1079;p51">
            <a:extLst>
              <a:ext uri="{FF2B5EF4-FFF2-40B4-BE49-F238E27FC236}">
                <a16:creationId xmlns:a16="http://schemas.microsoft.com/office/drawing/2014/main" id="{6223B112-0E57-57A1-A410-ACFACA29058B}"/>
              </a:ext>
            </a:extLst>
          </p:cNvPr>
          <p:cNvGrpSpPr/>
          <p:nvPr/>
        </p:nvGrpSpPr>
        <p:grpSpPr>
          <a:xfrm>
            <a:off x="1203642" y="4297112"/>
            <a:ext cx="10056829" cy="2151389"/>
            <a:chOff x="388470" y="5015624"/>
            <a:chExt cx="10015171" cy="2123387"/>
          </a:xfrm>
        </p:grpSpPr>
        <p:cxnSp>
          <p:nvCxnSpPr>
            <p:cNvPr id="7" name="Google Shape;1080;p51">
              <a:extLst>
                <a:ext uri="{FF2B5EF4-FFF2-40B4-BE49-F238E27FC236}">
                  <a16:creationId xmlns:a16="http://schemas.microsoft.com/office/drawing/2014/main" id="{EEC14EF2-F389-7B8D-2088-00EB1A006A27}"/>
                </a:ext>
              </a:extLst>
            </p:cNvPr>
            <p:cNvCxnSpPr/>
            <p:nvPr/>
          </p:nvCxnSpPr>
          <p:spPr>
            <a:xfrm>
              <a:off x="2988158" y="5018504"/>
              <a:ext cx="0" cy="2120507"/>
            </a:xfrm>
            <a:prstGeom prst="straightConnector1">
              <a:avLst/>
            </a:prstGeom>
            <a:noFill/>
            <a:ln w="12700" cap="sq" cmpd="sng">
              <a:solidFill>
                <a:schemeClr val="accent6"/>
              </a:solidFill>
              <a:prstDash val="dash"/>
              <a:round/>
              <a:headEnd type="none" w="sm" len="sm"/>
              <a:tailEnd type="none" w="sm" len="sm"/>
            </a:ln>
          </p:spPr>
        </p:cxnSp>
        <p:cxnSp>
          <p:nvCxnSpPr>
            <p:cNvPr id="8" name="Google Shape;1081;p51">
              <a:extLst>
                <a:ext uri="{FF2B5EF4-FFF2-40B4-BE49-F238E27FC236}">
                  <a16:creationId xmlns:a16="http://schemas.microsoft.com/office/drawing/2014/main" id="{CD5B2639-C5D7-AE00-E957-D0A0E0CAACEB}"/>
                </a:ext>
              </a:extLst>
            </p:cNvPr>
            <p:cNvCxnSpPr/>
            <p:nvPr/>
          </p:nvCxnSpPr>
          <p:spPr>
            <a:xfrm>
              <a:off x="6872275" y="5018504"/>
              <a:ext cx="0" cy="2120507"/>
            </a:xfrm>
            <a:prstGeom prst="straightConnector1">
              <a:avLst/>
            </a:prstGeom>
            <a:noFill/>
            <a:ln w="12700" cap="sq" cmpd="sng">
              <a:solidFill>
                <a:schemeClr val="accent6"/>
              </a:solidFill>
              <a:prstDash val="dash"/>
              <a:round/>
              <a:headEnd type="none" w="sm" len="sm"/>
              <a:tailEnd type="none" w="sm" len="sm"/>
            </a:ln>
          </p:spPr>
        </p:cxnSp>
        <p:cxnSp>
          <p:nvCxnSpPr>
            <p:cNvPr id="9" name="Google Shape;1082;p51">
              <a:extLst>
                <a:ext uri="{FF2B5EF4-FFF2-40B4-BE49-F238E27FC236}">
                  <a16:creationId xmlns:a16="http://schemas.microsoft.com/office/drawing/2014/main" id="{F9E25BB9-4616-8217-6E60-C2B483040B8B}"/>
                </a:ext>
              </a:extLst>
            </p:cNvPr>
            <p:cNvCxnSpPr/>
            <p:nvPr/>
          </p:nvCxnSpPr>
          <p:spPr>
            <a:xfrm>
              <a:off x="4933498" y="5018504"/>
              <a:ext cx="0" cy="2120507"/>
            </a:xfrm>
            <a:prstGeom prst="straightConnector1">
              <a:avLst/>
            </a:prstGeom>
            <a:noFill/>
            <a:ln w="12700" cap="sq" cmpd="sng">
              <a:solidFill>
                <a:schemeClr val="accent6"/>
              </a:solidFill>
              <a:prstDash val="dash"/>
              <a:round/>
              <a:headEnd type="none" w="sm" len="sm"/>
              <a:tailEnd type="none" w="sm" len="sm"/>
            </a:ln>
          </p:spPr>
        </p:cxnSp>
        <p:cxnSp>
          <p:nvCxnSpPr>
            <p:cNvPr id="12" name="Google Shape;1083;p51">
              <a:extLst>
                <a:ext uri="{FF2B5EF4-FFF2-40B4-BE49-F238E27FC236}">
                  <a16:creationId xmlns:a16="http://schemas.microsoft.com/office/drawing/2014/main" id="{43D3917B-572F-83F5-5F6A-335674B2D426}"/>
                </a:ext>
              </a:extLst>
            </p:cNvPr>
            <p:cNvCxnSpPr/>
            <p:nvPr/>
          </p:nvCxnSpPr>
          <p:spPr>
            <a:xfrm>
              <a:off x="8947241" y="5018504"/>
              <a:ext cx="0" cy="2120507"/>
            </a:xfrm>
            <a:prstGeom prst="straightConnector1">
              <a:avLst/>
            </a:prstGeom>
            <a:noFill/>
            <a:ln w="12700" cap="sq" cmpd="sng">
              <a:solidFill>
                <a:schemeClr val="accent6"/>
              </a:solidFill>
              <a:prstDash val="dash"/>
              <a:round/>
              <a:headEnd type="none" w="sm" len="sm"/>
              <a:tailEnd type="none" w="sm" len="sm"/>
            </a:ln>
          </p:spPr>
        </p:cxnSp>
        <p:sp>
          <p:nvSpPr>
            <p:cNvPr id="14" name="Google Shape;1084;p51">
              <a:extLst>
                <a:ext uri="{FF2B5EF4-FFF2-40B4-BE49-F238E27FC236}">
                  <a16:creationId xmlns:a16="http://schemas.microsoft.com/office/drawing/2014/main" id="{410272CD-F472-FDEF-E357-7F152BE74F37}"/>
                </a:ext>
              </a:extLst>
            </p:cNvPr>
            <p:cNvSpPr/>
            <p:nvPr/>
          </p:nvSpPr>
          <p:spPr>
            <a:xfrm>
              <a:off x="1340597" y="5397214"/>
              <a:ext cx="1302478" cy="1351886"/>
            </a:xfrm>
            <a:prstGeom prst="rect">
              <a:avLst/>
            </a:prstGeom>
            <a:noFill/>
            <a:ln>
              <a:noFill/>
            </a:ln>
          </p:spPr>
          <p:txBody>
            <a:bodyPr spcFirstLastPara="1" wrap="square" lIns="108000" tIns="72000" rIns="108000" bIns="72000" anchor="ctr" anchorCtr="0">
              <a:noAutofit/>
            </a:bodyPr>
            <a:lstStyle/>
            <a:p>
              <a:pPr algn="ctr"/>
              <a:r>
                <a:rPr lang="en-US" sz="1200" b="1"/>
                <a:t>Trust &amp; Reputation</a:t>
              </a:r>
            </a:p>
          </p:txBody>
        </p:sp>
        <p:sp>
          <p:nvSpPr>
            <p:cNvPr id="15" name="Google Shape;1085;p51">
              <a:extLst>
                <a:ext uri="{FF2B5EF4-FFF2-40B4-BE49-F238E27FC236}">
                  <a16:creationId xmlns:a16="http://schemas.microsoft.com/office/drawing/2014/main" id="{9EA600AF-9716-F778-3F07-1F8E5A48DD67}"/>
                </a:ext>
              </a:extLst>
            </p:cNvPr>
            <p:cNvSpPr/>
            <p:nvPr/>
          </p:nvSpPr>
          <p:spPr>
            <a:xfrm>
              <a:off x="3354091" y="5329617"/>
              <a:ext cx="1203156" cy="1487072"/>
            </a:xfrm>
            <a:prstGeom prst="rect">
              <a:avLst/>
            </a:prstGeom>
            <a:noFill/>
            <a:ln>
              <a:noFill/>
            </a:ln>
          </p:spPr>
          <p:txBody>
            <a:bodyPr spcFirstLastPara="1" wrap="square" lIns="108000" tIns="72000" rIns="108000" bIns="72000" anchor="ctr" anchorCtr="0">
              <a:noAutofit/>
            </a:bodyPr>
            <a:lstStyle/>
            <a:p>
              <a:pPr algn="ctr"/>
              <a:r>
                <a:rPr lang="en-US" sz="1200" b="1"/>
                <a:t>Better Decision Making</a:t>
              </a:r>
            </a:p>
          </p:txBody>
        </p:sp>
        <p:sp>
          <p:nvSpPr>
            <p:cNvPr id="16" name="Google Shape;1086;p51">
              <a:extLst>
                <a:ext uri="{FF2B5EF4-FFF2-40B4-BE49-F238E27FC236}">
                  <a16:creationId xmlns:a16="http://schemas.microsoft.com/office/drawing/2014/main" id="{07D61B29-2A77-C628-2C82-69E2DA190203}"/>
                </a:ext>
              </a:extLst>
            </p:cNvPr>
            <p:cNvSpPr/>
            <p:nvPr/>
          </p:nvSpPr>
          <p:spPr>
            <a:xfrm>
              <a:off x="7243662" y="5397213"/>
              <a:ext cx="1302478" cy="1351886"/>
            </a:xfrm>
            <a:prstGeom prst="rect">
              <a:avLst/>
            </a:prstGeom>
            <a:noFill/>
            <a:ln>
              <a:noFill/>
            </a:ln>
          </p:spPr>
          <p:txBody>
            <a:bodyPr spcFirstLastPara="1" wrap="square" lIns="108000" tIns="72000" rIns="108000" bIns="72000" anchor="ctr" anchorCtr="0">
              <a:noAutofit/>
            </a:bodyPr>
            <a:lstStyle/>
            <a:p>
              <a:pPr algn="ctr"/>
              <a:r>
                <a:rPr lang="en-US" sz="1200" b="1" dirty="0"/>
                <a:t>Long-term Sustainability </a:t>
              </a:r>
            </a:p>
          </p:txBody>
        </p:sp>
        <p:sp>
          <p:nvSpPr>
            <p:cNvPr id="17" name="Google Shape;1087;p51">
              <a:extLst>
                <a:ext uri="{FF2B5EF4-FFF2-40B4-BE49-F238E27FC236}">
                  <a16:creationId xmlns:a16="http://schemas.microsoft.com/office/drawing/2014/main" id="{4DBC94E5-519E-037A-019F-06559589A76E}"/>
                </a:ext>
              </a:extLst>
            </p:cNvPr>
            <p:cNvSpPr/>
            <p:nvPr/>
          </p:nvSpPr>
          <p:spPr>
            <a:xfrm rot="10800000">
              <a:off x="388470" y="5210679"/>
              <a:ext cx="1590040" cy="278110"/>
            </a:xfrm>
            <a:custGeom>
              <a:avLst/>
              <a:gdLst/>
              <a:ahLst/>
              <a:cxnLst/>
              <a:rect l="l" t="t" r="r" b="b"/>
              <a:pathLst>
                <a:path w="4015436" h="436398" extrusionOk="0">
                  <a:moveTo>
                    <a:pt x="922475" y="0"/>
                  </a:moveTo>
                  <a:lnTo>
                    <a:pt x="4015436" y="0"/>
                  </a:lnTo>
                  <a:lnTo>
                    <a:pt x="4015436" y="436398"/>
                  </a:lnTo>
                  <a:lnTo>
                    <a:pt x="1" y="436398"/>
                  </a:lnTo>
                  <a:lnTo>
                    <a:pt x="1" y="433790"/>
                  </a:lnTo>
                  <a:lnTo>
                    <a:pt x="82259" y="429636"/>
                  </a:lnTo>
                  <a:cubicBezTo>
                    <a:pt x="390488" y="398333"/>
                    <a:pt x="667122" y="260162"/>
                    <a:pt x="874525" y="52758"/>
                  </a:cubicBezTo>
                  <a:close/>
                  <a:moveTo>
                    <a:pt x="0" y="0"/>
                  </a:moveTo>
                  <a:lnTo>
                    <a:pt x="922474" y="0"/>
                  </a:lnTo>
                  <a:lnTo>
                    <a:pt x="874524" y="52758"/>
                  </a:lnTo>
                  <a:cubicBezTo>
                    <a:pt x="667121" y="260162"/>
                    <a:pt x="390487" y="398333"/>
                    <a:pt x="82258" y="429636"/>
                  </a:cubicBezTo>
                  <a:lnTo>
                    <a:pt x="0" y="43379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18" name="Google Shape;1088;p51">
              <a:extLst>
                <a:ext uri="{FF2B5EF4-FFF2-40B4-BE49-F238E27FC236}">
                  <a16:creationId xmlns:a16="http://schemas.microsoft.com/office/drawing/2014/main" id="{76DAC2AC-620A-A517-B4ED-F5637BA03673}"/>
                </a:ext>
              </a:extLst>
            </p:cNvPr>
            <p:cNvSpPr/>
            <p:nvPr/>
          </p:nvSpPr>
          <p:spPr>
            <a:xfrm rot="10800000">
              <a:off x="2013407" y="5210682"/>
              <a:ext cx="898197" cy="1787496"/>
            </a:xfrm>
            <a:custGeom>
              <a:avLst/>
              <a:gdLst/>
              <a:ahLst/>
              <a:cxnLst/>
              <a:rect l="l" t="t" r="r" b="b"/>
              <a:pathLst>
                <a:path w="1320861" h="2628636" extrusionOk="0">
                  <a:moveTo>
                    <a:pt x="1314318" y="0"/>
                  </a:moveTo>
                  <a:lnTo>
                    <a:pt x="1320861" y="331"/>
                  </a:lnTo>
                  <a:lnTo>
                    <a:pt x="1320861" y="416952"/>
                  </a:lnTo>
                  <a:lnTo>
                    <a:pt x="1314318" y="416621"/>
                  </a:lnTo>
                  <a:cubicBezTo>
                    <a:pt x="818534" y="416621"/>
                    <a:pt x="416621" y="818534"/>
                    <a:pt x="416621" y="1314318"/>
                  </a:cubicBezTo>
                  <a:cubicBezTo>
                    <a:pt x="416621" y="1810102"/>
                    <a:pt x="818534" y="2212015"/>
                    <a:pt x="1314318" y="2212015"/>
                  </a:cubicBezTo>
                  <a:lnTo>
                    <a:pt x="1320861" y="2211685"/>
                  </a:lnTo>
                  <a:lnTo>
                    <a:pt x="1320861" y="2628306"/>
                  </a:lnTo>
                  <a:lnTo>
                    <a:pt x="1314318" y="2628636"/>
                  </a:lnTo>
                  <a:cubicBezTo>
                    <a:pt x="588440" y="2628636"/>
                    <a:pt x="0" y="2040196"/>
                    <a:pt x="0" y="1314318"/>
                  </a:cubicBezTo>
                  <a:cubicBezTo>
                    <a:pt x="0" y="588440"/>
                    <a:pt x="588440" y="0"/>
                    <a:pt x="1314318"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19" name="Google Shape;1089;p51">
              <a:extLst>
                <a:ext uri="{FF2B5EF4-FFF2-40B4-BE49-F238E27FC236}">
                  <a16:creationId xmlns:a16="http://schemas.microsoft.com/office/drawing/2014/main" id="{66EC668C-3FE9-8B4C-9AB7-147926F94582}"/>
                </a:ext>
              </a:extLst>
            </p:cNvPr>
            <p:cNvSpPr/>
            <p:nvPr/>
          </p:nvSpPr>
          <p:spPr>
            <a:xfrm rot="10800000">
              <a:off x="1124109" y="5210682"/>
              <a:ext cx="889297" cy="1787046"/>
            </a:xfrm>
            <a:custGeom>
              <a:avLst/>
              <a:gdLst/>
              <a:ahLst/>
              <a:cxnLst/>
              <a:rect l="l" t="t" r="r" b="b"/>
              <a:pathLst>
                <a:path w="1307775" h="2627975" extrusionOk="0">
                  <a:moveTo>
                    <a:pt x="0" y="0"/>
                  </a:moveTo>
                  <a:lnTo>
                    <a:pt x="127838" y="6455"/>
                  </a:lnTo>
                  <a:cubicBezTo>
                    <a:pt x="790592" y="73761"/>
                    <a:pt x="1307775" y="633477"/>
                    <a:pt x="1307775" y="1313987"/>
                  </a:cubicBezTo>
                  <a:cubicBezTo>
                    <a:pt x="1307775" y="1994498"/>
                    <a:pt x="790592" y="2554213"/>
                    <a:pt x="127838" y="2621519"/>
                  </a:cubicBezTo>
                  <a:lnTo>
                    <a:pt x="0" y="2627975"/>
                  </a:lnTo>
                  <a:lnTo>
                    <a:pt x="0" y="2211354"/>
                  </a:lnTo>
                  <a:lnTo>
                    <a:pt x="85241" y="2207049"/>
                  </a:lnTo>
                  <a:cubicBezTo>
                    <a:pt x="537910" y="2161078"/>
                    <a:pt x="891154" y="1778785"/>
                    <a:pt x="891154" y="1313987"/>
                  </a:cubicBezTo>
                  <a:cubicBezTo>
                    <a:pt x="891154" y="849190"/>
                    <a:pt x="537910" y="466896"/>
                    <a:pt x="85241" y="420925"/>
                  </a:cubicBezTo>
                  <a:lnTo>
                    <a:pt x="0" y="416621"/>
                  </a:lnTo>
                  <a:lnTo>
                    <a:pt x="0"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21" name="Google Shape;1090;p51">
              <a:extLst>
                <a:ext uri="{FF2B5EF4-FFF2-40B4-BE49-F238E27FC236}">
                  <a16:creationId xmlns:a16="http://schemas.microsoft.com/office/drawing/2014/main" id="{1C48FE3F-BD6C-EB69-2D42-72E1069CDFC6}"/>
                </a:ext>
              </a:extLst>
            </p:cNvPr>
            <p:cNvSpPr/>
            <p:nvPr/>
          </p:nvSpPr>
          <p:spPr>
            <a:xfrm rot="10800000">
              <a:off x="2013406" y="5210679"/>
              <a:ext cx="1790691" cy="278110"/>
            </a:xfrm>
            <a:custGeom>
              <a:avLst/>
              <a:gdLst/>
              <a:ahLst/>
              <a:cxnLst/>
              <a:rect l="l" t="t" r="r" b="b"/>
              <a:pathLst>
                <a:path w="4015435" h="436398" extrusionOk="0">
                  <a:moveTo>
                    <a:pt x="0" y="0"/>
                  </a:moveTo>
                  <a:lnTo>
                    <a:pt x="3116582" y="0"/>
                  </a:lnTo>
                  <a:lnTo>
                    <a:pt x="3116583" y="1"/>
                  </a:lnTo>
                  <a:lnTo>
                    <a:pt x="4015435" y="1"/>
                  </a:lnTo>
                  <a:lnTo>
                    <a:pt x="4015435" y="432597"/>
                  </a:lnTo>
                  <a:lnTo>
                    <a:pt x="4015435" y="432598"/>
                  </a:lnTo>
                  <a:lnTo>
                    <a:pt x="4015435" y="436398"/>
                  </a:lnTo>
                  <a:lnTo>
                    <a:pt x="0" y="436398"/>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22" name="Google Shape;1091;p51">
              <a:extLst>
                <a:ext uri="{FF2B5EF4-FFF2-40B4-BE49-F238E27FC236}">
                  <a16:creationId xmlns:a16="http://schemas.microsoft.com/office/drawing/2014/main" id="{028DB59E-1B9E-84D4-20C2-121D96369192}"/>
                </a:ext>
              </a:extLst>
            </p:cNvPr>
            <p:cNvSpPr/>
            <p:nvPr/>
          </p:nvSpPr>
          <p:spPr>
            <a:xfrm rot="10800000">
              <a:off x="3244150" y="5210677"/>
              <a:ext cx="634477" cy="278110"/>
            </a:xfrm>
            <a:custGeom>
              <a:avLst/>
              <a:gdLst/>
              <a:ahLst/>
              <a:cxnLst/>
              <a:rect l="l" t="t" r="r" b="b"/>
              <a:pathLst>
                <a:path w="4015436" h="436398" extrusionOk="0">
                  <a:moveTo>
                    <a:pt x="922475" y="0"/>
                  </a:moveTo>
                  <a:lnTo>
                    <a:pt x="4015436" y="0"/>
                  </a:lnTo>
                  <a:lnTo>
                    <a:pt x="4015436" y="436398"/>
                  </a:lnTo>
                  <a:lnTo>
                    <a:pt x="1" y="436398"/>
                  </a:lnTo>
                  <a:lnTo>
                    <a:pt x="1" y="433790"/>
                  </a:lnTo>
                  <a:lnTo>
                    <a:pt x="82259" y="429636"/>
                  </a:lnTo>
                  <a:cubicBezTo>
                    <a:pt x="390488" y="398333"/>
                    <a:pt x="667122" y="260162"/>
                    <a:pt x="874525" y="52758"/>
                  </a:cubicBezTo>
                  <a:close/>
                  <a:moveTo>
                    <a:pt x="0" y="0"/>
                  </a:moveTo>
                  <a:lnTo>
                    <a:pt x="922474" y="0"/>
                  </a:lnTo>
                  <a:lnTo>
                    <a:pt x="874524" y="52758"/>
                  </a:lnTo>
                  <a:cubicBezTo>
                    <a:pt x="667121" y="260162"/>
                    <a:pt x="390487" y="398333"/>
                    <a:pt x="82258" y="429636"/>
                  </a:cubicBezTo>
                  <a:lnTo>
                    <a:pt x="0" y="433790"/>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26" name="Google Shape;1092;p51">
              <a:extLst>
                <a:ext uri="{FF2B5EF4-FFF2-40B4-BE49-F238E27FC236}">
                  <a16:creationId xmlns:a16="http://schemas.microsoft.com/office/drawing/2014/main" id="{D442F60A-BB5B-5F06-599F-431395F7DD49}"/>
                </a:ext>
              </a:extLst>
            </p:cNvPr>
            <p:cNvSpPr/>
            <p:nvPr/>
          </p:nvSpPr>
          <p:spPr>
            <a:xfrm rot="10800000">
              <a:off x="3954222" y="5210682"/>
              <a:ext cx="898197" cy="1787496"/>
            </a:xfrm>
            <a:custGeom>
              <a:avLst/>
              <a:gdLst/>
              <a:ahLst/>
              <a:cxnLst/>
              <a:rect l="l" t="t" r="r" b="b"/>
              <a:pathLst>
                <a:path w="1320861" h="2628636" extrusionOk="0">
                  <a:moveTo>
                    <a:pt x="1314318" y="0"/>
                  </a:moveTo>
                  <a:lnTo>
                    <a:pt x="1320861" y="331"/>
                  </a:lnTo>
                  <a:lnTo>
                    <a:pt x="1320861" y="416952"/>
                  </a:lnTo>
                  <a:lnTo>
                    <a:pt x="1314318" y="416621"/>
                  </a:lnTo>
                  <a:cubicBezTo>
                    <a:pt x="818534" y="416621"/>
                    <a:pt x="416621" y="818534"/>
                    <a:pt x="416621" y="1314318"/>
                  </a:cubicBezTo>
                  <a:cubicBezTo>
                    <a:pt x="416621" y="1810102"/>
                    <a:pt x="818534" y="2212015"/>
                    <a:pt x="1314318" y="2212015"/>
                  </a:cubicBezTo>
                  <a:lnTo>
                    <a:pt x="1320861" y="2211685"/>
                  </a:lnTo>
                  <a:lnTo>
                    <a:pt x="1320861" y="2628306"/>
                  </a:lnTo>
                  <a:lnTo>
                    <a:pt x="1314318" y="2628636"/>
                  </a:lnTo>
                  <a:cubicBezTo>
                    <a:pt x="588440" y="2628636"/>
                    <a:pt x="0" y="2040196"/>
                    <a:pt x="0" y="1314318"/>
                  </a:cubicBezTo>
                  <a:cubicBezTo>
                    <a:pt x="0" y="588440"/>
                    <a:pt x="588440" y="0"/>
                    <a:pt x="131431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28" name="Google Shape;1093;p51">
              <a:extLst>
                <a:ext uri="{FF2B5EF4-FFF2-40B4-BE49-F238E27FC236}">
                  <a16:creationId xmlns:a16="http://schemas.microsoft.com/office/drawing/2014/main" id="{C7187B73-1D8A-10EE-9613-B224C401BEAA}"/>
                </a:ext>
              </a:extLst>
            </p:cNvPr>
            <p:cNvSpPr/>
            <p:nvPr/>
          </p:nvSpPr>
          <p:spPr>
            <a:xfrm rot="10800000">
              <a:off x="3064925" y="5210682"/>
              <a:ext cx="889297" cy="1787046"/>
            </a:xfrm>
            <a:custGeom>
              <a:avLst/>
              <a:gdLst/>
              <a:ahLst/>
              <a:cxnLst/>
              <a:rect l="l" t="t" r="r" b="b"/>
              <a:pathLst>
                <a:path w="1307775" h="2627975" extrusionOk="0">
                  <a:moveTo>
                    <a:pt x="0" y="0"/>
                  </a:moveTo>
                  <a:lnTo>
                    <a:pt x="127838" y="6455"/>
                  </a:lnTo>
                  <a:cubicBezTo>
                    <a:pt x="790592" y="73761"/>
                    <a:pt x="1307775" y="633477"/>
                    <a:pt x="1307775" y="1313987"/>
                  </a:cubicBezTo>
                  <a:cubicBezTo>
                    <a:pt x="1307775" y="1994498"/>
                    <a:pt x="790592" y="2554213"/>
                    <a:pt x="127838" y="2621519"/>
                  </a:cubicBezTo>
                  <a:lnTo>
                    <a:pt x="0" y="2627975"/>
                  </a:lnTo>
                  <a:lnTo>
                    <a:pt x="0" y="2211354"/>
                  </a:lnTo>
                  <a:lnTo>
                    <a:pt x="85241" y="2207049"/>
                  </a:lnTo>
                  <a:cubicBezTo>
                    <a:pt x="537910" y="2161078"/>
                    <a:pt x="891154" y="1778785"/>
                    <a:pt x="891154" y="1313987"/>
                  </a:cubicBezTo>
                  <a:cubicBezTo>
                    <a:pt x="891154" y="849190"/>
                    <a:pt x="537910" y="466896"/>
                    <a:pt x="85241" y="420925"/>
                  </a:cubicBezTo>
                  <a:lnTo>
                    <a:pt x="0" y="416621"/>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29" name="Google Shape;1094;p51">
              <a:extLst>
                <a:ext uri="{FF2B5EF4-FFF2-40B4-BE49-F238E27FC236}">
                  <a16:creationId xmlns:a16="http://schemas.microsoft.com/office/drawing/2014/main" id="{D007ABF1-F718-72F3-07E0-9C09DDFBD027}"/>
                </a:ext>
              </a:extLst>
            </p:cNvPr>
            <p:cNvSpPr/>
            <p:nvPr/>
          </p:nvSpPr>
          <p:spPr>
            <a:xfrm rot="10800000">
              <a:off x="3950933" y="5210677"/>
              <a:ext cx="2585257" cy="278110"/>
            </a:xfrm>
            <a:custGeom>
              <a:avLst/>
              <a:gdLst/>
              <a:ahLst/>
              <a:cxnLst/>
              <a:rect l="l" t="t" r="r" b="b"/>
              <a:pathLst>
                <a:path w="4015435" h="436398" extrusionOk="0">
                  <a:moveTo>
                    <a:pt x="0" y="0"/>
                  </a:moveTo>
                  <a:lnTo>
                    <a:pt x="3116582" y="0"/>
                  </a:lnTo>
                  <a:lnTo>
                    <a:pt x="3116583" y="1"/>
                  </a:lnTo>
                  <a:lnTo>
                    <a:pt x="4015435" y="1"/>
                  </a:lnTo>
                  <a:lnTo>
                    <a:pt x="4015435" y="432597"/>
                  </a:lnTo>
                  <a:lnTo>
                    <a:pt x="4015435" y="432598"/>
                  </a:lnTo>
                  <a:lnTo>
                    <a:pt x="4015435" y="436398"/>
                  </a:lnTo>
                  <a:lnTo>
                    <a:pt x="0" y="436398"/>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30" name="Google Shape;1095;p51">
              <a:extLst>
                <a:ext uri="{FF2B5EF4-FFF2-40B4-BE49-F238E27FC236}">
                  <a16:creationId xmlns:a16="http://schemas.microsoft.com/office/drawing/2014/main" id="{1EACC2B1-BED8-E21E-012D-87EDD886D6B6}"/>
                </a:ext>
              </a:extLst>
            </p:cNvPr>
            <p:cNvSpPr/>
            <p:nvPr/>
          </p:nvSpPr>
          <p:spPr>
            <a:xfrm rot="10800000">
              <a:off x="5899851" y="5210679"/>
              <a:ext cx="1752598" cy="278110"/>
            </a:xfrm>
            <a:custGeom>
              <a:avLst/>
              <a:gdLst/>
              <a:ahLst/>
              <a:cxnLst/>
              <a:rect l="l" t="t" r="r" b="b"/>
              <a:pathLst>
                <a:path w="4015436" h="436398" extrusionOk="0">
                  <a:moveTo>
                    <a:pt x="922475" y="0"/>
                  </a:moveTo>
                  <a:lnTo>
                    <a:pt x="4015436" y="0"/>
                  </a:lnTo>
                  <a:lnTo>
                    <a:pt x="4015436" y="436398"/>
                  </a:lnTo>
                  <a:lnTo>
                    <a:pt x="1" y="436398"/>
                  </a:lnTo>
                  <a:lnTo>
                    <a:pt x="1" y="433790"/>
                  </a:lnTo>
                  <a:lnTo>
                    <a:pt x="82259" y="429636"/>
                  </a:lnTo>
                  <a:cubicBezTo>
                    <a:pt x="390488" y="398333"/>
                    <a:pt x="667122" y="260162"/>
                    <a:pt x="874525" y="52758"/>
                  </a:cubicBezTo>
                  <a:close/>
                  <a:moveTo>
                    <a:pt x="0" y="0"/>
                  </a:moveTo>
                  <a:lnTo>
                    <a:pt x="922474" y="0"/>
                  </a:lnTo>
                  <a:lnTo>
                    <a:pt x="874524" y="52758"/>
                  </a:lnTo>
                  <a:cubicBezTo>
                    <a:pt x="667121" y="260162"/>
                    <a:pt x="390487" y="398333"/>
                    <a:pt x="82258" y="429636"/>
                  </a:cubicBezTo>
                  <a:lnTo>
                    <a:pt x="0" y="433790"/>
                  </a:lnTo>
                  <a:close/>
                </a:path>
              </a:pathLst>
            </a:custGeom>
            <a:solidFill>
              <a:srgbClr val="EA4C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31" name="Google Shape;1096;p51">
              <a:extLst>
                <a:ext uri="{FF2B5EF4-FFF2-40B4-BE49-F238E27FC236}">
                  <a16:creationId xmlns:a16="http://schemas.microsoft.com/office/drawing/2014/main" id="{2A817F7D-6532-B40C-F54C-BDF0E190D769}"/>
                </a:ext>
              </a:extLst>
            </p:cNvPr>
            <p:cNvSpPr/>
            <p:nvPr/>
          </p:nvSpPr>
          <p:spPr>
            <a:xfrm rot="10800000">
              <a:off x="5908163" y="5210682"/>
              <a:ext cx="898197" cy="1787496"/>
            </a:xfrm>
            <a:custGeom>
              <a:avLst/>
              <a:gdLst/>
              <a:ahLst/>
              <a:cxnLst/>
              <a:rect l="l" t="t" r="r" b="b"/>
              <a:pathLst>
                <a:path w="1320861" h="2628636" extrusionOk="0">
                  <a:moveTo>
                    <a:pt x="1314318" y="0"/>
                  </a:moveTo>
                  <a:lnTo>
                    <a:pt x="1320861" y="331"/>
                  </a:lnTo>
                  <a:lnTo>
                    <a:pt x="1320861" y="416952"/>
                  </a:lnTo>
                  <a:lnTo>
                    <a:pt x="1314318" y="416621"/>
                  </a:lnTo>
                  <a:cubicBezTo>
                    <a:pt x="818534" y="416621"/>
                    <a:pt x="416621" y="818534"/>
                    <a:pt x="416621" y="1314318"/>
                  </a:cubicBezTo>
                  <a:cubicBezTo>
                    <a:pt x="416621" y="1810102"/>
                    <a:pt x="818534" y="2212015"/>
                    <a:pt x="1314318" y="2212015"/>
                  </a:cubicBezTo>
                  <a:lnTo>
                    <a:pt x="1320861" y="2211685"/>
                  </a:lnTo>
                  <a:lnTo>
                    <a:pt x="1320861" y="2628306"/>
                  </a:lnTo>
                  <a:lnTo>
                    <a:pt x="1314318" y="2628636"/>
                  </a:lnTo>
                  <a:cubicBezTo>
                    <a:pt x="588440" y="2628636"/>
                    <a:pt x="0" y="2040196"/>
                    <a:pt x="0" y="1314318"/>
                  </a:cubicBezTo>
                  <a:cubicBezTo>
                    <a:pt x="0" y="588440"/>
                    <a:pt x="588440" y="0"/>
                    <a:pt x="1314318"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32" name="Google Shape;1097;p51">
              <a:extLst>
                <a:ext uri="{FF2B5EF4-FFF2-40B4-BE49-F238E27FC236}">
                  <a16:creationId xmlns:a16="http://schemas.microsoft.com/office/drawing/2014/main" id="{8BAC8A36-3A70-44EA-4361-DCF88AABC478}"/>
                </a:ext>
              </a:extLst>
            </p:cNvPr>
            <p:cNvSpPr/>
            <p:nvPr/>
          </p:nvSpPr>
          <p:spPr>
            <a:xfrm rot="10800000">
              <a:off x="5018866" y="5210682"/>
              <a:ext cx="889297" cy="1787046"/>
            </a:xfrm>
            <a:custGeom>
              <a:avLst/>
              <a:gdLst/>
              <a:ahLst/>
              <a:cxnLst/>
              <a:rect l="l" t="t" r="r" b="b"/>
              <a:pathLst>
                <a:path w="1307775" h="2627975" extrusionOk="0">
                  <a:moveTo>
                    <a:pt x="0" y="0"/>
                  </a:moveTo>
                  <a:lnTo>
                    <a:pt x="127838" y="6455"/>
                  </a:lnTo>
                  <a:cubicBezTo>
                    <a:pt x="790592" y="73761"/>
                    <a:pt x="1307775" y="633477"/>
                    <a:pt x="1307775" y="1313987"/>
                  </a:cubicBezTo>
                  <a:cubicBezTo>
                    <a:pt x="1307775" y="1994498"/>
                    <a:pt x="790592" y="2554213"/>
                    <a:pt x="127838" y="2621519"/>
                  </a:cubicBezTo>
                  <a:lnTo>
                    <a:pt x="0" y="2627975"/>
                  </a:lnTo>
                  <a:lnTo>
                    <a:pt x="0" y="2211354"/>
                  </a:lnTo>
                  <a:lnTo>
                    <a:pt x="85241" y="2207049"/>
                  </a:lnTo>
                  <a:cubicBezTo>
                    <a:pt x="537910" y="2161078"/>
                    <a:pt x="891154" y="1778785"/>
                    <a:pt x="891154" y="1313987"/>
                  </a:cubicBezTo>
                  <a:cubicBezTo>
                    <a:pt x="891154" y="849190"/>
                    <a:pt x="537910" y="466896"/>
                    <a:pt x="85241" y="420925"/>
                  </a:cubicBezTo>
                  <a:lnTo>
                    <a:pt x="0" y="416621"/>
                  </a:lnTo>
                  <a:lnTo>
                    <a:pt x="0"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33" name="Google Shape;1098;p51">
              <a:extLst>
                <a:ext uri="{FF2B5EF4-FFF2-40B4-BE49-F238E27FC236}">
                  <a16:creationId xmlns:a16="http://schemas.microsoft.com/office/drawing/2014/main" id="{EF94F233-07A6-C5CD-C6BC-B3A2D7089DFB}"/>
                </a:ext>
              </a:extLst>
            </p:cNvPr>
            <p:cNvSpPr/>
            <p:nvPr/>
          </p:nvSpPr>
          <p:spPr>
            <a:xfrm rot="10800000">
              <a:off x="7749604" y="5210677"/>
              <a:ext cx="1421755" cy="278110"/>
            </a:xfrm>
            <a:custGeom>
              <a:avLst/>
              <a:gdLst/>
              <a:ahLst/>
              <a:cxnLst/>
              <a:rect l="l" t="t" r="r" b="b"/>
              <a:pathLst>
                <a:path w="4015435" h="436398" extrusionOk="0">
                  <a:moveTo>
                    <a:pt x="0" y="0"/>
                  </a:moveTo>
                  <a:lnTo>
                    <a:pt x="3116582" y="0"/>
                  </a:lnTo>
                  <a:lnTo>
                    <a:pt x="3116583" y="1"/>
                  </a:lnTo>
                  <a:lnTo>
                    <a:pt x="4015435" y="1"/>
                  </a:lnTo>
                  <a:lnTo>
                    <a:pt x="4015435" y="432597"/>
                  </a:lnTo>
                  <a:lnTo>
                    <a:pt x="4015435" y="432598"/>
                  </a:lnTo>
                  <a:lnTo>
                    <a:pt x="4015435" y="436398"/>
                  </a:lnTo>
                  <a:lnTo>
                    <a:pt x="0" y="436398"/>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34" name="Google Shape;1099;p51">
              <a:extLst>
                <a:ext uri="{FF2B5EF4-FFF2-40B4-BE49-F238E27FC236}">
                  <a16:creationId xmlns:a16="http://schemas.microsoft.com/office/drawing/2014/main" id="{2CF304AF-DCB5-2486-5C95-E9D8C91CD127}"/>
                </a:ext>
              </a:extLst>
            </p:cNvPr>
            <p:cNvSpPr/>
            <p:nvPr/>
          </p:nvSpPr>
          <p:spPr>
            <a:xfrm rot="10800000">
              <a:off x="5908347" y="5210679"/>
              <a:ext cx="1927857" cy="278110"/>
            </a:xfrm>
            <a:custGeom>
              <a:avLst/>
              <a:gdLst/>
              <a:ahLst/>
              <a:cxnLst/>
              <a:rect l="l" t="t" r="r" b="b"/>
              <a:pathLst>
                <a:path w="4015436" h="436398" extrusionOk="0">
                  <a:moveTo>
                    <a:pt x="922475" y="0"/>
                  </a:moveTo>
                  <a:lnTo>
                    <a:pt x="4015436" y="0"/>
                  </a:lnTo>
                  <a:lnTo>
                    <a:pt x="4015436" y="436398"/>
                  </a:lnTo>
                  <a:lnTo>
                    <a:pt x="1" y="436398"/>
                  </a:lnTo>
                  <a:lnTo>
                    <a:pt x="1" y="433790"/>
                  </a:lnTo>
                  <a:lnTo>
                    <a:pt x="82259" y="429636"/>
                  </a:lnTo>
                  <a:cubicBezTo>
                    <a:pt x="390488" y="398333"/>
                    <a:pt x="667122" y="260162"/>
                    <a:pt x="874525" y="52758"/>
                  </a:cubicBezTo>
                  <a:close/>
                  <a:moveTo>
                    <a:pt x="0" y="0"/>
                  </a:moveTo>
                  <a:lnTo>
                    <a:pt x="922474" y="0"/>
                  </a:lnTo>
                  <a:lnTo>
                    <a:pt x="874524" y="52758"/>
                  </a:lnTo>
                  <a:cubicBezTo>
                    <a:pt x="667121" y="260162"/>
                    <a:pt x="390487" y="398333"/>
                    <a:pt x="82258" y="429636"/>
                  </a:cubicBezTo>
                  <a:lnTo>
                    <a:pt x="0" y="433790"/>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35" name="Google Shape;1100;p51">
              <a:extLst>
                <a:ext uri="{FF2B5EF4-FFF2-40B4-BE49-F238E27FC236}">
                  <a16:creationId xmlns:a16="http://schemas.microsoft.com/office/drawing/2014/main" id="{CB6D99DF-F907-232E-4EFA-8328CA96FB99}"/>
                </a:ext>
              </a:extLst>
            </p:cNvPr>
            <p:cNvSpPr/>
            <p:nvPr/>
          </p:nvSpPr>
          <p:spPr>
            <a:xfrm rot="10800000">
              <a:off x="7891763" y="5210682"/>
              <a:ext cx="898197" cy="1787496"/>
            </a:xfrm>
            <a:custGeom>
              <a:avLst/>
              <a:gdLst/>
              <a:ahLst/>
              <a:cxnLst/>
              <a:rect l="l" t="t" r="r" b="b"/>
              <a:pathLst>
                <a:path w="1320861" h="2628636" extrusionOk="0">
                  <a:moveTo>
                    <a:pt x="1314318" y="0"/>
                  </a:moveTo>
                  <a:lnTo>
                    <a:pt x="1320861" y="331"/>
                  </a:lnTo>
                  <a:lnTo>
                    <a:pt x="1320861" y="416952"/>
                  </a:lnTo>
                  <a:lnTo>
                    <a:pt x="1314318" y="416621"/>
                  </a:lnTo>
                  <a:cubicBezTo>
                    <a:pt x="818534" y="416621"/>
                    <a:pt x="416621" y="818534"/>
                    <a:pt x="416621" y="1314318"/>
                  </a:cubicBezTo>
                  <a:cubicBezTo>
                    <a:pt x="416621" y="1810102"/>
                    <a:pt x="818534" y="2212015"/>
                    <a:pt x="1314318" y="2212015"/>
                  </a:cubicBezTo>
                  <a:lnTo>
                    <a:pt x="1320861" y="2211685"/>
                  </a:lnTo>
                  <a:lnTo>
                    <a:pt x="1320861" y="2628306"/>
                  </a:lnTo>
                  <a:lnTo>
                    <a:pt x="1314318" y="2628636"/>
                  </a:lnTo>
                  <a:cubicBezTo>
                    <a:pt x="588440" y="2628636"/>
                    <a:pt x="0" y="2040196"/>
                    <a:pt x="0" y="1314318"/>
                  </a:cubicBezTo>
                  <a:cubicBezTo>
                    <a:pt x="0" y="588440"/>
                    <a:pt x="588440" y="0"/>
                    <a:pt x="131431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36" name="Google Shape;1101;p51">
              <a:extLst>
                <a:ext uri="{FF2B5EF4-FFF2-40B4-BE49-F238E27FC236}">
                  <a16:creationId xmlns:a16="http://schemas.microsoft.com/office/drawing/2014/main" id="{4A0FD08E-51C0-8E0A-7B96-6A212B4DBE1D}"/>
                </a:ext>
              </a:extLst>
            </p:cNvPr>
            <p:cNvSpPr/>
            <p:nvPr/>
          </p:nvSpPr>
          <p:spPr>
            <a:xfrm rot="10800000">
              <a:off x="7002464" y="5210682"/>
              <a:ext cx="889297" cy="1787046"/>
            </a:xfrm>
            <a:custGeom>
              <a:avLst/>
              <a:gdLst/>
              <a:ahLst/>
              <a:cxnLst/>
              <a:rect l="l" t="t" r="r" b="b"/>
              <a:pathLst>
                <a:path w="1307775" h="2627975" extrusionOk="0">
                  <a:moveTo>
                    <a:pt x="0" y="0"/>
                  </a:moveTo>
                  <a:lnTo>
                    <a:pt x="127838" y="6455"/>
                  </a:lnTo>
                  <a:cubicBezTo>
                    <a:pt x="790592" y="73761"/>
                    <a:pt x="1307775" y="633477"/>
                    <a:pt x="1307775" y="1313987"/>
                  </a:cubicBezTo>
                  <a:cubicBezTo>
                    <a:pt x="1307775" y="1994498"/>
                    <a:pt x="790592" y="2554213"/>
                    <a:pt x="127838" y="2621519"/>
                  </a:cubicBezTo>
                  <a:lnTo>
                    <a:pt x="0" y="2627975"/>
                  </a:lnTo>
                  <a:lnTo>
                    <a:pt x="0" y="2211354"/>
                  </a:lnTo>
                  <a:lnTo>
                    <a:pt x="85241" y="2207049"/>
                  </a:lnTo>
                  <a:cubicBezTo>
                    <a:pt x="537910" y="2161078"/>
                    <a:pt x="891154" y="1778785"/>
                    <a:pt x="891154" y="1313987"/>
                  </a:cubicBezTo>
                  <a:cubicBezTo>
                    <a:pt x="891154" y="849190"/>
                    <a:pt x="537910" y="466896"/>
                    <a:pt x="85241" y="420925"/>
                  </a:cubicBezTo>
                  <a:lnTo>
                    <a:pt x="0" y="416621"/>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37" name="Google Shape;1102;p51">
              <a:extLst>
                <a:ext uri="{FF2B5EF4-FFF2-40B4-BE49-F238E27FC236}">
                  <a16:creationId xmlns:a16="http://schemas.microsoft.com/office/drawing/2014/main" id="{42F81BD8-6BC8-0570-1D65-6653B61ED728}"/>
                </a:ext>
              </a:extLst>
            </p:cNvPr>
            <p:cNvSpPr/>
            <p:nvPr/>
          </p:nvSpPr>
          <p:spPr>
            <a:xfrm rot="10800000">
              <a:off x="7874099" y="5210675"/>
              <a:ext cx="1151908" cy="278110"/>
            </a:xfrm>
            <a:custGeom>
              <a:avLst/>
              <a:gdLst/>
              <a:ahLst/>
              <a:cxnLst/>
              <a:rect l="l" t="t" r="r" b="b"/>
              <a:pathLst>
                <a:path w="4015435" h="436398" extrusionOk="0">
                  <a:moveTo>
                    <a:pt x="0" y="0"/>
                  </a:moveTo>
                  <a:lnTo>
                    <a:pt x="3116582" y="0"/>
                  </a:lnTo>
                  <a:lnTo>
                    <a:pt x="3116583" y="1"/>
                  </a:lnTo>
                  <a:lnTo>
                    <a:pt x="4015435" y="1"/>
                  </a:lnTo>
                  <a:lnTo>
                    <a:pt x="4015435" y="432597"/>
                  </a:lnTo>
                  <a:lnTo>
                    <a:pt x="4015435" y="432598"/>
                  </a:lnTo>
                  <a:lnTo>
                    <a:pt x="4015435" y="436398"/>
                  </a:lnTo>
                  <a:lnTo>
                    <a:pt x="0" y="436398"/>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38" name="Google Shape;1103;p51">
              <a:extLst>
                <a:ext uri="{FF2B5EF4-FFF2-40B4-BE49-F238E27FC236}">
                  <a16:creationId xmlns:a16="http://schemas.microsoft.com/office/drawing/2014/main" id="{9D51E515-F8C6-2944-A246-F0E8BB3735FA}"/>
                </a:ext>
              </a:extLst>
            </p:cNvPr>
            <p:cNvSpPr/>
            <p:nvPr/>
          </p:nvSpPr>
          <p:spPr>
            <a:xfrm rot="5400000">
              <a:off x="8976251" y="5244646"/>
              <a:ext cx="538868" cy="224924"/>
            </a:xfrm>
            <a:prstGeom prst="triangle">
              <a:avLst>
                <a:gd name="adj" fmla="val 50000"/>
              </a:avLst>
            </a:prstGeom>
            <a:solidFill>
              <a:schemeClr val="accent2"/>
            </a:solidFill>
            <a:ln>
              <a:noFill/>
            </a:ln>
          </p:spPr>
          <p:txBody>
            <a:bodyPr spcFirstLastPara="1" wrap="square" lIns="78175" tIns="39075" rIns="78175" bIns="39075"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39" name="Google Shape;1104;p51">
              <a:extLst>
                <a:ext uri="{FF2B5EF4-FFF2-40B4-BE49-F238E27FC236}">
                  <a16:creationId xmlns:a16="http://schemas.microsoft.com/office/drawing/2014/main" id="{B5108D11-68B6-E405-DB0A-465C6D83B6BE}"/>
                </a:ext>
              </a:extLst>
            </p:cNvPr>
            <p:cNvSpPr/>
            <p:nvPr/>
          </p:nvSpPr>
          <p:spPr>
            <a:xfrm rot="-5400000">
              <a:off x="1707235" y="6733627"/>
              <a:ext cx="538868" cy="224924"/>
            </a:xfrm>
            <a:prstGeom prst="triangle">
              <a:avLst>
                <a:gd name="adj" fmla="val 50000"/>
              </a:avLst>
            </a:prstGeom>
            <a:solidFill>
              <a:schemeClr val="accent2"/>
            </a:solidFill>
            <a:ln>
              <a:noFill/>
            </a:ln>
          </p:spPr>
          <p:txBody>
            <a:bodyPr spcFirstLastPara="1" wrap="square" lIns="78175" tIns="39075" rIns="78175" bIns="39075"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40" name="Google Shape;1105;p51">
              <a:extLst>
                <a:ext uri="{FF2B5EF4-FFF2-40B4-BE49-F238E27FC236}">
                  <a16:creationId xmlns:a16="http://schemas.microsoft.com/office/drawing/2014/main" id="{34C2D547-1E27-7FDE-D1ED-45C046C49632}"/>
                </a:ext>
              </a:extLst>
            </p:cNvPr>
            <p:cNvSpPr/>
            <p:nvPr/>
          </p:nvSpPr>
          <p:spPr>
            <a:xfrm rot="-5400000">
              <a:off x="3586966" y="6733627"/>
              <a:ext cx="538868" cy="224924"/>
            </a:xfrm>
            <a:prstGeom prst="triangle">
              <a:avLst>
                <a:gd name="adj" fmla="val 50000"/>
              </a:avLst>
            </a:prstGeom>
            <a:solidFill>
              <a:schemeClr val="accent4"/>
            </a:solidFill>
            <a:ln>
              <a:noFill/>
            </a:ln>
          </p:spPr>
          <p:txBody>
            <a:bodyPr spcFirstLastPara="1" wrap="square" lIns="78175" tIns="39075" rIns="78175" bIns="39075"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41" name="Google Shape;1106;p51">
              <a:extLst>
                <a:ext uri="{FF2B5EF4-FFF2-40B4-BE49-F238E27FC236}">
                  <a16:creationId xmlns:a16="http://schemas.microsoft.com/office/drawing/2014/main" id="{30EF0FA6-06C8-55BB-FA7E-94F185542181}"/>
                </a:ext>
              </a:extLst>
            </p:cNvPr>
            <p:cNvSpPr/>
            <p:nvPr/>
          </p:nvSpPr>
          <p:spPr>
            <a:xfrm rot="-5400000">
              <a:off x="5538621" y="6733627"/>
              <a:ext cx="538868" cy="224924"/>
            </a:xfrm>
            <a:prstGeom prst="triangle">
              <a:avLst>
                <a:gd name="adj" fmla="val 50000"/>
              </a:avLst>
            </a:prstGeom>
            <a:solidFill>
              <a:schemeClr val="accent1"/>
            </a:solidFill>
            <a:ln>
              <a:noFill/>
            </a:ln>
          </p:spPr>
          <p:txBody>
            <a:bodyPr spcFirstLastPara="1" wrap="square" lIns="78175" tIns="39075" rIns="78175" bIns="39075"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42" name="Google Shape;1107;p51">
              <a:extLst>
                <a:ext uri="{FF2B5EF4-FFF2-40B4-BE49-F238E27FC236}">
                  <a16:creationId xmlns:a16="http://schemas.microsoft.com/office/drawing/2014/main" id="{FAFAA051-2FAE-E9F8-CC15-F6C9A622B187}"/>
                </a:ext>
              </a:extLst>
            </p:cNvPr>
            <p:cNvSpPr/>
            <p:nvPr/>
          </p:nvSpPr>
          <p:spPr>
            <a:xfrm rot="-5400000">
              <a:off x="7563129" y="6733627"/>
              <a:ext cx="538868" cy="224924"/>
            </a:xfrm>
            <a:prstGeom prst="triangle">
              <a:avLst>
                <a:gd name="adj" fmla="val 50000"/>
              </a:avLst>
            </a:prstGeom>
            <a:solidFill>
              <a:schemeClr val="accent4"/>
            </a:solidFill>
            <a:ln>
              <a:noFill/>
            </a:ln>
          </p:spPr>
          <p:txBody>
            <a:bodyPr spcFirstLastPara="1" wrap="square" lIns="78175" tIns="39075" rIns="78175" bIns="39075"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43" name="Google Shape;1108;p51">
              <a:extLst>
                <a:ext uri="{FF2B5EF4-FFF2-40B4-BE49-F238E27FC236}">
                  <a16:creationId xmlns:a16="http://schemas.microsoft.com/office/drawing/2014/main" id="{A4795961-B8D9-6F3F-D732-11588EEAE96F}"/>
                </a:ext>
              </a:extLst>
            </p:cNvPr>
            <p:cNvSpPr/>
            <p:nvPr/>
          </p:nvSpPr>
          <p:spPr>
            <a:xfrm>
              <a:off x="9424545" y="5969374"/>
              <a:ext cx="979096" cy="44136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GB" sz="1200">
                  <a:solidFill>
                    <a:schemeClr val="dk1"/>
                  </a:solidFill>
                  <a:latin typeface="Arial"/>
                  <a:ea typeface="Arial"/>
                  <a:cs typeface="Arial"/>
                  <a:sym typeface="Arial"/>
                </a:rPr>
                <a:t>Stakeholder Engagement</a:t>
              </a:r>
              <a:endParaRPr sz="1200"/>
            </a:p>
          </p:txBody>
        </p:sp>
        <p:grpSp>
          <p:nvGrpSpPr>
            <p:cNvPr id="44" name="Google Shape;1109;p51">
              <a:extLst>
                <a:ext uri="{FF2B5EF4-FFF2-40B4-BE49-F238E27FC236}">
                  <a16:creationId xmlns:a16="http://schemas.microsoft.com/office/drawing/2014/main" id="{CA1B1DA2-5A98-DF84-92D7-095C818B3C5A}"/>
                </a:ext>
              </a:extLst>
            </p:cNvPr>
            <p:cNvGrpSpPr/>
            <p:nvPr/>
          </p:nvGrpSpPr>
          <p:grpSpPr>
            <a:xfrm>
              <a:off x="9482884" y="5015624"/>
              <a:ext cx="792071" cy="792072"/>
              <a:chOff x="2875277" y="5524069"/>
              <a:chExt cx="292608" cy="292608"/>
            </a:xfrm>
          </p:grpSpPr>
          <p:sp>
            <p:nvSpPr>
              <p:cNvPr id="46" name="Google Shape;1110;p51">
                <a:extLst>
                  <a:ext uri="{FF2B5EF4-FFF2-40B4-BE49-F238E27FC236}">
                    <a16:creationId xmlns:a16="http://schemas.microsoft.com/office/drawing/2014/main" id="{ECD2B084-E5E2-2196-D8AB-3E6171F9AEA1}"/>
                  </a:ext>
                </a:extLst>
              </p:cNvPr>
              <p:cNvSpPr/>
              <p:nvPr/>
            </p:nvSpPr>
            <p:spPr>
              <a:xfrm>
                <a:off x="2875277" y="5524069"/>
                <a:ext cx="292608" cy="292608"/>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47" name="Google Shape;1111;p51">
                <a:extLst>
                  <a:ext uri="{FF2B5EF4-FFF2-40B4-BE49-F238E27FC236}">
                    <a16:creationId xmlns:a16="http://schemas.microsoft.com/office/drawing/2014/main" id="{586A25EA-F674-ECC4-1FF4-17C6D29FAF13}"/>
                  </a:ext>
                </a:extLst>
              </p:cNvPr>
              <p:cNvSpPr/>
              <p:nvPr/>
            </p:nvSpPr>
            <p:spPr>
              <a:xfrm>
                <a:off x="2930141" y="5570543"/>
                <a:ext cx="182880" cy="182880"/>
              </a:xfrm>
              <a:prstGeom prst="star5">
                <a:avLst>
                  <a:gd name="adj" fmla="val 19098"/>
                  <a:gd name="hf" fmla="val 105146"/>
                  <a:gd name="vf" fmla="val 110557"/>
                </a:avLst>
              </a:prstGeom>
              <a:solidFill>
                <a:schemeClr val="lt1"/>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sp>
          <p:nvSpPr>
            <p:cNvPr id="45" name="Google Shape;1112;p51">
              <a:extLst>
                <a:ext uri="{FF2B5EF4-FFF2-40B4-BE49-F238E27FC236}">
                  <a16:creationId xmlns:a16="http://schemas.microsoft.com/office/drawing/2014/main" id="{AD5C1335-C8C2-CBBF-D29D-8E3C60958125}"/>
                </a:ext>
              </a:extLst>
            </p:cNvPr>
            <p:cNvSpPr/>
            <p:nvPr/>
          </p:nvSpPr>
          <p:spPr>
            <a:xfrm>
              <a:off x="5298518" y="5360669"/>
              <a:ext cx="1203156" cy="1487072"/>
            </a:xfrm>
            <a:prstGeom prst="rect">
              <a:avLst/>
            </a:prstGeom>
            <a:noFill/>
            <a:ln>
              <a:noFill/>
            </a:ln>
          </p:spPr>
          <p:txBody>
            <a:bodyPr spcFirstLastPara="1" wrap="square" lIns="108000" tIns="72000" rIns="108000" bIns="72000" anchor="ctr" anchorCtr="0">
              <a:noAutofit/>
            </a:bodyPr>
            <a:lstStyle/>
            <a:p>
              <a:pPr algn="ctr"/>
              <a:r>
                <a:rPr lang="en-US" sz="1200" b="1"/>
                <a:t>Risk Management</a:t>
              </a:r>
            </a:p>
          </p:txBody>
        </p:sp>
      </p:grpSp>
    </p:spTree>
    <p:custDataLst>
      <p:custData r:id="rId1"/>
    </p:custDataLst>
    <p:extLst>
      <p:ext uri="{BB962C8B-B14F-4D97-AF65-F5344CB8AC3E}">
        <p14:creationId xmlns:p14="http://schemas.microsoft.com/office/powerpoint/2010/main" val="3341946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E1033-E7E5-BB86-D819-50E30DBDA5C4}"/>
            </a:ext>
          </a:extLst>
        </p:cNvPr>
        <p:cNvGrpSpPr/>
        <p:nvPr/>
      </p:nvGrpSpPr>
      <p:grpSpPr>
        <a:xfrm>
          <a:off x="0" y="0"/>
          <a:ext cx="0" cy="0"/>
          <a:chOff x="0" y="0"/>
          <a:chExt cx="0" cy="0"/>
        </a:xfrm>
      </p:grpSpPr>
      <p:cxnSp>
        <p:nvCxnSpPr>
          <p:cNvPr id="37" name="Straight Connector 36">
            <a:extLst>
              <a:ext uri="{FF2B5EF4-FFF2-40B4-BE49-F238E27FC236}">
                <a16:creationId xmlns:a16="http://schemas.microsoft.com/office/drawing/2014/main" id="{69FE5FCB-9C99-7EA2-A3E9-98E296811769}"/>
              </a:ext>
            </a:extLst>
          </p:cNvPr>
          <p:cNvCxnSpPr>
            <a:cxnSpLocks/>
          </p:cNvCxnSpPr>
          <p:nvPr/>
        </p:nvCxnSpPr>
        <p:spPr>
          <a:xfrm>
            <a:off x="11199459" y="81653"/>
            <a:ext cx="0" cy="365760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Straight Connector 9">
            <a:extLst>
              <a:ext uri="{FF2B5EF4-FFF2-40B4-BE49-F238E27FC236}">
                <a16:creationId xmlns:a16="http://schemas.microsoft.com/office/drawing/2014/main" id="{8966E940-FF1E-0171-CD61-07D6E164D3F1}"/>
              </a:ext>
            </a:extLst>
          </p:cNvPr>
          <p:cNvCxnSpPr/>
          <p:nvPr/>
        </p:nvCxnSpPr>
        <p:spPr>
          <a:xfrm>
            <a:off x="868589" y="88596"/>
            <a:ext cx="0" cy="1144643"/>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Straight Connector 14">
            <a:extLst>
              <a:ext uri="{FF2B5EF4-FFF2-40B4-BE49-F238E27FC236}">
                <a16:creationId xmlns:a16="http://schemas.microsoft.com/office/drawing/2014/main" id="{390884FF-2703-CB61-1A8D-88D4D5284C08}"/>
              </a:ext>
            </a:extLst>
          </p:cNvPr>
          <p:cNvCxnSpPr>
            <a:cxnSpLocks/>
          </p:cNvCxnSpPr>
          <p:nvPr/>
        </p:nvCxnSpPr>
        <p:spPr>
          <a:xfrm>
            <a:off x="2526517" y="88596"/>
            <a:ext cx="0" cy="1463298"/>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Straight Connector 21">
            <a:extLst>
              <a:ext uri="{FF2B5EF4-FFF2-40B4-BE49-F238E27FC236}">
                <a16:creationId xmlns:a16="http://schemas.microsoft.com/office/drawing/2014/main" id="{D3D51AF8-7E02-7BC9-E136-819C29407677}"/>
              </a:ext>
            </a:extLst>
          </p:cNvPr>
          <p:cNvCxnSpPr>
            <a:cxnSpLocks/>
          </p:cNvCxnSpPr>
          <p:nvPr/>
        </p:nvCxnSpPr>
        <p:spPr>
          <a:xfrm>
            <a:off x="4230629" y="88595"/>
            <a:ext cx="0" cy="192024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Straight Connector 26">
            <a:extLst>
              <a:ext uri="{FF2B5EF4-FFF2-40B4-BE49-F238E27FC236}">
                <a16:creationId xmlns:a16="http://schemas.microsoft.com/office/drawing/2014/main" id="{F95B3A7B-6CE3-2FFA-357E-5A7F10AE5214}"/>
              </a:ext>
            </a:extLst>
          </p:cNvPr>
          <p:cNvCxnSpPr>
            <a:cxnSpLocks/>
          </p:cNvCxnSpPr>
          <p:nvPr/>
        </p:nvCxnSpPr>
        <p:spPr>
          <a:xfrm>
            <a:off x="5990154" y="67793"/>
            <a:ext cx="0" cy="228600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0" name="Straight Connector 29">
            <a:extLst>
              <a:ext uri="{FF2B5EF4-FFF2-40B4-BE49-F238E27FC236}">
                <a16:creationId xmlns:a16="http://schemas.microsoft.com/office/drawing/2014/main" id="{68A0DDB7-B28F-9850-C109-EA93656A6DA0}"/>
              </a:ext>
            </a:extLst>
          </p:cNvPr>
          <p:cNvCxnSpPr>
            <a:cxnSpLocks/>
          </p:cNvCxnSpPr>
          <p:nvPr/>
        </p:nvCxnSpPr>
        <p:spPr>
          <a:xfrm>
            <a:off x="7726589" y="81649"/>
            <a:ext cx="0" cy="274320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2" name="Straight Connector 31">
            <a:extLst>
              <a:ext uri="{FF2B5EF4-FFF2-40B4-BE49-F238E27FC236}">
                <a16:creationId xmlns:a16="http://schemas.microsoft.com/office/drawing/2014/main" id="{4278FEC8-698A-C30B-B29B-A7B264D1D18F}"/>
              </a:ext>
            </a:extLst>
          </p:cNvPr>
          <p:cNvCxnSpPr>
            <a:cxnSpLocks/>
          </p:cNvCxnSpPr>
          <p:nvPr/>
        </p:nvCxnSpPr>
        <p:spPr>
          <a:xfrm>
            <a:off x="9463024" y="30851"/>
            <a:ext cx="0" cy="329184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 name="Slide Number Placeholder 2">
            <a:extLst>
              <a:ext uri="{FF2B5EF4-FFF2-40B4-BE49-F238E27FC236}">
                <a16:creationId xmlns:a16="http://schemas.microsoft.com/office/drawing/2014/main" id="{A4BBA50B-34E7-5CAF-9A56-B5DD3F3A8A35}"/>
              </a:ext>
            </a:extLst>
          </p:cNvPr>
          <p:cNvSpPr>
            <a:spLocks noGrp="1"/>
          </p:cNvSpPr>
          <p:nvPr>
            <p:ph type="sldNum" sz="quarter" idx="4"/>
          </p:nvPr>
        </p:nvSpPr>
        <p:spPr>
          <a:xfrm>
            <a:off x="11700505" y="6478701"/>
            <a:ext cx="298209" cy="161583"/>
          </a:xfrm>
        </p:spPr>
        <p:txBody>
          <a:bodyPr/>
          <a:lstStyle/>
          <a:p>
            <a:fld id="{3E6AC032-1535-134B-A583-D5E1DDD0D167}" type="slidenum">
              <a:rPr lang="en-US" smtClean="0"/>
              <a:pPr/>
              <a:t>12</a:t>
            </a:fld>
            <a:endParaRPr lang="en-US"/>
          </a:p>
        </p:txBody>
      </p:sp>
      <p:sp>
        <p:nvSpPr>
          <p:cNvPr id="42" name="Rectangle 41">
            <a:extLst>
              <a:ext uri="{FF2B5EF4-FFF2-40B4-BE49-F238E27FC236}">
                <a16:creationId xmlns:a16="http://schemas.microsoft.com/office/drawing/2014/main" id="{415BDCE6-7C84-1061-7C46-2894D75C9C6B}"/>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Stakeholders’ Engagement | Process</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14" name="TextBox 13">
            <a:extLst>
              <a:ext uri="{FF2B5EF4-FFF2-40B4-BE49-F238E27FC236}">
                <a16:creationId xmlns:a16="http://schemas.microsoft.com/office/drawing/2014/main" id="{7822066A-30AE-84BD-0823-8B2C268FC3BA}"/>
              </a:ext>
            </a:extLst>
          </p:cNvPr>
          <p:cNvSpPr txBox="1"/>
          <p:nvPr/>
        </p:nvSpPr>
        <p:spPr>
          <a:xfrm>
            <a:off x="120444" y="1091196"/>
            <a:ext cx="1524000" cy="803564"/>
          </a:xfrm>
          <a:prstGeom prst="foldedCorner">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r>
              <a:rPr lang="en-US" sz="1200" b="1" i="1" dirty="0">
                <a:solidFill>
                  <a:schemeClr val="tx1"/>
                </a:solidFill>
              </a:rPr>
              <a:t>01. Stakeholder Identification</a:t>
            </a:r>
            <a:endParaRPr lang="en-US" sz="1200" i="1" dirty="0">
              <a:solidFill>
                <a:schemeClr val="tx1"/>
              </a:solidFill>
              <a:latin typeface="+mj-lt"/>
            </a:endParaRPr>
          </a:p>
        </p:txBody>
      </p:sp>
      <p:sp>
        <p:nvSpPr>
          <p:cNvPr id="16" name="TextBox 15">
            <a:extLst>
              <a:ext uri="{FF2B5EF4-FFF2-40B4-BE49-F238E27FC236}">
                <a16:creationId xmlns:a16="http://schemas.microsoft.com/office/drawing/2014/main" id="{8FFD0F2C-D9BE-627A-62EC-56B7AD807D24}"/>
              </a:ext>
            </a:extLst>
          </p:cNvPr>
          <p:cNvSpPr txBox="1"/>
          <p:nvPr/>
        </p:nvSpPr>
        <p:spPr>
          <a:xfrm>
            <a:off x="1778371" y="1409851"/>
            <a:ext cx="1597891" cy="803564"/>
          </a:xfrm>
          <a:prstGeom prst="foldedCorner">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endParaRPr lang="en-US" sz="700" b="1" i="1" dirty="0">
              <a:solidFill>
                <a:schemeClr val="tx1"/>
              </a:solidFill>
            </a:endParaRPr>
          </a:p>
          <a:p>
            <a:pPr algn="ctr"/>
            <a:r>
              <a:rPr lang="en-US" sz="1200" b="1" i="1" dirty="0">
                <a:solidFill>
                  <a:schemeClr val="tx1"/>
                </a:solidFill>
              </a:rPr>
              <a:t>02. Stakeholders’ </a:t>
            </a:r>
          </a:p>
          <a:p>
            <a:pPr algn="ctr"/>
            <a:r>
              <a:rPr lang="en-US" sz="1200" b="1" i="1" dirty="0">
                <a:solidFill>
                  <a:schemeClr val="tx1"/>
                </a:solidFill>
              </a:rPr>
              <a:t>Mapping &amp; Prioritization</a:t>
            </a:r>
            <a:endParaRPr lang="en-US" sz="1200" i="1" dirty="0">
              <a:solidFill>
                <a:schemeClr val="tx1"/>
              </a:solidFill>
              <a:latin typeface="+mj-lt"/>
            </a:endParaRPr>
          </a:p>
        </p:txBody>
      </p:sp>
      <p:sp>
        <p:nvSpPr>
          <p:cNvPr id="23" name="TextBox 22">
            <a:extLst>
              <a:ext uri="{FF2B5EF4-FFF2-40B4-BE49-F238E27FC236}">
                <a16:creationId xmlns:a16="http://schemas.microsoft.com/office/drawing/2014/main" id="{1B625788-51BC-8414-1E0C-A438898C0455}"/>
              </a:ext>
            </a:extLst>
          </p:cNvPr>
          <p:cNvSpPr txBox="1"/>
          <p:nvPr/>
        </p:nvSpPr>
        <p:spPr>
          <a:xfrm>
            <a:off x="3505573" y="1894760"/>
            <a:ext cx="1597891" cy="803564"/>
          </a:xfrm>
          <a:prstGeom prst="foldedCorner">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endParaRPr lang="en-US" sz="1000" b="1" i="1" dirty="0">
              <a:solidFill>
                <a:schemeClr val="tx1"/>
              </a:solidFill>
            </a:endParaRPr>
          </a:p>
          <a:p>
            <a:pPr algn="ctr"/>
            <a:r>
              <a:rPr lang="en-US" sz="1200" b="1" i="1" dirty="0">
                <a:solidFill>
                  <a:schemeClr val="tx1"/>
                </a:solidFill>
              </a:rPr>
              <a:t>03. Understanding Stakeholders’ Expectations</a:t>
            </a:r>
            <a:endParaRPr lang="en-US" sz="1200" i="1" dirty="0">
              <a:solidFill>
                <a:schemeClr val="tx1"/>
              </a:solidFill>
              <a:latin typeface="+mj-lt"/>
            </a:endParaRPr>
          </a:p>
        </p:txBody>
      </p:sp>
      <p:sp>
        <p:nvSpPr>
          <p:cNvPr id="28" name="TextBox 27">
            <a:extLst>
              <a:ext uri="{FF2B5EF4-FFF2-40B4-BE49-F238E27FC236}">
                <a16:creationId xmlns:a16="http://schemas.microsoft.com/office/drawing/2014/main" id="{8E05556E-CAC6-B6CD-40CE-522AEC3A40C2}"/>
              </a:ext>
            </a:extLst>
          </p:cNvPr>
          <p:cNvSpPr txBox="1"/>
          <p:nvPr/>
        </p:nvSpPr>
        <p:spPr>
          <a:xfrm>
            <a:off x="5242008" y="2213415"/>
            <a:ext cx="1597891" cy="803564"/>
          </a:xfrm>
          <a:prstGeom prst="foldedCorner">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endParaRPr lang="en-US" sz="500" b="1" i="1">
              <a:solidFill>
                <a:schemeClr val="tx1"/>
              </a:solidFill>
            </a:endParaRPr>
          </a:p>
          <a:p>
            <a:pPr algn="ctr"/>
            <a:r>
              <a:rPr lang="en-US" sz="1200" b="1" i="1">
                <a:solidFill>
                  <a:schemeClr val="tx1"/>
                </a:solidFill>
              </a:rPr>
              <a:t>04. Engaging with Stakeholders</a:t>
            </a:r>
            <a:endParaRPr lang="en-US" sz="1200" i="1">
              <a:solidFill>
                <a:schemeClr val="tx1"/>
              </a:solidFill>
              <a:latin typeface="+mj-lt"/>
            </a:endParaRPr>
          </a:p>
        </p:txBody>
      </p:sp>
      <p:sp>
        <p:nvSpPr>
          <p:cNvPr id="31" name="TextBox 30">
            <a:extLst>
              <a:ext uri="{FF2B5EF4-FFF2-40B4-BE49-F238E27FC236}">
                <a16:creationId xmlns:a16="http://schemas.microsoft.com/office/drawing/2014/main" id="{5F5B5696-5A60-79C3-DDC3-A59CAA1AA59A}"/>
              </a:ext>
            </a:extLst>
          </p:cNvPr>
          <p:cNvSpPr txBox="1"/>
          <p:nvPr/>
        </p:nvSpPr>
        <p:spPr>
          <a:xfrm>
            <a:off x="6978443" y="2698324"/>
            <a:ext cx="1597891" cy="803564"/>
          </a:xfrm>
          <a:prstGeom prst="foldedCorner">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endParaRPr lang="en-US" sz="900" b="1" i="1">
              <a:solidFill>
                <a:schemeClr val="tx1"/>
              </a:solidFill>
            </a:endParaRPr>
          </a:p>
          <a:p>
            <a:pPr algn="ctr"/>
            <a:r>
              <a:rPr lang="en-US" sz="1200" b="1" i="1">
                <a:solidFill>
                  <a:schemeClr val="tx1"/>
                </a:solidFill>
              </a:rPr>
              <a:t>05. Fostering </a:t>
            </a:r>
          </a:p>
          <a:p>
            <a:pPr algn="ctr"/>
            <a:r>
              <a:rPr lang="en-US" sz="1200" b="1" i="1">
                <a:solidFill>
                  <a:schemeClr val="tx1"/>
                </a:solidFill>
              </a:rPr>
              <a:t>Effective Communication</a:t>
            </a:r>
            <a:endParaRPr lang="en-US" sz="1200" i="1">
              <a:solidFill>
                <a:schemeClr val="tx1"/>
              </a:solidFill>
              <a:latin typeface="+mj-lt"/>
            </a:endParaRPr>
          </a:p>
        </p:txBody>
      </p:sp>
      <p:sp>
        <p:nvSpPr>
          <p:cNvPr id="35" name="TextBox 34">
            <a:extLst>
              <a:ext uri="{FF2B5EF4-FFF2-40B4-BE49-F238E27FC236}">
                <a16:creationId xmlns:a16="http://schemas.microsoft.com/office/drawing/2014/main" id="{85034E72-BE40-629D-C0CF-76F10C73F225}"/>
              </a:ext>
            </a:extLst>
          </p:cNvPr>
          <p:cNvSpPr txBox="1"/>
          <p:nvPr/>
        </p:nvSpPr>
        <p:spPr>
          <a:xfrm>
            <a:off x="8714878" y="3016979"/>
            <a:ext cx="1597891" cy="803564"/>
          </a:xfrm>
          <a:prstGeom prst="foldedCorner">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endParaRPr lang="en-US" sz="900" b="1" i="1">
              <a:solidFill>
                <a:schemeClr val="tx1"/>
              </a:solidFill>
            </a:endParaRPr>
          </a:p>
          <a:p>
            <a:pPr algn="ctr"/>
            <a:r>
              <a:rPr lang="en-US" sz="1200" b="1" i="1">
                <a:solidFill>
                  <a:schemeClr val="tx1"/>
                </a:solidFill>
              </a:rPr>
              <a:t>06. Stakeholders’ Engagement in Decision-Making</a:t>
            </a:r>
            <a:endParaRPr lang="en-US" sz="1200" i="1">
              <a:solidFill>
                <a:schemeClr val="tx1"/>
              </a:solidFill>
              <a:latin typeface="+mj-lt"/>
            </a:endParaRPr>
          </a:p>
        </p:txBody>
      </p:sp>
      <p:sp>
        <p:nvSpPr>
          <p:cNvPr id="38" name="TextBox 37">
            <a:extLst>
              <a:ext uri="{FF2B5EF4-FFF2-40B4-BE49-F238E27FC236}">
                <a16:creationId xmlns:a16="http://schemas.microsoft.com/office/drawing/2014/main" id="{6CE0B768-37FF-BF49-9F46-1B9895D36499}"/>
              </a:ext>
            </a:extLst>
          </p:cNvPr>
          <p:cNvSpPr txBox="1"/>
          <p:nvPr/>
        </p:nvSpPr>
        <p:spPr>
          <a:xfrm>
            <a:off x="10451313" y="3501888"/>
            <a:ext cx="1597891" cy="803564"/>
          </a:xfrm>
          <a:prstGeom prst="foldedCorner">
            <a:avLst/>
          </a:prstGeom>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endParaRPr lang="en-US" sz="900" b="1" i="1">
              <a:solidFill>
                <a:schemeClr val="tx1"/>
              </a:solidFill>
            </a:endParaRPr>
          </a:p>
          <a:p>
            <a:pPr algn="ctr"/>
            <a:r>
              <a:rPr lang="en-US" sz="1200" b="1" i="1">
                <a:solidFill>
                  <a:schemeClr val="tx1"/>
                </a:solidFill>
              </a:rPr>
              <a:t>07. Strategic Alignment with Stakeholders</a:t>
            </a:r>
            <a:endParaRPr lang="en-US" sz="1200" i="1">
              <a:solidFill>
                <a:schemeClr val="tx1"/>
              </a:solidFill>
              <a:latin typeface="+mj-lt"/>
            </a:endParaRPr>
          </a:p>
        </p:txBody>
      </p:sp>
      <p:pic>
        <p:nvPicPr>
          <p:cNvPr id="1026" name="Picture 2" descr="Stakeholder Engagement: Toward an Understanding of Stakeholders'  Participation, Inclusion, and Democracy in Organizational Activities -  Business and Society">
            <a:extLst>
              <a:ext uri="{FF2B5EF4-FFF2-40B4-BE49-F238E27FC236}">
                <a16:creationId xmlns:a16="http://schemas.microsoft.com/office/drawing/2014/main" id="{D29F3F16-7EF8-FF2E-A2B7-5096DFA4357E}"/>
              </a:ext>
            </a:extLst>
          </p:cNvPr>
          <p:cNvPicPr>
            <a:picLocks noChangeAspect="1" noChangeArrowheads="1"/>
          </p:cNvPicPr>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t="10370" b="11515"/>
          <a:stretch>
            <a:fillRect/>
          </a:stretch>
        </p:blipFill>
        <p:spPr bwMode="auto">
          <a:xfrm>
            <a:off x="6190415" y="3903670"/>
            <a:ext cx="3748024" cy="227152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0" name="TextBox 59">
            <a:extLst>
              <a:ext uri="{FF2B5EF4-FFF2-40B4-BE49-F238E27FC236}">
                <a16:creationId xmlns:a16="http://schemas.microsoft.com/office/drawing/2014/main" id="{F207D839-5282-888C-0952-96AB0BD6AC5A}"/>
              </a:ext>
            </a:extLst>
          </p:cNvPr>
          <p:cNvSpPr txBox="1"/>
          <p:nvPr/>
        </p:nvSpPr>
        <p:spPr>
          <a:xfrm>
            <a:off x="-1380397" y="4644586"/>
            <a:ext cx="6346284" cy="1113836"/>
          </a:xfrm>
          <a:prstGeom prst="rect">
            <a:avLst/>
          </a:prstGeom>
          <a:noFill/>
        </p:spPr>
        <p:txBody>
          <a:bodyPr wrap="square" lIns="91440" tIns="91440" rIns="91440" bIns="91440" rtlCol="0">
            <a:noAutofit/>
          </a:bodyPr>
          <a:lstStyle/>
          <a:p>
            <a:pPr lvl="4" algn="just"/>
            <a:r>
              <a:rPr lang="en-US" sz="1400" i="1"/>
              <a:t>The most </a:t>
            </a:r>
            <a:r>
              <a:rPr lang="en-US" sz="1400" b="1" i="1"/>
              <a:t>future-ready</a:t>
            </a:r>
            <a:r>
              <a:rPr lang="en-US" sz="1400" i="1"/>
              <a:t> organizations create value for all stakeholders, leading to </a:t>
            </a:r>
            <a:r>
              <a:rPr lang="en-US" sz="1400" b="1" i="1"/>
              <a:t>healthier businesses </a:t>
            </a:r>
            <a:r>
              <a:rPr lang="en-US" sz="1400" i="1"/>
              <a:t>and </a:t>
            </a:r>
            <a:r>
              <a:rPr lang="en-US" sz="1400" b="1" i="1"/>
              <a:t>smarter long-term decisions</a:t>
            </a:r>
            <a:r>
              <a:rPr lang="en-US" sz="1400" i="1"/>
              <a:t>.</a:t>
            </a:r>
          </a:p>
        </p:txBody>
      </p:sp>
      <p:cxnSp>
        <p:nvCxnSpPr>
          <p:cNvPr id="1027" name="Straight Connector 1026">
            <a:extLst>
              <a:ext uri="{FF2B5EF4-FFF2-40B4-BE49-F238E27FC236}">
                <a16:creationId xmlns:a16="http://schemas.microsoft.com/office/drawing/2014/main" id="{CAFF01C9-A050-53DB-753E-B095D13FF638}"/>
              </a:ext>
            </a:extLst>
          </p:cNvPr>
          <p:cNvCxnSpPr>
            <a:cxnSpLocks/>
          </p:cNvCxnSpPr>
          <p:nvPr/>
        </p:nvCxnSpPr>
        <p:spPr>
          <a:xfrm>
            <a:off x="2253561" y="5543439"/>
            <a:ext cx="2504024" cy="0"/>
          </a:xfrm>
          <a:prstGeom prst="line">
            <a:avLst/>
          </a:prstGeom>
          <a:ln/>
        </p:spPr>
        <p:style>
          <a:lnRef idx="1">
            <a:schemeClr val="accent2"/>
          </a:lnRef>
          <a:fillRef idx="0">
            <a:schemeClr val="accent2"/>
          </a:fillRef>
          <a:effectRef idx="0">
            <a:schemeClr val="accent2"/>
          </a:effectRef>
          <a:fontRef idx="minor">
            <a:schemeClr val="tx1"/>
          </a:fontRef>
        </p:style>
      </p:cxnSp>
    </p:spTree>
    <p:custDataLst>
      <p:custData r:id="rId1"/>
    </p:custDataLst>
    <p:extLst>
      <p:ext uri="{BB962C8B-B14F-4D97-AF65-F5344CB8AC3E}">
        <p14:creationId xmlns:p14="http://schemas.microsoft.com/office/powerpoint/2010/main" val="2034986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8850A-C5BC-1DC8-BF1E-4D82C6DA47B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A710427-02B6-4A08-2CAE-AB0E6DDA262F}"/>
              </a:ext>
            </a:extLst>
          </p:cNvPr>
          <p:cNvSpPr/>
          <p:nvPr/>
        </p:nvSpPr>
        <p:spPr>
          <a:xfrm>
            <a:off x="-103633" y="9144"/>
            <a:ext cx="6199633" cy="685800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4BD0B3A-4C35-D658-D42B-C846DBD452A0}"/>
              </a:ext>
            </a:extLst>
          </p:cNvPr>
          <p:cNvSpPr/>
          <p:nvPr/>
        </p:nvSpPr>
        <p:spPr>
          <a:xfrm>
            <a:off x="4304144" y="2953512"/>
            <a:ext cx="7887856" cy="1280160"/>
          </a:xfrm>
          <a:prstGeom prst="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2800" i="1">
                <a:ln w="0"/>
                <a:solidFill>
                  <a:schemeClr val="bg1"/>
                </a:solidFill>
                <a:effectLst>
                  <a:outerShdw blurRad="38100" dist="19050" dir="2700000" algn="tl" rotWithShape="0">
                    <a:schemeClr val="dk1">
                      <a:alpha val="40000"/>
                    </a:schemeClr>
                  </a:outerShdw>
                </a:effectLst>
                <a:latin typeface="+mj-lt"/>
              </a:rPr>
              <a:t>Stakeholder Identification </a:t>
            </a:r>
          </a:p>
        </p:txBody>
      </p:sp>
      <p:sp>
        <p:nvSpPr>
          <p:cNvPr id="4" name="Rectangle 3">
            <a:extLst>
              <a:ext uri="{FF2B5EF4-FFF2-40B4-BE49-F238E27FC236}">
                <a16:creationId xmlns:a16="http://schemas.microsoft.com/office/drawing/2014/main" id="{E1784179-DA9A-310B-4C28-982FB8918F49}"/>
              </a:ext>
            </a:extLst>
          </p:cNvPr>
          <p:cNvSpPr/>
          <p:nvPr/>
        </p:nvSpPr>
        <p:spPr>
          <a:xfrm>
            <a:off x="11811000" y="-9144"/>
            <a:ext cx="381000" cy="379095"/>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960"/>
          </a:p>
        </p:txBody>
      </p:sp>
      <p:pic>
        <p:nvPicPr>
          <p:cNvPr id="12" name="Picture 11">
            <a:extLst>
              <a:ext uri="{FF2B5EF4-FFF2-40B4-BE49-F238E27FC236}">
                <a16:creationId xmlns:a16="http://schemas.microsoft.com/office/drawing/2014/main" id="{DC84CC23-F503-1184-7AC4-B5AE36907B65}"/>
              </a:ext>
            </a:extLst>
          </p:cNvPr>
          <p:cNvPicPr>
            <a:picLocks noChangeAspect="1"/>
          </p:cNvPicPr>
          <p:nvPr/>
        </p:nvPicPr>
        <p:blipFill>
          <a:blip r:embed="rId4"/>
          <a:stretch>
            <a:fillRect/>
          </a:stretch>
        </p:blipFill>
        <p:spPr>
          <a:xfrm>
            <a:off x="-74666" y="5324856"/>
            <a:ext cx="1693154" cy="1524000"/>
          </a:xfrm>
          <a:prstGeom prst="rect">
            <a:avLst/>
          </a:prstGeom>
        </p:spPr>
      </p:pic>
      <p:sp>
        <p:nvSpPr>
          <p:cNvPr id="7" name="Flowchart: Delay 6">
            <a:extLst>
              <a:ext uri="{FF2B5EF4-FFF2-40B4-BE49-F238E27FC236}">
                <a16:creationId xmlns:a16="http://schemas.microsoft.com/office/drawing/2014/main" id="{3EBE2DC7-7175-9D2B-829C-1E8BA64A7136}"/>
              </a:ext>
            </a:extLst>
          </p:cNvPr>
          <p:cNvSpPr/>
          <p:nvPr/>
        </p:nvSpPr>
        <p:spPr>
          <a:xfrm>
            <a:off x="4322432" y="2965590"/>
            <a:ext cx="942800" cy="1268082"/>
          </a:xfrm>
          <a:prstGeom prst="flowChartDela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a:solidFill>
                  <a:schemeClr val="tx1"/>
                </a:solidFill>
                <a:latin typeface="+mj-lt"/>
              </a:rPr>
              <a:t>01</a:t>
            </a:r>
          </a:p>
        </p:txBody>
      </p:sp>
    </p:spTree>
    <p:custDataLst>
      <p:custData r:id="rId1"/>
    </p:custDataLst>
    <p:extLst>
      <p:ext uri="{BB962C8B-B14F-4D97-AF65-F5344CB8AC3E}">
        <p14:creationId xmlns:p14="http://schemas.microsoft.com/office/powerpoint/2010/main" val="1273233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4FDD0-B80B-19C6-EA9A-B50CA68F2AC3}"/>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B3201C63-3999-29A5-919A-D00C933BEC0D}"/>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Stakeholder Identification | Why does it matter? </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graphicFrame>
        <p:nvGraphicFramePr>
          <p:cNvPr id="11" name="Chart 10">
            <a:extLst>
              <a:ext uri="{FF2B5EF4-FFF2-40B4-BE49-F238E27FC236}">
                <a16:creationId xmlns:a16="http://schemas.microsoft.com/office/drawing/2014/main" id="{C910F24D-1305-53C9-0A0D-0DC32372D964}"/>
              </a:ext>
            </a:extLst>
          </p:cNvPr>
          <p:cNvGraphicFramePr/>
          <p:nvPr>
            <p:extLst>
              <p:ext uri="{D42A27DB-BD31-4B8C-83A1-F6EECF244321}">
                <p14:modId xmlns:p14="http://schemas.microsoft.com/office/powerpoint/2010/main" val="2347822846"/>
              </p:ext>
            </p:extLst>
          </p:nvPr>
        </p:nvGraphicFramePr>
        <p:xfrm>
          <a:off x="180322" y="1310864"/>
          <a:ext cx="4345958" cy="1214546"/>
        </p:xfrm>
        <a:graphic>
          <a:graphicData uri="http://schemas.openxmlformats.org/drawingml/2006/chart">
            <c:chart xmlns:c="http://schemas.openxmlformats.org/drawingml/2006/chart" xmlns:r="http://schemas.openxmlformats.org/officeDocument/2006/relationships" r:id="rId3"/>
          </a:graphicData>
        </a:graphic>
      </p:graphicFrame>
      <p:sp>
        <p:nvSpPr>
          <p:cNvPr id="53" name="TextBox 52">
            <a:extLst>
              <a:ext uri="{FF2B5EF4-FFF2-40B4-BE49-F238E27FC236}">
                <a16:creationId xmlns:a16="http://schemas.microsoft.com/office/drawing/2014/main" id="{65D0BDFB-CFBF-CB27-7610-B6756231A779}"/>
              </a:ext>
            </a:extLst>
          </p:cNvPr>
          <p:cNvSpPr txBox="1"/>
          <p:nvPr/>
        </p:nvSpPr>
        <p:spPr>
          <a:xfrm>
            <a:off x="226042" y="703669"/>
            <a:ext cx="11760581" cy="523220"/>
          </a:xfrm>
          <a:prstGeom prst="rect">
            <a:avLst/>
          </a:prstGeom>
          <a:noFill/>
        </p:spPr>
        <p:txBody>
          <a:bodyPr wrap="square">
            <a:spAutoFit/>
          </a:bodyPr>
          <a:lstStyle/>
          <a:p>
            <a:pPr algn="just"/>
            <a:r>
              <a:rPr lang="en-US" sz="1400"/>
              <a:t>Stakeholder identification in an organization means finding all individuals or groups </a:t>
            </a:r>
            <a:r>
              <a:rPr lang="en-US" sz="1400" b="1"/>
              <a:t>who affect or are affected by its activities</a:t>
            </a:r>
            <a:r>
              <a:rPr lang="en-US" sz="1400"/>
              <a:t>. This includes internal parties (like employees) and external ones (such as customers, suppliers and regulators). </a:t>
            </a:r>
          </a:p>
        </p:txBody>
      </p:sp>
      <p:grpSp>
        <p:nvGrpSpPr>
          <p:cNvPr id="2" name="Group 1">
            <a:extLst>
              <a:ext uri="{FF2B5EF4-FFF2-40B4-BE49-F238E27FC236}">
                <a16:creationId xmlns:a16="http://schemas.microsoft.com/office/drawing/2014/main" id="{AEAA7E37-EB02-F776-1D20-13B94B09CBEA}"/>
              </a:ext>
            </a:extLst>
          </p:cNvPr>
          <p:cNvGrpSpPr/>
          <p:nvPr/>
        </p:nvGrpSpPr>
        <p:grpSpPr>
          <a:xfrm>
            <a:off x="226042" y="2965397"/>
            <a:ext cx="11806301" cy="1058970"/>
            <a:chOff x="180321" y="1355051"/>
            <a:chExt cx="11806301" cy="1058970"/>
          </a:xfrm>
        </p:grpSpPr>
        <p:sp>
          <p:nvSpPr>
            <p:cNvPr id="12" name="Rectangle: Rounded Corners 11">
              <a:extLst>
                <a:ext uri="{FF2B5EF4-FFF2-40B4-BE49-F238E27FC236}">
                  <a16:creationId xmlns:a16="http://schemas.microsoft.com/office/drawing/2014/main" id="{D36990AA-BF5A-7FE5-4B9A-F8F656F9CD10}"/>
                </a:ext>
              </a:extLst>
            </p:cNvPr>
            <p:cNvSpPr/>
            <p:nvPr/>
          </p:nvSpPr>
          <p:spPr>
            <a:xfrm rot="5400000">
              <a:off x="5553987" y="-4018615"/>
              <a:ext cx="1058970" cy="11806301"/>
            </a:xfrm>
            <a:prstGeom prst="roundRect">
              <a:avLst/>
            </a:prstGeom>
            <a:ln/>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15" name="Rectangle 14">
              <a:extLst>
                <a:ext uri="{FF2B5EF4-FFF2-40B4-BE49-F238E27FC236}">
                  <a16:creationId xmlns:a16="http://schemas.microsoft.com/office/drawing/2014/main" id="{03AAE6D2-0E04-0F61-4582-7E01361DDF3B}"/>
                </a:ext>
              </a:extLst>
            </p:cNvPr>
            <p:cNvSpPr/>
            <p:nvPr/>
          </p:nvSpPr>
          <p:spPr>
            <a:xfrm>
              <a:off x="2658463" y="1508229"/>
              <a:ext cx="3218839" cy="36805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lvl="0" algn="ctr">
                <a:defRPr/>
              </a:pPr>
              <a:r>
                <a:rPr lang="en-US" sz="1400"/>
                <a:t>Regulatory non-compliance</a:t>
              </a:r>
              <a:endParaRPr kumimoji="0" lang="en-US" sz="1400" b="0" i="0" u="none" strike="noStrike" kern="1200" cap="none" spc="0" normalizeH="0" baseline="0" noProof="0">
                <a:ln>
                  <a:noFill/>
                </a:ln>
                <a:solidFill>
                  <a:prstClr val="black"/>
                </a:solidFill>
                <a:effectLst/>
                <a:uLnTx/>
                <a:uFillTx/>
              </a:endParaRPr>
            </a:p>
          </p:txBody>
        </p:sp>
        <p:sp>
          <p:nvSpPr>
            <p:cNvPr id="16" name="Rectangle 15">
              <a:extLst>
                <a:ext uri="{FF2B5EF4-FFF2-40B4-BE49-F238E27FC236}">
                  <a16:creationId xmlns:a16="http://schemas.microsoft.com/office/drawing/2014/main" id="{D6EFBA48-A127-9FA6-6C6B-2E90287FEC78}"/>
                </a:ext>
              </a:extLst>
            </p:cNvPr>
            <p:cNvSpPr/>
            <p:nvPr/>
          </p:nvSpPr>
          <p:spPr>
            <a:xfrm>
              <a:off x="5977709" y="1508229"/>
              <a:ext cx="2924912" cy="368053"/>
            </a:xfrm>
            <a:prstGeom prst="rect">
              <a:avLst/>
            </a:prstGeom>
            <a:ln>
              <a:solidFill>
                <a:schemeClr val="bg1"/>
              </a:solidFill>
            </a:ln>
          </p:spPr>
          <p:style>
            <a:lnRef idx="2">
              <a:schemeClr val="accent5"/>
            </a:lnRef>
            <a:fillRef idx="1">
              <a:schemeClr val="lt1"/>
            </a:fillRef>
            <a:effectRef idx="0">
              <a:schemeClr val="accent5"/>
            </a:effectRef>
            <a:fontRef idx="minor">
              <a:schemeClr val="dk1"/>
            </a:fontRef>
          </p:style>
          <p:txBody>
            <a:bodyPr rtlCol="0" anchor="ctr"/>
            <a:lstStyle/>
            <a:p>
              <a:pPr lvl="0" algn="ctr">
                <a:defRPr/>
              </a:pPr>
              <a:r>
                <a:rPr lang="en-US" sz="1400"/>
                <a:t>Loss of investor confidence</a:t>
              </a:r>
              <a:endParaRPr kumimoji="0" lang="en-US" sz="1400" b="0" i="0" u="none" strike="noStrike" kern="1200" cap="none" spc="0" normalizeH="0" baseline="0" noProof="0">
                <a:ln>
                  <a:noFill/>
                </a:ln>
                <a:solidFill>
                  <a:prstClr val="black"/>
                </a:solidFill>
                <a:effectLst/>
                <a:uLnTx/>
                <a:uFillTx/>
              </a:endParaRPr>
            </a:p>
          </p:txBody>
        </p:sp>
        <p:sp>
          <p:nvSpPr>
            <p:cNvPr id="17" name="Rectangle 16">
              <a:extLst>
                <a:ext uri="{FF2B5EF4-FFF2-40B4-BE49-F238E27FC236}">
                  <a16:creationId xmlns:a16="http://schemas.microsoft.com/office/drawing/2014/main" id="{1ADB337E-EB64-37B1-E8BB-9B062F5157C5}"/>
                </a:ext>
              </a:extLst>
            </p:cNvPr>
            <p:cNvSpPr/>
            <p:nvPr/>
          </p:nvSpPr>
          <p:spPr>
            <a:xfrm>
              <a:off x="3863286" y="1955210"/>
              <a:ext cx="3218838" cy="368053"/>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lvl="0" algn="ctr">
                <a:defRPr/>
              </a:pPr>
              <a:r>
                <a:rPr lang="en-US" sz="1400" dirty="0"/>
                <a:t>Social or community Impact</a:t>
              </a:r>
              <a:endParaRPr kumimoji="0" lang="en-US" sz="1400" b="0" i="0" u="none" strike="noStrike" kern="1200" cap="none" spc="0" normalizeH="0" baseline="0" noProof="0" dirty="0">
                <a:ln>
                  <a:noFill/>
                </a:ln>
                <a:solidFill>
                  <a:prstClr val="black"/>
                </a:solidFill>
                <a:effectLst/>
                <a:uLnTx/>
                <a:uFillTx/>
              </a:endParaRPr>
            </a:p>
          </p:txBody>
        </p:sp>
        <p:sp>
          <p:nvSpPr>
            <p:cNvPr id="19" name="Rectangle 18">
              <a:extLst>
                <a:ext uri="{FF2B5EF4-FFF2-40B4-BE49-F238E27FC236}">
                  <a16:creationId xmlns:a16="http://schemas.microsoft.com/office/drawing/2014/main" id="{4F8AF3D5-E815-6044-5183-E45E3CB972EE}"/>
                </a:ext>
              </a:extLst>
            </p:cNvPr>
            <p:cNvSpPr/>
            <p:nvPr/>
          </p:nvSpPr>
          <p:spPr>
            <a:xfrm>
              <a:off x="9012195" y="1508229"/>
              <a:ext cx="2835472" cy="368054"/>
            </a:xfrm>
            <a:prstGeom prst="rect">
              <a:avLst/>
            </a:prstGeom>
            <a:ln>
              <a:solidFill>
                <a:schemeClr val="bg1"/>
              </a:solidFill>
            </a:ln>
          </p:spPr>
          <p:style>
            <a:lnRef idx="2">
              <a:schemeClr val="accent5"/>
            </a:lnRef>
            <a:fillRef idx="1">
              <a:schemeClr val="lt1"/>
            </a:fillRef>
            <a:effectRef idx="0">
              <a:schemeClr val="accent5"/>
            </a:effectRef>
            <a:fontRef idx="minor">
              <a:schemeClr val="dk1"/>
            </a:fontRef>
          </p:style>
          <p:txBody>
            <a:bodyPr rtlCol="0" anchor="ctr"/>
            <a:lstStyle/>
            <a:p>
              <a:pPr lvl="0" algn="ctr">
                <a:defRPr/>
              </a:pPr>
              <a:r>
                <a:rPr lang="en-US" sz="1400"/>
                <a:t>Employee disengagement </a:t>
              </a:r>
              <a:endParaRPr kumimoji="0" lang="en-US" sz="1400" b="0" i="0" u="none" strike="noStrike" kern="1200" cap="none" spc="0" normalizeH="0" baseline="0" noProof="0">
                <a:ln>
                  <a:noFill/>
                </a:ln>
                <a:solidFill>
                  <a:prstClr val="black"/>
                </a:solidFill>
                <a:effectLst/>
                <a:uLnTx/>
                <a:uFillTx/>
              </a:endParaRPr>
            </a:p>
          </p:txBody>
        </p:sp>
        <p:sp>
          <p:nvSpPr>
            <p:cNvPr id="20" name="Rectangle 19">
              <a:extLst>
                <a:ext uri="{FF2B5EF4-FFF2-40B4-BE49-F238E27FC236}">
                  <a16:creationId xmlns:a16="http://schemas.microsoft.com/office/drawing/2014/main" id="{7D313B3D-0364-4524-04F2-657B5622F919}"/>
                </a:ext>
              </a:extLst>
            </p:cNvPr>
            <p:cNvSpPr/>
            <p:nvPr/>
          </p:nvSpPr>
          <p:spPr>
            <a:xfrm>
              <a:off x="7367323" y="1986036"/>
              <a:ext cx="2835472" cy="365972"/>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ea typeface="+mn-ea"/>
                  <a:cs typeface="+mn-cs"/>
                </a:rPr>
                <a:t>Reputational Risk</a:t>
              </a:r>
            </a:p>
          </p:txBody>
        </p:sp>
        <p:pic>
          <p:nvPicPr>
            <p:cNvPr id="57" name="Graphic 56" descr="Warning with solid fill">
              <a:extLst>
                <a:ext uri="{FF2B5EF4-FFF2-40B4-BE49-F238E27FC236}">
                  <a16:creationId xmlns:a16="http://schemas.microsoft.com/office/drawing/2014/main" id="{7DEBB8A2-2A8A-2E08-D21C-0AC3A35501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2145" y="1366474"/>
              <a:ext cx="521208" cy="514292"/>
            </a:xfrm>
            <a:prstGeom prst="rect">
              <a:avLst/>
            </a:prstGeom>
          </p:spPr>
        </p:pic>
        <p:sp>
          <p:nvSpPr>
            <p:cNvPr id="59" name="TextBox 58">
              <a:extLst>
                <a:ext uri="{FF2B5EF4-FFF2-40B4-BE49-F238E27FC236}">
                  <a16:creationId xmlns:a16="http://schemas.microsoft.com/office/drawing/2014/main" id="{823D5341-F6A3-B097-E064-92BF293394DD}"/>
                </a:ext>
              </a:extLst>
            </p:cNvPr>
            <p:cNvSpPr txBox="1"/>
            <p:nvPr/>
          </p:nvSpPr>
          <p:spPr>
            <a:xfrm>
              <a:off x="595365" y="1843846"/>
              <a:ext cx="1859834" cy="523220"/>
            </a:xfrm>
            <a:prstGeom prst="rect">
              <a:avLst/>
            </a:prstGeom>
            <a:noFill/>
          </p:spPr>
          <p:txBody>
            <a:bodyPr wrap="square">
              <a:spAutoFit/>
            </a:bodyPr>
            <a:lstStyle/>
            <a:p>
              <a:r>
                <a:rPr lang="en-US" sz="1400" b="1" i="0">
                  <a:solidFill>
                    <a:srgbClr val="000000"/>
                  </a:solidFill>
                  <a:effectLst/>
                </a:rPr>
                <a:t>Risks of Poor Identification</a:t>
              </a:r>
              <a:endParaRPr lang="en-US" sz="1400"/>
            </a:p>
          </p:txBody>
        </p:sp>
      </p:grpSp>
      <p:sp>
        <p:nvSpPr>
          <p:cNvPr id="68" name="TextBox 67">
            <a:extLst>
              <a:ext uri="{FF2B5EF4-FFF2-40B4-BE49-F238E27FC236}">
                <a16:creationId xmlns:a16="http://schemas.microsoft.com/office/drawing/2014/main" id="{01CE77EF-9B6F-BE02-141F-01B72BB1605C}"/>
              </a:ext>
            </a:extLst>
          </p:cNvPr>
          <p:cNvSpPr txBox="1"/>
          <p:nvPr/>
        </p:nvSpPr>
        <p:spPr>
          <a:xfrm>
            <a:off x="8975740" y="4328347"/>
            <a:ext cx="2798038" cy="276999"/>
          </a:xfrm>
          <a:prstGeom prst="rect">
            <a:avLst/>
          </a:prstGeom>
          <a:noFill/>
        </p:spPr>
        <p:txBody>
          <a:bodyPr wrap="square">
            <a:spAutoFit/>
          </a:bodyPr>
          <a:lstStyle/>
          <a:p>
            <a:pPr algn="just"/>
            <a:r>
              <a:rPr lang="en-US" sz="1200" b="1">
                <a:solidFill>
                  <a:schemeClr val="accent4">
                    <a:lumMod val="50000"/>
                  </a:schemeClr>
                </a:solidFill>
              </a:rPr>
              <a:t>Steps for identification may include</a:t>
            </a:r>
          </a:p>
        </p:txBody>
      </p:sp>
      <p:grpSp>
        <p:nvGrpSpPr>
          <p:cNvPr id="70" name="Google Shape;3879;p94">
            <a:extLst>
              <a:ext uri="{FF2B5EF4-FFF2-40B4-BE49-F238E27FC236}">
                <a16:creationId xmlns:a16="http://schemas.microsoft.com/office/drawing/2014/main" id="{A8D0A516-4495-DF19-87D4-33CFDD32A026}"/>
              </a:ext>
            </a:extLst>
          </p:cNvPr>
          <p:cNvGrpSpPr/>
          <p:nvPr/>
        </p:nvGrpSpPr>
        <p:grpSpPr>
          <a:xfrm>
            <a:off x="3512962" y="4983970"/>
            <a:ext cx="8151012" cy="1581330"/>
            <a:chOff x="599154" y="2291313"/>
            <a:chExt cx="9532156" cy="1849278"/>
          </a:xfrm>
        </p:grpSpPr>
        <p:sp>
          <p:nvSpPr>
            <p:cNvPr id="71" name="Google Shape;3880;p94">
              <a:extLst>
                <a:ext uri="{FF2B5EF4-FFF2-40B4-BE49-F238E27FC236}">
                  <a16:creationId xmlns:a16="http://schemas.microsoft.com/office/drawing/2014/main" id="{E95DAFC6-F649-9E52-5F12-5E03FC1FE0D8}"/>
                </a:ext>
              </a:extLst>
            </p:cNvPr>
            <p:cNvSpPr txBox="1"/>
            <p:nvPr/>
          </p:nvSpPr>
          <p:spPr>
            <a:xfrm>
              <a:off x="599154" y="3420591"/>
              <a:ext cx="1800000" cy="720000"/>
            </a:xfrm>
            <a:prstGeom prst="rect">
              <a:avLst/>
            </a:prstGeom>
            <a:noFill/>
            <a:ln>
              <a:noFill/>
            </a:ln>
          </p:spPr>
          <p:txBody>
            <a:bodyPr spcFirstLastPara="1" wrap="square" lIns="0" tIns="0" rIns="78175" bIns="0" anchor="t" anchorCtr="0">
              <a:noAutofit/>
            </a:bodyPr>
            <a:lstStyle/>
            <a:p>
              <a:pPr marL="0" marR="0" lvl="0" indent="0" algn="ctr" rtl="0">
                <a:spcBef>
                  <a:spcPts val="0"/>
                </a:spcBef>
                <a:spcAft>
                  <a:spcPts val="0"/>
                </a:spcAft>
                <a:buNone/>
              </a:pPr>
              <a:r>
                <a:rPr lang="en-GB" sz="1200" b="1">
                  <a:solidFill>
                    <a:schemeClr val="dk1"/>
                  </a:solidFill>
                  <a:latin typeface="Arial"/>
                  <a:ea typeface="Arial"/>
                  <a:cs typeface="Arial"/>
                  <a:sym typeface="Arial"/>
                </a:rPr>
                <a:t>Brainstorm &amp; Create Your Stakeholders’ List</a:t>
              </a:r>
              <a:endParaRPr lang="en-GB" sz="1200" b="1"/>
            </a:p>
          </p:txBody>
        </p:sp>
        <p:sp>
          <p:nvSpPr>
            <p:cNvPr id="72" name="Google Shape;3881;p94">
              <a:extLst>
                <a:ext uri="{FF2B5EF4-FFF2-40B4-BE49-F238E27FC236}">
                  <a16:creationId xmlns:a16="http://schemas.microsoft.com/office/drawing/2014/main" id="{66A6CB3F-8648-BC15-934B-6831BD712A76}"/>
                </a:ext>
              </a:extLst>
            </p:cNvPr>
            <p:cNvSpPr/>
            <p:nvPr/>
          </p:nvSpPr>
          <p:spPr>
            <a:xfrm>
              <a:off x="8736628" y="2291313"/>
              <a:ext cx="925200" cy="924030"/>
            </a:xfrm>
            <a:prstGeom prst="rect">
              <a:avLst/>
            </a:prstGeom>
            <a:solidFill>
              <a:schemeClr val="dk2"/>
            </a:solidFill>
            <a:ln>
              <a:noFill/>
            </a:ln>
          </p:spPr>
          <p:txBody>
            <a:bodyPr spcFirstLastPara="1" wrap="square" lIns="0" tIns="0" rIns="0" bIns="0" anchor="ctr" anchorCtr="1">
              <a:noAutofit/>
            </a:bodyPr>
            <a:lstStyle/>
            <a:p>
              <a:pPr marL="0" marR="0" lvl="0" indent="0" algn="ctr" rtl="0">
                <a:spcBef>
                  <a:spcPts val="0"/>
                </a:spcBef>
                <a:spcAft>
                  <a:spcPts val="0"/>
                </a:spcAft>
                <a:buNone/>
              </a:pPr>
              <a:r>
                <a:rPr lang="en-GB" sz="1400" b="1">
                  <a:solidFill>
                    <a:schemeClr val="lt1"/>
                  </a:solidFill>
                  <a:latin typeface="Arial"/>
                  <a:ea typeface="Arial"/>
                  <a:cs typeface="Arial"/>
                  <a:sym typeface="Arial"/>
                </a:rPr>
                <a:t>05</a:t>
              </a:r>
              <a:endParaRPr sz="1400"/>
            </a:p>
          </p:txBody>
        </p:sp>
        <p:sp>
          <p:nvSpPr>
            <p:cNvPr id="73" name="Google Shape;3882;p94">
              <a:extLst>
                <a:ext uri="{FF2B5EF4-FFF2-40B4-BE49-F238E27FC236}">
                  <a16:creationId xmlns:a16="http://schemas.microsoft.com/office/drawing/2014/main" id="{42B9F6A7-0FB3-95F7-BC75-C7B8286560E7}"/>
                </a:ext>
              </a:extLst>
            </p:cNvPr>
            <p:cNvSpPr/>
            <p:nvPr/>
          </p:nvSpPr>
          <p:spPr>
            <a:xfrm>
              <a:off x="2980887" y="2291313"/>
              <a:ext cx="925200" cy="924030"/>
            </a:xfrm>
            <a:prstGeom prst="rect">
              <a:avLst/>
            </a:prstGeom>
            <a:solidFill>
              <a:schemeClr val="accent5"/>
            </a:solidFill>
            <a:ln>
              <a:noFill/>
            </a:ln>
          </p:spPr>
          <p:txBody>
            <a:bodyPr spcFirstLastPara="1" wrap="square" lIns="0" tIns="0" rIns="0" bIns="0" anchor="ctr" anchorCtr="1">
              <a:noAutofit/>
            </a:bodyPr>
            <a:lstStyle/>
            <a:p>
              <a:pPr marL="0" marR="0" lvl="0" indent="0" algn="ctr" rtl="0">
                <a:spcBef>
                  <a:spcPts val="0"/>
                </a:spcBef>
                <a:spcAft>
                  <a:spcPts val="0"/>
                </a:spcAft>
                <a:buNone/>
              </a:pPr>
              <a:r>
                <a:rPr lang="en-GB" sz="1400" b="1">
                  <a:solidFill>
                    <a:schemeClr val="lt1"/>
                  </a:solidFill>
                  <a:latin typeface="Arial"/>
                  <a:cs typeface="Arial"/>
                  <a:sym typeface="Arial"/>
                </a:rPr>
                <a:t>02</a:t>
              </a:r>
              <a:endParaRPr sz="1400"/>
            </a:p>
          </p:txBody>
        </p:sp>
        <p:sp>
          <p:nvSpPr>
            <p:cNvPr id="74" name="Google Shape;3883;p94">
              <a:extLst>
                <a:ext uri="{FF2B5EF4-FFF2-40B4-BE49-F238E27FC236}">
                  <a16:creationId xmlns:a16="http://schemas.microsoft.com/office/drawing/2014/main" id="{49B959AB-C667-B394-F773-4EC65B97B1F9}"/>
                </a:ext>
              </a:extLst>
            </p:cNvPr>
            <p:cNvSpPr/>
            <p:nvPr/>
          </p:nvSpPr>
          <p:spPr>
            <a:xfrm>
              <a:off x="1062307" y="2291313"/>
              <a:ext cx="925200" cy="924030"/>
            </a:xfrm>
            <a:prstGeom prst="rect">
              <a:avLst/>
            </a:prstGeom>
            <a:solidFill>
              <a:schemeClr val="accent3"/>
            </a:solidFill>
            <a:ln>
              <a:noFill/>
            </a:ln>
          </p:spPr>
          <p:txBody>
            <a:bodyPr spcFirstLastPara="1" wrap="square" lIns="0" tIns="0" rIns="0" bIns="0" anchor="ctr" anchorCtr="1">
              <a:noAutofit/>
            </a:bodyPr>
            <a:lstStyle/>
            <a:p>
              <a:pPr marL="0" marR="0" lvl="0" indent="0" algn="ctr" rtl="0">
                <a:spcBef>
                  <a:spcPts val="0"/>
                </a:spcBef>
                <a:spcAft>
                  <a:spcPts val="0"/>
                </a:spcAft>
                <a:buNone/>
              </a:pPr>
              <a:r>
                <a:rPr lang="en-GB" sz="1400" b="1">
                  <a:solidFill>
                    <a:schemeClr val="lt1"/>
                  </a:solidFill>
                  <a:latin typeface="Arial"/>
                  <a:ea typeface="Arial"/>
                  <a:cs typeface="Arial"/>
                  <a:sym typeface="Arial"/>
                </a:rPr>
                <a:t>01</a:t>
              </a:r>
              <a:endParaRPr sz="1400"/>
            </a:p>
          </p:txBody>
        </p:sp>
        <p:sp>
          <p:nvSpPr>
            <p:cNvPr id="75" name="Google Shape;3884;p94">
              <a:extLst>
                <a:ext uri="{FF2B5EF4-FFF2-40B4-BE49-F238E27FC236}">
                  <a16:creationId xmlns:a16="http://schemas.microsoft.com/office/drawing/2014/main" id="{BE25B908-6E1A-FA57-280C-E2D754AEEAE6}"/>
                </a:ext>
              </a:extLst>
            </p:cNvPr>
            <p:cNvSpPr/>
            <p:nvPr/>
          </p:nvSpPr>
          <p:spPr>
            <a:xfrm>
              <a:off x="6818047" y="2291313"/>
              <a:ext cx="925200" cy="924030"/>
            </a:xfrm>
            <a:prstGeom prst="rect">
              <a:avLst/>
            </a:prstGeom>
            <a:solidFill>
              <a:schemeClr val="accent1"/>
            </a:solidFill>
            <a:ln>
              <a:noFill/>
            </a:ln>
          </p:spPr>
          <p:txBody>
            <a:bodyPr spcFirstLastPara="1" wrap="square" lIns="0" tIns="0" rIns="0" bIns="0" anchor="ctr" anchorCtr="1">
              <a:noAutofit/>
            </a:bodyPr>
            <a:lstStyle/>
            <a:p>
              <a:pPr marL="0" marR="0" lvl="0" indent="0" algn="ctr" rtl="0">
                <a:spcBef>
                  <a:spcPts val="0"/>
                </a:spcBef>
                <a:spcAft>
                  <a:spcPts val="0"/>
                </a:spcAft>
                <a:buNone/>
              </a:pPr>
              <a:r>
                <a:rPr lang="en-GB" sz="1400" b="1">
                  <a:solidFill>
                    <a:schemeClr val="lt1"/>
                  </a:solidFill>
                  <a:latin typeface="Arial"/>
                  <a:ea typeface="Arial"/>
                  <a:cs typeface="Arial"/>
                  <a:sym typeface="Arial"/>
                </a:rPr>
                <a:t>04</a:t>
              </a:r>
              <a:endParaRPr sz="1400"/>
            </a:p>
          </p:txBody>
        </p:sp>
        <p:sp>
          <p:nvSpPr>
            <p:cNvPr id="76" name="Google Shape;3885;p94">
              <a:extLst>
                <a:ext uri="{FF2B5EF4-FFF2-40B4-BE49-F238E27FC236}">
                  <a16:creationId xmlns:a16="http://schemas.microsoft.com/office/drawing/2014/main" id="{FAF1F690-3DD9-8F9C-D5DC-5546A98D03C7}"/>
                </a:ext>
              </a:extLst>
            </p:cNvPr>
            <p:cNvSpPr/>
            <p:nvPr/>
          </p:nvSpPr>
          <p:spPr>
            <a:xfrm>
              <a:off x="4899467" y="2291313"/>
              <a:ext cx="925200" cy="924030"/>
            </a:xfrm>
            <a:prstGeom prst="rect">
              <a:avLst/>
            </a:prstGeom>
            <a:solidFill>
              <a:schemeClr val="accent4"/>
            </a:solidFill>
            <a:ln>
              <a:noFill/>
            </a:ln>
          </p:spPr>
          <p:txBody>
            <a:bodyPr spcFirstLastPara="1" wrap="square" lIns="0" tIns="0" rIns="0" bIns="0" anchor="ctr" anchorCtr="1">
              <a:noAutofit/>
            </a:bodyPr>
            <a:lstStyle/>
            <a:p>
              <a:pPr marL="0" marR="0" lvl="0" indent="0" algn="ctr" rtl="0">
                <a:spcBef>
                  <a:spcPts val="0"/>
                </a:spcBef>
                <a:spcAft>
                  <a:spcPts val="0"/>
                </a:spcAft>
                <a:buNone/>
              </a:pPr>
              <a:r>
                <a:rPr lang="en-GB" sz="1400" b="1">
                  <a:solidFill>
                    <a:schemeClr val="lt1"/>
                  </a:solidFill>
                  <a:latin typeface="Arial"/>
                  <a:cs typeface="Arial"/>
                  <a:sym typeface="Arial"/>
                </a:rPr>
                <a:t>03</a:t>
              </a:r>
              <a:endParaRPr sz="1400"/>
            </a:p>
          </p:txBody>
        </p:sp>
        <p:sp>
          <p:nvSpPr>
            <p:cNvPr id="77" name="Google Shape;3886;p94">
              <a:extLst>
                <a:ext uri="{FF2B5EF4-FFF2-40B4-BE49-F238E27FC236}">
                  <a16:creationId xmlns:a16="http://schemas.microsoft.com/office/drawing/2014/main" id="{0E9F65A8-6C6E-FC12-8D64-8917FA5D0CC3}"/>
                </a:ext>
              </a:extLst>
            </p:cNvPr>
            <p:cNvSpPr txBox="1"/>
            <p:nvPr/>
          </p:nvSpPr>
          <p:spPr>
            <a:xfrm>
              <a:off x="2585659" y="3420591"/>
              <a:ext cx="1800000" cy="720000"/>
            </a:xfrm>
            <a:prstGeom prst="rect">
              <a:avLst/>
            </a:prstGeom>
            <a:noFill/>
            <a:ln>
              <a:noFill/>
            </a:ln>
          </p:spPr>
          <p:txBody>
            <a:bodyPr spcFirstLastPara="1" wrap="square" lIns="0" tIns="0" rIns="78175" bIns="0" anchor="t" anchorCtr="0">
              <a:noAutofit/>
            </a:bodyPr>
            <a:lstStyle/>
            <a:p>
              <a:pPr marL="0" marR="0" lvl="0" indent="0" algn="ctr" rtl="0">
                <a:spcBef>
                  <a:spcPts val="0"/>
                </a:spcBef>
                <a:spcAft>
                  <a:spcPts val="0"/>
                </a:spcAft>
                <a:buNone/>
              </a:pPr>
              <a:r>
                <a:rPr lang="en-GB" sz="1200" b="1">
                  <a:solidFill>
                    <a:schemeClr val="dk1"/>
                  </a:solidFill>
                  <a:latin typeface="Arial"/>
                  <a:ea typeface="Arial"/>
                  <a:cs typeface="Arial"/>
                  <a:sym typeface="Arial"/>
                </a:rPr>
                <a:t>Review Documentation</a:t>
              </a:r>
              <a:endParaRPr lang="en-GB" sz="1200" b="1"/>
            </a:p>
          </p:txBody>
        </p:sp>
        <p:sp>
          <p:nvSpPr>
            <p:cNvPr id="78" name="Google Shape;3887;p94">
              <a:extLst>
                <a:ext uri="{FF2B5EF4-FFF2-40B4-BE49-F238E27FC236}">
                  <a16:creationId xmlns:a16="http://schemas.microsoft.com/office/drawing/2014/main" id="{F545473A-8954-F54F-8446-645C49E30282}"/>
                </a:ext>
              </a:extLst>
            </p:cNvPr>
            <p:cNvSpPr txBox="1"/>
            <p:nvPr/>
          </p:nvSpPr>
          <p:spPr>
            <a:xfrm>
              <a:off x="4465230" y="3420590"/>
              <a:ext cx="1800000" cy="720000"/>
            </a:xfrm>
            <a:prstGeom prst="rect">
              <a:avLst/>
            </a:prstGeom>
            <a:noFill/>
            <a:ln>
              <a:noFill/>
            </a:ln>
          </p:spPr>
          <p:txBody>
            <a:bodyPr spcFirstLastPara="1" wrap="square" lIns="0" tIns="0" rIns="78175" bIns="0" anchor="t" anchorCtr="0">
              <a:noAutofit/>
            </a:bodyPr>
            <a:lstStyle/>
            <a:p>
              <a:pPr marL="0" marR="0" lvl="0" indent="0" algn="ctr" rtl="0">
                <a:spcBef>
                  <a:spcPts val="0"/>
                </a:spcBef>
                <a:spcAft>
                  <a:spcPts val="0"/>
                </a:spcAft>
                <a:buNone/>
              </a:pPr>
              <a:r>
                <a:rPr lang="en-US" sz="1200" b="1">
                  <a:solidFill>
                    <a:schemeClr val="dk1"/>
                  </a:solidFill>
                  <a:latin typeface="Arial"/>
                  <a:ea typeface="Arial"/>
                  <a:cs typeface="Arial"/>
                  <a:sym typeface="Arial"/>
                </a:rPr>
                <a:t>Ask Key </a:t>
              </a:r>
            </a:p>
            <a:p>
              <a:pPr marL="0" marR="0" lvl="0" indent="0" algn="ctr" rtl="0">
                <a:spcBef>
                  <a:spcPts val="0"/>
                </a:spcBef>
                <a:spcAft>
                  <a:spcPts val="0"/>
                </a:spcAft>
                <a:buNone/>
              </a:pPr>
              <a:r>
                <a:rPr lang="en-US" sz="1200" b="1">
                  <a:solidFill>
                    <a:schemeClr val="dk1"/>
                  </a:solidFill>
                  <a:latin typeface="Arial"/>
                  <a:ea typeface="Arial"/>
                  <a:cs typeface="Arial"/>
                  <a:sym typeface="Arial"/>
                </a:rPr>
                <a:t>Questions</a:t>
              </a:r>
              <a:endParaRPr lang="en-US" sz="1200" b="1"/>
            </a:p>
          </p:txBody>
        </p:sp>
        <p:sp>
          <p:nvSpPr>
            <p:cNvPr id="79" name="Google Shape;3888;p94">
              <a:extLst>
                <a:ext uri="{FF2B5EF4-FFF2-40B4-BE49-F238E27FC236}">
                  <a16:creationId xmlns:a16="http://schemas.microsoft.com/office/drawing/2014/main" id="{7996777F-76A4-D2C3-6EB0-2247EF6F47AA}"/>
                </a:ext>
              </a:extLst>
            </p:cNvPr>
            <p:cNvSpPr txBox="1"/>
            <p:nvPr/>
          </p:nvSpPr>
          <p:spPr>
            <a:xfrm>
              <a:off x="6451735" y="3420590"/>
              <a:ext cx="1800000" cy="720000"/>
            </a:xfrm>
            <a:prstGeom prst="rect">
              <a:avLst/>
            </a:prstGeom>
            <a:noFill/>
            <a:ln>
              <a:noFill/>
            </a:ln>
          </p:spPr>
          <p:txBody>
            <a:bodyPr spcFirstLastPara="1" wrap="square" lIns="0" tIns="0" rIns="78175" bIns="0" anchor="t" anchorCtr="0">
              <a:noAutofit/>
            </a:bodyPr>
            <a:lstStyle/>
            <a:p>
              <a:pPr marL="0" marR="0" lvl="0" indent="0" algn="ctr" rtl="0">
                <a:spcBef>
                  <a:spcPts val="0"/>
                </a:spcBef>
                <a:spcAft>
                  <a:spcPts val="0"/>
                </a:spcAft>
                <a:buNone/>
              </a:pPr>
              <a:r>
                <a:rPr lang="en-GB" sz="1200" b="1">
                  <a:solidFill>
                    <a:schemeClr val="dk1"/>
                  </a:solidFill>
                  <a:latin typeface="Arial"/>
                  <a:ea typeface="Arial"/>
                  <a:cs typeface="Arial"/>
                  <a:sym typeface="Arial"/>
                </a:rPr>
                <a:t>Consult </a:t>
              </a:r>
            </a:p>
            <a:p>
              <a:pPr marL="0" marR="0" lvl="0" indent="0" algn="ctr" rtl="0">
                <a:spcBef>
                  <a:spcPts val="0"/>
                </a:spcBef>
                <a:spcAft>
                  <a:spcPts val="0"/>
                </a:spcAft>
                <a:buNone/>
              </a:pPr>
              <a:r>
                <a:rPr lang="en-GB" sz="1200" b="1">
                  <a:solidFill>
                    <a:schemeClr val="dk1"/>
                  </a:solidFill>
                  <a:latin typeface="Arial"/>
                  <a:ea typeface="Arial"/>
                  <a:cs typeface="Arial"/>
                  <a:sym typeface="Arial"/>
                </a:rPr>
                <a:t>&amp; Engage</a:t>
              </a:r>
              <a:endParaRPr sz="1200" b="1"/>
            </a:p>
          </p:txBody>
        </p:sp>
        <p:sp>
          <p:nvSpPr>
            <p:cNvPr id="80" name="Google Shape;3889;p94">
              <a:extLst>
                <a:ext uri="{FF2B5EF4-FFF2-40B4-BE49-F238E27FC236}">
                  <a16:creationId xmlns:a16="http://schemas.microsoft.com/office/drawing/2014/main" id="{A0EF01BB-5752-B20E-FBCB-2F338C2F295C}"/>
                </a:ext>
              </a:extLst>
            </p:cNvPr>
            <p:cNvSpPr txBox="1"/>
            <p:nvPr/>
          </p:nvSpPr>
          <p:spPr>
            <a:xfrm>
              <a:off x="8331310" y="3420591"/>
              <a:ext cx="1800000" cy="720000"/>
            </a:xfrm>
            <a:prstGeom prst="rect">
              <a:avLst/>
            </a:prstGeom>
            <a:noFill/>
            <a:ln>
              <a:noFill/>
            </a:ln>
          </p:spPr>
          <p:txBody>
            <a:bodyPr spcFirstLastPara="1" wrap="square" lIns="0" tIns="0" rIns="78175" bIns="0" anchor="t" anchorCtr="0">
              <a:noAutofit/>
            </a:bodyPr>
            <a:lstStyle/>
            <a:p>
              <a:pPr marL="0" marR="0" lvl="0" indent="0" algn="ctr" rtl="0">
                <a:spcBef>
                  <a:spcPts val="0"/>
                </a:spcBef>
                <a:spcAft>
                  <a:spcPts val="0"/>
                </a:spcAft>
                <a:buNone/>
              </a:pPr>
              <a:r>
                <a:rPr lang="en-GB" sz="1200" b="1">
                  <a:solidFill>
                    <a:schemeClr val="dk1"/>
                  </a:solidFill>
                  <a:latin typeface="Arial"/>
                  <a:ea typeface="Arial"/>
                  <a:cs typeface="Arial"/>
                  <a:sym typeface="Arial"/>
                </a:rPr>
                <a:t>Use Tools </a:t>
              </a:r>
            </a:p>
            <a:p>
              <a:pPr marL="0" marR="0" lvl="0" indent="0" algn="ctr" rtl="0">
                <a:spcBef>
                  <a:spcPts val="0"/>
                </a:spcBef>
                <a:spcAft>
                  <a:spcPts val="0"/>
                </a:spcAft>
                <a:buNone/>
              </a:pPr>
              <a:r>
                <a:rPr lang="en-GB" sz="1200" b="1">
                  <a:solidFill>
                    <a:schemeClr val="dk1"/>
                  </a:solidFill>
                  <a:latin typeface="Arial"/>
                  <a:ea typeface="Arial"/>
                  <a:cs typeface="Arial"/>
                  <a:sym typeface="Arial"/>
                </a:rPr>
                <a:t>&amp; Categorize</a:t>
              </a:r>
              <a:endParaRPr sz="1200" b="1"/>
            </a:p>
          </p:txBody>
        </p:sp>
        <p:cxnSp>
          <p:nvCxnSpPr>
            <p:cNvPr id="81" name="Google Shape;3890;p94">
              <a:extLst>
                <a:ext uri="{FF2B5EF4-FFF2-40B4-BE49-F238E27FC236}">
                  <a16:creationId xmlns:a16="http://schemas.microsoft.com/office/drawing/2014/main" id="{AF66DF0E-D6D3-C419-F75E-CA005D68064D}"/>
                </a:ext>
              </a:extLst>
            </p:cNvPr>
            <p:cNvCxnSpPr>
              <a:stCxn id="72" idx="3"/>
              <a:endCxn id="74" idx="1"/>
            </p:cNvCxnSpPr>
            <p:nvPr/>
          </p:nvCxnSpPr>
          <p:spPr>
            <a:xfrm flipH="1">
              <a:off x="1062328" y="2753328"/>
              <a:ext cx="8599500" cy="600"/>
            </a:xfrm>
            <a:prstGeom prst="bentConnector5">
              <a:avLst>
                <a:gd name="adj1" fmla="val -4962"/>
                <a:gd name="adj2" fmla="val -123415203"/>
                <a:gd name="adj3" fmla="val 105800"/>
              </a:avLst>
            </a:prstGeom>
            <a:noFill/>
            <a:ln w="19050" cap="rnd" cmpd="sng">
              <a:solidFill>
                <a:srgbClr val="B1B1B1"/>
              </a:solidFill>
              <a:prstDash val="dot"/>
              <a:bevel/>
              <a:headEnd type="none" w="sm" len="sm"/>
              <a:tailEnd type="triangle" w="med" len="med"/>
            </a:ln>
          </p:spPr>
        </p:cxnSp>
        <p:cxnSp>
          <p:nvCxnSpPr>
            <p:cNvPr id="82" name="Google Shape;3891;p94">
              <a:extLst>
                <a:ext uri="{FF2B5EF4-FFF2-40B4-BE49-F238E27FC236}">
                  <a16:creationId xmlns:a16="http://schemas.microsoft.com/office/drawing/2014/main" id="{76CE6897-9662-6A02-0D8A-F1E0E74A253B}"/>
                </a:ext>
              </a:extLst>
            </p:cNvPr>
            <p:cNvCxnSpPr/>
            <p:nvPr/>
          </p:nvCxnSpPr>
          <p:spPr>
            <a:xfrm>
              <a:off x="1987507" y="2753328"/>
              <a:ext cx="993380" cy="0"/>
            </a:xfrm>
            <a:prstGeom prst="straightConnector1">
              <a:avLst/>
            </a:prstGeom>
            <a:noFill/>
            <a:ln w="19050" cap="rnd" cmpd="sng">
              <a:solidFill>
                <a:srgbClr val="B1B1B1"/>
              </a:solidFill>
              <a:prstDash val="dot"/>
              <a:miter lim="800000"/>
              <a:headEnd type="none" w="sm" len="sm"/>
              <a:tailEnd type="triangle" w="med" len="med"/>
            </a:ln>
          </p:spPr>
        </p:cxnSp>
        <p:cxnSp>
          <p:nvCxnSpPr>
            <p:cNvPr id="83" name="Google Shape;3892;p94">
              <a:extLst>
                <a:ext uri="{FF2B5EF4-FFF2-40B4-BE49-F238E27FC236}">
                  <a16:creationId xmlns:a16="http://schemas.microsoft.com/office/drawing/2014/main" id="{172C23DE-99D5-003B-8652-5BE0567B1E93}"/>
                </a:ext>
              </a:extLst>
            </p:cNvPr>
            <p:cNvCxnSpPr/>
            <p:nvPr/>
          </p:nvCxnSpPr>
          <p:spPr>
            <a:xfrm>
              <a:off x="5824667" y="2753328"/>
              <a:ext cx="993380" cy="0"/>
            </a:xfrm>
            <a:prstGeom prst="straightConnector1">
              <a:avLst/>
            </a:prstGeom>
            <a:noFill/>
            <a:ln w="19050" cap="rnd" cmpd="sng">
              <a:solidFill>
                <a:srgbClr val="B1B1B1"/>
              </a:solidFill>
              <a:prstDash val="dot"/>
              <a:miter lim="800000"/>
              <a:headEnd type="none" w="sm" len="sm"/>
              <a:tailEnd type="triangle" w="med" len="med"/>
            </a:ln>
          </p:spPr>
        </p:cxnSp>
        <p:cxnSp>
          <p:nvCxnSpPr>
            <p:cNvPr id="84" name="Google Shape;3893;p94">
              <a:extLst>
                <a:ext uri="{FF2B5EF4-FFF2-40B4-BE49-F238E27FC236}">
                  <a16:creationId xmlns:a16="http://schemas.microsoft.com/office/drawing/2014/main" id="{D542A2CD-750D-6D57-E4CA-9DEC8567C5C9}"/>
                </a:ext>
              </a:extLst>
            </p:cNvPr>
            <p:cNvCxnSpPr/>
            <p:nvPr/>
          </p:nvCxnSpPr>
          <p:spPr>
            <a:xfrm>
              <a:off x="3906087" y="2753328"/>
              <a:ext cx="993380" cy="0"/>
            </a:xfrm>
            <a:prstGeom prst="straightConnector1">
              <a:avLst/>
            </a:prstGeom>
            <a:noFill/>
            <a:ln w="19050" cap="rnd" cmpd="sng">
              <a:solidFill>
                <a:srgbClr val="B1B1B1"/>
              </a:solidFill>
              <a:prstDash val="dot"/>
              <a:miter lim="800000"/>
              <a:headEnd type="none" w="sm" len="sm"/>
              <a:tailEnd type="triangle" w="med" len="med"/>
            </a:ln>
          </p:spPr>
        </p:cxnSp>
        <p:cxnSp>
          <p:nvCxnSpPr>
            <p:cNvPr id="85" name="Google Shape;3894;p94">
              <a:extLst>
                <a:ext uri="{FF2B5EF4-FFF2-40B4-BE49-F238E27FC236}">
                  <a16:creationId xmlns:a16="http://schemas.microsoft.com/office/drawing/2014/main" id="{39650986-62A7-EACF-D469-6993321A1F1D}"/>
                </a:ext>
              </a:extLst>
            </p:cNvPr>
            <p:cNvCxnSpPr/>
            <p:nvPr/>
          </p:nvCxnSpPr>
          <p:spPr>
            <a:xfrm>
              <a:off x="7743247" y="2753328"/>
              <a:ext cx="993381" cy="0"/>
            </a:xfrm>
            <a:prstGeom prst="straightConnector1">
              <a:avLst/>
            </a:prstGeom>
            <a:noFill/>
            <a:ln w="19050" cap="rnd" cmpd="sng">
              <a:solidFill>
                <a:srgbClr val="B1B1B1"/>
              </a:solidFill>
              <a:prstDash val="dot"/>
              <a:miter lim="800000"/>
              <a:headEnd type="none" w="sm" len="sm"/>
              <a:tailEnd type="triangle" w="med" len="med"/>
            </a:ln>
          </p:spPr>
        </p:cxnSp>
      </p:grpSp>
      <p:cxnSp>
        <p:nvCxnSpPr>
          <p:cNvPr id="91" name="Straight Connector 90">
            <a:extLst>
              <a:ext uri="{FF2B5EF4-FFF2-40B4-BE49-F238E27FC236}">
                <a16:creationId xmlns:a16="http://schemas.microsoft.com/office/drawing/2014/main" id="{4682A174-E8C4-3A7B-A844-3E47A12DF67D}"/>
              </a:ext>
            </a:extLst>
          </p:cNvPr>
          <p:cNvCxnSpPr>
            <a:cxnSpLocks/>
          </p:cNvCxnSpPr>
          <p:nvPr/>
        </p:nvCxnSpPr>
        <p:spPr>
          <a:xfrm>
            <a:off x="0" y="4123732"/>
            <a:ext cx="12192000" cy="0"/>
          </a:xfrm>
          <a:prstGeom prst="line">
            <a:avLst/>
          </a:prstGeom>
          <a:ln/>
        </p:spPr>
        <p:style>
          <a:lnRef idx="1">
            <a:schemeClr val="accent2"/>
          </a:lnRef>
          <a:fillRef idx="0">
            <a:schemeClr val="accent2"/>
          </a:fillRef>
          <a:effectRef idx="0">
            <a:schemeClr val="accent2"/>
          </a:effectRef>
          <a:fontRef idx="minor">
            <a:schemeClr val="tx1"/>
          </a:fontRef>
        </p:style>
      </p:cxnSp>
      <p:grpSp>
        <p:nvGrpSpPr>
          <p:cNvPr id="3" name="Group 2">
            <a:extLst>
              <a:ext uri="{FF2B5EF4-FFF2-40B4-BE49-F238E27FC236}">
                <a16:creationId xmlns:a16="http://schemas.microsoft.com/office/drawing/2014/main" id="{BC911F16-FD3B-B61B-ADA6-B1EE36329C04}"/>
              </a:ext>
            </a:extLst>
          </p:cNvPr>
          <p:cNvGrpSpPr/>
          <p:nvPr/>
        </p:nvGrpSpPr>
        <p:grpSpPr>
          <a:xfrm>
            <a:off x="390646" y="1424321"/>
            <a:ext cx="11383132" cy="1397841"/>
            <a:chOff x="372346" y="2531568"/>
            <a:chExt cx="11383132" cy="1397841"/>
          </a:xfrm>
        </p:grpSpPr>
        <p:sp>
          <p:nvSpPr>
            <p:cNvPr id="21" name="Rectangle 20">
              <a:extLst>
                <a:ext uri="{FF2B5EF4-FFF2-40B4-BE49-F238E27FC236}">
                  <a16:creationId xmlns:a16="http://schemas.microsoft.com/office/drawing/2014/main" id="{125B762F-BBC7-D8A8-CDEA-C6FF743BE01E}"/>
                </a:ext>
              </a:extLst>
            </p:cNvPr>
            <p:cNvSpPr/>
            <p:nvPr/>
          </p:nvSpPr>
          <p:spPr>
            <a:xfrm>
              <a:off x="372346" y="2555536"/>
              <a:ext cx="2459236" cy="1373873"/>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400" b="1"/>
                <a:t>Benefits of Effective Identification</a:t>
              </a:r>
            </a:p>
          </p:txBody>
        </p:sp>
        <p:sp>
          <p:nvSpPr>
            <p:cNvPr id="22" name="Rectangle 21">
              <a:extLst>
                <a:ext uri="{FF2B5EF4-FFF2-40B4-BE49-F238E27FC236}">
                  <a16:creationId xmlns:a16="http://schemas.microsoft.com/office/drawing/2014/main" id="{F799ECEF-263B-BD65-99E0-A7B58699A83A}"/>
                </a:ext>
              </a:extLst>
            </p:cNvPr>
            <p:cNvSpPr/>
            <p:nvPr/>
          </p:nvSpPr>
          <p:spPr>
            <a:xfrm>
              <a:off x="3010059" y="2543717"/>
              <a:ext cx="1975754" cy="1385692"/>
            </a:xfrm>
            <a:prstGeom prst="rect">
              <a:avLst/>
            </a:prstGeom>
            <a:solidFill>
              <a:schemeClr val="accent2">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23" name="TextBox 22">
              <a:extLst>
                <a:ext uri="{FF2B5EF4-FFF2-40B4-BE49-F238E27FC236}">
                  <a16:creationId xmlns:a16="http://schemas.microsoft.com/office/drawing/2014/main" id="{203F6ECF-1297-BAC4-2948-1231D2867356}"/>
                </a:ext>
              </a:extLst>
            </p:cNvPr>
            <p:cNvSpPr txBox="1"/>
            <p:nvPr/>
          </p:nvSpPr>
          <p:spPr>
            <a:xfrm>
              <a:off x="3052419" y="2924048"/>
              <a:ext cx="1927583" cy="307777"/>
            </a:xfrm>
            <a:prstGeom prst="rect">
              <a:avLst/>
            </a:prstGeom>
            <a:noFill/>
            <a:ln>
              <a:noFill/>
            </a:ln>
          </p:spPr>
          <p:txBody>
            <a:bodyPr wrap="square">
              <a:spAutoFit/>
            </a:bodyPr>
            <a:lstStyle/>
            <a:p>
              <a:pPr lvl="0" algn="ctr">
                <a:defRPr/>
              </a:pPr>
              <a:r>
                <a:rPr lang="en-US" sz="1400"/>
                <a:t>Anticipate risks early</a:t>
              </a:r>
              <a:endParaRPr kumimoji="0" lang="en-US" sz="1400" b="1" i="0" u="none" strike="noStrike" kern="1200" cap="none" spc="0" normalizeH="0" baseline="0" noProof="0">
                <a:ln>
                  <a:noFill/>
                </a:ln>
                <a:effectLst/>
                <a:uLnTx/>
                <a:uFillTx/>
              </a:endParaRPr>
            </a:p>
          </p:txBody>
        </p:sp>
        <p:cxnSp>
          <p:nvCxnSpPr>
            <p:cNvPr id="27" name="Straight Connector 26">
              <a:extLst>
                <a:ext uri="{FF2B5EF4-FFF2-40B4-BE49-F238E27FC236}">
                  <a16:creationId xmlns:a16="http://schemas.microsoft.com/office/drawing/2014/main" id="{72D211E7-95AC-5311-F962-FD8A0D383B0C}"/>
                </a:ext>
              </a:extLst>
            </p:cNvPr>
            <p:cNvCxnSpPr>
              <a:cxnSpLocks/>
            </p:cNvCxnSpPr>
            <p:nvPr/>
          </p:nvCxnSpPr>
          <p:spPr>
            <a:xfrm>
              <a:off x="3010059" y="2687026"/>
              <a:ext cx="201168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9D76E05E-C1B7-97D5-67B9-F1B8FABCEFD8}"/>
                </a:ext>
              </a:extLst>
            </p:cNvPr>
            <p:cNvSpPr/>
            <p:nvPr/>
          </p:nvSpPr>
          <p:spPr>
            <a:xfrm>
              <a:off x="5254427" y="2543717"/>
              <a:ext cx="1975754" cy="1385692"/>
            </a:xfrm>
            <a:prstGeom prst="rect">
              <a:avLst/>
            </a:prstGeom>
            <a:solidFill>
              <a:schemeClr val="accent2">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30" name="TextBox 29">
              <a:extLst>
                <a:ext uri="{FF2B5EF4-FFF2-40B4-BE49-F238E27FC236}">
                  <a16:creationId xmlns:a16="http://schemas.microsoft.com/office/drawing/2014/main" id="{52D2E02D-77A9-CF78-4AC6-013DED118837}"/>
                </a:ext>
              </a:extLst>
            </p:cNvPr>
            <p:cNvSpPr txBox="1"/>
            <p:nvPr/>
          </p:nvSpPr>
          <p:spPr>
            <a:xfrm>
              <a:off x="5296787" y="2924048"/>
              <a:ext cx="1927583" cy="738664"/>
            </a:xfrm>
            <a:prstGeom prst="rect">
              <a:avLst/>
            </a:prstGeom>
            <a:noFill/>
            <a:ln>
              <a:noFill/>
            </a:ln>
          </p:spPr>
          <p:txBody>
            <a:bodyPr wrap="square">
              <a:spAutoFit/>
            </a:bodyPr>
            <a:lstStyle/>
            <a:p>
              <a:pPr lvl="0" algn="ctr">
                <a:defRPr/>
              </a:pPr>
              <a:r>
                <a:rPr lang="en-US" sz="1400"/>
                <a:t>Design proactive engagement strategies</a:t>
              </a:r>
              <a:endParaRPr kumimoji="0" lang="en-US" sz="1400" b="1" i="0" u="none" strike="noStrike" kern="1200" cap="none" spc="0" normalizeH="0" baseline="0" noProof="0">
                <a:ln>
                  <a:noFill/>
                </a:ln>
                <a:effectLst/>
                <a:uLnTx/>
                <a:uFillTx/>
              </a:endParaRPr>
            </a:p>
          </p:txBody>
        </p:sp>
        <p:cxnSp>
          <p:nvCxnSpPr>
            <p:cNvPr id="34" name="Straight Connector 33">
              <a:extLst>
                <a:ext uri="{FF2B5EF4-FFF2-40B4-BE49-F238E27FC236}">
                  <a16:creationId xmlns:a16="http://schemas.microsoft.com/office/drawing/2014/main" id="{24F71311-3A92-AD4E-091E-A2CBA780DFC5}"/>
                </a:ext>
              </a:extLst>
            </p:cNvPr>
            <p:cNvCxnSpPr>
              <a:cxnSpLocks/>
            </p:cNvCxnSpPr>
            <p:nvPr/>
          </p:nvCxnSpPr>
          <p:spPr>
            <a:xfrm>
              <a:off x="5254427" y="2687026"/>
              <a:ext cx="201168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3CDE4F01-55C4-8CCB-AF58-9EFB26AC75BE}"/>
                </a:ext>
              </a:extLst>
            </p:cNvPr>
            <p:cNvSpPr/>
            <p:nvPr/>
          </p:nvSpPr>
          <p:spPr>
            <a:xfrm>
              <a:off x="7498795" y="2543717"/>
              <a:ext cx="1975754" cy="1385692"/>
            </a:xfrm>
            <a:prstGeom prst="rect">
              <a:avLst/>
            </a:prstGeom>
            <a:solidFill>
              <a:schemeClr val="accent2">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37" name="TextBox 36">
              <a:extLst>
                <a:ext uri="{FF2B5EF4-FFF2-40B4-BE49-F238E27FC236}">
                  <a16:creationId xmlns:a16="http://schemas.microsoft.com/office/drawing/2014/main" id="{B0A884AC-2841-80CE-2509-EB15BBDC0F5D}"/>
                </a:ext>
              </a:extLst>
            </p:cNvPr>
            <p:cNvSpPr txBox="1"/>
            <p:nvPr/>
          </p:nvSpPr>
          <p:spPr>
            <a:xfrm>
              <a:off x="7541155" y="2924048"/>
              <a:ext cx="1927583" cy="523220"/>
            </a:xfrm>
            <a:prstGeom prst="rect">
              <a:avLst/>
            </a:prstGeom>
            <a:noFill/>
            <a:ln>
              <a:noFill/>
            </a:ln>
          </p:spPr>
          <p:txBody>
            <a:bodyPr wrap="square">
              <a:spAutoFit/>
            </a:bodyPr>
            <a:lstStyle/>
            <a:p>
              <a:pPr lvl="0" algn="ctr">
                <a:defRPr/>
              </a:pPr>
              <a:r>
                <a:rPr lang="en-US" sz="1400"/>
                <a:t>Avoid crisis-driven responses</a:t>
              </a:r>
              <a:endParaRPr kumimoji="0" lang="en-US" sz="1400" b="1" i="0" u="none" strike="noStrike" kern="1200" cap="none" spc="0" normalizeH="0" baseline="0" noProof="0">
                <a:ln>
                  <a:noFill/>
                </a:ln>
                <a:effectLst/>
                <a:uLnTx/>
                <a:uFillTx/>
              </a:endParaRPr>
            </a:p>
          </p:txBody>
        </p:sp>
        <p:cxnSp>
          <p:nvCxnSpPr>
            <p:cNvPr id="41" name="Straight Connector 40">
              <a:extLst>
                <a:ext uri="{FF2B5EF4-FFF2-40B4-BE49-F238E27FC236}">
                  <a16:creationId xmlns:a16="http://schemas.microsoft.com/office/drawing/2014/main" id="{6106EBB4-6B35-E92C-4735-B0489D84293A}"/>
                </a:ext>
              </a:extLst>
            </p:cNvPr>
            <p:cNvCxnSpPr>
              <a:cxnSpLocks/>
            </p:cNvCxnSpPr>
            <p:nvPr/>
          </p:nvCxnSpPr>
          <p:spPr>
            <a:xfrm>
              <a:off x="7498795" y="2687026"/>
              <a:ext cx="201168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507260DA-1965-52B7-BF4A-10D7A4AD3A14}"/>
                </a:ext>
              </a:extLst>
            </p:cNvPr>
            <p:cNvSpPr/>
            <p:nvPr/>
          </p:nvSpPr>
          <p:spPr>
            <a:xfrm>
              <a:off x="9743798" y="2531568"/>
              <a:ext cx="1975754" cy="1385692"/>
            </a:xfrm>
            <a:prstGeom prst="rect">
              <a:avLst/>
            </a:prstGeom>
            <a:solidFill>
              <a:schemeClr val="accent2">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44" name="TextBox 43">
              <a:extLst>
                <a:ext uri="{FF2B5EF4-FFF2-40B4-BE49-F238E27FC236}">
                  <a16:creationId xmlns:a16="http://schemas.microsoft.com/office/drawing/2014/main" id="{C2BCD7C4-9B51-CC53-78FF-B7BDC9F06D15}"/>
                </a:ext>
              </a:extLst>
            </p:cNvPr>
            <p:cNvSpPr txBox="1"/>
            <p:nvPr/>
          </p:nvSpPr>
          <p:spPr>
            <a:xfrm>
              <a:off x="9786158" y="2911899"/>
              <a:ext cx="1927583" cy="523220"/>
            </a:xfrm>
            <a:prstGeom prst="rect">
              <a:avLst/>
            </a:prstGeom>
            <a:no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effectLst/>
                  <a:uLnTx/>
                  <a:uFillTx/>
                  <a:ea typeface="+mn-ea"/>
                  <a:cs typeface="+mn-cs"/>
                </a:rPr>
                <a:t>Enhances Market position</a:t>
              </a:r>
              <a:endParaRPr kumimoji="0" lang="en-US" sz="1400" b="1" i="0" u="none" strike="noStrike" kern="1200" cap="none" spc="0" normalizeH="0" baseline="0" noProof="0">
                <a:ln>
                  <a:noFill/>
                </a:ln>
                <a:effectLst/>
                <a:uLnTx/>
                <a:uFillTx/>
                <a:ea typeface="+mn-ea"/>
                <a:cs typeface="+mn-cs"/>
              </a:endParaRPr>
            </a:p>
          </p:txBody>
        </p:sp>
        <p:cxnSp>
          <p:nvCxnSpPr>
            <p:cNvPr id="48" name="Straight Connector 47">
              <a:extLst>
                <a:ext uri="{FF2B5EF4-FFF2-40B4-BE49-F238E27FC236}">
                  <a16:creationId xmlns:a16="http://schemas.microsoft.com/office/drawing/2014/main" id="{01C0923D-3506-50D9-D421-696F9EE8D3B7}"/>
                </a:ext>
              </a:extLst>
            </p:cNvPr>
            <p:cNvCxnSpPr>
              <a:cxnSpLocks/>
            </p:cNvCxnSpPr>
            <p:nvPr/>
          </p:nvCxnSpPr>
          <p:spPr>
            <a:xfrm>
              <a:off x="9743798" y="2674877"/>
              <a:ext cx="201168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4EE5553-8306-E8C7-8CB1-3EF5EB899168}"/>
                </a:ext>
              </a:extLst>
            </p:cNvPr>
            <p:cNvCxnSpPr>
              <a:cxnSpLocks/>
            </p:cNvCxnSpPr>
            <p:nvPr/>
          </p:nvCxnSpPr>
          <p:spPr>
            <a:xfrm>
              <a:off x="3010059" y="3758940"/>
              <a:ext cx="201168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8682C4B3-E42D-FABD-4085-8A230A1C6A97}"/>
                </a:ext>
              </a:extLst>
            </p:cNvPr>
            <p:cNvCxnSpPr>
              <a:cxnSpLocks/>
            </p:cNvCxnSpPr>
            <p:nvPr/>
          </p:nvCxnSpPr>
          <p:spPr>
            <a:xfrm>
              <a:off x="5254427" y="3758940"/>
              <a:ext cx="201168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79CF6D08-D932-49DA-012A-D05C12C15366}"/>
                </a:ext>
              </a:extLst>
            </p:cNvPr>
            <p:cNvCxnSpPr>
              <a:cxnSpLocks/>
            </p:cNvCxnSpPr>
            <p:nvPr/>
          </p:nvCxnSpPr>
          <p:spPr>
            <a:xfrm>
              <a:off x="7498795" y="3758940"/>
              <a:ext cx="201168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9DCF508E-4FD8-9006-05F9-52AE1DB100A0}"/>
                </a:ext>
              </a:extLst>
            </p:cNvPr>
            <p:cNvCxnSpPr>
              <a:cxnSpLocks/>
            </p:cNvCxnSpPr>
            <p:nvPr/>
          </p:nvCxnSpPr>
          <p:spPr>
            <a:xfrm>
              <a:off x="9743798" y="3746791"/>
              <a:ext cx="201168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106" name="Graphic 105" descr="Search Inventory with solid fill">
            <a:extLst>
              <a:ext uri="{FF2B5EF4-FFF2-40B4-BE49-F238E27FC236}">
                <a16:creationId xmlns:a16="http://schemas.microsoft.com/office/drawing/2014/main" id="{45A45635-5275-0813-CD76-AB533E5430B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8729" y="4707203"/>
            <a:ext cx="1706470" cy="1706470"/>
          </a:xfrm>
          <a:prstGeom prst="rect">
            <a:avLst/>
          </a:prstGeom>
        </p:spPr>
      </p:pic>
    </p:spTree>
    <p:custDataLst>
      <p:custData r:id="rId1"/>
    </p:custDataLst>
    <p:extLst>
      <p:ext uri="{BB962C8B-B14F-4D97-AF65-F5344CB8AC3E}">
        <p14:creationId xmlns:p14="http://schemas.microsoft.com/office/powerpoint/2010/main" val="3503785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AB107-E4DE-A0EC-916A-477459C901C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C5B95D4-B505-7FAD-F2B1-0F8B9F46E629}"/>
              </a:ext>
            </a:extLst>
          </p:cNvPr>
          <p:cNvSpPr>
            <a:spLocks noGrp="1"/>
          </p:cNvSpPr>
          <p:nvPr>
            <p:ph type="sldNum" sz="quarter" idx="4"/>
          </p:nvPr>
        </p:nvSpPr>
        <p:spPr/>
        <p:txBody>
          <a:bodyPr/>
          <a:lstStyle/>
          <a:p>
            <a:pPr algn="just"/>
            <a:fld id="{3E6AC032-1535-134B-A583-D5E1DDD0D167}" type="slidenum">
              <a:rPr lang="en-US" smtClean="0"/>
              <a:pPr algn="just"/>
              <a:t>15</a:t>
            </a:fld>
            <a:endParaRPr lang="en-US"/>
          </a:p>
        </p:txBody>
      </p:sp>
      <p:sp>
        <p:nvSpPr>
          <p:cNvPr id="13" name="Rectangle 12">
            <a:extLst>
              <a:ext uri="{FF2B5EF4-FFF2-40B4-BE49-F238E27FC236}">
                <a16:creationId xmlns:a16="http://schemas.microsoft.com/office/drawing/2014/main" id="{9189571F-9DDD-A3BD-815B-A57B69135FFF}"/>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Stakeholder Identification| Global Framework</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6" name="TextBox 5">
            <a:extLst>
              <a:ext uri="{FF2B5EF4-FFF2-40B4-BE49-F238E27FC236}">
                <a16:creationId xmlns:a16="http://schemas.microsoft.com/office/drawing/2014/main" id="{FCCCCDA3-D962-81AF-D1FB-0CDAD11D9A4F}"/>
              </a:ext>
            </a:extLst>
          </p:cNvPr>
          <p:cNvSpPr txBox="1"/>
          <p:nvPr/>
        </p:nvSpPr>
        <p:spPr>
          <a:xfrm>
            <a:off x="623421" y="871369"/>
            <a:ext cx="9811512" cy="285185"/>
          </a:xfrm>
          <a:prstGeom prst="rect">
            <a:avLst/>
          </a:prstGeom>
          <a:noFill/>
        </p:spPr>
        <p:txBody>
          <a:bodyPr wrap="square" lIns="0" tIns="0" rIns="0" bIns="0" rtlCol="0">
            <a:noAutofit/>
          </a:bodyPr>
          <a:lstStyle/>
          <a:p>
            <a:r>
              <a:rPr lang="en-US" sz="1400"/>
              <a:t>Identification of Stakeholders is the foundation for effective engagement, risk management, and compliance.</a:t>
            </a:r>
            <a:endParaRPr lang="en-US" sz="1400">
              <a:latin typeface="+mj-lt"/>
            </a:endParaRPr>
          </a:p>
        </p:txBody>
      </p:sp>
      <p:sp>
        <p:nvSpPr>
          <p:cNvPr id="28" name="Rectangle 27">
            <a:extLst>
              <a:ext uri="{FF2B5EF4-FFF2-40B4-BE49-F238E27FC236}">
                <a16:creationId xmlns:a16="http://schemas.microsoft.com/office/drawing/2014/main" id="{1C4EC0C8-DDFF-CC19-6FFF-F448B58AB719}"/>
              </a:ext>
            </a:extLst>
          </p:cNvPr>
          <p:cNvSpPr/>
          <p:nvPr/>
        </p:nvSpPr>
        <p:spPr>
          <a:xfrm>
            <a:off x="516500" y="1228984"/>
            <a:ext cx="5462186" cy="420245"/>
          </a:xfrm>
          <a:prstGeom prst="rect">
            <a:avLst/>
          </a:prstGeom>
          <a:solidFill>
            <a:schemeClr val="bg1"/>
          </a:solidFill>
          <a:ln>
            <a:solidFill>
              <a:schemeClr val="bg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b="1">
                <a:solidFill>
                  <a:schemeClr val="accent1">
                    <a:lumMod val="75000"/>
                  </a:schemeClr>
                </a:solidFill>
              </a:rPr>
              <a:t>Global Frameworks for Identifying Stakeholders</a:t>
            </a:r>
          </a:p>
        </p:txBody>
      </p:sp>
      <p:cxnSp>
        <p:nvCxnSpPr>
          <p:cNvPr id="31" name="Straight Connector 30">
            <a:extLst>
              <a:ext uri="{FF2B5EF4-FFF2-40B4-BE49-F238E27FC236}">
                <a16:creationId xmlns:a16="http://schemas.microsoft.com/office/drawing/2014/main" id="{07D04ECF-4162-1E0B-7195-22FB71B9172D}"/>
              </a:ext>
            </a:extLst>
          </p:cNvPr>
          <p:cNvCxnSpPr>
            <a:cxnSpLocks/>
          </p:cNvCxnSpPr>
          <p:nvPr/>
        </p:nvCxnSpPr>
        <p:spPr>
          <a:xfrm>
            <a:off x="706094" y="1655676"/>
            <a:ext cx="10817352" cy="0"/>
          </a:xfrm>
          <a:prstGeom prst="line">
            <a:avLst/>
          </a:prstGeom>
          <a:ln/>
        </p:spPr>
        <p:style>
          <a:lnRef idx="1">
            <a:schemeClr val="accent4"/>
          </a:lnRef>
          <a:fillRef idx="0">
            <a:schemeClr val="accent4"/>
          </a:fillRef>
          <a:effectRef idx="0">
            <a:schemeClr val="accent4"/>
          </a:effectRef>
          <a:fontRef idx="minor">
            <a:schemeClr val="tx1"/>
          </a:fontRef>
        </p:style>
      </p:cxnSp>
      <p:grpSp>
        <p:nvGrpSpPr>
          <p:cNvPr id="41" name="Group 40">
            <a:extLst>
              <a:ext uri="{FF2B5EF4-FFF2-40B4-BE49-F238E27FC236}">
                <a16:creationId xmlns:a16="http://schemas.microsoft.com/office/drawing/2014/main" id="{19EAE7DF-24AE-01FF-7E07-ACB66EA0757E}"/>
              </a:ext>
            </a:extLst>
          </p:cNvPr>
          <p:cNvGrpSpPr/>
          <p:nvPr/>
        </p:nvGrpSpPr>
        <p:grpSpPr>
          <a:xfrm>
            <a:off x="686623" y="1649229"/>
            <a:ext cx="10847832" cy="4490837"/>
            <a:chOff x="627888" y="1854904"/>
            <a:chExt cx="10847832" cy="4490837"/>
          </a:xfrm>
        </p:grpSpPr>
        <p:sp>
          <p:nvSpPr>
            <p:cNvPr id="18" name="Rectangle 17">
              <a:extLst>
                <a:ext uri="{FF2B5EF4-FFF2-40B4-BE49-F238E27FC236}">
                  <a16:creationId xmlns:a16="http://schemas.microsoft.com/office/drawing/2014/main" id="{0D23ED78-F146-80BF-B86F-4283EA6D8AD8}"/>
                </a:ext>
              </a:extLst>
            </p:cNvPr>
            <p:cNvSpPr/>
            <p:nvPr/>
          </p:nvSpPr>
          <p:spPr>
            <a:xfrm>
              <a:off x="1938527" y="1997366"/>
              <a:ext cx="2743197" cy="414901"/>
            </a:xfrm>
            <a:prstGeom prst="rect">
              <a:avLst/>
            </a:prstGeom>
            <a:solidFill>
              <a:schemeClr val="bg1"/>
            </a:solidFill>
            <a:ln>
              <a:solidFill>
                <a:schemeClr val="bg1"/>
              </a:solidFill>
            </a:ln>
          </p:spPr>
          <p:style>
            <a:lnRef idx="3">
              <a:schemeClr val="lt1"/>
            </a:lnRef>
            <a:fillRef idx="1">
              <a:schemeClr val="accent2"/>
            </a:fillRef>
            <a:effectRef idx="1">
              <a:schemeClr val="accent2"/>
            </a:effectRef>
            <a:fontRef idx="minor">
              <a:schemeClr val="lt1"/>
            </a:fontRef>
          </p:style>
          <p:txBody>
            <a:bodyPr rtlCol="0" anchor="ctr"/>
            <a:lstStyle/>
            <a:p>
              <a:pPr algn="just"/>
              <a:r>
                <a:rPr lang="en-US" sz="1200">
                  <a:solidFill>
                    <a:schemeClr val="tx1"/>
                  </a:solidFill>
                </a:rPr>
                <a:t>Global Reporting Initiative (GRI Standards)</a:t>
              </a:r>
            </a:p>
          </p:txBody>
        </p:sp>
        <p:sp>
          <p:nvSpPr>
            <p:cNvPr id="19" name="Rectangle 18">
              <a:extLst>
                <a:ext uri="{FF2B5EF4-FFF2-40B4-BE49-F238E27FC236}">
                  <a16:creationId xmlns:a16="http://schemas.microsoft.com/office/drawing/2014/main" id="{FD9E050C-9D08-2701-86DC-502E97A25042}"/>
                </a:ext>
              </a:extLst>
            </p:cNvPr>
            <p:cNvSpPr/>
            <p:nvPr/>
          </p:nvSpPr>
          <p:spPr>
            <a:xfrm>
              <a:off x="1929387" y="2644099"/>
              <a:ext cx="2834637" cy="600922"/>
            </a:xfrm>
            <a:prstGeom prst="rect">
              <a:avLst/>
            </a:prstGeom>
            <a:solidFill>
              <a:schemeClr val="bg1"/>
            </a:solidFill>
            <a:ln>
              <a:solidFill>
                <a:schemeClr val="bg1"/>
              </a:solidFill>
            </a:ln>
          </p:spPr>
          <p:style>
            <a:lnRef idx="3">
              <a:schemeClr val="lt1"/>
            </a:lnRef>
            <a:fillRef idx="1">
              <a:schemeClr val="accent2"/>
            </a:fillRef>
            <a:effectRef idx="1">
              <a:schemeClr val="accent2"/>
            </a:effectRef>
            <a:fontRef idx="minor">
              <a:schemeClr val="lt1"/>
            </a:fontRef>
          </p:style>
          <p:txBody>
            <a:bodyPr rtlCol="0" anchor="ctr"/>
            <a:lstStyle/>
            <a:p>
              <a:pPr algn="just"/>
              <a:r>
                <a:rPr lang="en-US" sz="1200">
                  <a:solidFill>
                    <a:schemeClr val="tx1"/>
                  </a:solidFill>
                </a:rPr>
                <a:t>OECD Guidelines for Multinational Enterprises on Responsible Business Conduct</a:t>
              </a:r>
            </a:p>
          </p:txBody>
        </p:sp>
        <p:sp>
          <p:nvSpPr>
            <p:cNvPr id="21" name="Rectangle 20">
              <a:extLst>
                <a:ext uri="{FF2B5EF4-FFF2-40B4-BE49-F238E27FC236}">
                  <a16:creationId xmlns:a16="http://schemas.microsoft.com/office/drawing/2014/main" id="{41FBFF9B-DE82-5FF6-95D2-263880720CBD}"/>
                </a:ext>
              </a:extLst>
            </p:cNvPr>
            <p:cNvSpPr/>
            <p:nvPr/>
          </p:nvSpPr>
          <p:spPr>
            <a:xfrm>
              <a:off x="5084064" y="1997365"/>
              <a:ext cx="6156627" cy="414901"/>
            </a:xfrm>
            <a:prstGeom prst="rect">
              <a:avLst/>
            </a:prstGeom>
            <a:solidFill>
              <a:schemeClr val="bg1"/>
            </a:solidFill>
            <a:ln>
              <a:solidFill>
                <a:schemeClr val="bg1"/>
              </a:solidFill>
            </a:ln>
          </p:spPr>
          <p:style>
            <a:lnRef idx="3">
              <a:schemeClr val="lt1"/>
            </a:lnRef>
            <a:fillRef idx="1">
              <a:schemeClr val="accent5"/>
            </a:fillRef>
            <a:effectRef idx="1">
              <a:schemeClr val="accent5"/>
            </a:effectRef>
            <a:fontRef idx="minor">
              <a:schemeClr val="lt1"/>
            </a:fontRef>
          </p:style>
          <p:txBody>
            <a:bodyPr rtlCol="0" anchor="ctr"/>
            <a:lstStyle/>
            <a:p>
              <a:pPr algn="just"/>
              <a:r>
                <a:rPr lang="en-US" sz="1200">
                  <a:solidFill>
                    <a:schemeClr val="tx1"/>
                  </a:solidFill>
                </a:rPr>
                <a:t>Requires companies to identify stakeholders systematically as part of sustainability reporting.</a:t>
              </a:r>
            </a:p>
          </p:txBody>
        </p:sp>
        <p:sp>
          <p:nvSpPr>
            <p:cNvPr id="22" name="Rectangle 21">
              <a:extLst>
                <a:ext uri="{FF2B5EF4-FFF2-40B4-BE49-F238E27FC236}">
                  <a16:creationId xmlns:a16="http://schemas.microsoft.com/office/drawing/2014/main" id="{ECE8FB37-18C0-7D8E-92E4-175D9557B0AA}"/>
                </a:ext>
              </a:extLst>
            </p:cNvPr>
            <p:cNvSpPr/>
            <p:nvPr/>
          </p:nvSpPr>
          <p:spPr>
            <a:xfrm>
              <a:off x="5074920" y="2717311"/>
              <a:ext cx="6391656" cy="414901"/>
            </a:xfrm>
            <a:prstGeom prst="rect">
              <a:avLst/>
            </a:prstGeom>
            <a:solidFill>
              <a:schemeClr val="bg1"/>
            </a:solidFill>
            <a:ln>
              <a:solidFill>
                <a:schemeClr val="bg1"/>
              </a:solidFill>
            </a:ln>
          </p:spPr>
          <p:style>
            <a:lnRef idx="3">
              <a:schemeClr val="lt1"/>
            </a:lnRef>
            <a:fillRef idx="1">
              <a:schemeClr val="accent5"/>
            </a:fillRef>
            <a:effectRef idx="1">
              <a:schemeClr val="accent5"/>
            </a:effectRef>
            <a:fontRef idx="minor">
              <a:schemeClr val="lt1"/>
            </a:fontRef>
          </p:style>
          <p:txBody>
            <a:bodyPr rtlCol="0" anchor="ctr"/>
            <a:lstStyle/>
            <a:p>
              <a:pPr algn="just"/>
              <a:r>
                <a:rPr lang="en-US" sz="1200">
                  <a:solidFill>
                    <a:schemeClr val="tx1"/>
                  </a:solidFill>
                </a:rPr>
                <a:t>Recommends proactive stakeholders’ identification for due diligence and responsible business conduct.</a:t>
              </a:r>
            </a:p>
          </p:txBody>
        </p:sp>
        <p:sp>
          <p:nvSpPr>
            <p:cNvPr id="24" name="Rectangle 23">
              <a:extLst>
                <a:ext uri="{FF2B5EF4-FFF2-40B4-BE49-F238E27FC236}">
                  <a16:creationId xmlns:a16="http://schemas.microsoft.com/office/drawing/2014/main" id="{E26C3466-D5D3-6E1F-C09E-61DEC011011B}"/>
                </a:ext>
              </a:extLst>
            </p:cNvPr>
            <p:cNvSpPr/>
            <p:nvPr/>
          </p:nvSpPr>
          <p:spPr>
            <a:xfrm>
              <a:off x="1920240" y="3448445"/>
              <a:ext cx="2834640" cy="414901"/>
            </a:xfrm>
            <a:prstGeom prst="rect">
              <a:avLst/>
            </a:prstGeom>
            <a:solidFill>
              <a:schemeClr val="bg1"/>
            </a:solidFill>
            <a:ln>
              <a:solidFill>
                <a:schemeClr val="bg1"/>
              </a:solidFill>
            </a:ln>
          </p:spPr>
          <p:style>
            <a:lnRef idx="3">
              <a:schemeClr val="lt1"/>
            </a:lnRef>
            <a:fillRef idx="1">
              <a:schemeClr val="accent2"/>
            </a:fillRef>
            <a:effectRef idx="1">
              <a:schemeClr val="accent2"/>
            </a:effectRef>
            <a:fontRef idx="minor">
              <a:schemeClr val="lt1"/>
            </a:fontRef>
          </p:style>
          <p:txBody>
            <a:bodyPr rtlCol="0" anchor="ctr"/>
            <a:lstStyle/>
            <a:p>
              <a:pPr algn="just"/>
              <a:r>
                <a:rPr lang="en-US" sz="1200">
                  <a:solidFill>
                    <a:schemeClr val="tx1"/>
                  </a:solidFill>
                </a:rPr>
                <a:t>EU Corporate Sustainability Reporting Directive (CSRD)</a:t>
              </a:r>
            </a:p>
          </p:txBody>
        </p:sp>
        <p:sp>
          <p:nvSpPr>
            <p:cNvPr id="25" name="Rectangle 24">
              <a:extLst>
                <a:ext uri="{FF2B5EF4-FFF2-40B4-BE49-F238E27FC236}">
                  <a16:creationId xmlns:a16="http://schemas.microsoft.com/office/drawing/2014/main" id="{EEF24317-28F5-DDFC-F638-1629D387C2FC}"/>
                </a:ext>
              </a:extLst>
            </p:cNvPr>
            <p:cNvSpPr/>
            <p:nvPr/>
          </p:nvSpPr>
          <p:spPr>
            <a:xfrm>
              <a:off x="1920239" y="4211974"/>
              <a:ext cx="2834639" cy="414901"/>
            </a:xfrm>
            <a:prstGeom prst="rect">
              <a:avLst/>
            </a:prstGeom>
            <a:solidFill>
              <a:schemeClr val="bg1"/>
            </a:solidFill>
            <a:ln>
              <a:solidFill>
                <a:schemeClr val="bg1"/>
              </a:solidFill>
            </a:ln>
          </p:spPr>
          <p:style>
            <a:lnRef idx="3">
              <a:schemeClr val="lt1"/>
            </a:lnRef>
            <a:fillRef idx="1">
              <a:schemeClr val="accent2"/>
            </a:fillRef>
            <a:effectRef idx="1">
              <a:schemeClr val="accent2"/>
            </a:effectRef>
            <a:fontRef idx="minor">
              <a:schemeClr val="lt1"/>
            </a:fontRef>
          </p:style>
          <p:txBody>
            <a:bodyPr rtlCol="0" anchor="ctr"/>
            <a:lstStyle/>
            <a:p>
              <a:pPr algn="just"/>
              <a:r>
                <a:rPr lang="en-US" sz="1200">
                  <a:solidFill>
                    <a:schemeClr val="tx1"/>
                  </a:solidFill>
                </a:rPr>
                <a:t>UN Guiding Principles on Business and Human Rights (UNGPs)</a:t>
              </a:r>
            </a:p>
          </p:txBody>
        </p:sp>
        <p:sp>
          <p:nvSpPr>
            <p:cNvPr id="26" name="Rectangle 25">
              <a:extLst>
                <a:ext uri="{FF2B5EF4-FFF2-40B4-BE49-F238E27FC236}">
                  <a16:creationId xmlns:a16="http://schemas.microsoft.com/office/drawing/2014/main" id="{B7DFCC52-9911-A8C1-AA36-B1C2C7F149E0}"/>
                </a:ext>
              </a:extLst>
            </p:cNvPr>
            <p:cNvSpPr/>
            <p:nvPr/>
          </p:nvSpPr>
          <p:spPr>
            <a:xfrm>
              <a:off x="5091769" y="3443742"/>
              <a:ext cx="6194642" cy="414901"/>
            </a:xfrm>
            <a:prstGeom prst="rect">
              <a:avLst/>
            </a:prstGeom>
            <a:solidFill>
              <a:schemeClr val="bg1"/>
            </a:solidFill>
            <a:ln>
              <a:solidFill>
                <a:schemeClr val="bg1"/>
              </a:solidFill>
            </a:ln>
          </p:spPr>
          <p:style>
            <a:lnRef idx="3">
              <a:schemeClr val="lt1"/>
            </a:lnRef>
            <a:fillRef idx="1">
              <a:schemeClr val="accent5"/>
            </a:fillRef>
            <a:effectRef idx="1">
              <a:schemeClr val="accent5"/>
            </a:effectRef>
            <a:fontRef idx="minor">
              <a:schemeClr val="lt1"/>
            </a:fontRef>
          </p:style>
          <p:txBody>
            <a:bodyPr rtlCol="0" anchor="ctr"/>
            <a:lstStyle/>
            <a:p>
              <a:pPr algn="just"/>
              <a:r>
                <a:rPr lang="en-US" sz="1200">
                  <a:solidFill>
                    <a:schemeClr val="tx1"/>
                  </a:solidFill>
                </a:rPr>
                <a:t>Requires companies to conduct </a:t>
              </a:r>
              <a:r>
                <a:rPr lang="en-US" sz="1200" i="1">
                  <a:solidFill>
                    <a:schemeClr val="tx1"/>
                  </a:solidFill>
                </a:rPr>
                <a:t>double materiality assessment</a:t>
              </a:r>
              <a:r>
                <a:rPr lang="en-US" sz="1200">
                  <a:solidFill>
                    <a:schemeClr val="tx1"/>
                  </a:solidFill>
                </a:rPr>
                <a:t>, identifying stakeholders impacted by and influencing the company.</a:t>
              </a:r>
            </a:p>
          </p:txBody>
        </p:sp>
        <p:sp>
          <p:nvSpPr>
            <p:cNvPr id="27" name="Rectangle 26">
              <a:extLst>
                <a:ext uri="{FF2B5EF4-FFF2-40B4-BE49-F238E27FC236}">
                  <a16:creationId xmlns:a16="http://schemas.microsoft.com/office/drawing/2014/main" id="{4181DD85-ACAA-65C4-FE2F-C577BA65038E}"/>
                </a:ext>
              </a:extLst>
            </p:cNvPr>
            <p:cNvSpPr/>
            <p:nvPr/>
          </p:nvSpPr>
          <p:spPr>
            <a:xfrm>
              <a:off x="5084064" y="4187522"/>
              <a:ext cx="6391656" cy="414901"/>
            </a:xfrm>
            <a:prstGeom prst="rect">
              <a:avLst/>
            </a:prstGeom>
            <a:solidFill>
              <a:schemeClr val="bg1"/>
            </a:solidFill>
            <a:ln>
              <a:solidFill>
                <a:schemeClr val="bg1"/>
              </a:solidFill>
            </a:ln>
          </p:spPr>
          <p:style>
            <a:lnRef idx="3">
              <a:schemeClr val="lt1"/>
            </a:lnRef>
            <a:fillRef idx="1">
              <a:schemeClr val="accent5"/>
            </a:fillRef>
            <a:effectRef idx="1">
              <a:schemeClr val="accent5"/>
            </a:effectRef>
            <a:fontRef idx="minor">
              <a:schemeClr val="lt1"/>
            </a:fontRef>
          </p:style>
          <p:txBody>
            <a:bodyPr rtlCol="0" anchor="ctr"/>
            <a:lstStyle/>
            <a:p>
              <a:pPr algn="just"/>
              <a:r>
                <a:rPr lang="en-US" sz="1200">
                  <a:solidFill>
                    <a:schemeClr val="tx1"/>
                  </a:solidFill>
                </a:rPr>
                <a:t>Mandates identifying “rights-holders” affected by business activities.</a:t>
              </a:r>
            </a:p>
          </p:txBody>
        </p:sp>
        <p:sp>
          <p:nvSpPr>
            <p:cNvPr id="33" name="Rectangle 32">
              <a:extLst>
                <a:ext uri="{FF2B5EF4-FFF2-40B4-BE49-F238E27FC236}">
                  <a16:creationId xmlns:a16="http://schemas.microsoft.com/office/drawing/2014/main" id="{6325B976-E557-773B-7121-E31CCDFA2EC4}"/>
                </a:ext>
              </a:extLst>
            </p:cNvPr>
            <p:cNvSpPr/>
            <p:nvPr/>
          </p:nvSpPr>
          <p:spPr>
            <a:xfrm>
              <a:off x="1920239" y="5722638"/>
              <a:ext cx="2807465" cy="447612"/>
            </a:xfrm>
            <a:prstGeom prst="rect">
              <a:avLst/>
            </a:prstGeom>
            <a:solidFill>
              <a:schemeClr val="bg1"/>
            </a:solidFill>
            <a:ln>
              <a:solidFill>
                <a:schemeClr val="bg1"/>
              </a:solidFill>
            </a:ln>
          </p:spPr>
          <p:style>
            <a:lnRef idx="3">
              <a:schemeClr val="lt1"/>
            </a:lnRef>
            <a:fillRef idx="1">
              <a:schemeClr val="accent2"/>
            </a:fillRef>
            <a:effectRef idx="1">
              <a:schemeClr val="accent2"/>
            </a:effectRef>
            <a:fontRef idx="minor">
              <a:schemeClr val="lt1"/>
            </a:fontRef>
          </p:style>
          <p:txBody>
            <a:bodyPr rtlCol="0" anchor="ctr"/>
            <a:lstStyle/>
            <a:p>
              <a:pPr algn="just"/>
              <a:r>
                <a:rPr lang="en-US" sz="1200">
                  <a:solidFill>
                    <a:schemeClr val="tx1"/>
                  </a:solidFill>
                </a:rPr>
                <a:t>National Guidelines on Responsible Business Conduct (NGRBC)</a:t>
              </a:r>
            </a:p>
          </p:txBody>
        </p:sp>
        <p:sp>
          <p:nvSpPr>
            <p:cNvPr id="34" name="Rectangle 33">
              <a:extLst>
                <a:ext uri="{FF2B5EF4-FFF2-40B4-BE49-F238E27FC236}">
                  <a16:creationId xmlns:a16="http://schemas.microsoft.com/office/drawing/2014/main" id="{416B7515-73AB-8C64-FE41-6B06D3985DE8}"/>
                </a:ext>
              </a:extLst>
            </p:cNvPr>
            <p:cNvSpPr/>
            <p:nvPr/>
          </p:nvSpPr>
          <p:spPr>
            <a:xfrm>
              <a:off x="5093208" y="5690855"/>
              <a:ext cx="6240963" cy="447612"/>
            </a:xfrm>
            <a:prstGeom prst="rect">
              <a:avLst/>
            </a:prstGeom>
            <a:solidFill>
              <a:schemeClr val="bg1"/>
            </a:solidFill>
            <a:ln>
              <a:solidFill>
                <a:schemeClr val="bg1"/>
              </a:solidFill>
            </a:ln>
          </p:spPr>
          <p:style>
            <a:lnRef idx="3">
              <a:schemeClr val="lt1"/>
            </a:lnRef>
            <a:fillRef idx="1">
              <a:schemeClr val="accent5"/>
            </a:fillRef>
            <a:effectRef idx="1">
              <a:schemeClr val="accent5"/>
            </a:effectRef>
            <a:fontRef idx="minor">
              <a:schemeClr val="lt1"/>
            </a:fontRef>
          </p:style>
          <p:txBody>
            <a:bodyPr rtlCol="0" anchor="ctr"/>
            <a:lstStyle/>
            <a:p>
              <a:pPr algn="just"/>
              <a:r>
                <a:rPr lang="en-US" sz="1200">
                  <a:solidFill>
                    <a:schemeClr val="tx1"/>
                  </a:solidFill>
                </a:rPr>
                <a:t>Mandates that Businesses of Indian Listed companies should respect the interests of all stakeholders and be responsive to their needs and concerns.</a:t>
              </a:r>
            </a:p>
          </p:txBody>
        </p:sp>
        <p:sp>
          <p:nvSpPr>
            <p:cNvPr id="35" name="Rectangle 34">
              <a:extLst>
                <a:ext uri="{FF2B5EF4-FFF2-40B4-BE49-F238E27FC236}">
                  <a16:creationId xmlns:a16="http://schemas.microsoft.com/office/drawing/2014/main" id="{88E9DC23-4FF2-6EB8-D252-81577598081F}"/>
                </a:ext>
              </a:extLst>
            </p:cNvPr>
            <p:cNvSpPr/>
            <p:nvPr/>
          </p:nvSpPr>
          <p:spPr>
            <a:xfrm>
              <a:off x="1911095" y="4973399"/>
              <a:ext cx="2816345" cy="430147"/>
            </a:xfrm>
            <a:prstGeom prst="rect">
              <a:avLst/>
            </a:prstGeom>
            <a:solidFill>
              <a:schemeClr val="bg1"/>
            </a:solidFill>
            <a:ln>
              <a:solidFill>
                <a:schemeClr val="bg1"/>
              </a:solidFill>
            </a:ln>
          </p:spPr>
          <p:style>
            <a:lnRef idx="3">
              <a:schemeClr val="lt1"/>
            </a:lnRef>
            <a:fillRef idx="1">
              <a:schemeClr val="accent2"/>
            </a:fillRef>
            <a:effectRef idx="1">
              <a:schemeClr val="accent2"/>
            </a:effectRef>
            <a:fontRef idx="minor">
              <a:schemeClr val="lt1"/>
            </a:fontRef>
          </p:style>
          <p:txBody>
            <a:bodyPr rtlCol="0" anchor="ctr"/>
            <a:lstStyle/>
            <a:p>
              <a:pPr algn="just"/>
              <a:r>
                <a:rPr lang="en-US" sz="1200">
                  <a:solidFill>
                    <a:schemeClr val="tx1"/>
                  </a:solidFill>
                </a:rPr>
                <a:t>SEBI’s Business Responsibility and Sustainability Report (BRSR)</a:t>
              </a:r>
            </a:p>
          </p:txBody>
        </p:sp>
        <p:sp>
          <p:nvSpPr>
            <p:cNvPr id="36" name="Rectangle 35">
              <a:extLst>
                <a:ext uri="{FF2B5EF4-FFF2-40B4-BE49-F238E27FC236}">
                  <a16:creationId xmlns:a16="http://schemas.microsoft.com/office/drawing/2014/main" id="{1F5AB726-16AF-163D-B341-E13D509B8A1E}"/>
                </a:ext>
              </a:extLst>
            </p:cNvPr>
            <p:cNvSpPr/>
            <p:nvPr/>
          </p:nvSpPr>
          <p:spPr>
            <a:xfrm>
              <a:off x="5099304" y="4951257"/>
              <a:ext cx="6220788" cy="438792"/>
            </a:xfrm>
            <a:prstGeom prst="rect">
              <a:avLst/>
            </a:prstGeom>
            <a:solidFill>
              <a:schemeClr val="bg1"/>
            </a:solidFill>
            <a:ln>
              <a:solidFill>
                <a:schemeClr val="bg1"/>
              </a:solidFill>
            </a:ln>
          </p:spPr>
          <p:style>
            <a:lnRef idx="3">
              <a:schemeClr val="lt1"/>
            </a:lnRef>
            <a:fillRef idx="1">
              <a:schemeClr val="accent5"/>
            </a:fillRef>
            <a:effectRef idx="1">
              <a:schemeClr val="accent5"/>
            </a:effectRef>
            <a:fontRef idx="minor">
              <a:schemeClr val="lt1"/>
            </a:fontRef>
          </p:style>
          <p:txBody>
            <a:bodyPr rtlCol="0" anchor="ctr"/>
            <a:lstStyle/>
            <a:p>
              <a:pPr algn="just"/>
              <a:r>
                <a:rPr lang="en-US" sz="1200">
                  <a:solidFill>
                    <a:schemeClr val="tx1"/>
                  </a:solidFill>
                </a:rPr>
                <a:t>Mandates Indian Listed companies to </a:t>
              </a:r>
              <a:r>
                <a:rPr lang="en-US" sz="1200" i="1">
                  <a:solidFill>
                    <a:schemeClr val="tx1"/>
                  </a:solidFill>
                </a:rPr>
                <a:t>identify and engage key stakeholders</a:t>
              </a:r>
              <a:r>
                <a:rPr lang="en-US" sz="1200">
                  <a:solidFill>
                    <a:schemeClr val="tx1"/>
                  </a:solidFill>
                </a:rPr>
                <a:t> including employees, customers, suppliers, investors, communities, and regulators.</a:t>
              </a:r>
            </a:p>
          </p:txBody>
        </p:sp>
        <p:pic>
          <p:nvPicPr>
            <p:cNvPr id="3074" name="Picture 2" descr="About Sustainability Reporting: The GRI ...">
              <a:extLst>
                <a:ext uri="{FF2B5EF4-FFF2-40B4-BE49-F238E27FC236}">
                  <a16:creationId xmlns:a16="http://schemas.microsoft.com/office/drawing/2014/main" id="{2718085C-C95E-CD48-EA57-CFDBAEEB7B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7046" y="1920112"/>
              <a:ext cx="568904" cy="568904"/>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3+ Hundred Corporate Sustainability ...">
              <a:extLst>
                <a:ext uri="{FF2B5EF4-FFF2-40B4-BE49-F238E27FC236}">
                  <a16:creationId xmlns:a16="http://schemas.microsoft.com/office/drawing/2014/main" id="{FB2E7043-68DC-6D23-BC30-83A7C61AB93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7754"/>
            <a:stretch>
              <a:fillRect/>
            </a:stretch>
          </p:blipFill>
          <p:spPr bwMode="auto">
            <a:xfrm>
              <a:off x="905588" y="3369039"/>
              <a:ext cx="594944" cy="592003"/>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The United Nations | URI">
              <a:extLst>
                <a:ext uri="{FF2B5EF4-FFF2-40B4-BE49-F238E27FC236}">
                  <a16:creationId xmlns:a16="http://schemas.microsoft.com/office/drawing/2014/main" id="{C0B8040A-B988-BA58-741B-4DD9587B085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1687" t="14422" r="9201" b="18296"/>
            <a:stretch>
              <a:fillRect/>
            </a:stretch>
          </p:blipFill>
          <p:spPr bwMode="auto">
            <a:xfrm>
              <a:off x="827669" y="4079490"/>
              <a:ext cx="795611" cy="676653"/>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Exchange Board of India (SEBI ...">
              <a:extLst>
                <a:ext uri="{FF2B5EF4-FFF2-40B4-BE49-F238E27FC236}">
                  <a16:creationId xmlns:a16="http://schemas.microsoft.com/office/drawing/2014/main" id="{3537AAB8-ACC5-75A7-95F6-12305061F89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5335" r="18741"/>
            <a:stretch>
              <a:fillRect/>
            </a:stretch>
          </p:blipFill>
          <p:spPr bwMode="auto">
            <a:xfrm>
              <a:off x="871903" y="4883542"/>
              <a:ext cx="627970" cy="639679"/>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MCA Strikes Off 2.33 Lakh Dormant Firms ...">
              <a:extLst>
                <a:ext uri="{FF2B5EF4-FFF2-40B4-BE49-F238E27FC236}">
                  <a16:creationId xmlns:a16="http://schemas.microsoft.com/office/drawing/2014/main" id="{8F1D1F8B-7687-F1BF-28AC-1AAA20B04C8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7829" y="5766163"/>
              <a:ext cx="716436" cy="401204"/>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506E546A-CC80-6B5D-C9CE-390E703871E1}"/>
                </a:ext>
              </a:extLst>
            </p:cNvPr>
            <p:cNvCxnSpPr/>
            <p:nvPr/>
          </p:nvCxnSpPr>
          <p:spPr>
            <a:xfrm>
              <a:off x="4873752" y="1865181"/>
              <a:ext cx="0" cy="4480560"/>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AAF4D59-58F0-DE1C-F5EE-E9EA7ED45E24}"/>
                </a:ext>
              </a:extLst>
            </p:cNvPr>
            <p:cNvCxnSpPr/>
            <p:nvPr/>
          </p:nvCxnSpPr>
          <p:spPr>
            <a:xfrm>
              <a:off x="1789176" y="1865181"/>
              <a:ext cx="0" cy="448056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91D0C044-BAA3-3B9C-45F5-7D11732C7A2C}"/>
                </a:ext>
              </a:extLst>
            </p:cNvPr>
            <p:cNvCxnSpPr>
              <a:cxnSpLocks/>
            </p:cNvCxnSpPr>
            <p:nvPr/>
          </p:nvCxnSpPr>
          <p:spPr>
            <a:xfrm>
              <a:off x="658368" y="2562235"/>
              <a:ext cx="10817352" cy="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20" name="Straight Connector 19">
              <a:extLst>
                <a:ext uri="{FF2B5EF4-FFF2-40B4-BE49-F238E27FC236}">
                  <a16:creationId xmlns:a16="http://schemas.microsoft.com/office/drawing/2014/main" id="{D95C2435-0904-96DF-971D-22A9B378FD91}"/>
                </a:ext>
              </a:extLst>
            </p:cNvPr>
            <p:cNvCxnSpPr>
              <a:cxnSpLocks/>
            </p:cNvCxnSpPr>
            <p:nvPr/>
          </p:nvCxnSpPr>
          <p:spPr>
            <a:xfrm>
              <a:off x="649224" y="3289081"/>
              <a:ext cx="10817352" cy="0"/>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C0C7E68-0CB9-902F-E5DD-E9C1CDE245A7}"/>
                </a:ext>
              </a:extLst>
            </p:cNvPr>
            <p:cNvCxnSpPr>
              <a:cxnSpLocks/>
            </p:cNvCxnSpPr>
            <p:nvPr/>
          </p:nvCxnSpPr>
          <p:spPr>
            <a:xfrm>
              <a:off x="655320" y="4026697"/>
              <a:ext cx="10789920" cy="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D3AAD471-32AB-3C08-C909-A25B56EBBC12}"/>
                </a:ext>
              </a:extLst>
            </p:cNvPr>
            <p:cNvCxnSpPr>
              <a:cxnSpLocks/>
            </p:cNvCxnSpPr>
            <p:nvPr/>
          </p:nvCxnSpPr>
          <p:spPr>
            <a:xfrm>
              <a:off x="646176" y="4795566"/>
              <a:ext cx="10789920" cy="0"/>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1D29205-C7A7-75C1-1B3F-354673AAF181}"/>
                </a:ext>
              </a:extLst>
            </p:cNvPr>
            <p:cNvCxnSpPr>
              <a:cxnSpLocks/>
            </p:cNvCxnSpPr>
            <p:nvPr/>
          </p:nvCxnSpPr>
          <p:spPr>
            <a:xfrm>
              <a:off x="655320" y="5560216"/>
              <a:ext cx="10789920" cy="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32" name="Straight Connector 31">
              <a:extLst>
                <a:ext uri="{FF2B5EF4-FFF2-40B4-BE49-F238E27FC236}">
                  <a16:creationId xmlns:a16="http://schemas.microsoft.com/office/drawing/2014/main" id="{5EAC882A-01A2-1920-ED01-6A154973D05E}"/>
                </a:ext>
              </a:extLst>
            </p:cNvPr>
            <p:cNvCxnSpPr>
              <a:cxnSpLocks/>
            </p:cNvCxnSpPr>
            <p:nvPr/>
          </p:nvCxnSpPr>
          <p:spPr>
            <a:xfrm>
              <a:off x="627888" y="6345741"/>
              <a:ext cx="10817352" cy="0"/>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37" name="Straight Connector 36">
              <a:extLst>
                <a:ext uri="{FF2B5EF4-FFF2-40B4-BE49-F238E27FC236}">
                  <a16:creationId xmlns:a16="http://schemas.microsoft.com/office/drawing/2014/main" id="{AB91E2E7-60D0-E796-1022-1C7E7DFF1425}"/>
                </a:ext>
              </a:extLst>
            </p:cNvPr>
            <p:cNvCxnSpPr/>
            <p:nvPr/>
          </p:nvCxnSpPr>
          <p:spPr>
            <a:xfrm>
              <a:off x="637032" y="1854904"/>
              <a:ext cx="0" cy="4480560"/>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38" name="Straight Connector 37">
              <a:extLst>
                <a:ext uri="{FF2B5EF4-FFF2-40B4-BE49-F238E27FC236}">
                  <a16:creationId xmlns:a16="http://schemas.microsoft.com/office/drawing/2014/main" id="{1E81634E-4B07-8F80-B41B-A81067B65422}"/>
                </a:ext>
              </a:extLst>
            </p:cNvPr>
            <p:cNvCxnSpPr/>
            <p:nvPr/>
          </p:nvCxnSpPr>
          <p:spPr>
            <a:xfrm>
              <a:off x="11459041" y="1865181"/>
              <a:ext cx="0" cy="4480560"/>
            </a:xfrm>
            <a:prstGeom prst="line">
              <a:avLst/>
            </a:prstGeom>
            <a:ln/>
          </p:spPr>
          <p:style>
            <a:lnRef idx="1">
              <a:schemeClr val="accent4"/>
            </a:lnRef>
            <a:fillRef idx="0">
              <a:schemeClr val="accent4"/>
            </a:fillRef>
            <a:effectRef idx="0">
              <a:schemeClr val="accent4"/>
            </a:effectRef>
            <a:fontRef idx="minor">
              <a:schemeClr val="tx1"/>
            </a:fontRef>
          </p:style>
        </p:cxnSp>
      </p:grpSp>
      <p:pic>
        <p:nvPicPr>
          <p:cNvPr id="3088" name="Picture 16" descr="Organisation for Economic Co-operation and Development | Digital Watch  Observatory">
            <a:extLst>
              <a:ext uri="{FF2B5EF4-FFF2-40B4-BE49-F238E27FC236}">
                <a16:creationId xmlns:a16="http://schemas.microsoft.com/office/drawing/2014/main" id="{11B8E011-3E60-B44E-C23E-9ACA7F805A4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3482" y="2498415"/>
            <a:ext cx="432945" cy="417820"/>
          </a:xfrm>
          <a:prstGeom prst="rect">
            <a:avLst/>
          </a:prstGeom>
          <a:noFill/>
          <a:extLst>
            <a:ext uri="{909E8E84-426E-40DD-AFC4-6F175D3DCCD1}">
              <a14:hiddenFill xmlns:a14="http://schemas.microsoft.com/office/drawing/2010/main">
                <a:solidFill>
                  <a:srgbClr val="FFFFFF"/>
                </a:solidFill>
              </a14:hiddenFill>
            </a:ext>
          </a:extLst>
        </p:spPr>
      </p:pic>
    </p:spTree>
    <p:custDataLst>
      <p:custData r:id="rId1"/>
    </p:custDataLst>
    <p:extLst>
      <p:ext uri="{BB962C8B-B14F-4D97-AF65-F5344CB8AC3E}">
        <p14:creationId xmlns:p14="http://schemas.microsoft.com/office/powerpoint/2010/main" val="1832601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BBE73-1818-1572-817B-0FB55169091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F5251FD-01FE-5DB1-434D-192B6D458008}"/>
              </a:ext>
            </a:extLst>
          </p:cNvPr>
          <p:cNvSpPr/>
          <p:nvPr/>
        </p:nvSpPr>
        <p:spPr>
          <a:xfrm>
            <a:off x="-103633" y="9144"/>
            <a:ext cx="6199633" cy="685800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A3C5893-DF75-8670-A633-5DEEEB76BE12}"/>
              </a:ext>
            </a:extLst>
          </p:cNvPr>
          <p:cNvSpPr/>
          <p:nvPr/>
        </p:nvSpPr>
        <p:spPr>
          <a:xfrm>
            <a:off x="4304144" y="2953512"/>
            <a:ext cx="7887856" cy="1280160"/>
          </a:xfrm>
          <a:prstGeom prst="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2800" i="1">
                <a:ln w="0"/>
                <a:solidFill>
                  <a:schemeClr val="bg1"/>
                </a:solidFill>
                <a:effectLst>
                  <a:outerShdw blurRad="38100" dist="19050" dir="2700000" algn="tl" rotWithShape="0">
                    <a:schemeClr val="dk1">
                      <a:alpha val="40000"/>
                    </a:schemeClr>
                  </a:outerShdw>
                </a:effectLst>
                <a:latin typeface="+mj-lt"/>
              </a:rPr>
              <a:t>           Stakeholder Mapping &amp; Prioritization</a:t>
            </a:r>
          </a:p>
        </p:txBody>
      </p:sp>
      <p:sp>
        <p:nvSpPr>
          <p:cNvPr id="4" name="Rectangle 3">
            <a:extLst>
              <a:ext uri="{FF2B5EF4-FFF2-40B4-BE49-F238E27FC236}">
                <a16:creationId xmlns:a16="http://schemas.microsoft.com/office/drawing/2014/main" id="{3AAA2AF6-1298-11A9-5108-1BA97FBDCA87}"/>
              </a:ext>
            </a:extLst>
          </p:cNvPr>
          <p:cNvSpPr/>
          <p:nvPr/>
        </p:nvSpPr>
        <p:spPr>
          <a:xfrm>
            <a:off x="11811000" y="-9144"/>
            <a:ext cx="381000" cy="379095"/>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960"/>
          </a:p>
        </p:txBody>
      </p:sp>
      <p:pic>
        <p:nvPicPr>
          <p:cNvPr id="12" name="Picture 11">
            <a:extLst>
              <a:ext uri="{FF2B5EF4-FFF2-40B4-BE49-F238E27FC236}">
                <a16:creationId xmlns:a16="http://schemas.microsoft.com/office/drawing/2014/main" id="{6BA6E221-FD38-B1B5-7123-33774BE098DB}"/>
              </a:ext>
            </a:extLst>
          </p:cNvPr>
          <p:cNvPicPr>
            <a:picLocks noChangeAspect="1"/>
          </p:cNvPicPr>
          <p:nvPr/>
        </p:nvPicPr>
        <p:blipFill>
          <a:blip r:embed="rId4"/>
          <a:stretch>
            <a:fillRect/>
          </a:stretch>
        </p:blipFill>
        <p:spPr>
          <a:xfrm>
            <a:off x="-74666" y="5324856"/>
            <a:ext cx="1693154" cy="1524000"/>
          </a:xfrm>
          <a:prstGeom prst="rect">
            <a:avLst/>
          </a:prstGeom>
        </p:spPr>
      </p:pic>
      <p:sp>
        <p:nvSpPr>
          <p:cNvPr id="7" name="Flowchart: Delay 6">
            <a:extLst>
              <a:ext uri="{FF2B5EF4-FFF2-40B4-BE49-F238E27FC236}">
                <a16:creationId xmlns:a16="http://schemas.microsoft.com/office/drawing/2014/main" id="{0037CC8F-6E53-E221-7E4E-966D5D316292}"/>
              </a:ext>
            </a:extLst>
          </p:cNvPr>
          <p:cNvSpPr/>
          <p:nvPr/>
        </p:nvSpPr>
        <p:spPr>
          <a:xfrm>
            <a:off x="4322432" y="2965590"/>
            <a:ext cx="942800" cy="1268082"/>
          </a:xfrm>
          <a:prstGeom prst="flowChartDela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a:solidFill>
                  <a:schemeClr val="tx1"/>
                </a:solidFill>
                <a:latin typeface="+mj-lt"/>
              </a:rPr>
              <a:t>02</a:t>
            </a:r>
          </a:p>
        </p:txBody>
      </p:sp>
    </p:spTree>
    <p:custDataLst>
      <p:custData r:id="rId1"/>
    </p:custDataLst>
    <p:extLst>
      <p:ext uri="{BB962C8B-B14F-4D97-AF65-F5344CB8AC3E}">
        <p14:creationId xmlns:p14="http://schemas.microsoft.com/office/powerpoint/2010/main" val="1161584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5C788-8C6A-7C59-7C25-2E88F5CB83A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95D2E2E-67AF-B60F-444E-EC9865FA24AB}"/>
              </a:ext>
            </a:extLst>
          </p:cNvPr>
          <p:cNvSpPr>
            <a:spLocks noGrp="1"/>
          </p:cNvSpPr>
          <p:nvPr>
            <p:ph type="sldNum" sz="quarter" idx="4"/>
          </p:nvPr>
        </p:nvSpPr>
        <p:spPr>
          <a:xfrm>
            <a:off x="11802027" y="6628979"/>
            <a:ext cx="298209" cy="161583"/>
          </a:xfrm>
        </p:spPr>
        <p:txBody>
          <a:bodyPr/>
          <a:lstStyle/>
          <a:p>
            <a:fld id="{3E6AC032-1535-134B-A583-D5E1DDD0D167}" type="slidenum">
              <a:rPr lang="en-US" smtClean="0"/>
              <a:pPr/>
              <a:t>17</a:t>
            </a:fld>
            <a:endParaRPr lang="en-US"/>
          </a:p>
        </p:txBody>
      </p:sp>
      <p:sp>
        <p:nvSpPr>
          <p:cNvPr id="13" name="Rectangle 12">
            <a:extLst>
              <a:ext uri="{FF2B5EF4-FFF2-40B4-BE49-F238E27FC236}">
                <a16:creationId xmlns:a16="http://schemas.microsoft.com/office/drawing/2014/main" id="{2BBD1D53-4696-87BE-8D9F-EF13B89670FC}"/>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Stakeholders’ Mapping &amp; Prioritizing | Tools</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51" name="Content Placeholder 16">
            <a:extLst>
              <a:ext uri="{FF2B5EF4-FFF2-40B4-BE49-F238E27FC236}">
                <a16:creationId xmlns:a16="http://schemas.microsoft.com/office/drawing/2014/main" id="{4ABBFC0A-C54F-9A4F-BF22-A391A1D6241A}"/>
              </a:ext>
            </a:extLst>
          </p:cNvPr>
          <p:cNvSpPr txBox="1">
            <a:spLocks/>
          </p:cNvSpPr>
          <p:nvPr/>
        </p:nvSpPr>
        <p:spPr>
          <a:xfrm>
            <a:off x="612699" y="4088218"/>
            <a:ext cx="3280410" cy="2454275"/>
          </a:xfrm>
          <a:prstGeom prst="rect">
            <a:avLst/>
          </a:prstGeom>
        </p:spPr>
        <p:style>
          <a:lnRef idx="2">
            <a:schemeClr val="dk1"/>
          </a:lnRef>
          <a:fillRef idx="1">
            <a:schemeClr val="lt1"/>
          </a:fillRef>
          <a:effectRef idx="0">
            <a:schemeClr val="dk1"/>
          </a:effectRef>
          <a:fontRef idx="minor">
            <a:schemeClr val="dk1"/>
          </a:fontRef>
        </p:style>
        <p:txBody>
          <a:bodyPr lIns="91440" tIns="91440" rIns="91440" anchor="ct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a:solidFill>
                  <a:schemeClr val="accent1"/>
                </a:solidFill>
              </a:rPr>
              <a:t>Power–Interest Matrix</a:t>
            </a:r>
          </a:p>
          <a:p>
            <a:pPr algn="ctr"/>
            <a:r>
              <a:rPr lang="en-US" sz="1200" b="0"/>
              <a:t>Maps stakeholders based on their power to influence and their interest in the organization’s activities.</a:t>
            </a:r>
            <a:br>
              <a:rPr lang="en-US" sz="1200" b="0"/>
            </a:br>
            <a:endParaRPr lang="en-US" sz="1200" b="0"/>
          </a:p>
        </p:txBody>
      </p:sp>
      <p:sp>
        <p:nvSpPr>
          <p:cNvPr id="52" name="Content Placeholder 24">
            <a:extLst>
              <a:ext uri="{FF2B5EF4-FFF2-40B4-BE49-F238E27FC236}">
                <a16:creationId xmlns:a16="http://schemas.microsoft.com/office/drawing/2014/main" id="{3AA61AF1-9F36-D372-C9DD-4F0E80638B12}"/>
              </a:ext>
            </a:extLst>
          </p:cNvPr>
          <p:cNvSpPr txBox="1">
            <a:spLocks/>
          </p:cNvSpPr>
          <p:nvPr/>
        </p:nvSpPr>
        <p:spPr>
          <a:xfrm>
            <a:off x="4455084" y="4088219"/>
            <a:ext cx="3280410" cy="2454275"/>
          </a:xfrm>
          <a:prstGeom prst="rect">
            <a:avLst/>
          </a:prstGeom>
        </p:spPr>
        <p:style>
          <a:lnRef idx="2">
            <a:schemeClr val="dk1"/>
          </a:lnRef>
          <a:fillRef idx="1">
            <a:schemeClr val="lt1"/>
          </a:fillRef>
          <a:effectRef idx="0">
            <a:schemeClr val="dk1"/>
          </a:effectRef>
          <a:fontRef idx="minor">
            <a:schemeClr val="dk1"/>
          </a:fontRef>
        </p:style>
        <p:txBody>
          <a:bodyPr vert="horz" lIns="91440" tIns="91440" rIns="91440" bIns="0" rtlCol="0" anchor="ctr">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a:solidFill>
                  <a:schemeClr val="accent1"/>
                </a:solidFill>
              </a:rPr>
              <a:t>Influence–Impact Matrix</a:t>
            </a:r>
          </a:p>
          <a:p>
            <a:pPr algn="ctr"/>
            <a:r>
              <a:rPr lang="en-US" sz="1200" b="0"/>
              <a:t>This approach is similar to the Power/Interest Matrix. It focuses on how much a stakeholder can influence change and how much they are impacted by it.</a:t>
            </a:r>
          </a:p>
        </p:txBody>
      </p:sp>
      <p:sp>
        <p:nvSpPr>
          <p:cNvPr id="53" name="Content Placeholder 25">
            <a:extLst>
              <a:ext uri="{FF2B5EF4-FFF2-40B4-BE49-F238E27FC236}">
                <a16:creationId xmlns:a16="http://schemas.microsoft.com/office/drawing/2014/main" id="{196D6FAF-0397-AEDE-5995-609A0E502E3C}"/>
              </a:ext>
            </a:extLst>
          </p:cNvPr>
          <p:cNvSpPr>
            <a:spLocks noGrp="1"/>
          </p:cNvSpPr>
          <p:nvPr>
            <p:ph idx="11"/>
          </p:nvPr>
        </p:nvSpPr>
        <p:spPr>
          <a:xfrm>
            <a:off x="8297469" y="4088219"/>
            <a:ext cx="3280410" cy="2454275"/>
          </a:xfrm>
        </p:spPr>
        <p:style>
          <a:lnRef idx="2">
            <a:schemeClr val="dk1"/>
          </a:lnRef>
          <a:fillRef idx="1">
            <a:schemeClr val="lt1"/>
          </a:fillRef>
          <a:effectRef idx="0">
            <a:schemeClr val="dk1"/>
          </a:effectRef>
          <a:fontRef idx="minor">
            <a:schemeClr val="dk1"/>
          </a:fontRef>
        </p:style>
        <p:txBody>
          <a:bodyPr lIns="91440" tIns="91440" rIns="91440" anchor="ctr"/>
          <a:lstStyle/>
          <a:p>
            <a:pPr algn="ctr"/>
            <a:r>
              <a:rPr lang="en-US" sz="1200" noProof="0">
                <a:solidFill>
                  <a:schemeClr val="accent1"/>
                </a:solidFill>
              </a:rPr>
              <a:t>Stakeholder Salience Model</a:t>
            </a:r>
          </a:p>
          <a:p>
            <a:pPr algn="ctr"/>
            <a:r>
              <a:rPr lang="en-US" sz="1200" b="0" noProof="0"/>
              <a:t>Evaluates stakeholders based on: </a:t>
            </a:r>
          </a:p>
          <a:p>
            <a:pPr algn="ctr"/>
            <a:r>
              <a:rPr lang="en-US" sz="1200" noProof="0"/>
              <a:t>Control:</a:t>
            </a:r>
            <a:r>
              <a:rPr lang="en-US" sz="1200" b="0" noProof="0"/>
              <a:t> Ability to influence the decisions </a:t>
            </a:r>
          </a:p>
          <a:p>
            <a:pPr algn="ctr"/>
            <a:r>
              <a:rPr lang="en-US" sz="1200" noProof="0"/>
              <a:t>Lawful: </a:t>
            </a:r>
            <a:r>
              <a:rPr lang="en-US" sz="1200" b="0" noProof="0"/>
              <a:t>Appropriateness of their involvement </a:t>
            </a:r>
          </a:p>
          <a:p>
            <a:pPr algn="ctr"/>
            <a:r>
              <a:rPr lang="en-US" sz="1200" noProof="0"/>
              <a:t>Urgency:</a:t>
            </a:r>
            <a:r>
              <a:rPr lang="en-US" sz="1200" b="0" noProof="0"/>
              <a:t> Need for immediate attention</a:t>
            </a:r>
          </a:p>
        </p:txBody>
      </p:sp>
      <p:sp>
        <p:nvSpPr>
          <p:cNvPr id="16" name="Google Shape;1124;p52">
            <a:extLst>
              <a:ext uri="{FF2B5EF4-FFF2-40B4-BE49-F238E27FC236}">
                <a16:creationId xmlns:a16="http://schemas.microsoft.com/office/drawing/2014/main" id="{7DB615E7-CAD5-AF3A-FF6A-0B821DC7DFE4}"/>
              </a:ext>
            </a:extLst>
          </p:cNvPr>
          <p:cNvSpPr/>
          <p:nvPr/>
        </p:nvSpPr>
        <p:spPr>
          <a:xfrm>
            <a:off x="3700586" y="3941371"/>
            <a:ext cx="291839" cy="291839"/>
          </a:xfrm>
          <a:prstGeom prst="ellipse">
            <a:avLst/>
          </a:prstGeom>
          <a:solidFill>
            <a:srgbClr val="FFFFFF"/>
          </a:solidFill>
          <a:ln w="2857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GB" sz="1200" b="1">
                <a:solidFill>
                  <a:schemeClr val="dk2"/>
                </a:solidFill>
                <a:latin typeface="Arial"/>
                <a:ea typeface="Arial"/>
                <a:cs typeface="Arial"/>
                <a:sym typeface="Arial"/>
              </a:rPr>
              <a:t>1</a:t>
            </a:r>
            <a:endParaRPr sz="1200"/>
          </a:p>
        </p:txBody>
      </p:sp>
      <p:sp>
        <p:nvSpPr>
          <p:cNvPr id="17" name="Google Shape;1132;p52">
            <a:extLst>
              <a:ext uri="{FF2B5EF4-FFF2-40B4-BE49-F238E27FC236}">
                <a16:creationId xmlns:a16="http://schemas.microsoft.com/office/drawing/2014/main" id="{D1D974D7-75E4-EADA-AC3F-5E4677B3F7FA}"/>
              </a:ext>
            </a:extLst>
          </p:cNvPr>
          <p:cNvSpPr/>
          <p:nvPr/>
        </p:nvSpPr>
        <p:spPr>
          <a:xfrm>
            <a:off x="7548464" y="3941376"/>
            <a:ext cx="291839" cy="291839"/>
          </a:xfrm>
          <a:prstGeom prst="ellipse">
            <a:avLst/>
          </a:prstGeom>
          <a:solidFill>
            <a:srgbClr val="FFFFFF"/>
          </a:solidFill>
          <a:ln w="28575" cap="flat" cmpd="sng">
            <a:solidFill>
              <a:schemeClr val="accent5"/>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GB" sz="1200" b="1">
                <a:solidFill>
                  <a:schemeClr val="accent5"/>
                </a:solidFill>
                <a:latin typeface="Arial"/>
                <a:ea typeface="Arial"/>
                <a:cs typeface="Arial"/>
                <a:sym typeface="Arial"/>
              </a:rPr>
              <a:t>2</a:t>
            </a:r>
            <a:endParaRPr sz="1200"/>
          </a:p>
        </p:txBody>
      </p:sp>
      <p:sp>
        <p:nvSpPr>
          <p:cNvPr id="18" name="Google Shape;1140;p52">
            <a:extLst>
              <a:ext uri="{FF2B5EF4-FFF2-40B4-BE49-F238E27FC236}">
                <a16:creationId xmlns:a16="http://schemas.microsoft.com/office/drawing/2014/main" id="{5C57E6C9-0396-17C3-5CFC-DD592E7778BB}"/>
              </a:ext>
            </a:extLst>
          </p:cNvPr>
          <p:cNvSpPr/>
          <p:nvPr/>
        </p:nvSpPr>
        <p:spPr>
          <a:xfrm>
            <a:off x="11405770" y="3941374"/>
            <a:ext cx="291839" cy="291839"/>
          </a:xfrm>
          <a:prstGeom prst="ellipse">
            <a:avLst/>
          </a:prstGeom>
          <a:solidFill>
            <a:srgbClr val="FFFFFF"/>
          </a:solidFill>
          <a:ln w="2857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GB" sz="1200" b="1">
                <a:solidFill>
                  <a:schemeClr val="accent1"/>
                </a:solidFill>
                <a:latin typeface="Arial"/>
                <a:ea typeface="Arial"/>
                <a:cs typeface="Arial"/>
                <a:sym typeface="Arial"/>
              </a:rPr>
              <a:t>3</a:t>
            </a:r>
            <a:endParaRPr sz="1200"/>
          </a:p>
        </p:txBody>
      </p:sp>
      <p:sp>
        <p:nvSpPr>
          <p:cNvPr id="20" name="Google Shape;2139;p69">
            <a:extLst>
              <a:ext uri="{FF2B5EF4-FFF2-40B4-BE49-F238E27FC236}">
                <a16:creationId xmlns:a16="http://schemas.microsoft.com/office/drawing/2014/main" id="{7399D37A-C450-2B21-AEE7-6F98673F11D3}"/>
              </a:ext>
            </a:extLst>
          </p:cNvPr>
          <p:cNvSpPr/>
          <p:nvPr/>
        </p:nvSpPr>
        <p:spPr>
          <a:xfrm rot="10800000">
            <a:off x="1341216" y="6521227"/>
            <a:ext cx="2849219" cy="183589"/>
          </a:xfrm>
          <a:custGeom>
            <a:avLst/>
            <a:gdLst/>
            <a:ahLst/>
            <a:cxnLst/>
            <a:rect l="l" t="t" r="r" b="b"/>
            <a:pathLst>
              <a:path w="733245" h="198407" extrusionOk="0">
                <a:moveTo>
                  <a:pt x="0" y="198407"/>
                </a:moveTo>
                <a:lnTo>
                  <a:pt x="37531" y="0"/>
                </a:lnTo>
                <a:lnTo>
                  <a:pt x="733245" y="0"/>
                </a:lnTo>
              </a:path>
            </a:pathLst>
          </a:custGeom>
          <a:noFill/>
          <a:ln w="19050" cap="flat" cmpd="sng">
            <a:solidFill>
              <a:schemeClr val="dk2"/>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900">
              <a:solidFill>
                <a:schemeClr val="accent1"/>
              </a:solidFill>
              <a:latin typeface="Arial"/>
              <a:ea typeface="Arial"/>
              <a:cs typeface="Arial"/>
              <a:sym typeface="Arial"/>
            </a:endParaRPr>
          </a:p>
        </p:txBody>
      </p:sp>
      <p:sp>
        <p:nvSpPr>
          <p:cNvPr id="21" name="Google Shape;2139;p69">
            <a:extLst>
              <a:ext uri="{FF2B5EF4-FFF2-40B4-BE49-F238E27FC236}">
                <a16:creationId xmlns:a16="http://schemas.microsoft.com/office/drawing/2014/main" id="{90DC9C5B-7A6E-3336-1FA4-83A6AC74BA31}"/>
              </a:ext>
            </a:extLst>
          </p:cNvPr>
          <p:cNvSpPr/>
          <p:nvPr/>
        </p:nvSpPr>
        <p:spPr>
          <a:xfrm rot="10800000">
            <a:off x="5188528" y="6521227"/>
            <a:ext cx="2849219" cy="183589"/>
          </a:xfrm>
          <a:custGeom>
            <a:avLst/>
            <a:gdLst/>
            <a:ahLst/>
            <a:cxnLst/>
            <a:rect l="l" t="t" r="r" b="b"/>
            <a:pathLst>
              <a:path w="733245" h="198407" extrusionOk="0">
                <a:moveTo>
                  <a:pt x="0" y="198407"/>
                </a:moveTo>
                <a:lnTo>
                  <a:pt x="37531" y="0"/>
                </a:lnTo>
                <a:lnTo>
                  <a:pt x="733245" y="0"/>
                </a:lnTo>
              </a:path>
            </a:pathLst>
          </a:custGeom>
          <a:noFill/>
          <a:ln w="19050" cap="flat" cmpd="sng">
            <a:solidFill>
              <a:schemeClr val="dk2"/>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900">
              <a:solidFill>
                <a:schemeClr val="accent1"/>
              </a:solidFill>
              <a:latin typeface="Arial"/>
              <a:ea typeface="Arial"/>
              <a:cs typeface="Arial"/>
              <a:sym typeface="Arial"/>
            </a:endParaRPr>
          </a:p>
        </p:txBody>
      </p:sp>
      <p:sp>
        <p:nvSpPr>
          <p:cNvPr id="22" name="Google Shape;2139;p69">
            <a:extLst>
              <a:ext uri="{FF2B5EF4-FFF2-40B4-BE49-F238E27FC236}">
                <a16:creationId xmlns:a16="http://schemas.microsoft.com/office/drawing/2014/main" id="{4C80007B-487C-3DBD-4766-0ABF8F745989}"/>
              </a:ext>
            </a:extLst>
          </p:cNvPr>
          <p:cNvSpPr/>
          <p:nvPr/>
        </p:nvSpPr>
        <p:spPr>
          <a:xfrm rot="10800000">
            <a:off x="9046472" y="6519224"/>
            <a:ext cx="2849219" cy="183589"/>
          </a:xfrm>
          <a:custGeom>
            <a:avLst/>
            <a:gdLst/>
            <a:ahLst/>
            <a:cxnLst/>
            <a:rect l="l" t="t" r="r" b="b"/>
            <a:pathLst>
              <a:path w="733245" h="198407" extrusionOk="0">
                <a:moveTo>
                  <a:pt x="0" y="198407"/>
                </a:moveTo>
                <a:lnTo>
                  <a:pt x="37531" y="0"/>
                </a:lnTo>
                <a:lnTo>
                  <a:pt x="733245" y="0"/>
                </a:lnTo>
              </a:path>
            </a:pathLst>
          </a:custGeom>
          <a:noFill/>
          <a:ln w="19050" cap="flat" cmpd="sng">
            <a:solidFill>
              <a:schemeClr val="dk2"/>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900">
              <a:solidFill>
                <a:schemeClr val="accent1"/>
              </a:solidFill>
              <a:latin typeface="Arial"/>
              <a:ea typeface="Arial"/>
              <a:cs typeface="Arial"/>
              <a:sym typeface="Arial"/>
            </a:endParaRPr>
          </a:p>
        </p:txBody>
      </p:sp>
      <p:grpSp>
        <p:nvGrpSpPr>
          <p:cNvPr id="23" name="Group 21">
            <a:extLst>
              <a:ext uri="{FF2B5EF4-FFF2-40B4-BE49-F238E27FC236}">
                <a16:creationId xmlns:a16="http://schemas.microsoft.com/office/drawing/2014/main" id="{3E9CD9A6-FD0B-311E-7423-FD328C17C377}"/>
              </a:ext>
            </a:extLst>
          </p:cNvPr>
          <p:cNvGrpSpPr/>
          <p:nvPr/>
        </p:nvGrpSpPr>
        <p:grpSpPr>
          <a:xfrm>
            <a:off x="400048" y="797208"/>
            <a:ext cx="5497267" cy="2366758"/>
            <a:chOff x="516782" y="1635125"/>
            <a:chExt cx="4295421" cy="2303462"/>
          </a:xfrm>
        </p:grpSpPr>
        <p:sp>
          <p:nvSpPr>
            <p:cNvPr id="24" name="AutoShape 3">
              <a:extLst>
                <a:ext uri="{FF2B5EF4-FFF2-40B4-BE49-F238E27FC236}">
                  <a16:creationId xmlns:a16="http://schemas.microsoft.com/office/drawing/2014/main" id="{86BF7E81-9BD6-977B-EABE-8AE5C88FE74A}"/>
                </a:ext>
              </a:extLst>
            </p:cNvPr>
            <p:cNvSpPr>
              <a:spLocks noChangeArrowheads="1"/>
            </p:cNvSpPr>
            <p:nvPr/>
          </p:nvSpPr>
          <p:spPr bwMode="auto">
            <a:xfrm rot="16200000" flipH="1">
              <a:off x="1305771" y="849313"/>
              <a:ext cx="420687" cy="1992313"/>
            </a:xfrm>
            <a:prstGeom prst="homePlate">
              <a:avLst>
                <a:gd name="adj" fmla="val 30944"/>
              </a:avLst>
            </a:prstGeom>
            <a:ln>
              <a:headEnd/>
              <a:tailEnd/>
            </a:ln>
          </p:spPr>
          <p:style>
            <a:lnRef idx="2">
              <a:schemeClr val="dk1"/>
            </a:lnRef>
            <a:fillRef idx="1">
              <a:schemeClr val="lt1"/>
            </a:fillRef>
            <a:effectRef idx="0">
              <a:schemeClr val="dk1"/>
            </a:effectRef>
            <a:fontRef idx="minor">
              <a:schemeClr val="dk1"/>
            </a:fontRef>
          </p:style>
          <p:txBody>
            <a:bodyPr vert="eaVert" lIns="52153" tIns="54000" rIns="108000" bIns="52153">
              <a:noAutofit/>
            </a:bodyPr>
            <a:lstStyle/>
            <a:p>
              <a:pPr algn="ctr" defTabSz="1042988" eaLnBrk="0" hangingPunct="0">
                <a:buClrTx/>
                <a:buSzTx/>
                <a:buFontTx/>
                <a:buNone/>
              </a:pPr>
              <a:r>
                <a:rPr lang="en-GB" sz="1200" b="1" i="1">
                  <a:solidFill>
                    <a:sysClr val="windowText" lastClr="000000"/>
                  </a:solidFill>
                  <a:cs typeface="Arial" pitchFamily="34" charset="0"/>
                </a:rPr>
                <a:t>What is it?</a:t>
              </a:r>
            </a:p>
          </p:txBody>
        </p:sp>
        <p:sp>
          <p:nvSpPr>
            <p:cNvPr id="25" name="Freeform 4">
              <a:extLst>
                <a:ext uri="{FF2B5EF4-FFF2-40B4-BE49-F238E27FC236}">
                  <a16:creationId xmlns:a16="http://schemas.microsoft.com/office/drawing/2014/main" id="{54A87FFE-FF90-BE12-0346-30B6CC95E329}"/>
                </a:ext>
              </a:extLst>
            </p:cNvPr>
            <p:cNvSpPr>
              <a:spLocks/>
            </p:cNvSpPr>
            <p:nvPr/>
          </p:nvSpPr>
          <p:spPr bwMode="auto">
            <a:xfrm>
              <a:off x="516782" y="2000250"/>
              <a:ext cx="1995487" cy="1938337"/>
            </a:xfrm>
            <a:custGeom>
              <a:avLst/>
              <a:gdLst>
                <a:gd name="T0" fmla="*/ 2147483647 w 1590"/>
                <a:gd name="T1" fmla="*/ 0 h 1901"/>
                <a:gd name="T2" fmla="*/ 2147483647 w 1590"/>
                <a:gd name="T3" fmla="*/ 2147483647 h 1901"/>
                <a:gd name="T4" fmla="*/ 2147483647 w 1590"/>
                <a:gd name="T5" fmla="*/ 0 h 1901"/>
                <a:gd name="T6" fmla="*/ 2147483647 w 1590"/>
                <a:gd name="T7" fmla="*/ 2147483647 h 1901"/>
                <a:gd name="T8" fmla="*/ 0 w 1590"/>
                <a:gd name="T9" fmla="*/ 2147483647 h 1901"/>
                <a:gd name="T10" fmla="*/ 2147483647 w 1590"/>
                <a:gd name="T11" fmla="*/ 2147483647 h 1901"/>
                <a:gd name="T12" fmla="*/ 2147483647 w 1590"/>
                <a:gd name="T13" fmla="*/ 2147483647 h 1901"/>
                <a:gd name="T14" fmla="*/ 2147483647 w 1590"/>
                <a:gd name="T15" fmla="*/ 2147483647 h 1901"/>
                <a:gd name="T16" fmla="*/ 2147483647 w 1590"/>
                <a:gd name="T17" fmla="*/ 0 h 19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0"/>
                <a:gd name="T28" fmla="*/ 0 h 1901"/>
                <a:gd name="T29" fmla="*/ 1590 w 1590"/>
                <a:gd name="T30" fmla="*/ 1901 h 190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0" h="1901">
                  <a:moveTo>
                    <a:pt x="4" y="0"/>
                  </a:moveTo>
                  <a:lnTo>
                    <a:pt x="797" y="127"/>
                  </a:lnTo>
                  <a:lnTo>
                    <a:pt x="1589" y="0"/>
                  </a:lnTo>
                  <a:lnTo>
                    <a:pt x="1589" y="1900"/>
                  </a:lnTo>
                  <a:lnTo>
                    <a:pt x="0" y="1900"/>
                  </a:lnTo>
                  <a:lnTo>
                    <a:pt x="24" y="1900"/>
                  </a:lnTo>
                  <a:lnTo>
                    <a:pt x="8" y="1900"/>
                  </a:lnTo>
                  <a:lnTo>
                    <a:pt x="4" y="1900"/>
                  </a:lnTo>
                  <a:lnTo>
                    <a:pt x="4" y="0"/>
                  </a:lnTo>
                </a:path>
              </a:pathLst>
            </a:custGeom>
            <a:solidFill>
              <a:schemeClr val="accent1"/>
            </a:solidFill>
            <a:ln>
              <a:solidFill>
                <a:schemeClr val="bg1"/>
              </a:solidFill>
              <a:headEnd/>
              <a:tailEnd/>
            </a:ln>
          </p:spPr>
          <p:style>
            <a:lnRef idx="2">
              <a:schemeClr val="dk1"/>
            </a:lnRef>
            <a:fillRef idx="0">
              <a:schemeClr val="dk1"/>
            </a:fillRef>
            <a:effectRef idx="1">
              <a:schemeClr val="dk1"/>
            </a:effectRef>
            <a:fontRef idx="minor">
              <a:schemeClr val="tx1"/>
            </a:fontRef>
          </p:style>
          <p:txBody>
            <a:bodyPr lIns="52153" tIns="52153" rIns="52153" bIns="52153">
              <a:noAutofit/>
            </a:bodyPr>
            <a:lstStyle/>
            <a:p>
              <a:pPr defTabSz="1042988">
                <a:spcAft>
                  <a:spcPct val="0"/>
                </a:spcAft>
                <a:buClrTx/>
                <a:buSzTx/>
                <a:buFontTx/>
                <a:buNone/>
              </a:pPr>
              <a:endParaRPr lang="en-GB" sz="1200">
                <a:solidFill>
                  <a:schemeClr val="bg1"/>
                </a:solidFill>
                <a:latin typeface="+mj-lt"/>
                <a:cs typeface="Arial" pitchFamily="34" charset="0"/>
              </a:endParaRPr>
            </a:p>
          </p:txBody>
        </p:sp>
        <p:sp>
          <p:nvSpPr>
            <p:cNvPr id="26" name="Rectangle 12">
              <a:extLst>
                <a:ext uri="{FF2B5EF4-FFF2-40B4-BE49-F238E27FC236}">
                  <a16:creationId xmlns:a16="http://schemas.microsoft.com/office/drawing/2014/main" id="{1CFED0E9-AC3F-44BA-0307-CD2A1180A544}"/>
                </a:ext>
              </a:extLst>
            </p:cNvPr>
            <p:cNvSpPr txBox="1">
              <a:spLocks noChangeArrowheads="1"/>
            </p:cNvSpPr>
            <p:nvPr/>
          </p:nvSpPr>
          <p:spPr>
            <a:xfrm>
              <a:off x="605684" y="2222500"/>
              <a:ext cx="1814512" cy="1441100"/>
            </a:xfrm>
            <a:prstGeom prst="rect">
              <a:avLst/>
            </a:prstGeom>
            <a:noFill/>
            <a:ln w="12700">
              <a:noFill/>
            </a:ln>
          </p:spPr>
          <p:txBody>
            <a:bodyPr lIns="0" tIns="0" rIns="0" bIns="0" anchor="ctr">
              <a:noAutofit/>
            </a:bodyPr>
            <a:lstStyle/>
            <a:p>
              <a:pPr marL="0" marR="0" lvl="0" indent="0" algn="ctr" defTabSz="914400" rtl="0" eaLnBrk="1" fontAlgn="auto" latinLnBrk="0" hangingPunct="1">
                <a:lnSpc>
                  <a:spcPct val="125000"/>
                </a:lnSpc>
                <a:spcBef>
                  <a:spcPts val="0"/>
                </a:spcBef>
                <a:spcAft>
                  <a:spcPts val="600"/>
                </a:spcAft>
                <a:buClr>
                  <a:schemeClr val="tx1"/>
                </a:buClr>
                <a:buSzTx/>
                <a:buFont typeface="EYInterstate" pitchFamily="2" charset="0"/>
                <a:buNone/>
                <a:tabLst/>
                <a:defRPr/>
              </a:pPr>
              <a:r>
                <a:rPr kumimoji="0" lang="en-US" sz="1200" i="0" u="none" strike="noStrike" kern="1200" cap="none" spc="0" normalizeH="0" baseline="0" noProof="0">
                  <a:ln>
                    <a:noFill/>
                  </a:ln>
                  <a:solidFill>
                    <a:schemeClr val="bg1"/>
                  </a:solidFill>
                  <a:effectLst/>
                  <a:uLnTx/>
                  <a:uFillTx/>
                  <a:cs typeface="Arial" pitchFamily="34" charset="0"/>
                </a:rPr>
                <a:t>It is a structured process to analyze, &amp; prioritize the individuals, groups, or entities that can affect an organization’s decisions.</a:t>
              </a:r>
              <a:endParaRPr lang="en-US" sz="1200" kern="0">
                <a:solidFill>
                  <a:schemeClr val="bg1"/>
                </a:solidFill>
                <a:cs typeface="Arial" pitchFamily="34" charset="0"/>
              </a:endParaRPr>
            </a:p>
          </p:txBody>
        </p:sp>
        <p:sp>
          <p:nvSpPr>
            <p:cNvPr id="27" name="AutoShape 3">
              <a:extLst>
                <a:ext uri="{FF2B5EF4-FFF2-40B4-BE49-F238E27FC236}">
                  <a16:creationId xmlns:a16="http://schemas.microsoft.com/office/drawing/2014/main" id="{4BA2275A-0EDC-D76A-8B1E-4360CD7DD352}"/>
                </a:ext>
              </a:extLst>
            </p:cNvPr>
            <p:cNvSpPr>
              <a:spLocks noChangeArrowheads="1"/>
            </p:cNvSpPr>
            <p:nvPr/>
          </p:nvSpPr>
          <p:spPr bwMode="auto">
            <a:xfrm rot="5400000" flipH="1" flipV="1">
              <a:off x="3605702" y="2732086"/>
              <a:ext cx="420687" cy="1992314"/>
            </a:xfrm>
            <a:prstGeom prst="homePlate">
              <a:avLst>
                <a:gd name="adj" fmla="val 30944"/>
              </a:avLst>
            </a:prstGeom>
            <a:ln>
              <a:headEnd/>
              <a:tailEnd/>
            </a:ln>
          </p:spPr>
          <p:style>
            <a:lnRef idx="2">
              <a:schemeClr val="dk1"/>
            </a:lnRef>
            <a:fillRef idx="1">
              <a:schemeClr val="lt1"/>
            </a:fillRef>
            <a:effectRef idx="0">
              <a:schemeClr val="dk1"/>
            </a:effectRef>
            <a:fontRef idx="minor">
              <a:schemeClr val="dk1"/>
            </a:fontRef>
          </p:style>
          <p:txBody>
            <a:bodyPr vert="eaVert" lIns="0" tIns="0" rIns="0" bIns="0" anchor="ctr" anchorCtr="1">
              <a:noAutofit/>
            </a:bodyPr>
            <a:lstStyle/>
            <a:p>
              <a:pPr defTabSz="1042988" eaLnBrk="0" hangingPunct="0">
                <a:buClrTx/>
                <a:buSzTx/>
                <a:buFontTx/>
                <a:buNone/>
              </a:pPr>
              <a:r>
                <a:rPr lang="en-GB" sz="1200" b="1" i="1">
                  <a:solidFill>
                    <a:sysClr val="windowText" lastClr="000000"/>
                  </a:solidFill>
                  <a:cs typeface="Arial" pitchFamily="34" charset="0"/>
                </a:rPr>
                <a:t>Purpose</a:t>
              </a:r>
            </a:p>
          </p:txBody>
        </p:sp>
        <p:sp>
          <p:nvSpPr>
            <p:cNvPr id="28" name="Freeform 4">
              <a:extLst>
                <a:ext uri="{FF2B5EF4-FFF2-40B4-BE49-F238E27FC236}">
                  <a16:creationId xmlns:a16="http://schemas.microsoft.com/office/drawing/2014/main" id="{75180CB5-FF73-1E78-6CDA-548FB788B1C7}"/>
                </a:ext>
              </a:extLst>
            </p:cNvPr>
            <p:cNvSpPr>
              <a:spLocks/>
            </p:cNvSpPr>
            <p:nvPr/>
          </p:nvSpPr>
          <p:spPr bwMode="auto">
            <a:xfrm flipV="1">
              <a:off x="2809576" y="1635125"/>
              <a:ext cx="1995488" cy="1938337"/>
            </a:xfrm>
            <a:custGeom>
              <a:avLst/>
              <a:gdLst>
                <a:gd name="T0" fmla="*/ 2147483647 w 1590"/>
                <a:gd name="T1" fmla="*/ 0 h 1901"/>
                <a:gd name="T2" fmla="*/ 2147483647 w 1590"/>
                <a:gd name="T3" fmla="*/ 2147483647 h 1901"/>
                <a:gd name="T4" fmla="*/ 2147483647 w 1590"/>
                <a:gd name="T5" fmla="*/ 0 h 1901"/>
                <a:gd name="T6" fmla="*/ 2147483647 w 1590"/>
                <a:gd name="T7" fmla="*/ 2147483647 h 1901"/>
                <a:gd name="T8" fmla="*/ 0 w 1590"/>
                <a:gd name="T9" fmla="*/ 2147483647 h 1901"/>
                <a:gd name="T10" fmla="*/ 2147483647 w 1590"/>
                <a:gd name="T11" fmla="*/ 2147483647 h 1901"/>
                <a:gd name="T12" fmla="*/ 2147483647 w 1590"/>
                <a:gd name="T13" fmla="*/ 2147483647 h 1901"/>
                <a:gd name="T14" fmla="*/ 2147483647 w 1590"/>
                <a:gd name="T15" fmla="*/ 2147483647 h 1901"/>
                <a:gd name="T16" fmla="*/ 2147483647 w 1590"/>
                <a:gd name="T17" fmla="*/ 0 h 19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0"/>
                <a:gd name="T28" fmla="*/ 0 h 1901"/>
                <a:gd name="T29" fmla="*/ 1590 w 1590"/>
                <a:gd name="T30" fmla="*/ 1901 h 190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0" h="1901">
                  <a:moveTo>
                    <a:pt x="4" y="0"/>
                  </a:moveTo>
                  <a:lnTo>
                    <a:pt x="797" y="127"/>
                  </a:lnTo>
                  <a:lnTo>
                    <a:pt x="1589" y="0"/>
                  </a:lnTo>
                  <a:lnTo>
                    <a:pt x="1589" y="1900"/>
                  </a:lnTo>
                  <a:lnTo>
                    <a:pt x="0" y="1900"/>
                  </a:lnTo>
                  <a:lnTo>
                    <a:pt x="24" y="1900"/>
                  </a:lnTo>
                  <a:lnTo>
                    <a:pt x="8" y="1900"/>
                  </a:lnTo>
                  <a:lnTo>
                    <a:pt x="4" y="1900"/>
                  </a:lnTo>
                  <a:lnTo>
                    <a:pt x="4" y="0"/>
                  </a:lnTo>
                </a:path>
              </a:pathLst>
            </a:custGeom>
            <a:solidFill>
              <a:schemeClr val="accent1"/>
            </a:solidFill>
            <a:ln>
              <a:solidFill>
                <a:schemeClr val="bg1"/>
              </a:solidFill>
              <a:headEnd/>
              <a:tailEnd/>
            </a:ln>
          </p:spPr>
          <p:style>
            <a:lnRef idx="2">
              <a:schemeClr val="accent1"/>
            </a:lnRef>
            <a:fillRef idx="0">
              <a:schemeClr val="accent1"/>
            </a:fillRef>
            <a:effectRef idx="1">
              <a:schemeClr val="accent1"/>
            </a:effectRef>
            <a:fontRef idx="minor">
              <a:schemeClr val="tx1"/>
            </a:fontRef>
          </p:style>
          <p:txBody>
            <a:bodyPr rot="10800000" lIns="52153" tIns="52153" rIns="52153" bIns="52153">
              <a:noAutofit/>
            </a:bodyPr>
            <a:lstStyle/>
            <a:p>
              <a:pPr defTabSz="1042988">
                <a:spcAft>
                  <a:spcPct val="0"/>
                </a:spcAft>
                <a:buClrTx/>
                <a:buSzTx/>
                <a:buFontTx/>
                <a:buNone/>
              </a:pPr>
              <a:endParaRPr lang="en-GB" sz="1200">
                <a:solidFill>
                  <a:schemeClr val="bg1"/>
                </a:solidFill>
                <a:cs typeface="Arial" pitchFamily="34" charset="0"/>
              </a:endParaRPr>
            </a:p>
          </p:txBody>
        </p:sp>
        <p:sp>
          <p:nvSpPr>
            <p:cNvPr id="29" name="Rectangle 16">
              <a:extLst>
                <a:ext uri="{FF2B5EF4-FFF2-40B4-BE49-F238E27FC236}">
                  <a16:creationId xmlns:a16="http://schemas.microsoft.com/office/drawing/2014/main" id="{743FD09C-1984-15FF-E2BA-CBCD62EB6A54}"/>
                </a:ext>
              </a:extLst>
            </p:cNvPr>
            <p:cNvSpPr>
              <a:spLocks noChangeArrowheads="1"/>
            </p:cNvSpPr>
            <p:nvPr/>
          </p:nvSpPr>
          <p:spPr bwMode="auto">
            <a:xfrm>
              <a:off x="2920696" y="1743075"/>
              <a:ext cx="1814513" cy="1616841"/>
            </a:xfrm>
            <a:prstGeom prst="rect">
              <a:avLst/>
            </a:prstGeom>
            <a:noFill/>
            <a:ln w="12700">
              <a:noFill/>
            </a:ln>
          </p:spPr>
          <p:txBody>
            <a:bodyPr lIns="0" tIns="0" rIns="0" bIns="0" anchor="ctr">
              <a:noAutofit/>
            </a:bodyPr>
            <a:lstStyle/>
            <a:p>
              <a:pPr algn="ctr">
                <a:lnSpc>
                  <a:spcPct val="125000"/>
                </a:lnSpc>
                <a:spcAft>
                  <a:spcPts val="600"/>
                </a:spcAft>
                <a:buClr>
                  <a:schemeClr val="tx1"/>
                </a:buClr>
              </a:pPr>
              <a:r>
                <a:rPr lang="en-US" sz="1200">
                  <a:solidFill>
                    <a:schemeClr val="bg1"/>
                  </a:solidFill>
                  <a:cs typeface="Arial" pitchFamily="34" charset="0"/>
                </a:rPr>
                <a:t>The purpose is to ensure engagement efforts are focused, effective, &amp; aligned with strategic objectives</a:t>
              </a:r>
            </a:p>
          </p:txBody>
        </p:sp>
      </p:grpSp>
      <p:grpSp>
        <p:nvGrpSpPr>
          <p:cNvPr id="32" name="Group 21">
            <a:extLst>
              <a:ext uri="{FF2B5EF4-FFF2-40B4-BE49-F238E27FC236}">
                <a16:creationId xmlns:a16="http://schemas.microsoft.com/office/drawing/2014/main" id="{499C692C-80DF-87E9-E936-46101CFA9CFE}"/>
              </a:ext>
            </a:extLst>
          </p:cNvPr>
          <p:cNvGrpSpPr/>
          <p:nvPr/>
        </p:nvGrpSpPr>
        <p:grpSpPr>
          <a:xfrm>
            <a:off x="6300544" y="778582"/>
            <a:ext cx="5488126" cy="2366758"/>
            <a:chOff x="317389" y="1635125"/>
            <a:chExt cx="4288279" cy="2303462"/>
          </a:xfrm>
        </p:grpSpPr>
        <p:sp>
          <p:nvSpPr>
            <p:cNvPr id="33" name="AutoShape 3">
              <a:extLst>
                <a:ext uri="{FF2B5EF4-FFF2-40B4-BE49-F238E27FC236}">
                  <a16:creationId xmlns:a16="http://schemas.microsoft.com/office/drawing/2014/main" id="{8535D5CD-30AF-50D2-472B-AC993BC18F65}"/>
                </a:ext>
              </a:extLst>
            </p:cNvPr>
            <p:cNvSpPr>
              <a:spLocks noChangeArrowheads="1"/>
            </p:cNvSpPr>
            <p:nvPr/>
          </p:nvSpPr>
          <p:spPr bwMode="auto">
            <a:xfrm rot="16200000" flipH="1">
              <a:off x="1106379" y="849315"/>
              <a:ext cx="420687" cy="1992313"/>
            </a:xfrm>
            <a:prstGeom prst="homePlate">
              <a:avLst>
                <a:gd name="adj" fmla="val 30944"/>
              </a:avLst>
            </a:prstGeom>
            <a:ln>
              <a:headEnd/>
              <a:tailEnd/>
            </a:ln>
          </p:spPr>
          <p:style>
            <a:lnRef idx="2">
              <a:schemeClr val="dk1"/>
            </a:lnRef>
            <a:fillRef idx="1">
              <a:schemeClr val="lt1"/>
            </a:fillRef>
            <a:effectRef idx="0">
              <a:schemeClr val="dk1"/>
            </a:effectRef>
            <a:fontRef idx="minor">
              <a:schemeClr val="dk1"/>
            </a:fontRef>
          </p:style>
          <p:txBody>
            <a:bodyPr vert="eaVert" lIns="52153" tIns="54000" rIns="108000" bIns="52153">
              <a:noAutofit/>
            </a:bodyPr>
            <a:lstStyle/>
            <a:p>
              <a:pPr algn="ctr" defTabSz="1042988" eaLnBrk="0" hangingPunct="0">
                <a:buClrTx/>
                <a:buSzTx/>
                <a:buFontTx/>
                <a:buNone/>
              </a:pPr>
              <a:r>
                <a:rPr lang="en-GB" sz="1200" b="1" i="1">
                  <a:solidFill>
                    <a:sysClr val="windowText" lastClr="000000"/>
                  </a:solidFill>
                  <a:cs typeface="Arial" pitchFamily="34" charset="0"/>
                </a:rPr>
                <a:t>Why is it critical?</a:t>
              </a:r>
            </a:p>
          </p:txBody>
        </p:sp>
        <p:sp>
          <p:nvSpPr>
            <p:cNvPr id="34" name="Freeform 4">
              <a:extLst>
                <a:ext uri="{FF2B5EF4-FFF2-40B4-BE49-F238E27FC236}">
                  <a16:creationId xmlns:a16="http://schemas.microsoft.com/office/drawing/2014/main" id="{80E43FB5-CBAB-C8E0-2480-BF8A21F134B1}"/>
                </a:ext>
              </a:extLst>
            </p:cNvPr>
            <p:cNvSpPr>
              <a:spLocks/>
            </p:cNvSpPr>
            <p:nvPr/>
          </p:nvSpPr>
          <p:spPr bwMode="auto">
            <a:xfrm>
              <a:off x="317389" y="2000250"/>
              <a:ext cx="1995487" cy="1938337"/>
            </a:xfrm>
            <a:custGeom>
              <a:avLst/>
              <a:gdLst>
                <a:gd name="T0" fmla="*/ 2147483647 w 1590"/>
                <a:gd name="T1" fmla="*/ 0 h 1901"/>
                <a:gd name="T2" fmla="*/ 2147483647 w 1590"/>
                <a:gd name="T3" fmla="*/ 2147483647 h 1901"/>
                <a:gd name="T4" fmla="*/ 2147483647 w 1590"/>
                <a:gd name="T5" fmla="*/ 0 h 1901"/>
                <a:gd name="T6" fmla="*/ 2147483647 w 1590"/>
                <a:gd name="T7" fmla="*/ 2147483647 h 1901"/>
                <a:gd name="T8" fmla="*/ 0 w 1590"/>
                <a:gd name="T9" fmla="*/ 2147483647 h 1901"/>
                <a:gd name="T10" fmla="*/ 2147483647 w 1590"/>
                <a:gd name="T11" fmla="*/ 2147483647 h 1901"/>
                <a:gd name="T12" fmla="*/ 2147483647 w 1590"/>
                <a:gd name="T13" fmla="*/ 2147483647 h 1901"/>
                <a:gd name="T14" fmla="*/ 2147483647 w 1590"/>
                <a:gd name="T15" fmla="*/ 2147483647 h 1901"/>
                <a:gd name="T16" fmla="*/ 2147483647 w 1590"/>
                <a:gd name="T17" fmla="*/ 0 h 19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0"/>
                <a:gd name="T28" fmla="*/ 0 h 1901"/>
                <a:gd name="T29" fmla="*/ 1590 w 1590"/>
                <a:gd name="T30" fmla="*/ 1901 h 190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0" h="1901">
                  <a:moveTo>
                    <a:pt x="4" y="0"/>
                  </a:moveTo>
                  <a:lnTo>
                    <a:pt x="797" y="127"/>
                  </a:lnTo>
                  <a:lnTo>
                    <a:pt x="1589" y="0"/>
                  </a:lnTo>
                  <a:lnTo>
                    <a:pt x="1589" y="1900"/>
                  </a:lnTo>
                  <a:lnTo>
                    <a:pt x="0" y="1900"/>
                  </a:lnTo>
                  <a:lnTo>
                    <a:pt x="24" y="1900"/>
                  </a:lnTo>
                  <a:lnTo>
                    <a:pt x="8" y="1900"/>
                  </a:lnTo>
                  <a:lnTo>
                    <a:pt x="4" y="1900"/>
                  </a:lnTo>
                  <a:lnTo>
                    <a:pt x="4" y="0"/>
                  </a:lnTo>
                </a:path>
              </a:pathLst>
            </a:custGeom>
            <a:solidFill>
              <a:schemeClr val="accent1"/>
            </a:solidFill>
            <a:ln>
              <a:solidFill>
                <a:schemeClr val="bg1"/>
              </a:solidFill>
              <a:headEnd/>
              <a:tailEnd/>
            </a:ln>
          </p:spPr>
          <p:style>
            <a:lnRef idx="2">
              <a:schemeClr val="dk1"/>
            </a:lnRef>
            <a:fillRef idx="0">
              <a:schemeClr val="dk1"/>
            </a:fillRef>
            <a:effectRef idx="1">
              <a:schemeClr val="dk1"/>
            </a:effectRef>
            <a:fontRef idx="minor">
              <a:schemeClr val="tx1"/>
            </a:fontRef>
          </p:style>
          <p:txBody>
            <a:bodyPr lIns="52153" tIns="52153" rIns="52153" bIns="52153">
              <a:noAutofit/>
            </a:bodyPr>
            <a:lstStyle/>
            <a:p>
              <a:pPr defTabSz="1042988">
                <a:spcAft>
                  <a:spcPct val="0"/>
                </a:spcAft>
                <a:buClrTx/>
                <a:buSzTx/>
                <a:buFontTx/>
                <a:buNone/>
              </a:pPr>
              <a:endParaRPr lang="en-GB" sz="1200">
                <a:solidFill>
                  <a:schemeClr val="bg1"/>
                </a:solidFill>
                <a:latin typeface="+mj-lt"/>
                <a:cs typeface="Arial" pitchFamily="34" charset="0"/>
              </a:endParaRPr>
            </a:p>
          </p:txBody>
        </p:sp>
        <p:sp>
          <p:nvSpPr>
            <p:cNvPr id="35" name="Rectangle 12">
              <a:extLst>
                <a:ext uri="{FF2B5EF4-FFF2-40B4-BE49-F238E27FC236}">
                  <a16:creationId xmlns:a16="http://schemas.microsoft.com/office/drawing/2014/main" id="{2B27FD29-DE11-197A-40F8-0E7DE623FF82}"/>
                </a:ext>
              </a:extLst>
            </p:cNvPr>
            <p:cNvSpPr txBox="1">
              <a:spLocks noChangeArrowheads="1"/>
            </p:cNvSpPr>
            <p:nvPr/>
          </p:nvSpPr>
          <p:spPr>
            <a:xfrm>
              <a:off x="406292" y="2222500"/>
              <a:ext cx="1814512" cy="1441100"/>
            </a:xfrm>
            <a:prstGeom prst="rect">
              <a:avLst/>
            </a:prstGeom>
            <a:noFill/>
            <a:ln w="12700">
              <a:noFill/>
            </a:ln>
          </p:spPr>
          <p:txBody>
            <a:bodyPr lIns="0" tIns="0" rIns="0" bIns="0" anchor="ctr">
              <a:noAutofit/>
            </a:bodyPr>
            <a:lstStyle/>
            <a:p>
              <a:pPr marL="0" marR="0" lvl="0" indent="0" algn="ctr" defTabSz="914400" rtl="0" eaLnBrk="1" fontAlgn="auto" latinLnBrk="0" hangingPunct="1">
                <a:lnSpc>
                  <a:spcPct val="125000"/>
                </a:lnSpc>
                <a:spcBef>
                  <a:spcPts val="0"/>
                </a:spcBef>
                <a:spcAft>
                  <a:spcPts val="600"/>
                </a:spcAft>
                <a:buClr>
                  <a:schemeClr val="tx1"/>
                </a:buClr>
                <a:buSzTx/>
                <a:buFont typeface="EYInterstate" pitchFamily="2" charset="0"/>
                <a:buNone/>
                <a:tabLst/>
                <a:defRPr/>
              </a:pPr>
              <a:r>
                <a:rPr kumimoji="0" lang="en-US" sz="1200" i="0" u="none" strike="noStrike" kern="1200" cap="none" spc="0" normalizeH="0" baseline="0" noProof="0">
                  <a:ln>
                    <a:noFill/>
                  </a:ln>
                  <a:solidFill>
                    <a:schemeClr val="bg1"/>
                  </a:solidFill>
                  <a:effectLst/>
                  <a:uLnTx/>
                  <a:uFillTx/>
                  <a:cs typeface="Arial" pitchFamily="34" charset="0"/>
                </a:rPr>
                <a:t>In today’s environment, stakeholders’ expectations are high &amp; risks of neglecting key interests can be significant.</a:t>
              </a:r>
              <a:endParaRPr lang="en-US" sz="1200" kern="0">
                <a:solidFill>
                  <a:schemeClr val="bg1"/>
                </a:solidFill>
                <a:cs typeface="Arial" pitchFamily="34" charset="0"/>
              </a:endParaRPr>
            </a:p>
          </p:txBody>
        </p:sp>
        <p:sp>
          <p:nvSpPr>
            <p:cNvPr id="36" name="AutoShape 3">
              <a:extLst>
                <a:ext uri="{FF2B5EF4-FFF2-40B4-BE49-F238E27FC236}">
                  <a16:creationId xmlns:a16="http://schemas.microsoft.com/office/drawing/2014/main" id="{E97C2FC9-D376-F442-435E-0F3741A1AF7B}"/>
                </a:ext>
              </a:extLst>
            </p:cNvPr>
            <p:cNvSpPr>
              <a:spLocks noChangeArrowheads="1"/>
            </p:cNvSpPr>
            <p:nvPr/>
          </p:nvSpPr>
          <p:spPr bwMode="auto">
            <a:xfrm rot="5400000" flipH="1" flipV="1">
              <a:off x="3399167" y="2732086"/>
              <a:ext cx="420687" cy="1992314"/>
            </a:xfrm>
            <a:prstGeom prst="homePlate">
              <a:avLst>
                <a:gd name="adj" fmla="val 30944"/>
              </a:avLst>
            </a:prstGeom>
            <a:ln>
              <a:headEnd/>
              <a:tailEnd/>
            </a:ln>
          </p:spPr>
          <p:style>
            <a:lnRef idx="2">
              <a:schemeClr val="dk1"/>
            </a:lnRef>
            <a:fillRef idx="1">
              <a:schemeClr val="lt1"/>
            </a:fillRef>
            <a:effectRef idx="0">
              <a:schemeClr val="dk1"/>
            </a:effectRef>
            <a:fontRef idx="minor">
              <a:schemeClr val="dk1"/>
            </a:fontRef>
          </p:style>
          <p:txBody>
            <a:bodyPr vert="eaVert" lIns="0" tIns="0" rIns="0" bIns="0" anchor="ctr" anchorCtr="1">
              <a:noAutofit/>
            </a:bodyPr>
            <a:lstStyle/>
            <a:p>
              <a:pPr defTabSz="1042988" eaLnBrk="0" hangingPunct="0">
                <a:buClrTx/>
                <a:buSzTx/>
                <a:buFontTx/>
                <a:buNone/>
              </a:pPr>
              <a:r>
                <a:rPr lang="en-GB" sz="1200" b="1" i="1">
                  <a:solidFill>
                    <a:sysClr val="windowText" lastClr="000000"/>
                  </a:solidFill>
                  <a:cs typeface="Arial" pitchFamily="34" charset="0"/>
                </a:rPr>
                <a:t>Need for Tools</a:t>
              </a:r>
            </a:p>
          </p:txBody>
        </p:sp>
        <p:sp>
          <p:nvSpPr>
            <p:cNvPr id="37" name="Freeform 4">
              <a:extLst>
                <a:ext uri="{FF2B5EF4-FFF2-40B4-BE49-F238E27FC236}">
                  <a16:creationId xmlns:a16="http://schemas.microsoft.com/office/drawing/2014/main" id="{16401011-E0B6-4499-B696-217F4D0E8016}"/>
                </a:ext>
              </a:extLst>
            </p:cNvPr>
            <p:cNvSpPr>
              <a:spLocks/>
            </p:cNvSpPr>
            <p:nvPr/>
          </p:nvSpPr>
          <p:spPr bwMode="auto">
            <a:xfrm flipV="1">
              <a:off x="2610180" y="1635125"/>
              <a:ext cx="1995488" cy="1938337"/>
            </a:xfrm>
            <a:custGeom>
              <a:avLst/>
              <a:gdLst>
                <a:gd name="T0" fmla="*/ 2147483647 w 1590"/>
                <a:gd name="T1" fmla="*/ 0 h 1901"/>
                <a:gd name="T2" fmla="*/ 2147483647 w 1590"/>
                <a:gd name="T3" fmla="*/ 2147483647 h 1901"/>
                <a:gd name="T4" fmla="*/ 2147483647 w 1590"/>
                <a:gd name="T5" fmla="*/ 0 h 1901"/>
                <a:gd name="T6" fmla="*/ 2147483647 w 1590"/>
                <a:gd name="T7" fmla="*/ 2147483647 h 1901"/>
                <a:gd name="T8" fmla="*/ 0 w 1590"/>
                <a:gd name="T9" fmla="*/ 2147483647 h 1901"/>
                <a:gd name="T10" fmla="*/ 2147483647 w 1590"/>
                <a:gd name="T11" fmla="*/ 2147483647 h 1901"/>
                <a:gd name="T12" fmla="*/ 2147483647 w 1590"/>
                <a:gd name="T13" fmla="*/ 2147483647 h 1901"/>
                <a:gd name="T14" fmla="*/ 2147483647 w 1590"/>
                <a:gd name="T15" fmla="*/ 2147483647 h 1901"/>
                <a:gd name="T16" fmla="*/ 2147483647 w 1590"/>
                <a:gd name="T17" fmla="*/ 0 h 19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0"/>
                <a:gd name="T28" fmla="*/ 0 h 1901"/>
                <a:gd name="T29" fmla="*/ 1590 w 1590"/>
                <a:gd name="T30" fmla="*/ 1901 h 190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0" h="1901">
                  <a:moveTo>
                    <a:pt x="4" y="0"/>
                  </a:moveTo>
                  <a:lnTo>
                    <a:pt x="797" y="127"/>
                  </a:lnTo>
                  <a:lnTo>
                    <a:pt x="1589" y="0"/>
                  </a:lnTo>
                  <a:lnTo>
                    <a:pt x="1589" y="1900"/>
                  </a:lnTo>
                  <a:lnTo>
                    <a:pt x="0" y="1900"/>
                  </a:lnTo>
                  <a:lnTo>
                    <a:pt x="24" y="1900"/>
                  </a:lnTo>
                  <a:lnTo>
                    <a:pt x="8" y="1900"/>
                  </a:lnTo>
                  <a:lnTo>
                    <a:pt x="4" y="1900"/>
                  </a:lnTo>
                  <a:lnTo>
                    <a:pt x="4" y="0"/>
                  </a:lnTo>
                </a:path>
              </a:pathLst>
            </a:custGeom>
            <a:solidFill>
              <a:schemeClr val="accent1"/>
            </a:solidFill>
            <a:ln>
              <a:solidFill>
                <a:schemeClr val="bg1"/>
              </a:solidFill>
              <a:headEnd/>
              <a:tailEnd/>
            </a:ln>
          </p:spPr>
          <p:style>
            <a:lnRef idx="2">
              <a:schemeClr val="accent1"/>
            </a:lnRef>
            <a:fillRef idx="0">
              <a:schemeClr val="accent1"/>
            </a:fillRef>
            <a:effectRef idx="1">
              <a:schemeClr val="accent1"/>
            </a:effectRef>
            <a:fontRef idx="minor">
              <a:schemeClr val="tx1"/>
            </a:fontRef>
          </p:style>
          <p:txBody>
            <a:bodyPr rot="10800000" lIns="52153" tIns="52153" rIns="52153" bIns="52153">
              <a:noAutofit/>
            </a:bodyPr>
            <a:lstStyle/>
            <a:p>
              <a:pPr defTabSz="1042988">
                <a:spcAft>
                  <a:spcPct val="0"/>
                </a:spcAft>
                <a:buClrTx/>
                <a:buSzTx/>
                <a:buFontTx/>
                <a:buNone/>
              </a:pPr>
              <a:endParaRPr lang="en-GB" sz="1200">
                <a:solidFill>
                  <a:schemeClr val="tx2"/>
                </a:solidFill>
                <a:cs typeface="Arial" pitchFamily="34" charset="0"/>
              </a:endParaRPr>
            </a:p>
          </p:txBody>
        </p:sp>
        <p:sp>
          <p:nvSpPr>
            <p:cNvPr id="38" name="Rectangle 16">
              <a:extLst>
                <a:ext uri="{FF2B5EF4-FFF2-40B4-BE49-F238E27FC236}">
                  <a16:creationId xmlns:a16="http://schemas.microsoft.com/office/drawing/2014/main" id="{E4AB52B1-DF27-86F3-E999-A1282A5EFC8F}"/>
                </a:ext>
              </a:extLst>
            </p:cNvPr>
            <p:cNvSpPr>
              <a:spLocks noChangeArrowheads="1"/>
            </p:cNvSpPr>
            <p:nvPr/>
          </p:nvSpPr>
          <p:spPr bwMode="auto">
            <a:xfrm>
              <a:off x="2721305" y="1743075"/>
              <a:ext cx="1814513" cy="1616841"/>
            </a:xfrm>
            <a:prstGeom prst="rect">
              <a:avLst/>
            </a:prstGeom>
            <a:noFill/>
            <a:ln w="12700">
              <a:noFill/>
            </a:ln>
          </p:spPr>
          <p:txBody>
            <a:bodyPr lIns="0" tIns="0" rIns="0" bIns="0" anchor="ctr">
              <a:noAutofit/>
            </a:bodyPr>
            <a:lstStyle/>
            <a:p>
              <a:pPr algn="ctr">
                <a:lnSpc>
                  <a:spcPct val="125000"/>
                </a:lnSpc>
                <a:spcAft>
                  <a:spcPts val="600"/>
                </a:spcAft>
                <a:buClr>
                  <a:schemeClr val="tx1"/>
                </a:buClr>
              </a:pPr>
              <a:r>
                <a:rPr lang="en-US" sz="1200">
                  <a:solidFill>
                    <a:schemeClr val="bg1"/>
                  </a:solidFill>
                  <a:cs typeface="Arial" pitchFamily="34" charset="0"/>
                </a:rPr>
                <a:t>Tools are practical methodologies for visualizing and categorizing stakeholders based on various attributes such as power, interest, influence and urgency.</a:t>
              </a:r>
            </a:p>
          </p:txBody>
        </p:sp>
      </p:grpSp>
      <p:sp>
        <p:nvSpPr>
          <p:cNvPr id="39" name="Rectangle 38">
            <a:extLst>
              <a:ext uri="{FF2B5EF4-FFF2-40B4-BE49-F238E27FC236}">
                <a16:creationId xmlns:a16="http://schemas.microsoft.com/office/drawing/2014/main" id="{6DC006F5-A752-7222-6E2C-246125D9EAA0}"/>
              </a:ext>
            </a:extLst>
          </p:cNvPr>
          <p:cNvSpPr/>
          <p:nvPr/>
        </p:nvSpPr>
        <p:spPr>
          <a:xfrm>
            <a:off x="0" y="3434317"/>
            <a:ext cx="12192000" cy="387637"/>
          </a:xfrm>
          <a:prstGeom prst="rect">
            <a:avLst/>
          </a:pr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Tools for Mapping Stakeholders</a:t>
            </a:r>
          </a:p>
        </p:txBody>
      </p:sp>
    </p:spTree>
    <p:custDataLst>
      <p:custData r:id="rId1"/>
    </p:custDataLst>
    <p:extLst>
      <p:ext uri="{BB962C8B-B14F-4D97-AF65-F5344CB8AC3E}">
        <p14:creationId xmlns:p14="http://schemas.microsoft.com/office/powerpoint/2010/main" val="1951202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1C5AC-28E1-75BF-D677-96D2574FBE5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B691678-B48E-9E65-8B77-5B6DF10CEA5C}"/>
              </a:ext>
            </a:extLst>
          </p:cNvPr>
          <p:cNvSpPr>
            <a:spLocks noGrp="1"/>
          </p:cNvSpPr>
          <p:nvPr>
            <p:ph type="sldNum" sz="quarter" idx="4"/>
          </p:nvPr>
        </p:nvSpPr>
        <p:spPr/>
        <p:txBody>
          <a:bodyPr/>
          <a:lstStyle/>
          <a:p>
            <a:fld id="{3E6AC032-1535-134B-A583-D5E1DDD0D167}" type="slidenum">
              <a:rPr lang="en-US" smtClean="0"/>
              <a:pPr/>
              <a:t>18</a:t>
            </a:fld>
            <a:endParaRPr lang="en-US"/>
          </a:p>
        </p:txBody>
      </p:sp>
      <p:sp>
        <p:nvSpPr>
          <p:cNvPr id="13" name="Rectangle 12">
            <a:extLst>
              <a:ext uri="{FF2B5EF4-FFF2-40B4-BE49-F238E27FC236}">
                <a16:creationId xmlns:a16="http://schemas.microsoft.com/office/drawing/2014/main" id="{526A2C5D-FC6D-9ED4-73C3-A963F2E28675}"/>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Illustration | Power–Interest Matrix </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91" name="Arrow: Bent-Up 90">
            <a:extLst>
              <a:ext uri="{FF2B5EF4-FFF2-40B4-BE49-F238E27FC236}">
                <a16:creationId xmlns:a16="http://schemas.microsoft.com/office/drawing/2014/main" id="{A7FB4F0D-E3FB-C86B-C62A-BC795ED544FE}"/>
              </a:ext>
            </a:extLst>
          </p:cNvPr>
          <p:cNvSpPr/>
          <p:nvPr/>
        </p:nvSpPr>
        <p:spPr>
          <a:xfrm rot="5400000">
            <a:off x="3091760" y="-767857"/>
            <a:ext cx="5746472" cy="9335114"/>
          </a:xfrm>
          <a:prstGeom prst="bentUpArrow">
            <a:avLst>
              <a:gd name="adj1" fmla="val 2321"/>
              <a:gd name="adj2" fmla="val 7746"/>
              <a:gd name="adj3" fmla="val 9612"/>
            </a:avLst>
          </a:prstGeom>
          <a:ln>
            <a:solidFill>
              <a:schemeClr val="accent5">
                <a:lumMod val="60000"/>
                <a:lumOff val="40000"/>
              </a:schemeClr>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ECA68F71-10C4-BE7D-4D0D-BDC27712453C}"/>
              </a:ext>
            </a:extLst>
          </p:cNvPr>
          <p:cNvSpPr/>
          <p:nvPr/>
        </p:nvSpPr>
        <p:spPr>
          <a:xfrm>
            <a:off x="1743734" y="1584253"/>
            <a:ext cx="3838355" cy="2169039"/>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3" name="TextBox 92">
            <a:extLst>
              <a:ext uri="{FF2B5EF4-FFF2-40B4-BE49-F238E27FC236}">
                <a16:creationId xmlns:a16="http://schemas.microsoft.com/office/drawing/2014/main" id="{633822E8-D74D-7CB0-2041-93301461D033}"/>
              </a:ext>
            </a:extLst>
          </p:cNvPr>
          <p:cNvSpPr txBox="1"/>
          <p:nvPr/>
        </p:nvSpPr>
        <p:spPr>
          <a:xfrm>
            <a:off x="-297716" y="1182491"/>
            <a:ext cx="1680217" cy="414670"/>
          </a:xfrm>
          <a:prstGeom prst="rect">
            <a:avLst/>
          </a:prstGeom>
          <a:noFill/>
        </p:spPr>
        <p:txBody>
          <a:bodyPr wrap="square" lIns="0" tIns="0" rIns="0" bIns="0" rtlCol="0" anchor="ctr">
            <a:noAutofit/>
          </a:bodyPr>
          <a:lstStyle/>
          <a:p>
            <a:pPr algn="ctr"/>
            <a:r>
              <a:rPr lang="en-US" sz="1400" b="1"/>
              <a:t>High</a:t>
            </a:r>
          </a:p>
        </p:txBody>
      </p:sp>
      <p:sp>
        <p:nvSpPr>
          <p:cNvPr id="94" name="TextBox 93">
            <a:extLst>
              <a:ext uri="{FF2B5EF4-FFF2-40B4-BE49-F238E27FC236}">
                <a16:creationId xmlns:a16="http://schemas.microsoft.com/office/drawing/2014/main" id="{F62905E9-C57A-DF36-0B0A-0E18C886BEF2}"/>
              </a:ext>
            </a:extLst>
          </p:cNvPr>
          <p:cNvSpPr txBox="1"/>
          <p:nvPr/>
        </p:nvSpPr>
        <p:spPr>
          <a:xfrm>
            <a:off x="-249870" y="6054815"/>
            <a:ext cx="1680217" cy="414670"/>
          </a:xfrm>
          <a:prstGeom prst="rect">
            <a:avLst/>
          </a:prstGeom>
          <a:noFill/>
        </p:spPr>
        <p:txBody>
          <a:bodyPr wrap="square" lIns="0" tIns="0" rIns="0" bIns="0" rtlCol="0" anchor="ctr">
            <a:noAutofit/>
          </a:bodyPr>
          <a:lstStyle/>
          <a:p>
            <a:pPr algn="ctr"/>
            <a:r>
              <a:rPr lang="en-US" sz="1400" b="1"/>
              <a:t>Low</a:t>
            </a:r>
          </a:p>
        </p:txBody>
      </p:sp>
      <p:sp>
        <p:nvSpPr>
          <p:cNvPr id="95" name="TextBox 94">
            <a:extLst>
              <a:ext uri="{FF2B5EF4-FFF2-40B4-BE49-F238E27FC236}">
                <a16:creationId xmlns:a16="http://schemas.microsoft.com/office/drawing/2014/main" id="{076F04F2-1B77-3B37-D7DB-FD54FAF8E7EC}"/>
              </a:ext>
            </a:extLst>
          </p:cNvPr>
          <p:cNvSpPr txBox="1"/>
          <p:nvPr/>
        </p:nvSpPr>
        <p:spPr>
          <a:xfrm>
            <a:off x="1249592" y="6358266"/>
            <a:ext cx="1680217" cy="414670"/>
          </a:xfrm>
          <a:prstGeom prst="rect">
            <a:avLst/>
          </a:prstGeom>
          <a:noFill/>
        </p:spPr>
        <p:txBody>
          <a:bodyPr wrap="square" lIns="0" tIns="0" rIns="0" bIns="0" rtlCol="0" anchor="ctr">
            <a:noAutofit/>
          </a:bodyPr>
          <a:lstStyle/>
          <a:p>
            <a:pPr algn="ctr"/>
            <a:r>
              <a:rPr lang="en-US" sz="1400" b="1"/>
              <a:t>Low</a:t>
            </a:r>
          </a:p>
        </p:txBody>
      </p:sp>
      <p:sp>
        <p:nvSpPr>
          <p:cNvPr id="96" name="TextBox 95">
            <a:extLst>
              <a:ext uri="{FF2B5EF4-FFF2-40B4-BE49-F238E27FC236}">
                <a16:creationId xmlns:a16="http://schemas.microsoft.com/office/drawing/2014/main" id="{F627699A-5870-9802-4379-2978C5F44C20}"/>
              </a:ext>
            </a:extLst>
          </p:cNvPr>
          <p:cNvSpPr txBox="1"/>
          <p:nvPr/>
        </p:nvSpPr>
        <p:spPr>
          <a:xfrm>
            <a:off x="8694810" y="6358266"/>
            <a:ext cx="1680217" cy="414670"/>
          </a:xfrm>
          <a:prstGeom prst="rect">
            <a:avLst/>
          </a:prstGeom>
          <a:noFill/>
        </p:spPr>
        <p:txBody>
          <a:bodyPr wrap="square" lIns="0" tIns="0" rIns="0" bIns="0" rtlCol="0" anchor="ctr">
            <a:noAutofit/>
          </a:bodyPr>
          <a:lstStyle/>
          <a:p>
            <a:pPr algn="ctr"/>
            <a:r>
              <a:rPr lang="en-US" sz="1400" b="1"/>
              <a:t>High</a:t>
            </a:r>
          </a:p>
        </p:txBody>
      </p:sp>
      <p:sp>
        <p:nvSpPr>
          <p:cNvPr id="97" name="TextBox 96">
            <a:extLst>
              <a:ext uri="{FF2B5EF4-FFF2-40B4-BE49-F238E27FC236}">
                <a16:creationId xmlns:a16="http://schemas.microsoft.com/office/drawing/2014/main" id="{1B2F1150-88F0-80B8-BCF8-4F00A6348A0F}"/>
              </a:ext>
            </a:extLst>
          </p:cNvPr>
          <p:cNvSpPr txBox="1"/>
          <p:nvPr/>
        </p:nvSpPr>
        <p:spPr>
          <a:xfrm>
            <a:off x="34790" y="3327989"/>
            <a:ext cx="1186475" cy="414670"/>
          </a:xfrm>
          <a:prstGeom prst="rect">
            <a:avLst/>
          </a:prstGeom>
          <a:noFill/>
        </p:spPr>
        <p:txBody>
          <a:bodyPr wrap="square" lIns="0" tIns="0" rIns="0" bIns="0" rtlCol="0" anchor="ctr">
            <a:noAutofit/>
          </a:bodyPr>
          <a:lstStyle/>
          <a:p>
            <a:pPr algn="ctr"/>
            <a:r>
              <a:rPr lang="en-US" sz="1400" b="1"/>
              <a:t>Power</a:t>
            </a:r>
          </a:p>
        </p:txBody>
      </p:sp>
      <p:sp>
        <p:nvSpPr>
          <p:cNvPr id="98" name="TextBox 97">
            <a:extLst>
              <a:ext uri="{FF2B5EF4-FFF2-40B4-BE49-F238E27FC236}">
                <a16:creationId xmlns:a16="http://schemas.microsoft.com/office/drawing/2014/main" id="{8351268E-5486-E476-FADA-19484DF9FADC}"/>
              </a:ext>
            </a:extLst>
          </p:cNvPr>
          <p:cNvSpPr txBox="1"/>
          <p:nvPr/>
        </p:nvSpPr>
        <p:spPr>
          <a:xfrm>
            <a:off x="5480317" y="6370568"/>
            <a:ext cx="1680217" cy="414670"/>
          </a:xfrm>
          <a:prstGeom prst="rect">
            <a:avLst/>
          </a:prstGeom>
          <a:noFill/>
        </p:spPr>
        <p:txBody>
          <a:bodyPr wrap="square" lIns="0" tIns="0" rIns="0" bIns="0" rtlCol="0" anchor="ctr">
            <a:noAutofit/>
          </a:bodyPr>
          <a:lstStyle/>
          <a:p>
            <a:pPr algn="ctr"/>
            <a:r>
              <a:rPr lang="en-US" sz="1400" b="1"/>
              <a:t>Interest</a:t>
            </a:r>
          </a:p>
        </p:txBody>
      </p:sp>
      <p:sp>
        <p:nvSpPr>
          <p:cNvPr id="99" name="Isosceles Triangle 98">
            <a:extLst>
              <a:ext uri="{FF2B5EF4-FFF2-40B4-BE49-F238E27FC236}">
                <a16:creationId xmlns:a16="http://schemas.microsoft.com/office/drawing/2014/main" id="{C4E4D4EE-877B-8326-3EC1-8301731CF197}"/>
              </a:ext>
            </a:extLst>
          </p:cNvPr>
          <p:cNvSpPr/>
          <p:nvPr/>
        </p:nvSpPr>
        <p:spPr>
          <a:xfrm>
            <a:off x="934938" y="692008"/>
            <a:ext cx="839838" cy="588793"/>
          </a:xfrm>
          <a:prstGeom prst="triangle">
            <a:avLst/>
          </a:prstGeom>
          <a:ln>
            <a:solidFill>
              <a:schemeClr val="accent5">
                <a:lumMod val="60000"/>
                <a:lumOff val="40000"/>
              </a:schemeClr>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22618877-5119-702B-2908-6484A273AF28}"/>
              </a:ext>
            </a:extLst>
          </p:cNvPr>
          <p:cNvSpPr/>
          <p:nvPr/>
        </p:nvSpPr>
        <p:spPr>
          <a:xfrm>
            <a:off x="1743734" y="3802947"/>
            <a:ext cx="3838355" cy="2169039"/>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F0A15248-7151-E264-5491-1560AC70D3CE}"/>
              </a:ext>
            </a:extLst>
          </p:cNvPr>
          <p:cNvSpPr/>
          <p:nvPr/>
        </p:nvSpPr>
        <p:spPr>
          <a:xfrm>
            <a:off x="5629936" y="1584253"/>
            <a:ext cx="3838355" cy="2169039"/>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9B2C6775-8339-F476-3EFB-3BBC63E28A07}"/>
              </a:ext>
            </a:extLst>
          </p:cNvPr>
          <p:cNvSpPr/>
          <p:nvPr/>
        </p:nvSpPr>
        <p:spPr>
          <a:xfrm>
            <a:off x="5629936" y="3802947"/>
            <a:ext cx="3838355" cy="2169039"/>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6D23BE61-D7A4-39DB-0228-04FE52F07CC0}"/>
              </a:ext>
            </a:extLst>
          </p:cNvPr>
          <p:cNvSpPr txBox="1"/>
          <p:nvPr/>
        </p:nvSpPr>
        <p:spPr>
          <a:xfrm>
            <a:off x="1839428" y="1639693"/>
            <a:ext cx="3040912" cy="454925"/>
          </a:xfrm>
          <a:prstGeom prst="rect">
            <a:avLst/>
          </a:prstGeom>
          <a:noFill/>
        </p:spPr>
        <p:txBody>
          <a:bodyPr wrap="square" lIns="0" tIns="0" rIns="0" bIns="0" rtlCol="0">
            <a:noAutofit/>
          </a:bodyPr>
          <a:lstStyle/>
          <a:p>
            <a:pPr algn="l"/>
            <a:r>
              <a:rPr lang="en-US" sz="1400" b="1">
                <a:solidFill>
                  <a:schemeClr val="bg1"/>
                </a:solidFill>
              </a:rPr>
              <a:t>Actively Consult</a:t>
            </a:r>
          </a:p>
        </p:txBody>
      </p:sp>
      <p:sp>
        <p:nvSpPr>
          <p:cNvPr id="107" name="TextBox 106">
            <a:extLst>
              <a:ext uri="{FF2B5EF4-FFF2-40B4-BE49-F238E27FC236}">
                <a16:creationId xmlns:a16="http://schemas.microsoft.com/office/drawing/2014/main" id="{F44332FF-4EFA-616E-3C56-F35974A0AF18}"/>
              </a:ext>
            </a:extLst>
          </p:cNvPr>
          <p:cNvSpPr txBox="1"/>
          <p:nvPr/>
        </p:nvSpPr>
        <p:spPr>
          <a:xfrm>
            <a:off x="1839428" y="3887838"/>
            <a:ext cx="3040912" cy="454925"/>
          </a:xfrm>
          <a:prstGeom prst="rect">
            <a:avLst/>
          </a:prstGeom>
          <a:noFill/>
        </p:spPr>
        <p:txBody>
          <a:bodyPr wrap="square" lIns="0" tIns="0" rIns="0" bIns="0" rtlCol="0">
            <a:noAutofit/>
          </a:bodyPr>
          <a:lstStyle/>
          <a:p>
            <a:pPr algn="l"/>
            <a:r>
              <a:rPr lang="en-US" sz="1400" b="1">
                <a:solidFill>
                  <a:schemeClr val="bg1"/>
                </a:solidFill>
              </a:rPr>
              <a:t>Monitor</a:t>
            </a:r>
          </a:p>
        </p:txBody>
      </p:sp>
      <p:sp>
        <p:nvSpPr>
          <p:cNvPr id="108" name="TextBox 107">
            <a:extLst>
              <a:ext uri="{FF2B5EF4-FFF2-40B4-BE49-F238E27FC236}">
                <a16:creationId xmlns:a16="http://schemas.microsoft.com/office/drawing/2014/main" id="{A377D037-F6AB-9B33-8F8F-5AC84FDF33E3}"/>
              </a:ext>
            </a:extLst>
          </p:cNvPr>
          <p:cNvSpPr txBox="1"/>
          <p:nvPr/>
        </p:nvSpPr>
        <p:spPr>
          <a:xfrm>
            <a:off x="5766386" y="1660959"/>
            <a:ext cx="3040912" cy="454925"/>
          </a:xfrm>
          <a:prstGeom prst="rect">
            <a:avLst/>
          </a:prstGeom>
          <a:noFill/>
        </p:spPr>
        <p:txBody>
          <a:bodyPr wrap="square" lIns="0" tIns="0" rIns="0" bIns="0" rtlCol="0">
            <a:noAutofit/>
          </a:bodyPr>
          <a:lstStyle/>
          <a:p>
            <a:pPr algn="l"/>
            <a:r>
              <a:rPr lang="en-US" sz="1400" b="1">
                <a:solidFill>
                  <a:schemeClr val="bg1"/>
                </a:solidFill>
              </a:rPr>
              <a:t>Manage closely</a:t>
            </a:r>
          </a:p>
        </p:txBody>
      </p:sp>
      <p:sp>
        <p:nvSpPr>
          <p:cNvPr id="109" name="TextBox 108">
            <a:extLst>
              <a:ext uri="{FF2B5EF4-FFF2-40B4-BE49-F238E27FC236}">
                <a16:creationId xmlns:a16="http://schemas.microsoft.com/office/drawing/2014/main" id="{ED50543A-716B-A3EF-1887-F15512909F6C}"/>
              </a:ext>
            </a:extLst>
          </p:cNvPr>
          <p:cNvSpPr txBox="1"/>
          <p:nvPr/>
        </p:nvSpPr>
        <p:spPr>
          <a:xfrm>
            <a:off x="5766386" y="3856112"/>
            <a:ext cx="3040912" cy="454925"/>
          </a:xfrm>
          <a:prstGeom prst="rect">
            <a:avLst/>
          </a:prstGeom>
          <a:noFill/>
        </p:spPr>
        <p:txBody>
          <a:bodyPr wrap="square" lIns="0" tIns="0" rIns="0" bIns="0" rtlCol="0">
            <a:noAutofit/>
          </a:bodyPr>
          <a:lstStyle/>
          <a:p>
            <a:pPr algn="l"/>
            <a:r>
              <a:rPr lang="en-US" sz="1400" b="1">
                <a:solidFill>
                  <a:schemeClr val="bg1"/>
                </a:solidFill>
              </a:rPr>
              <a:t>Keep informed</a:t>
            </a:r>
          </a:p>
        </p:txBody>
      </p:sp>
      <p:sp>
        <p:nvSpPr>
          <p:cNvPr id="110" name="Speech Bubble: Rectangle with Corners Rounded 109">
            <a:extLst>
              <a:ext uri="{FF2B5EF4-FFF2-40B4-BE49-F238E27FC236}">
                <a16:creationId xmlns:a16="http://schemas.microsoft.com/office/drawing/2014/main" id="{8800D70C-4466-6F12-50D4-498BA9D77436}"/>
              </a:ext>
            </a:extLst>
          </p:cNvPr>
          <p:cNvSpPr/>
          <p:nvPr/>
        </p:nvSpPr>
        <p:spPr>
          <a:xfrm>
            <a:off x="2631551" y="2109887"/>
            <a:ext cx="1031360" cy="356615"/>
          </a:xfrm>
          <a:prstGeom prst="wedgeRoundRectCallou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000"/>
              <a:t>Government agencies</a:t>
            </a:r>
          </a:p>
        </p:txBody>
      </p:sp>
      <p:sp>
        <p:nvSpPr>
          <p:cNvPr id="113" name="Speech Bubble: Rectangle with Corners Rounded 112">
            <a:extLst>
              <a:ext uri="{FF2B5EF4-FFF2-40B4-BE49-F238E27FC236}">
                <a16:creationId xmlns:a16="http://schemas.microsoft.com/office/drawing/2014/main" id="{963BA597-23BA-AD0D-2EEB-49DB9DD5FD3C}"/>
              </a:ext>
            </a:extLst>
          </p:cNvPr>
          <p:cNvSpPr/>
          <p:nvPr/>
        </p:nvSpPr>
        <p:spPr>
          <a:xfrm>
            <a:off x="6098038" y="2093724"/>
            <a:ext cx="1031360" cy="356615"/>
          </a:xfrm>
          <a:prstGeom prst="wedgeRoundRectCallou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000"/>
              <a:t>Key investors</a:t>
            </a:r>
          </a:p>
        </p:txBody>
      </p:sp>
      <p:graphicFrame>
        <p:nvGraphicFramePr>
          <p:cNvPr id="115" name="Diagram 114">
            <a:extLst>
              <a:ext uri="{FF2B5EF4-FFF2-40B4-BE49-F238E27FC236}">
                <a16:creationId xmlns:a16="http://schemas.microsoft.com/office/drawing/2014/main" id="{F0179B74-9B23-BE13-8D48-E1B48B48F5DF}"/>
              </a:ext>
            </a:extLst>
          </p:cNvPr>
          <p:cNvGraphicFramePr/>
          <p:nvPr>
            <p:extLst>
              <p:ext uri="{D42A27DB-BD31-4B8C-83A1-F6EECF244321}">
                <p14:modId xmlns:p14="http://schemas.microsoft.com/office/powerpoint/2010/main" val="229957737"/>
              </p:ext>
            </p:extLst>
          </p:nvPr>
        </p:nvGraphicFramePr>
        <p:xfrm>
          <a:off x="9861125" y="1637414"/>
          <a:ext cx="2062716" cy="41573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peech Bubble: Rectangle with Corners Rounded 1">
            <a:extLst>
              <a:ext uri="{FF2B5EF4-FFF2-40B4-BE49-F238E27FC236}">
                <a16:creationId xmlns:a16="http://schemas.microsoft.com/office/drawing/2014/main" id="{8A2AEC2E-0311-B644-78F5-6962D6FB59B5}"/>
              </a:ext>
            </a:extLst>
          </p:cNvPr>
          <p:cNvSpPr/>
          <p:nvPr/>
        </p:nvSpPr>
        <p:spPr>
          <a:xfrm>
            <a:off x="6129174" y="4215380"/>
            <a:ext cx="1031360" cy="356615"/>
          </a:xfrm>
          <a:prstGeom prst="wedgeRoundRectCallou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000"/>
              <a:t>Employees</a:t>
            </a:r>
          </a:p>
        </p:txBody>
      </p:sp>
      <p:sp>
        <p:nvSpPr>
          <p:cNvPr id="4" name="Speech Bubble: Rectangle with Corners Rounded 3">
            <a:extLst>
              <a:ext uri="{FF2B5EF4-FFF2-40B4-BE49-F238E27FC236}">
                <a16:creationId xmlns:a16="http://schemas.microsoft.com/office/drawing/2014/main" id="{526D715D-21C5-6996-759A-4A2528FD1243}"/>
              </a:ext>
            </a:extLst>
          </p:cNvPr>
          <p:cNvSpPr/>
          <p:nvPr/>
        </p:nvSpPr>
        <p:spPr>
          <a:xfrm>
            <a:off x="2631551" y="4226013"/>
            <a:ext cx="1031360" cy="356615"/>
          </a:xfrm>
          <a:prstGeom prst="wedgeRoundRectCallou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000"/>
              <a:t>General public</a:t>
            </a:r>
          </a:p>
        </p:txBody>
      </p:sp>
    </p:spTree>
    <p:custDataLst>
      <p:custData r:id="rId1"/>
    </p:custDataLst>
    <p:extLst>
      <p:ext uri="{BB962C8B-B14F-4D97-AF65-F5344CB8AC3E}">
        <p14:creationId xmlns:p14="http://schemas.microsoft.com/office/powerpoint/2010/main" val="2540253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9771B-9FFF-8A63-8C35-C24BE45097A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416A2C4-5306-A576-F5DC-8BD5F0369D37}"/>
              </a:ext>
            </a:extLst>
          </p:cNvPr>
          <p:cNvSpPr/>
          <p:nvPr/>
        </p:nvSpPr>
        <p:spPr>
          <a:xfrm>
            <a:off x="-103633" y="9144"/>
            <a:ext cx="6199633" cy="685800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5CFAA3E-DA7C-41B2-F959-262BC4C24F04}"/>
              </a:ext>
            </a:extLst>
          </p:cNvPr>
          <p:cNvSpPr/>
          <p:nvPr/>
        </p:nvSpPr>
        <p:spPr>
          <a:xfrm>
            <a:off x="4304144" y="2953512"/>
            <a:ext cx="7887856" cy="1280160"/>
          </a:xfrm>
          <a:prstGeom prst="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2800" i="1">
                <a:ln w="0"/>
                <a:solidFill>
                  <a:schemeClr val="bg1"/>
                </a:solidFill>
                <a:effectLst>
                  <a:outerShdw blurRad="38100" dist="19050" dir="2700000" algn="tl" rotWithShape="0">
                    <a:schemeClr val="dk1">
                      <a:alpha val="40000"/>
                    </a:schemeClr>
                  </a:outerShdw>
                </a:effectLst>
                <a:latin typeface="+mj-lt"/>
              </a:rPr>
              <a:t>           Stakeholder Expectations</a:t>
            </a:r>
          </a:p>
        </p:txBody>
      </p:sp>
      <p:sp>
        <p:nvSpPr>
          <p:cNvPr id="4" name="Rectangle 3">
            <a:extLst>
              <a:ext uri="{FF2B5EF4-FFF2-40B4-BE49-F238E27FC236}">
                <a16:creationId xmlns:a16="http://schemas.microsoft.com/office/drawing/2014/main" id="{AFACB81B-3830-2C8C-6252-86B5720477E1}"/>
              </a:ext>
            </a:extLst>
          </p:cNvPr>
          <p:cNvSpPr/>
          <p:nvPr/>
        </p:nvSpPr>
        <p:spPr>
          <a:xfrm>
            <a:off x="11811000" y="-9144"/>
            <a:ext cx="381000" cy="379095"/>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960"/>
          </a:p>
        </p:txBody>
      </p:sp>
      <p:pic>
        <p:nvPicPr>
          <p:cNvPr id="12" name="Picture 11">
            <a:extLst>
              <a:ext uri="{FF2B5EF4-FFF2-40B4-BE49-F238E27FC236}">
                <a16:creationId xmlns:a16="http://schemas.microsoft.com/office/drawing/2014/main" id="{6C42DB74-DD04-8459-E434-7A842DAFF5FD}"/>
              </a:ext>
            </a:extLst>
          </p:cNvPr>
          <p:cNvPicPr>
            <a:picLocks noChangeAspect="1"/>
          </p:cNvPicPr>
          <p:nvPr/>
        </p:nvPicPr>
        <p:blipFill>
          <a:blip r:embed="rId4"/>
          <a:stretch>
            <a:fillRect/>
          </a:stretch>
        </p:blipFill>
        <p:spPr>
          <a:xfrm>
            <a:off x="-74666" y="5324856"/>
            <a:ext cx="1693154" cy="1524000"/>
          </a:xfrm>
          <a:prstGeom prst="rect">
            <a:avLst/>
          </a:prstGeom>
        </p:spPr>
      </p:pic>
      <p:sp>
        <p:nvSpPr>
          <p:cNvPr id="7" name="Flowchart: Delay 6">
            <a:extLst>
              <a:ext uri="{FF2B5EF4-FFF2-40B4-BE49-F238E27FC236}">
                <a16:creationId xmlns:a16="http://schemas.microsoft.com/office/drawing/2014/main" id="{A62F7417-A6A8-341F-1841-E1233B1F1A88}"/>
              </a:ext>
            </a:extLst>
          </p:cNvPr>
          <p:cNvSpPr/>
          <p:nvPr/>
        </p:nvSpPr>
        <p:spPr>
          <a:xfrm>
            <a:off x="4322432" y="2965590"/>
            <a:ext cx="942800" cy="1268082"/>
          </a:xfrm>
          <a:prstGeom prst="flowChartDela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a:solidFill>
                  <a:schemeClr val="tx1"/>
                </a:solidFill>
                <a:latin typeface="+mj-lt"/>
              </a:rPr>
              <a:t>03</a:t>
            </a:r>
          </a:p>
        </p:txBody>
      </p:sp>
    </p:spTree>
    <p:custDataLst>
      <p:custData r:id="rId1"/>
    </p:custDataLst>
    <p:extLst>
      <p:ext uri="{BB962C8B-B14F-4D97-AF65-F5344CB8AC3E}">
        <p14:creationId xmlns:p14="http://schemas.microsoft.com/office/powerpoint/2010/main" val="3603947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4015E-C6A2-49A6-9921-603928AE962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6AB3F84-ECAB-13FC-CE70-5AF19CF33E3F}"/>
              </a:ext>
            </a:extLst>
          </p:cNvPr>
          <p:cNvSpPr>
            <a:spLocks noGrp="1"/>
          </p:cNvSpPr>
          <p:nvPr>
            <p:ph type="sldNum" sz="quarter" idx="4"/>
          </p:nvPr>
        </p:nvSpPr>
        <p:spPr>
          <a:xfrm>
            <a:off x="11802027" y="6628979"/>
            <a:ext cx="298209" cy="161583"/>
          </a:xfrm>
        </p:spPr>
        <p:txBody>
          <a:bodyPr/>
          <a:lstStyle/>
          <a:p>
            <a:fld id="{3E6AC032-1535-134B-A583-D5E1DDD0D167}" type="slidenum">
              <a:rPr lang="en-US" smtClean="0"/>
              <a:pPr/>
              <a:t>20</a:t>
            </a:fld>
            <a:endParaRPr lang="en-US"/>
          </a:p>
        </p:txBody>
      </p:sp>
      <p:sp>
        <p:nvSpPr>
          <p:cNvPr id="13" name="Rectangle 12">
            <a:extLst>
              <a:ext uri="{FF2B5EF4-FFF2-40B4-BE49-F238E27FC236}">
                <a16:creationId xmlns:a16="http://schemas.microsoft.com/office/drawing/2014/main" id="{42D205B1-18D7-4502-601F-49FAED09C995}"/>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Understanding Stakeholder Expectations</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5" name="TextBox 4">
            <a:extLst>
              <a:ext uri="{FF2B5EF4-FFF2-40B4-BE49-F238E27FC236}">
                <a16:creationId xmlns:a16="http://schemas.microsoft.com/office/drawing/2014/main" id="{24B967C2-4F8C-B3EE-DD5A-B71F6EABF669}"/>
              </a:ext>
            </a:extLst>
          </p:cNvPr>
          <p:cNvSpPr txBox="1"/>
          <p:nvPr/>
        </p:nvSpPr>
        <p:spPr>
          <a:xfrm>
            <a:off x="309688" y="849646"/>
            <a:ext cx="7785108" cy="817502"/>
          </a:xfrm>
          <a:prstGeom prst="rect">
            <a:avLst/>
          </a:prstGeom>
          <a:noFill/>
        </p:spPr>
        <p:txBody>
          <a:bodyPr wrap="square" lIns="91440" tIns="91440" rIns="91440" bIns="0" rtlCol="0">
            <a:noAutofit/>
          </a:bodyPr>
          <a:lstStyle/>
          <a:p>
            <a:pPr algn="just"/>
            <a:r>
              <a:rPr lang="en-US" sz="1400"/>
              <a:t>This means actively understanding their expectations from the organization. Expectations can relate to performance, communication, ethical standards, or specific outcomes. </a:t>
            </a:r>
          </a:p>
        </p:txBody>
      </p:sp>
      <p:sp>
        <p:nvSpPr>
          <p:cNvPr id="19" name="Rectangle 18">
            <a:extLst>
              <a:ext uri="{FF2B5EF4-FFF2-40B4-BE49-F238E27FC236}">
                <a16:creationId xmlns:a16="http://schemas.microsoft.com/office/drawing/2014/main" id="{3A6ACFA9-1E0D-6CF3-D0B1-C0DDFFD5B968}"/>
              </a:ext>
            </a:extLst>
          </p:cNvPr>
          <p:cNvSpPr/>
          <p:nvPr/>
        </p:nvSpPr>
        <p:spPr>
          <a:xfrm rot="16200000">
            <a:off x="8458559" y="3092679"/>
            <a:ext cx="3161059" cy="3859236"/>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ea typeface="+mn-ea"/>
              <a:cs typeface="+mn-cs"/>
            </a:endParaRPr>
          </a:p>
        </p:txBody>
      </p:sp>
      <p:sp>
        <p:nvSpPr>
          <p:cNvPr id="30" name="Rectangle 29">
            <a:extLst>
              <a:ext uri="{FF2B5EF4-FFF2-40B4-BE49-F238E27FC236}">
                <a16:creationId xmlns:a16="http://schemas.microsoft.com/office/drawing/2014/main" id="{805437AE-6B8E-BAE1-51FB-A2411A2EE7DA}"/>
              </a:ext>
            </a:extLst>
          </p:cNvPr>
          <p:cNvSpPr/>
          <p:nvPr/>
        </p:nvSpPr>
        <p:spPr>
          <a:xfrm>
            <a:off x="8250871" y="3968435"/>
            <a:ext cx="3455731" cy="2489592"/>
          </a:xfrm>
          <a:prstGeom prst="rect">
            <a:avLst/>
          </a:prstGeom>
        </p:spPr>
        <p:txBody>
          <a:bodyPr wrap="square">
            <a:spAutoFit/>
          </a:bodyPr>
          <a:lstStyle/>
          <a:p>
            <a:pPr marL="285750" marR="0" lvl="0" indent="-285750" algn="just" defTabSz="914400" rtl="0" eaLnBrk="1" fontAlgn="auto" latinLnBrk="0" hangingPunct="1">
              <a:lnSpc>
                <a:spcPct val="125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a:ln>
                  <a:noFill/>
                </a:ln>
                <a:solidFill>
                  <a:prstClr val="white"/>
                </a:solidFill>
                <a:effectLst/>
                <a:uLnTx/>
                <a:uFillTx/>
                <a:ea typeface="Calibri" panose="020F0502020204030204" pitchFamily="34" charset="0"/>
                <a:cs typeface="+mn-cs"/>
              </a:rPr>
              <a:t>Use a mix of data collection methods to get a comprehensive view.</a:t>
            </a:r>
          </a:p>
          <a:p>
            <a:pPr marL="285750" marR="0" lvl="0" indent="-285750" algn="just" defTabSz="914400" rtl="0" eaLnBrk="1" fontAlgn="auto" latinLnBrk="0" hangingPunct="1">
              <a:lnSpc>
                <a:spcPct val="125000"/>
              </a:lnSpc>
              <a:spcBef>
                <a:spcPts val="0"/>
              </a:spcBef>
              <a:spcAft>
                <a:spcPts val="0"/>
              </a:spcAft>
              <a:buClrTx/>
              <a:buSzTx/>
              <a:buFont typeface="Wingdings" panose="05000000000000000000" pitchFamily="2" charset="2"/>
              <a:buChar char="§"/>
              <a:tabLst/>
              <a:defRPr/>
            </a:pPr>
            <a:endParaRPr kumimoji="0" lang="en-US" sz="1400" b="0" i="0" u="none" strike="noStrike" kern="1200" cap="none" spc="0" normalizeH="0" baseline="0" noProof="0">
              <a:ln>
                <a:noFill/>
              </a:ln>
              <a:solidFill>
                <a:prstClr val="white"/>
              </a:solidFill>
              <a:effectLst/>
              <a:uLnTx/>
              <a:uFillTx/>
              <a:ea typeface="Calibri" panose="020F0502020204030204" pitchFamily="34" charset="0"/>
              <a:cs typeface="+mn-cs"/>
            </a:endParaRPr>
          </a:p>
          <a:p>
            <a:pPr marL="285750" marR="0" lvl="0" indent="-285750" algn="just" defTabSz="914400" rtl="0" eaLnBrk="1" fontAlgn="auto" latinLnBrk="0" hangingPunct="1">
              <a:lnSpc>
                <a:spcPct val="125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a:ln>
                  <a:noFill/>
                </a:ln>
                <a:solidFill>
                  <a:prstClr val="white"/>
                </a:solidFill>
                <a:effectLst/>
                <a:uLnTx/>
                <a:uFillTx/>
                <a:ea typeface="Calibri" panose="020F0502020204030204" pitchFamily="34" charset="0"/>
                <a:cs typeface="+mn-cs"/>
              </a:rPr>
              <a:t>Ensure confidentiality and anonymity to encourage honest feedback.</a:t>
            </a:r>
          </a:p>
          <a:p>
            <a:pPr marL="285750" marR="0" lvl="0" indent="-285750" algn="just" defTabSz="914400" rtl="0" eaLnBrk="1" fontAlgn="auto" latinLnBrk="0" hangingPunct="1">
              <a:lnSpc>
                <a:spcPct val="125000"/>
              </a:lnSpc>
              <a:spcBef>
                <a:spcPts val="0"/>
              </a:spcBef>
              <a:spcAft>
                <a:spcPts val="0"/>
              </a:spcAft>
              <a:buClrTx/>
              <a:buSzTx/>
              <a:buFont typeface="Wingdings" panose="05000000000000000000" pitchFamily="2" charset="2"/>
              <a:buChar char="§"/>
              <a:tabLst/>
              <a:defRPr/>
            </a:pPr>
            <a:endParaRPr kumimoji="0" lang="en-US" sz="1400" b="0" i="0" u="none" strike="noStrike" kern="1200" cap="none" spc="0" normalizeH="0" baseline="0" noProof="0">
              <a:ln>
                <a:noFill/>
              </a:ln>
              <a:solidFill>
                <a:prstClr val="white"/>
              </a:solidFill>
              <a:effectLst/>
              <a:uLnTx/>
              <a:uFillTx/>
              <a:ea typeface="Calibri" panose="020F0502020204030204" pitchFamily="34" charset="0"/>
              <a:cs typeface="+mn-cs"/>
            </a:endParaRPr>
          </a:p>
          <a:p>
            <a:pPr marL="285750" marR="0" lvl="0" indent="-285750" algn="just" defTabSz="914400" rtl="0" eaLnBrk="1" fontAlgn="auto" latinLnBrk="0" hangingPunct="1">
              <a:lnSpc>
                <a:spcPct val="125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a:ln>
                  <a:noFill/>
                </a:ln>
                <a:solidFill>
                  <a:prstClr val="white"/>
                </a:solidFill>
                <a:effectLst/>
                <a:uLnTx/>
                <a:uFillTx/>
                <a:ea typeface="Calibri" panose="020F0502020204030204" pitchFamily="34" charset="0"/>
                <a:cs typeface="+mn-cs"/>
              </a:rPr>
              <a:t>Segment stakeholders in order to tailor questions and keep the analysis specific to their context.</a:t>
            </a:r>
          </a:p>
        </p:txBody>
      </p:sp>
      <p:sp>
        <p:nvSpPr>
          <p:cNvPr id="31" name="TextBox 30">
            <a:extLst>
              <a:ext uri="{FF2B5EF4-FFF2-40B4-BE49-F238E27FC236}">
                <a16:creationId xmlns:a16="http://schemas.microsoft.com/office/drawing/2014/main" id="{91CFE85D-841D-EAD9-9DD6-ECD137F6EE28}"/>
              </a:ext>
            </a:extLst>
          </p:cNvPr>
          <p:cNvSpPr txBox="1"/>
          <p:nvPr/>
        </p:nvSpPr>
        <p:spPr>
          <a:xfrm>
            <a:off x="2572818" y="2289702"/>
            <a:ext cx="5502110" cy="46166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pPr lvl="0" algn="just">
              <a:defRPr/>
            </a:pPr>
            <a:r>
              <a:rPr lang="en-US" sz="1200"/>
              <a:t>It enables the Board and management to anticipate risks, align strategy with stakeholder priorities and protect long-term shareholders’ and enterprise value.</a:t>
            </a:r>
            <a:endParaRPr kumimoji="0" lang="en-US" sz="1200" i="0" u="none" strike="noStrike" kern="1200" cap="none" spc="0" normalizeH="0" baseline="0" noProof="0">
              <a:ln>
                <a:noFill/>
              </a:ln>
              <a:effectLst/>
              <a:uLnTx/>
              <a:uFillTx/>
            </a:endParaRPr>
          </a:p>
        </p:txBody>
      </p:sp>
      <p:sp>
        <p:nvSpPr>
          <p:cNvPr id="40" name="Rectangle 39">
            <a:extLst>
              <a:ext uri="{FF2B5EF4-FFF2-40B4-BE49-F238E27FC236}">
                <a16:creationId xmlns:a16="http://schemas.microsoft.com/office/drawing/2014/main" id="{4E556CC9-7054-29F2-E71C-C21762AE58A6}"/>
              </a:ext>
            </a:extLst>
          </p:cNvPr>
          <p:cNvSpPr/>
          <p:nvPr/>
        </p:nvSpPr>
        <p:spPr>
          <a:xfrm>
            <a:off x="347068" y="2039241"/>
            <a:ext cx="2234251" cy="809901"/>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ea typeface="+mn-ea"/>
                <a:cs typeface="+mn-cs"/>
              </a:rPr>
              <a:t>Why does it matter?</a:t>
            </a:r>
          </a:p>
        </p:txBody>
      </p:sp>
      <p:sp>
        <p:nvSpPr>
          <p:cNvPr id="43" name="TextBox 42">
            <a:extLst>
              <a:ext uri="{FF2B5EF4-FFF2-40B4-BE49-F238E27FC236}">
                <a16:creationId xmlns:a16="http://schemas.microsoft.com/office/drawing/2014/main" id="{61EEDB6D-85D5-52AB-4C27-75C44A42AFCB}"/>
              </a:ext>
            </a:extLst>
          </p:cNvPr>
          <p:cNvSpPr txBox="1"/>
          <p:nvPr/>
        </p:nvSpPr>
        <p:spPr>
          <a:xfrm>
            <a:off x="8274398" y="3574802"/>
            <a:ext cx="3527902"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tx1"/>
                </a:solidFill>
                <a:effectLst/>
                <a:uLnTx/>
                <a:uFillTx/>
                <a:ea typeface="+mn-ea"/>
                <a:cs typeface="+mn-cs"/>
              </a:rPr>
              <a:t>Role of Management</a:t>
            </a:r>
          </a:p>
        </p:txBody>
      </p:sp>
      <p:sp>
        <p:nvSpPr>
          <p:cNvPr id="46" name="TextBox 45">
            <a:extLst>
              <a:ext uri="{FF2B5EF4-FFF2-40B4-BE49-F238E27FC236}">
                <a16:creationId xmlns:a16="http://schemas.microsoft.com/office/drawing/2014/main" id="{0B5CC20C-A598-A3E6-931E-9B196BA64A51}"/>
              </a:ext>
            </a:extLst>
          </p:cNvPr>
          <p:cNvSpPr txBox="1"/>
          <p:nvPr/>
        </p:nvSpPr>
        <p:spPr>
          <a:xfrm>
            <a:off x="290341" y="3729733"/>
            <a:ext cx="3601168" cy="646331"/>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ea typeface="+mn-ea"/>
                <a:cs typeface="+mn-cs"/>
              </a:rPr>
              <a:t>Customers: </a:t>
            </a:r>
            <a:r>
              <a:rPr kumimoji="0" lang="en-US" sz="1200" b="0" i="0" u="none" strike="noStrike" kern="1200" cap="none" spc="0" normalizeH="0" baseline="0" noProof="0">
                <a:ln>
                  <a:noFill/>
                </a:ln>
                <a:solidFill>
                  <a:prstClr val="black"/>
                </a:solidFill>
                <a:effectLst/>
                <a:uLnTx/>
                <a:uFillTx/>
                <a:ea typeface="+mn-ea"/>
                <a:cs typeface="+mn-cs"/>
              </a:rPr>
              <a:t>Expect high-quality products, timely delivery, and responsive customer service.</a:t>
            </a:r>
          </a:p>
        </p:txBody>
      </p:sp>
      <p:sp>
        <p:nvSpPr>
          <p:cNvPr id="48" name="TextBox 47">
            <a:extLst>
              <a:ext uri="{FF2B5EF4-FFF2-40B4-BE49-F238E27FC236}">
                <a16:creationId xmlns:a16="http://schemas.microsoft.com/office/drawing/2014/main" id="{28558512-BD0A-7233-3462-8E91DAAC4900}"/>
              </a:ext>
            </a:extLst>
          </p:cNvPr>
          <p:cNvSpPr txBox="1"/>
          <p:nvPr/>
        </p:nvSpPr>
        <p:spPr>
          <a:xfrm>
            <a:off x="288422" y="3299792"/>
            <a:ext cx="3364302" cy="276999"/>
          </a:xfrm>
          <a:prstGeom prst="rect">
            <a:avLst/>
          </a:prstGeom>
          <a:noFill/>
        </p:spPr>
        <p:txBody>
          <a:bodyPr wrap="square" rtlCol="0">
            <a:spAutoFit/>
          </a:bodyPr>
          <a:lstStyle/>
          <a:p>
            <a:pPr lvl="0">
              <a:defRPr/>
            </a:pPr>
            <a:r>
              <a:rPr kumimoji="0" lang="en-US" sz="1200" b="1" i="0" u="none" strike="noStrike" kern="1200" cap="none" spc="0" normalizeH="0" baseline="0" noProof="0">
                <a:ln>
                  <a:noFill/>
                </a:ln>
                <a:solidFill>
                  <a:schemeClr val="accent2">
                    <a:lumMod val="75000"/>
                  </a:schemeClr>
                </a:solidFill>
                <a:effectLst/>
                <a:uLnTx/>
                <a:uFillTx/>
              </a:rPr>
              <a:t>Illustration:</a:t>
            </a:r>
          </a:p>
        </p:txBody>
      </p:sp>
      <p:sp>
        <p:nvSpPr>
          <p:cNvPr id="54" name="TextBox 53">
            <a:extLst>
              <a:ext uri="{FF2B5EF4-FFF2-40B4-BE49-F238E27FC236}">
                <a16:creationId xmlns:a16="http://schemas.microsoft.com/office/drawing/2014/main" id="{78342DF4-F2E3-1B2C-41B4-996D07967E10}"/>
              </a:ext>
            </a:extLst>
          </p:cNvPr>
          <p:cNvSpPr txBox="1"/>
          <p:nvPr/>
        </p:nvSpPr>
        <p:spPr>
          <a:xfrm>
            <a:off x="4313814" y="3719100"/>
            <a:ext cx="3601168" cy="646331"/>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ea typeface="+mn-ea"/>
                <a:cs typeface="+mn-cs"/>
              </a:rPr>
              <a:t>Employees: </a:t>
            </a:r>
            <a:r>
              <a:rPr kumimoji="0" lang="en-US" sz="1200" i="0" u="none" strike="noStrike" kern="1200" cap="none" spc="0" normalizeH="0" baseline="0" noProof="0">
                <a:ln>
                  <a:noFill/>
                </a:ln>
                <a:solidFill>
                  <a:prstClr val="black"/>
                </a:solidFill>
                <a:effectLst/>
                <a:uLnTx/>
                <a:uFillTx/>
                <a:ea typeface="+mn-ea"/>
                <a:cs typeface="+mn-cs"/>
              </a:rPr>
              <a:t>Seek fair compensation, job security, professional development, and a positive work environment.</a:t>
            </a:r>
          </a:p>
        </p:txBody>
      </p:sp>
      <p:sp>
        <p:nvSpPr>
          <p:cNvPr id="55" name="Arrow: Pentagon 54">
            <a:extLst>
              <a:ext uri="{FF2B5EF4-FFF2-40B4-BE49-F238E27FC236}">
                <a16:creationId xmlns:a16="http://schemas.microsoft.com/office/drawing/2014/main" id="{CFA5C44F-D135-CB85-8EC2-A5C8DAE440CB}"/>
              </a:ext>
            </a:extLst>
          </p:cNvPr>
          <p:cNvSpPr/>
          <p:nvPr/>
        </p:nvSpPr>
        <p:spPr>
          <a:xfrm>
            <a:off x="2832509" y="5739682"/>
            <a:ext cx="4256447" cy="876208"/>
          </a:xfrm>
          <a:prstGeom prst="homePlate">
            <a:avLst/>
          </a:prstGeom>
          <a:ln/>
        </p:spPr>
        <p:style>
          <a:lnRef idx="3">
            <a:schemeClr val="lt1"/>
          </a:lnRef>
          <a:fillRef idx="1">
            <a:schemeClr val="accent1"/>
          </a:fillRef>
          <a:effectRef idx="1">
            <a:schemeClr val="accent1"/>
          </a:effectRef>
          <a:fontRef idx="minor">
            <a:schemeClr val="lt1"/>
          </a:fontRef>
        </p:style>
        <p:txBody>
          <a:bodyPr rtlCol="0" anchor="ctr"/>
          <a:lstStyle/>
          <a:p>
            <a:pPr marL="285750" indent="-285750" algn="just">
              <a:buFont typeface="Arial" panose="020B0604020202020204" pitchFamily="34" charset="0"/>
              <a:buChar char="•"/>
            </a:pPr>
            <a:r>
              <a:rPr lang="en-US" sz="1200">
                <a:solidFill>
                  <a:schemeClr val="bg1"/>
                </a:solidFill>
              </a:rPr>
              <a:t>Surveys &amp; Questionnaires </a:t>
            </a:r>
          </a:p>
          <a:p>
            <a:pPr marL="285750" indent="-285750" algn="just">
              <a:buFont typeface="Arial" panose="020B0604020202020204" pitchFamily="34" charset="0"/>
              <a:buChar char="•"/>
            </a:pPr>
            <a:r>
              <a:rPr lang="en-US" sz="1200">
                <a:solidFill>
                  <a:schemeClr val="bg1"/>
                </a:solidFill>
              </a:rPr>
              <a:t>Interviews &amp; Focus Groups</a:t>
            </a:r>
          </a:p>
          <a:p>
            <a:pPr marL="285750" indent="-285750" algn="just">
              <a:buFont typeface="Arial" panose="020B0604020202020204" pitchFamily="34" charset="0"/>
              <a:buChar char="•"/>
            </a:pPr>
            <a:r>
              <a:rPr lang="en-US" sz="1200">
                <a:solidFill>
                  <a:schemeClr val="bg1"/>
                </a:solidFill>
              </a:rPr>
              <a:t>Social Media Monitoring</a:t>
            </a:r>
          </a:p>
          <a:p>
            <a:pPr marL="285750" indent="-285750" algn="just">
              <a:buFont typeface="Arial" panose="020B0604020202020204" pitchFamily="34" charset="0"/>
              <a:buChar char="•"/>
            </a:pPr>
            <a:r>
              <a:rPr lang="en-US" sz="1200">
                <a:solidFill>
                  <a:schemeClr val="bg1"/>
                </a:solidFill>
              </a:rPr>
              <a:t>Feedback Forms</a:t>
            </a:r>
          </a:p>
        </p:txBody>
      </p:sp>
      <p:sp>
        <p:nvSpPr>
          <p:cNvPr id="60" name="TextBox 59">
            <a:extLst>
              <a:ext uri="{FF2B5EF4-FFF2-40B4-BE49-F238E27FC236}">
                <a16:creationId xmlns:a16="http://schemas.microsoft.com/office/drawing/2014/main" id="{63C26BD4-243F-5A7F-7112-7F9F98074168}"/>
              </a:ext>
            </a:extLst>
          </p:cNvPr>
          <p:cNvSpPr txBox="1"/>
          <p:nvPr/>
        </p:nvSpPr>
        <p:spPr>
          <a:xfrm>
            <a:off x="287607" y="4625985"/>
            <a:ext cx="3601168" cy="461665"/>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ea typeface="+mn-ea"/>
                <a:cs typeface="+mn-cs"/>
              </a:rPr>
              <a:t>Regulators: </a:t>
            </a:r>
            <a:r>
              <a:rPr kumimoji="0" lang="en-US" sz="1200" i="0" u="none" strike="noStrike" kern="1200" cap="none" spc="0" normalizeH="0" baseline="0" noProof="0">
                <a:ln>
                  <a:noFill/>
                </a:ln>
                <a:solidFill>
                  <a:prstClr val="black"/>
                </a:solidFill>
                <a:effectLst/>
                <a:uLnTx/>
                <a:uFillTx/>
                <a:ea typeface="+mn-ea"/>
                <a:cs typeface="+mn-cs"/>
              </a:rPr>
              <a:t>Demand compliance with laws, timely reporting, and ethical conduct.</a:t>
            </a:r>
          </a:p>
        </p:txBody>
      </p:sp>
      <p:sp>
        <p:nvSpPr>
          <p:cNvPr id="61" name="TextBox 60">
            <a:extLst>
              <a:ext uri="{FF2B5EF4-FFF2-40B4-BE49-F238E27FC236}">
                <a16:creationId xmlns:a16="http://schemas.microsoft.com/office/drawing/2014/main" id="{589DD923-BFAC-67FF-C7D6-3737710EF5BA}"/>
              </a:ext>
            </a:extLst>
          </p:cNvPr>
          <p:cNvSpPr txBox="1"/>
          <p:nvPr/>
        </p:nvSpPr>
        <p:spPr>
          <a:xfrm>
            <a:off x="4311080" y="4615352"/>
            <a:ext cx="3601168" cy="646331"/>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ea typeface="+mn-ea"/>
                <a:cs typeface="+mn-cs"/>
              </a:rPr>
              <a:t>Communities: </a:t>
            </a:r>
            <a:r>
              <a:rPr kumimoji="0" lang="en-US" sz="1200" i="0" u="none" strike="noStrike" kern="1200" cap="none" spc="0" normalizeH="0" baseline="0" noProof="0">
                <a:ln>
                  <a:noFill/>
                </a:ln>
                <a:solidFill>
                  <a:prstClr val="black"/>
                </a:solidFill>
                <a:effectLst/>
                <a:uLnTx/>
                <a:uFillTx/>
                <a:ea typeface="+mn-ea"/>
                <a:cs typeface="+mn-cs"/>
              </a:rPr>
              <a:t>Desire environmental protection, job creation, and corporate social responsibility.</a:t>
            </a:r>
          </a:p>
        </p:txBody>
      </p:sp>
      <p:sp>
        <p:nvSpPr>
          <p:cNvPr id="62" name="Rectangle 61">
            <a:extLst>
              <a:ext uri="{FF2B5EF4-FFF2-40B4-BE49-F238E27FC236}">
                <a16:creationId xmlns:a16="http://schemas.microsoft.com/office/drawing/2014/main" id="{E9958D34-CA96-5B7D-1428-9BC1FD98B242}"/>
              </a:ext>
            </a:extLst>
          </p:cNvPr>
          <p:cNvSpPr/>
          <p:nvPr/>
        </p:nvSpPr>
        <p:spPr>
          <a:xfrm>
            <a:off x="555013" y="6258489"/>
            <a:ext cx="2277496" cy="353041"/>
          </a:xfrm>
          <a:prstGeom prst="rec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1200" b="1">
                <a:solidFill>
                  <a:schemeClr val="bg1"/>
                </a:solidFill>
              </a:rPr>
              <a:t>Tools for understanding </a:t>
            </a:r>
          </a:p>
        </p:txBody>
      </p:sp>
      <p:pic>
        <p:nvPicPr>
          <p:cNvPr id="2050" name="Picture 2" descr="How to set expectations at work (and everywhere in life)">
            <a:extLst>
              <a:ext uri="{FF2B5EF4-FFF2-40B4-BE49-F238E27FC236}">
                <a16:creationId xmlns:a16="http://schemas.microsoft.com/office/drawing/2014/main" id="{F61F420B-E0B6-3B16-9205-5A4CFCFFAB1B}"/>
              </a:ext>
            </a:extLst>
          </p:cNvPr>
          <p:cNvPicPr>
            <a:picLocks noChangeAspect="1" noChangeArrowheads="1"/>
          </p:cNvPicPr>
          <p:nvPr/>
        </p:nvPicPr>
        <p:blipFill rotWithShape="1">
          <a:blip r:embed="rId3">
            <a:grayscl/>
            <a:extLst>
              <a:ext uri="{28A0092B-C50C-407E-A947-70E740481C1C}">
                <a14:useLocalDpi xmlns:a14="http://schemas.microsoft.com/office/drawing/2010/main" val="0"/>
              </a:ext>
            </a:extLst>
          </a:blip>
          <a:srcRect l="15015" r="20619"/>
          <a:stretch>
            <a:fillRect/>
          </a:stretch>
        </p:blipFill>
        <p:spPr bwMode="auto">
          <a:xfrm>
            <a:off x="8371037" y="606058"/>
            <a:ext cx="3313358" cy="279705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cxnSp>
        <p:nvCxnSpPr>
          <p:cNvPr id="2048" name="Straight Connector 2047">
            <a:extLst>
              <a:ext uri="{FF2B5EF4-FFF2-40B4-BE49-F238E27FC236}">
                <a16:creationId xmlns:a16="http://schemas.microsoft.com/office/drawing/2014/main" id="{36745B71-1CE8-D841-0665-5764CAAB07D5}"/>
              </a:ext>
            </a:extLst>
          </p:cNvPr>
          <p:cNvCxnSpPr/>
          <p:nvPr/>
        </p:nvCxnSpPr>
        <p:spPr>
          <a:xfrm>
            <a:off x="4114800" y="3682000"/>
            <a:ext cx="0" cy="164592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51" name="Straight Connector 2050">
            <a:extLst>
              <a:ext uri="{FF2B5EF4-FFF2-40B4-BE49-F238E27FC236}">
                <a16:creationId xmlns:a16="http://schemas.microsoft.com/office/drawing/2014/main" id="{3C1565E9-30EF-165A-2C54-A90D073E25B4}"/>
              </a:ext>
            </a:extLst>
          </p:cNvPr>
          <p:cNvCxnSpPr/>
          <p:nvPr/>
        </p:nvCxnSpPr>
        <p:spPr>
          <a:xfrm flipV="1">
            <a:off x="410866" y="4532195"/>
            <a:ext cx="7446597" cy="10633"/>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ustDataLst>
      <p:custData r:id="rId1"/>
    </p:custDataLst>
    <p:extLst>
      <p:ext uri="{BB962C8B-B14F-4D97-AF65-F5344CB8AC3E}">
        <p14:creationId xmlns:p14="http://schemas.microsoft.com/office/powerpoint/2010/main" val="915127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1729D-E77F-912C-0CCD-9E5B0A4E20A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EC1D3BF-CACB-02DC-36F0-B76E7647D93E}"/>
              </a:ext>
            </a:extLst>
          </p:cNvPr>
          <p:cNvSpPr>
            <a:spLocks noGrp="1"/>
          </p:cNvSpPr>
          <p:nvPr>
            <p:ph type="sldNum" sz="quarter" idx="4"/>
          </p:nvPr>
        </p:nvSpPr>
        <p:spPr>
          <a:xfrm>
            <a:off x="11802027" y="6628979"/>
            <a:ext cx="298209" cy="161583"/>
          </a:xfrm>
        </p:spPr>
        <p:txBody>
          <a:bodyPr/>
          <a:lstStyle/>
          <a:p>
            <a:fld id="{3E6AC032-1535-134B-A583-D5E1DDD0D167}" type="slidenum">
              <a:rPr lang="en-US" smtClean="0"/>
              <a:pPr/>
              <a:t>21</a:t>
            </a:fld>
            <a:endParaRPr lang="en-US"/>
          </a:p>
        </p:txBody>
      </p:sp>
      <p:sp>
        <p:nvSpPr>
          <p:cNvPr id="13" name="Rectangle 12">
            <a:extLst>
              <a:ext uri="{FF2B5EF4-FFF2-40B4-BE49-F238E27FC236}">
                <a16:creationId xmlns:a16="http://schemas.microsoft.com/office/drawing/2014/main" id="{12A20A18-AFBC-5399-36C6-167E8CD724F1}"/>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Activity | Mapping Stakeholders to Their Possible Expectations</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5" name="Google Shape;1203;p141">
            <a:extLst>
              <a:ext uri="{FF2B5EF4-FFF2-40B4-BE49-F238E27FC236}">
                <a16:creationId xmlns:a16="http://schemas.microsoft.com/office/drawing/2014/main" id="{A26DFFF4-BE6E-A045-EE8C-2B380EB3900C}"/>
              </a:ext>
            </a:extLst>
          </p:cNvPr>
          <p:cNvSpPr/>
          <p:nvPr/>
        </p:nvSpPr>
        <p:spPr>
          <a:xfrm>
            <a:off x="6506756" y="1657749"/>
            <a:ext cx="2047556" cy="1274867"/>
          </a:xfrm>
          <a:prstGeom prst="roundRect">
            <a:avLst>
              <a:gd name="adj" fmla="val 3370"/>
            </a:avLst>
          </a:prstGeom>
          <a:ln/>
        </p:spPr>
        <p:style>
          <a:lnRef idx="3">
            <a:schemeClr val="lt1"/>
          </a:lnRef>
          <a:fillRef idx="1">
            <a:schemeClr val="accent2"/>
          </a:fillRef>
          <a:effectRef idx="1">
            <a:schemeClr val="accent2"/>
          </a:effectRef>
          <a:fontRef idx="minor">
            <a:schemeClr val="lt1"/>
          </a:fontRef>
        </p:style>
        <p:txBody>
          <a:bodyPr spcFirstLastPara="1" wrap="square" lIns="0" tIns="0" rIns="0" bIns="68569" anchor="ctr" anchorCtr="0">
            <a:noAutofit/>
          </a:bodyPr>
          <a:lstStyle/>
          <a:p>
            <a:pPr algn="ctr" defTabSz="457200">
              <a:buSzPts val="1100"/>
            </a:pPr>
            <a:r>
              <a:rPr lang="en-US" sz="2400" b="1" noProof="0">
                <a:solidFill>
                  <a:schemeClr val="bg1"/>
                </a:solidFill>
                <a:latin typeface="+mn-lt"/>
                <a:cs typeface="Helvetica Neue" panose="020B0604020202020204" charset="0"/>
              </a:rPr>
              <a:t>1</a:t>
            </a:r>
          </a:p>
          <a:p>
            <a:pPr algn="ctr" defTabSz="457200">
              <a:buSzPts val="1100"/>
            </a:pPr>
            <a:r>
              <a:rPr lang="en-US" sz="1200" b="1" noProof="0">
                <a:solidFill>
                  <a:schemeClr val="bg1"/>
                </a:solidFill>
                <a:latin typeface="+mn-lt"/>
                <a:cs typeface="Helvetica Neue" panose="020B0604020202020204" charset="0"/>
              </a:rPr>
              <a:t>Compliance with laws, ethical conduct, and timely disclosures</a:t>
            </a:r>
          </a:p>
        </p:txBody>
      </p:sp>
      <p:sp>
        <p:nvSpPr>
          <p:cNvPr id="6" name="Rectangle 5">
            <a:extLst>
              <a:ext uri="{FF2B5EF4-FFF2-40B4-BE49-F238E27FC236}">
                <a16:creationId xmlns:a16="http://schemas.microsoft.com/office/drawing/2014/main" id="{FEB5AC8A-4D95-F599-2126-DA4A049AB2E7}"/>
              </a:ext>
            </a:extLst>
          </p:cNvPr>
          <p:cNvSpPr/>
          <p:nvPr/>
        </p:nvSpPr>
        <p:spPr>
          <a:xfrm rot="10800000" flipH="1" flipV="1">
            <a:off x="6592153" y="1574434"/>
            <a:ext cx="1946701" cy="45719"/>
          </a:xfrm>
          <a:prstGeom prst="rect">
            <a:avLst/>
          </a:prstGeom>
          <a:solidFill>
            <a:schemeClr val="accent3">
              <a:lumMod val="40000"/>
              <a:lumOff val="60000"/>
            </a:schemeClr>
          </a:solidFill>
          <a:ln w="12700" cap="flat" cmpd="sng" algn="ctr">
            <a:noFill/>
            <a:prstDash val="solid"/>
            <a:miter lim="800000"/>
          </a:ln>
          <a:effectLst/>
        </p:spPr>
        <p:txBody>
          <a:bodyPr tIns="45720" rtlCol="0" anchor="ctr"/>
          <a:lstStyle/>
          <a:p>
            <a:pPr algn="ctr" defTabSz="457200"/>
            <a:endParaRPr lang="en-US" sz="800" b="1" noProof="0">
              <a:solidFill>
                <a:schemeClr val="tx1"/>
              </a:solidFill>
              <a:latin typeface="+mn-lt"/>
              <a:cs typeface="Helvetica Neue" panose="020B0604020202020204" charset="0"/>
              <a:sym typeface="Graphik" panose="020B0503030202060203" pitchFamily="34" charset="0"/>
            </a:endParaRPr>
          </a:p>
        </p:txBody>
      </p:sp>
      <p:sp>
        <p:nvSpPr>
          <p:cNvPr id="7" name="Google Shape;1203;p141">
            <a:extLst>
              <a:ext uri="{FF2B5EF4-FFF2-40B4-BE49-F238E27FC236}">
                <a16:creationId xmlns:a16="http://schemas.microsoft.com/office/drawing/2014/main" id="{468E7242-B97D-1B0C-B3A4-199CB323A59D}"/>
              </a:ext>
            </a:extLst>
          </p:cNvPr>
          <p:cNvSpPr/>
          <p:nvPr/>
        </p:nvSpPr>
        <p:spPr>
          <a:xfrm>
            <a:off x="8862860" y="1657748"/>
            <a:ext cx="2047556" cy="1274867"/>
          </a:xfrm>
          <a:prstGeom prst="roundRect">
            <a:avLst>
              <a:gd name="adj" fmla="val 3370"/>
            </a:avLst>
          </a:prstGeom>
          <a:ln/>
        </p:spPr>
        <p:style>
          <a:lnRef idx="3">
            <a:schemeClr val="lt1"/>
          </a:lnRef>
          <a:fillRef idx="1">
            <a:schemeClr val="accent2"/>
          </a:fillRef>
          <a:effectRef idx="1">
            <a:schemeClr val="accent2"/>
          </a:effectRef>
          <a:fontRef idx="minor">
            <a:schemeClr val="lt1"/>
          </a:fontRef>
        </p:style>
        <p:txBody>
          <a:bodyPr spcFirstLastPara="1" wrap="square" lIns="0" tIns="0" rIns="0" bIns="68569" anchor="ctr" anchorCtr="0">
            <a:noAutofit/>
          </a:bodyPr>
          <a:lstStyle/>
          <a:p>
            <a:pPr algn="ctr" defTabSz="457200">
              <a:buSzPts val="1100"/>
            </a:pPr>
            <a:r>
              <a:rPr lang="en-US" sz="2400" b="1" noProof="0">
                <a:solidFill>
                  <a:schemeClr val="bg1"/>
                </a:solidFill>
                <a:latin typeface="+mn-lt"/>
                <a:cs typeface="Helvetica Neue" panose="020B0604020202020204" charset="0"/>
              </a:rPr>
              <a:t>2</a:t>
            </a:r>
          </a:p>
          <a:p>
            <a:pPr algn="ctr" defTabSz="457200">
              <a:buSzPts val="1100"/>
            </a:pPr>
            <a:r>
              <a:rPr lang="en-US" sz="1200" b="1" noProof="0">
                <a:solidFill>
                  <a:schemeClr val="bg1"/>
                </a:solidFill>
                <a:latin typeface="+mn-lt"/>
                <a:cs typeface="Helvetica Neue" panose="020B0604020202020204" charset="0"/>
              </a:rPr>
              <a:t>Fair compensation, job security, career growth, and a positive work environment</a:t>
            </a:r>
          </a:p>
        </p:txBody>
      </p:sp>
      <p:sp>
        <p:nvSpPr>
          <p:cNvPr id="8" name="Rectangle 7">
            <a:extLst>
              <a:ext uri="{FF2B5EF4-FFF2-40B4-BE49-F238E27FC236}">
                <a16:creationId xmlns:a16="http://schemas.microsoft.com/office/drawing/2014/main" id="{0ADB3E9A-B8C2-3820-292D-33CE9AA9A543}"/>
              </a:ext>
            </a:extLst>
          </p:cNvPr>
          <p:cNvSpPr/>
          <p:nvPr/>
        </p:nvSpPr>
        <p:spPr>
          <a:xfrm rot="10800000" flipH="1" flipV="1">
            <a:off x="8948257" y="1574433"/>
            <a:ext cx="1946701" cy="45719"/>
          </a:xfrm>
          <a:prstGeom prst="rect">
            <a:avLst/>
          </a:prstGeom>
          <a:solidFill>
            <a:schemeClr val="accent3">
              <a:lumMod val="40000"/>
              <a:lumOff val="60000"/>
            </a:schemeClr>
          </a:solidFill>
          <a:ln w="12700" cap="flat" cmpd="sng" algn="ctr">
            <a:noFill/>
            <a:prstDash val="solid"/>
            <a:miter lim="800000"/>
          </a:ln>
          <a:effectLst/>
        </p:spPr>
        <p:txBody>
          <a:bodyPr tIns="45720" rtlCol="0" anchor="ctr"/>
          <a:lstStyle/>
          <a:p>
            <a:pPr algn="ctr" defTabSz="457200"/>
            <a:endParaRPr lang="en-US" sz="800" b="1" noProof="0">
              <a:solidFill>
                <a:schemeClr val="tx1"/>
              </a:solidFill>
              <a:latin typeface="+mn-lt"/>
              <a:cs typeface="Helvetica Neue" panose="020B0604020202020204" charset="0"/>
              <a:sym typeface="Graphik" panose="020B0503030202060203" pitchFamily="34" charset="0"/>
            </a:endParaRPr>
          </a:p>
        </p:txBody>
      </p:sp>
      <p:sp>
        <p:nvSpPr>
          <p:cNvPr id="9" name="Google Shape;1203;p141">
            <a:extLst>
              <a:ext uri="{FF2B5EF4-FFF2-40B4-BE49-F238E27FC236}">
                <a16:creationId xmlns:a16="http://schemas.microsoft.com/office/drawing/2014/main" id="{88B50AD8-EBDC-CBAE-DFD4-5BC14326C13C}"/>
              </a:ext>
            </a:extLst>
          </p:cNvPr>
          <p:cNvSpPr/>
          <p:nvPr/>
        </p:nvSpPr>
        <p:spPr>
          <a:xfrm>
            <a:off x="6506756" y="3228377"/>
            <a:ext cx="2047556" cy="1274867"/>
          </a:xfrm>
          <a:prstGeom prst="roundRect">
            <a:avLst>
              <a:gd name="adj" fmla="val 3370"/>
            </a:avLst>
          </a:prstGeom>
          <a:ln/>
        </p:spPr>
        <p:style>
          <a:lnRef idx="3">
            <a:schemeClr val="lt1"/>
          </a:lnRef>
          <a:fillRef idx="1">
            <a:schemeClr val="accent2"/>
          </a:fillRef>
          <a:effectRef idx="1">
            <a:schemeClr val="accent2"/>
          </a:effectRef>
          <a:fontRef idx="minor">
            <a:schemeClr val="lt1"/>
          </a:fontRef>
        </p:style>
        <p:txBody>
          <a:bodyPr spcFirstLastPara="1" wrap="square" lIns="0" tIns="0" rIns="0" bIns="68569" anchor="ctr" anchorCtr="0">
            <a:noAutofit/>
          </a:bodyPr>
          <a:lstStyle/>
          <a:p>
            <a:pPr algn="ctr" defTabSz="457200">
              <a:buSzPts val="1100"/>
            </a:pPr>
            <a:r>
              <a:rPr lang="en-US" sz="2400" b="1">
                <a:solidFill>
                  <a:schemeClr val="bg1"/>
                </a:solidFill>
                <a:cs typeface="Helvetica Neue" panose="020B0604020202020204" charset="0"/>
              </a:rPr>
              <a:t>3</a:t>
            </a:r>
            <a:endParaRPr lang="en-US" sz="2400" b="1" noProof="0">
              <a:solidFill>
                <a:schemeClr val="bg1"/>
              </a:solidFill>
              <a:latin typeface="+mn-lt"/>
              <a:cs typeface="Helvetica Neue" panose="020B0604020202020204" charset="0"/>
            </a:endParaRPr>
          </a:p>
          <a:p>
            <a:pPr algn="ctr" defTabSz="457200">
              <a:buSzPts val="1100"/>
            </a:pPr>
            <a:r>
              <a:rPr lang="en-US" sz="1200" b="1" noProof="0">
                <a:solidFill>
                  <a:schemeClr val="bg1"/>
                </a:solidFill>
                <a:latin typeface="+mn-lt"/>
                <a:cs typeface="Helvetica Neue" panose="020B0604020202020204" charset="0"/>
              </a:rPr>
              <a:t>High-quality products, value for money, timely delivery, and responsive service</a:t>
            </a:r>
          </a:p>
        </p:txBody>
      </p:sp>
      <p:sp>
        <p:nvSpPr>
          <p:cNvPr id="10" name="Rectangle 9">
            <a:extLst>
              <a:ext uri="{FF2B5EF4-FFF2-40B4-BE49-F238E27FC236}">
                <a16:creationId xmlns:a16="http://schemas.microsoft.com/office/drawing/2014/main" id="{6B1BFB08-C860-6F27-546D-85A6AA58FA69}"/>
              </a:ext>
            </a:extLst>
          </p:cNvPr>
          <p:cNvSpPr/>
          <p:nvPr/>
        </p:nvSpPr>
        <p:spPr>
          <a:xfrm rot="10800000" flipH="1" flipV="1">
            <a:off x="6592153" y="3145062"/>
            <a:ext cx="1946701" cy="47545"/>
          </a:xfrm>
          <a:prstGeom prst="rect">
            <a:avLst/>
          </a:prstGeom>
          <a:solidFill>
            <a:schemeClr val="accent3">
              <a:lumMod val="40000"/>
              <a:lumOff val="60000"/>
            </a:schemeClr>
          </a:solidFill>
          <a:ln w="12700" cap="flat" cmpd="sng" algn="ctr">
            <a:noFill/>
            <a:prstDash val="solid"/>
            <a:miter lim="800000"/>
          </a:ln>
          <a:effectLst/>
        </p:spPr>
        <p:txBody>
          <a:bodyPr tIns="45720" rtlCol="0" anchor="ctr"/>
          <a:lstStyle/>
          <a:p>
            <a:pPr algn="ctr" defTabSz="457200"/>
            <a:endParaRPr lang="en-US" sz="800" b="1" noProof="0">
              <a:solidFill>
                <a:schemeClr val="tx1"/>
              </a:solidFill>
              <a:latin typeface="+mn-lt"/>
              <a:cs typeface="Helvetica Neue" panose="020B0604020202020204" charset="0"/>
              <a:sym typeface="Graphik" panose="020B0503030202060203" pitchFamily="34" charset="0"/>
            </a:endParaRPr>
          </a:p>
        </p:txBody>
      </p:sp>
      <p:sp>
        <p:nvSpPr>
          <p:cNvPr id="11" name="Google Shape;1203;p141">
            <a:extLst>
              <a:ext uri="{FF2B5EF4-FFF2-40B4-BE49-F238E27FC236}">
                <a16:creationId xmlns:a16="http://schemas.microsoft.com/office/drawing/2014/main" id="{D7428C9E-B599-03C4-E7AB-650805815BDE}"/>
              </a:ext>
            </a:extLst>
          </p:cNvPr>
          <p:cNvSpPr/>
          <p:nvPr/>
        </p:nvSpPr>
        <p:spPr>
          <a:xfrm>
            <a:off x="8862860" y="3221571"/>
            <a:ext cx="2047556" cy="1274867"/>
          </a:xfrm>
          <a:prstGeom prst="roundRect">
            <a:avLst>
              <a:gd name="adj" fmla="val 3370"/>
            </a:avLst>
          </a:prstGeom>
          <a:ln/>
        </p:spPr>
        <p:style>
          <a:lnRef idx="3">
            <a:schemeClr val="lt1"/>
          </a:lnRef>
          <a:fillRef idx="1">
            <a:schemeClr val="accent2"/>
          </a:fillRef>
          <a:effectRef idx="1">
            <a:schemeClr val="accent2"/>
          </a:effectRef>
          <a:fontRef idx="minor">
            <a:schemeClr val="lt1"/>
          </a:fontRef>
        </p:style>
        <p:txBody>
          <a:bodyPr spcFirstLastPara="1" wrap="square" lIns="0" tIns="0" rIns="0" bIns="68569" anchor="ctr" anchorCtr="0">
            <a:noAutofit/>
          </a:bodyPr>
          <a:lstStyle/>
          <a:p>
            <a:pPr algn="ctr" defTabSz="457200">
              <a:buSzPts val="1100"/>
            </a:pPr>
            <a:r>
              <a:rPr lang="en-US" sz="2400" b="1" noProof="0">
                <a:solidFill>
                  <a:schemeClr val="bg1"/>
                </a:solidFill>
                <a:latin typeface="+mn-lt"/>
                <a:cs typeface="Helvetica Neue" panose="020B0604020202020204" charset="0"/>
              </a:rPr>
              <a:t>4</a:t>
            </a:r>
          </a:p>
          <a:p>
            <a:pPr algn="ctr" defTabSz="457200">
              <a:buSzPts val="1100"/>
            </a:pPr>
            <a:r>
              <a:rPr lang="en-US" sz="1200" b="1" noProof="0">
                <a:solidFill>
                  <a:schemeClr val="bg1"/>
                </a:solidFill>
                <a:latin typeface="+mn-lt"/>
                <a:cs typeface="Helvetica Neue" panose="020B0604020202020204" charset="0"/>
              </a:rPr>
              <a:t>Stable returns, transparent reporting, and long-term value creation</a:t>
            </a:r>
          </a:p>
        </p:txBody>
      </p:sp>
      <p:sp>
        <p:nvSpPr>
          <p:cNvPr id="14" name="Rectangle 13">
            <a:extLst>
              <a:ext uri="{FF2B5EF4-FFF2-40B4-BE49-F238E27FC236}">
                <a16:creationId xmlns:a16="http://schemas.microsoft.com/office/drawing/2014/main" id="{6E390193-37C4-7CC7-64EA-C18CBD73A62B}"/>
              </a:ext>
            </a:extLst>
          </p:cNvPr>
          <p:cNvSpPr/>
          <p:nvPr/>
        </p:nvSpPr>
        <p:spPr>
          <a:xfrm rot="10800000" flipH="1" flipV="1">
            <a:off x="8948257" y="3138256"/>
            <a:ext cx="1946701" cy="47545"/>
          </a:xfrm>
          <a:prstGeom prst="rect">
            <a:avLst/>
          </a:prstGeom>
          <a:solidFill>
            <a:schemeClr val="accent3">
              <a:lumMod val="40000"/>
              <a:lumOff val="60000"/>
            </a:schemeClr>
          </a:solidFill>
          <a:ln w="12700" cap="flat" cmpd="sng" algn="ctr">
            <a:noFill/>
            <a:prstDash val="solid"/>
            <a:miter lim="800000"/>
          </a:ln>
          <a:effectLst/>
        </p:spPr>
        <p:txBody>
          <a:bodyPr tIns="45720" rtlCol="0" anchor="ctr"/>
          <a:lstStyle/>
          <a:p>
            <a:pPr algn="ctr" defTabSz="457200"/>
            <a:endParaRPr lang="en-US" sz="800" b="1" noProof="0">
              <a:solidFill>
                <a:schemeClr val="tx1"/>
              </a:solidFill>
              <a:latin typeface="+mn-lt"/>
              <a:cs typeface="Helvetica Neue" panose="020B0604020202020204" charset="0"/>
              <a:sym typeface="Graphik" panose="020B0503030202060203" pitchFamily="34" charset="0"/>
            </a:endParaRPr>
          </a:p>
        </p:txBody>
      </p:sp>
      <p:sp>
        <p:nvSpPr>
          <p:cNvPr id="17" name="Google Shape;1203;p141">
            <a:extLst>
              <a:ext uri="{FF2B5EF4-FFF2-40B4-BE49-F238E27FC236}">
                <a16:creationId xmlns:a16="http://schemas.microsoft.com/office/drawing/2014/main" id="{14F940B7-6822-3911-5160-B7D8E764D7D6}"/>
              </a:ext>
            </a:extLst>
          </p:cNvPr>
          <p:cNvSpPr/>
          <p:nvPr/>
        </p:nvSpPr>
        <p:spPr>
          <a:xfrm>
            <a:off x="6506756" y="4825673"/>
            <a:ext cx="2047556" cy="1274867"/>
          </a:xfrm>
          <a:prstGeom prst="roundRect">
            <a:avLst>
              <a:gd name="adj" fmla="val 3370"/>
            </a:avLst>
          </a:prstGeom>
          <a:ln/>
        </p:spPr>
        <p:style>
          <a:lnRef idx="3">
            <a:schemeClr val="lt1"/>
          </a:lnRef>
          <a:fillRef idx="1">
            <a:schemeClr val="accent2"/>
          </a:fillRef>
          <a:effectRef idx="1">
            <a:schemeClr val="accent2"/>
          </a:effectRef>
          <a:fontRef idx="minor">
            <a:schemeClr val="lt1"/>
          </a:fontRef>
        </p:style>
        <p:txBody>
          <a:bodyPr spcFirstLastPara="1" wrap="square" lIns="0" tIns="0" rIns="0" bIns="68569" anchor="ctr" anchorCtr="0">
            <a:noAutofit/>
          </a:bodyPr>
          <a:lstStyle/>
          <a:p>
            <a:pPr algn="ctr" defTabSz="457200">
              <a:buSzPts val="1100"/>
            </a:pPr>
            <a:r>
              <a:rPr lang="en-US" sz="2400" b="1" noProof="0">
                <a:solidFill>
                  <a:schemeClr val="bg1"/>
                </a:solidFill>
                <a:latin typeface="+mn-lt"/>
                <a:cs typeface="Helvetica Neue" panose="020B0604020202020204" charset="0"/>
              </a:rPr>
              <a:t>5</a:t>
            </a:r>
          </a:p>
          <a:p>
            <a:pPr algn="ctr" defTabSz="457200">
              <a:buSzPts val="1100"/>
            </a:pPr>
            <a:r>
              <a:rPr lang="en-US" sz="1200" b="1" noProof="0">
                <a:solidFill>
                  <a:schemeClr val="bg1"/>
                </a:solidFill>
                <a:latin typeface="+mn-lt"/>
                <a:cs typeface="Helvetica Neue" panose="020B0604020202020204" charset="0"/>
              </a:rPr>
              <a:t>Environmental protection, local employment, and social responsibility</a:t>
            </a:r>
          </a:p>
        </p:txBody>
      </p:sp>
      <p:sp>
        <p:nvSpPr>
          <p:cNvPr id="18" name="Rectangle 17">
            <a:extLst>
              <a:ext uri="{FF2B5EF4-FFF2-40B4-BE49-F238E27FC236}">
                <a16:creationId xmlns:a16="http://schemas.microsoft.com/office/drawing/2014/main" id="{5B9E7E15-B6AE-D2A2-172F-812F2069E957}"/>
              </a:ext>
            </a:extLst>
          </p:cNvPr>
          <p:cNvSpPr/>
          <p:nvPr/>
        </p:nvSpPr>
        <p:spPr>
          <a:xfrm rot="10800000" flipH="1" flipV="1">
            <a:off x="6592153" y="4742358"/>
            <a:ext cx="1946701" cy="47545"/>
          </a:xfrm>
          <a:prstGeom prst="rect">
            <a:avLst/>
          </a:prstGeom>
          <a:solidFill>
            <a:schemeClr val="accent3">
              <a:lumMod val="40000"/>
              <a:lumOff val="60000"/>
            </a:schemeClr>
          </a:solidFill>
          <a:ln w="12700" cap="flat" cmpd="sng" algn="ctr">
            <a:noFill/>
            <a:prstDash val="solid"/>
            <a:miter lim="800000"/>
          </a:ln>
          <a:effectLst/>
        </p:spPr>
        <p:txBody>
          <a:bodyPr tIns="45720" rtlCol="0" anchor="ctr"/>
          <a:lstStyle/>
          <a:p>
            <a:pPr algn="ctr" defTabSz="457200"/>
            <a:endParaRPr lang="en-US" sz="800" b="1" noProof="0">
              <a:solidFill>
                <a:schemeClr val="tx1"/>
              </a:solidFill>
              <a:latin typeface="+mn-lt"/>
              <a:cs typeface="Helvetica Neue" panose="020B0604020202020204" charset="0"/>
              <a:sym typeface="Graphik" panose="020B0503030202060203" pitchFamily="34" charset="0"/>
            </a:endParaRPr>
          </a:p>
        </p:txBody>
      </p:sp>
      <p:sp>
        <p:nvSpPr>
          <p:cNvPr id="19" name="Google Shape;1203;p141">
            <a:extLst>
              <a:ext uri="{FF2B5EF4-FFF2-40B4-BE49-F238E27FC236}">
                <a16:creationId xmlns:a16="http://schemas.microsoft.com/office/drawing/2014/main" id="{10096332-5CDB-4EDF-B955-7C2FC8C9EFB5}"/>
              </a:ext>
            </a:extLst>
          </p:cNvPr>
          <p:cNvSpPr/>
          <p:nvPr/>
        </p:nvSpPr>
        <p:spPr>
          <a:xfrm>
            <a:off x="8862860" y="4809723"/>
            <a:ext cx="2047556" cy="1274867"/>
          </a:xfrm>
          <a:prstGeom prst="roundRect">
            <a:avLst>
              <a:gd name="adj" fmla="val 3370"/>
            </a:avLst>
          </a:prstGeom>
          <a:ln/>
        </p:spPr>
        <p:style>
          <a:lnRef idx="3">
            <a:schemeClr val="lt1"/>
          </a:lnRef>
          <a:fillRef idx="1">
            <a:schemeClr val="accent2"/>
          </a:fillRef>
          <a:effectRef idx="1">
            <a:schemeClr val="accent2"/>
          </a:effectRef>
          <a:fontRef idx="minor">
            <a:schemeClr val="lt1"/>
          </a:fontRef>
        </p:style>
        <p:txBody>
          <a:bodyPr spcFirstLastPara="1" wrap="square" lIns="0" tIns="0" rIns="0" bIns="68569" anchor="ctr" anchorCtr="0">
            <a:noAutofit/>
          </a:bodyPr>
          <a:lstStyle/>
          <a:p>
            <a:pPr algn="ctr" defTabSz="457200">
              <a:buSzPts val="1100"/>
            </a:pPr>
            <a:r>
              <a:rPr lang="en-US" sz="2400" b="1">
                <a:solidFill>
                  <a:schemeClr val="bg1"/>
                </a:solidFill>
                <a:cs typeface="Helvetica Neue" panose="020B0604020202020204" charset="0"/>
              </a:rPr>
              <a:t>6</a:t>
            </a:r>
            <a:endParaRPr lang="en-US" sz="2400" b="1" noProof="0">
              <a:solidFill>
                <a:schemeClr val="bg1"/>
              </a:solidFill>
              <a:latin typeface="+mn-lt"/>
              <a:cs typeface="Helvetica Neue" panose="020B0604020202020204" charset="0"/>
            </a:endParaRPr>
          </a:p>
          <a:p>
            <a:pPr algn="ctr" defTabSz="457200">
              <a:buSzPts val="1100"/>
            </a:pPr>
            <a:r>
              <a:rPr lang="en-US" sz="1200" b="1" noProof="0">
                <a:solidFill>
                  <a:schemeClr val="bg1"/>
                </a:solidFill>
                <a:latin typeface="+mn-lt"/>
                <a:cs typeface="Helvetica Neue" panose="020B0604020202020204" charset="0"/>
              </a:rPr>
              <a:t>Fair contracts, timely payments, and long-term collaboration</a:t>
            </a:r>
          </a:p>
        </p:txBody>
      </p:sp>
      <p:sp>
        <p:nvSpPr>
          <p:cNvPr id="20" name="Rectangle 19">
            <a:extLst>
              <a:ext uri="{FF2B5EF4-FFF2-40B4-BE49-F238E27FC236}">
                <a16:creationId xmlns:a16="http://schemas.microsoft.com/office/drawing/2014/main" id="{77E7FFD6-024C-9B2F-9765-0BA59BB803A4}"/>
              </a:ext>
            </a:extLst>
          </p:cNvPr>
          <p:cNvSpPr/>
          <p:nvPr/>
        </p:nvSpPr>
        <p:spPr>
          <a:xfrm rot="10800000" flipH="1" flipV="1">
            <a:off x="8948257" y="4726408"/>
            <a:ext cx="1946701" cy="47545"/>
          </a:xfrm>
          <a:prstGeom prst="rect">
            <a:avLst/>
          </a:prstGeom>
          <a:solidFill>
            <a:schemeClr val="accent3">
              <a:lumMod val="40000"/>
              <a:lumOff val="60000"/>
            </a:schemeClr>
          </a:solidFill>
          <a:ln w="12700" cap="flat" cmpd="sng" algn="ctr">
            <a:noFill/>
            <a:prstDash val="solid"/>
            <a:miter lim="800000"/>
          </a:ln>
          <a:effectLst/>
        </p:spPr>
        <p:txBody>
          <a:bodyPr tIns="45720" rtlCol="0" anchor="ctr"/>
          <a:lstStyle/>
          <a:p>
            <a:pPr algn="ctr" defTabSz="457200"/>
            <a:endParaRPr lang="en-US" sz="800" b="1" noProof="0">
              <a:solidFill>
                <a:schemeClr val="tx1"/>
              </a:solidFill>
              <a:latin typeface="+mn-lt"/>
              <a:cs typeface="Helvetica Neue" panose="020B0604020202020204" charset="0"/>
              <a:sym typeface="Graphik" panose="020B0503030202060203" pitchFamily="34" charset="0"/>
            </a:endParaRPr>
          </a:p>
        </p:txBody>
      </p:sp>
      <p:sp>
        <p:nvSpPr>
          <p:cNvPr id="21" name="Rectangle 20">
            <a:extLst>
              <a:ext uri="{FF2B5EF4-FFF2-40B4-BE49-F238E27FC236}">
                <a16:creationId xmlns:a16="http://schemas.microsoft.com/office/drawing/2014/main" id="{D3DD7147-C9C5-8B69-414B-21D5BC70C4BE}"/>
              </a:ext>
            </a:extLst>
          </p:cNvPr>
          <p:cNvSpPr/>
          <p:nvPr/>
        </p:nvSpPr>
        <p:spPr>
          <a:xfrm>
            <a:off x="1397636" y="1807171"/>
            <a:ext cx="2906509" cy="59433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lstStyle/>
          <a:p>
            <a:r>
              <a:rPr lang="en-US" sz="1400" b="1" noProof="0"/>
              <a:t>A. Customers</a:t>
            </a:r>
          </a:p>
        </p:txBody>
      </p:sp>
      <p:sp>
        <p:nvSpPr>
          <p:cNvPr id="22" name="Rectangle 21">
            <a:extLst>
              <a:ext uri="{FF2B5EF4-FFF2-40B4-BE49-F238E27FC236}">
                <a16:creationId xmlns:a16="http://schemas.microsoft.com/office/drawing/2014/main" id="{F71CA2D9-467A-43FF-7547-B52AD912AE3E}"/>
              </a:ext>
            </a:extLst>
          </p:cNvPr>
          <p:cNvSpPr/>
          <p:nvPr/>
        </p:nvSpPr>
        <p:spPr>
          <a:xfrm>
            <a:off x="1397636" y="2509242"/>
            <a:ext cx="2906509" cy="59433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lstStyle/>
          <a:p>
            <a:r>
              <a:rPr lang="en-US" sz="1400" b="1" noProof="0"/>
              <a:t>B. Employees</a:t>
            </a:r>
          </a:p>
        </p:txBody>
      </p:sp>
      <p:sp>
        <p:nvSpPr>
          <p:cNvPr id="23" name="Rectangle 22">
            <a:extLst>
              <a:ext uri="{FF2B5EF4-FFF2-40B4-BE49-F238E27FC236}">
                <a16:creationId xmlns:a16="http://schemas.microsoft.com/office/drawing/2014/main" id="{103260F2-B4F8-3296-92F7-98DE5A731E35}"/>
              </a:ext>
            </a:extLst>
          </p:cNvPr>
          <p:cNvSpPr/>
          <p:nvPr/>
        </p:nvSpPr>
        <p:spPr>
          <a:xfrm>
            <a:off x="1397636" y="3235044"/>
            <a:ext cx="2906509" cy="59433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lstStyle/>
          <a:p>
            <a:r>
              <a:rPr lang="en-US" sz="1400" b="1" noProof="0"/>
              <a:t>C. Regulators</a:t>
            </a:r>
          </a:p>
        </p:txBody>
      </p:sp>
      <p:sp>
        <p:nvSpPr>
          <p:cNvPr id="24" name="Rectangle 23">
            <a:extLst>
              <a:ext uri="{FF2B5EF4-FFF2-40B4-BE49-F238E27FC236}">
                <a16:creationId xmlns:a16="http://schemas.microsoft.com/office/drawing/2014/main" id="{70F96ACE-87AE-1278-C3D9-332BF3E08A6F}"/>
              </a:ext>
            </a:extLst>
          </p:cNvPr>
          <p:cNvSpPr/>
          <p:nvPr/>
        </p:nvSpPr>
        <p:spPr>
          <a:xfrm>
            <a:off x="1397636" y="3981137"/>
            <a:ext cx="2906509" cy="59433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lstStyle/>
          <a:p>
            <a:r>
              <a:rPr lang="en-US" sz="1400" b="1" noProof="0"/>
              <a:t>D. Investors / Shareholders</a:t>
            </a:r>
          </a:p>
        </p:txBody>
      </p:sp>
      <p:sp>
        <p:nvSpPr>
          <p:cNvPr id="25" name="Rectangle 24">
            <a:extLst>
              <a:ext uri="{FF2B5EF4-FFF2-40B4-BE49-F238E27FC236}">
                <a16:creationId xmlns:a16="http://schemas.microsoft.com/office/drawing/2014/main" id="{7A7BDE63-373A-5834-2A70-8AEE595AAAF0}"/>
              </a:ext>
            </a:extLst>
          </p:cNvPr>
          <p:cNvSpPr/>
          <p:nvPr/>
        </p:nvSpPr>
        <p:spPr>
          <a:xfrm>
            <a:off x="1397636" y="4717998"/>
            <a:ext cx="2906509" cy="59433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lstStyle/>
          <a:p>
            <a:r>
              <a:rPr lang="en-US" sz="1400" b="1" noProof="0"/>
              <a:t>E. Communities</a:t>
            </a:r>
          </a:p>
        </p:txBody>
      </p:sp>
      <p:sp>
        <p:nvSpPr>
          <p:cNvPr id="26" name="Rectangle 25">
            <a:extLst>
              <a:ext uri="{FF2B5EF4-FFF2-40B4-BE49-F238E27FC236}">
                <a16:creationId xmlns:a16="http://schemas.microsoft.com/office/drawing/2014/main" id="{6846F963-8DFE-4BD1-F67D-D545A9B94E85}"/>
              </a:ext>
            </a:extLst>
          </p:cNvPr>
          <p:cNvSpPr/>
          <p:nvPr/>
        </p:nvSpPr>
        <p:spPr>
          <a:xfrm>
            <a:off x="1397636" y="5445612"/>
            <a:ext cx="2906509" cy="59433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lstStyle/>
          <a:p>
            <a:r>
              <a:rPr lang="en-US" sz="1400" b="1" noProof="0"/>
              <a:t>F. Suppliers / Partners</a:t>
            </a:r>
          </a:p>
        </p:txBody>
      </p:sp>
      <p:sp>
        <p:nvSpPr>
          <p:cNvPr id="29" name="TextBox 28">
            <a:extLst>
              <a:ext uri="{FF2B5EF4-FFF2-40B4-BE49-F238E27FC236}">
                <a16:creationId xmlns:a16="http://schemas.microsoft.com/office/drawing/2014/main" id="{1617FF64-034B-427F-949E-D5D72109AC4A}"/>
              </a:ext>
            </a:extLst>
          </p:cNvPr>
          <p:cNvSpPr txBox="1"/>
          <p:nvPr/>
        </p:nvSpPr>
        <p:spPr>
          <a:xfrm>
            <a:off x="1570184" y="1182945"/>
            <a:ext cx="2660073" cy="307777"/>
          </a:xfrm>
          <a:prstGeom prst="rect">
            <a:avLst/>
          </a:prstGeom>
          <a:noFill/>
        </p:spPr>
        <p:txBody>
          <a:bodyPr wrap="square">
            <a:spAutoFit/>
          </a:bodyPr>
          <a:lstStyle/>
          <a:p>
            <a:r>
              <a:rPr lang="en-US" sz="1400" b="1"/>
              <a:t>Stakeholder Type / Category</a:t>
            </a:r>
          </a:p>
        </p:txBody>
      </p:sp>
      <p:sp>
        <p:nvSpPr>
          <p:cNvPr id="31" name="TextBox 30">
            <a:extLst>
              <a:ext uri="{FF2B5EF4-FFF2-40B4-BE49-F238E27FC236}">
                <a16:creationId xmlns:a16="http://schemas.microsoft.com/office/drawing/2014/main" id="{E64DD085-444C-F515-5732-8DC839968D53}"/>
              </a:ext>
            </a:extLst>
          </p:cNvPr>
          <p:cNvSpPr txBox="1"/>
          <p:nvPr/>
        </p:nvSpPr>
        <p:spPr>
          <a:xfrm>
            <a:off x="7664881" y="1158331"/>
            <a:ext cx="2759279" cy="307777"/>
          </a:xfrm>
          <a:prstGeom prst="rect">
            <a:avLst/>
          </a:prstGeom>
          <a:noFill/>
        </p:spPr>
        <p:txBody>
          <a:bodyPr wrap="square">
            <a:spAutoFit/>
          </a:bodyPr>
          <a:lstStyle/>
          <a:p>
            <a:r>
              <a:rPr lang="en-US" sz="1400" b="1"/>
              <a:t>Stakeholders’ Expectations</a:t>
            </a:r>
          </a:p>
        </p:txBody>
      </p:sp>
      <p:pic>
        <p:nvPicPr>
          <p:cNvPr id="33" name="Graphic 32" descr="Transfer with solid fill">
            <a:extLst>
              <a:ext uri="{FF2B5EF4-FFF2-40B4-BE49-F238E27FC236}">
                <a16:creationId xmlns:a16="http://schemas.microsoft.com/office/drawing/2014/main" id="{33504D22-B264-CA3D-D782-17CBEBC5F1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96691" y="3237120"/>
            <a:ext cx="1399309" cy="1212600"/>
          </a:xfrm>
          <a:prstGeom prst="rect">
            <a:avLst/>
          </a:prstGeom>
        </p:spPr>
      </p:pic>
    </p:spTree>
    <p:custDataLst>
      <p:custData r:id="rId1"/>
    </p:custDataLst>
    <p:extLst>
      <p:ext uri="{BB962C8B-B14F-4D97-AF65-F5344CB8AC3E}">
        <p14:creationId xmlns:p14="http://schemas.microsoft.com/office/powerpoint/2010/main" val="32346950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70C80-1432-523B-DBE2-61C7A2806F5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3F4417B-92E3-B6B6-CE47-8E0BEDD194B8}"/>
              </a:ext>
            </a:extLst>
          </p:cNvPr>
          <p:cNvSpPr>
            <a:spLocks noGrp="1"/>
          </p:cNvSpPr>
          <p:nvPr>
            <p:ph type="sldNum" sz="quarter" idx="4"/>
          </p:nvPr>
        </p:nvSpPr>
        <p:spPr>
          <a:xfrm>
            <a:off x="11802027" y="6628979"/>
            <a:ext cx="298209" cy="161583"/>
          </a:xfrm>
        </p:spPr>
        <p:txBody>
          <a:bodyPr/>
          <a:lstStyle/>
          <a:p>
            <a:fld id="{3E6AC032-1535-134B-A583-D5E1DDD0D167}" type="slidenum">
              <a:rPr lang="en-US" smtClean="0"/>
              <a:pPr/>
              <a:t>22</a:t>
            </a:fld>
            <a:endParaRPr lang="en-US"/>
          </a:p>
        </p:txBody>
      </p:sp>
      <p:sp>
        <p:nvSpPr>
          <p:cNvPr id="13" name="Rectangle 12">
            <a:extLst>
              <a:ext uri="{FF2B5EF4-FFF2-40B4-BE49-F238E27FC236}">
                <a16:creationId xmlns:a16="http://schemas.microsoft.com/office/drawing/2014/main" id="{E91573F1-8234-5729-6165-4D32E875A132}"/>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Answers | Mapping Stakeholders to Their Possible Expectations</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5" name="Google Shape;1203;p141">
            <a:extLst>
              <a:ext uri="{FF2B5EF4-FFF2-40B4-BE49-F238E27FC236}">
                <a16:creationId xmlns:a16="http://schemas.microsoft.com/office/drawing/2014/main" id="{2D573811-9335-9A81-D670-5282F09C11DB}"/>
              </a:ext>
            </a:extLst>
          </p:cNvPr>
          <p:cNvSpPr/>
          <p:nvPr/>
        </p:nvSpPr>
        <p:spPr>
          <a:xfrm>
            <a:off x="3726462" y="4710434"/>
            <a:ext cx="2047556" cy="1471163"/>
          </a:xfrm>
          <a:prstGeom prst="roundRect">
            <a:avLst>
              <a:gd name="adj" fmla="val 3370"/>
            </a:avLst>
          </a:prstGeom>
          <a:ln/>
        </p:spPr>
        <p:style>
          <a:lnRef idx="3">
            <a:schemeClr val="lt1"/>
          </a:lnRef>
          <a:fillRef idx="1">
            <a:schemeClr val="accent2"/>
          </a:fillRef>
          <a:effectRef idx="1">
            <a:schemeClr val="accent2"/>
          </a:effectRef>
          <a:fontRef idx="minor">
            <a:schemeClr val="lt1"/>
          </a:fontRef>
        </p:style>
        <p:txBody>
          <a:bodyPr spcFirstLastPara="1" wrap="square" lIns="0" tIns="0" rIns="0" bIns="68569" anchor="ctr" anchorCtr="0">
            <a:noAutofit/>
          </a:bodyPr>
          <a:lstStyle/>
          <a:p>
            <a:pPr algn="ctr" defTabSz="457200">
              <a:buSzPts val="1100"/>
            </a:pPr>
            <a:r>
              <a:rPr lang="en-US" sz="2400" b="1" noProof="0">
                <a:solidFill>
                  <a:schemeClr val="bg1"/>
                </a:solidFill>
                <a:latin typeface="+mn-lt"/>
                <a:cs typeface="Helvetica Neue" panose="020B0604020202020204" charset="0"/>
              </a:rPr>
              <a:t>1</a:t>
            </a:r>
          </a:p>
          <a:p>
            <a:pPr algn="ctr" defTabSz="457200">
              <a:buSzPts val="1100"/>
            </a:pPr>
            <a:r>
              <a:rPr lang="en-US" sz="1200" b="1" noProof="0">
                <a:solidFill>
                  <a:schemeClr val="bg1"/>
                </a:solidFill>
                <a:latin typeface="+mn-lt"/>
                <a:cs typeface="Helvetica Neue" panose="020B0604020202020204" charset="0"/>
              </a:rPr>
              <a:t>Compliance with laws, ethical conduct, and timely disclosures</a:t>
            </a:r>
          </a:p>
        </p:txBody>
      </p:sp>
      <p:sp>
        <p:nvSpPr>
          <p:cNvPr id="6" name="Rectangle 5">
            <a:extLst>
              <a:ext uri="{FF2B5EF4-FFF2-40B4-BE49-F238E27FC236}">
                <a16:creationId xmlns:a16="http://schemas.microsoft.com/office/drawing/2014/main" id="{35F1EE04-0193-4D1A-40FD-6ADCD8608D1B}"/>
              </a:ext>
            </a:extLst>
          </p:cNvPr>
          <p:cNvSpPr/>
          <p:nvPr/>
        </p:nvSpPr>
        <p:spPr>
          <a:xfrm rot="10800000" flipH="1" flipV="1">
            <a:off x="3811859" y="4627119"/>
            <a:ext cx="1946701" cy="49078"/>
          </a:xfrm>
          <a:prstGeom prst="rect">
            <a:avLst/>
          </a:prstGeom>
          <a:solidFill>
            <a:schemeClr val="accent3">
              <a:lumMod val="40000"/>
              <a:lumOff val="60000"/>
            </a:schemeClr>
          </a:solidFill>
          <a:ln w="12700" cap="flat" cmpd="sng" algn="ctr">
            <a:noFill/>
            <a:prstDash val="solid"/>
            <a:miter lim="800000"/>
          </a:ln>
          <a:effectLst/>
        </p:spPr>
        <p:txBody>
          <a:bodyPr tIns="45720" rtlCol="0" anchor="ctr"/>
          <a:lstStyle/>
          <a:p>
            <a:pPr algn="ctr" defTabSz="457200"/>
            <a:endParaRPr lang="en-US" sz="800" b="1" noProof="0">
              <a:solidFill>
                <a:schemeClr val="tx1"/>
              </a:solidFill>
              <a:latin typeface="+mn-lt"/>
              <a:cs typeface="Helvetica Neue" panose="020B0604020202020204" charset="0"/>
              <a:sym typeface="Graphik" panose="020B0503030202060203" pitchFamily="34" charset="0"/>
            </a:endParaRPr>
          </a:p>
        </p:txBody>
      </p:sp>
      <p:sp>
        <p:nvSpPr>
          <p:cNvPr id="7" name="Google Shape;1203;p141">
            <a:extLst>
              <a:ext uri="{FF2B5EF4-FFF2-40B4-BE49-F238E27FC236}">
                <a16:creationId xmlns:a16="http://schemas.microsoft.com/office/drawing/2014/main" id="{319D39B7-E05F-9B11-9520-52C9FA8954C4}"/>
              </a:ext>
            </a:extLst>
          </p:cNvPr>
          <p:cNvSpPr/>
          <p:nvPr/>
        </p:nvSpPr>
        <p:spPr>
          <a:xfrm>
            <a:off x="3741920" y="2989922"/>
            <a:ext cx="2047556" cy="1471163"/>
          </a:xfrm>
          <a:prstGeom prst="roundRect">
            <a:avLst>
              <a:gd name="adj" fmla="val 3370"/>
            </a:avLst>
          </a:prstGeom>
          <a:ln/>
        </p:spPr>
        <p:style>
          <a:lnRef idx="3">
            <a:schemeClr val="lt1"/>
          </a:lnRef>
          <a:fillRef idx="1">
            <a:schemeClr val="accent2"/>
          </a:fillRef>
          <a:effectRef idx="1">
            <a:schemeClr val="accent2"/>
          </a:effectRef>
          <a:fontRef idx="minor">
            <a:schemeClr val="lt1"/>
          </a:fontRef>
        </p:style>
        <p:txBody>
          <a:bodyPr spcFirstLastPara="1" wrap="square" lIns="0" tIns="0" rIns="0" bIns="68569" anchor="ctr" anchorCtr="0">
            <a:noAutofit/>
          </a:bodyPr>
          <a:lstStyle/>
          <a:p>
            <a:pPr algn="ctr" defTabSz="457200">
              <a:buSzPts val="1100"/>
            </a:pPr>
            <a:r>
              <a:rPr lang="en-US" sz="2400" b="1" noProof="0">
                <a:solidFill>
                  <a:schemeClr val="bg1"/>
                </a:solidFill>
                <a:latin typeface="+mn-lt"/>
                <a:cs typeface="Helvetica Neue" panose="020B0604020202020204" charset="0"/>
              </a:rPr>
              <a:t>2</a:t>
            </a:r>
          </a:p>
          <a:p>
            <a:pPr algn="ctr" defTabSz="457200">
              <a:buSzPts val="1100"/>
            </a:pPr>
            <a:r>
              <a:rPr lang="en-US" sz="1200" b="1" noProof="0">
                <a:solidFill>
                  <a:schemeClr val="bg1"/>
                </a:solidFill>
                <a:latin typeface="+mn-lt"/>
                <a:cs typeface="Helvetica Neue" panose="020B0604020202020204" charset="0"/>
              </a:rPr>
              <a:t>Fair compensation, job security, career growth, and a positive work environment</a:t>
            </a:r>
          </a:p>
        </p:txBody>
      </p:sp>
      <p:sp>
        <p:nvSpPr>
          <p:cNvPr id="8" name="Rectangle 7">
            <a:extLst>
              <a:ext uri="{FF2B5EF4-FFF2-40B4-BE49-F238E27FC236}">
                <a16:creationId xmlns:a16="http://schemas.microsoft.com/office/drawing/2014/main" id="{1F48812D-17C4-9439-7AA2-CF9B0AB986D7}"/>
              </a:ext>
            </a:extLst>
          </p:cNvPr>
          <p:cNvSpPr/>
          <p:nvPr/>
        </p:nvSpPr>
        <p:spPr>
          <a:xfrm rot="10800000" flipH="1" flipV="1">
            <a:off x="3827317" y="2906607"/>
            <a:ext cx="1946701" cy="49078"/>
          </a:xfrm>
          <a:prstGeom prst="rect">
            <a:avLst/>
          </a:prstGeom>
          <a:solidFill>
            <a:schemeClr val="accent3">
              <a:lumMod val="40000"/>
              <a:lumOff val="60000"/>
            </a:schemeClr>
          </a:solidFill>
          <a:ln w="12700" cap="flat" cmpd="sng" algn="ctr">
            <a:noFill/>
            <a:prstDash val="solid"/>
            <a:miter lim="800000"/>
          </a:ln>
          <a:effectLst/>
        </p:spPr>
        <p:txBody>
          <a:bodyPr tIns="45720" rtlCol="0" anchor="ctr"/>
          <a:lstStyle/>
          <a:p>
            <a:pPr algn="ctr" defTabSz="457200"/>
            <a:endParaRPr lang="en-US" sz="800" b="1" noProof="0">
              <a:solidFill>
                <a:schemeClr val="tx1"/>
              </a:solidFill>
              <a:latin typeface="+mn-lt"/>
              <a:cs typeface="Helvetica Neue" panose="020B0604020202020204" charset="0"/>
              <a:sym typeface="Graphik" panose="020B0503030202060203" pitchFamily="34" charset="0"/>
            </a:endParaRPr>
          </a:p>
        </p:txBody>
      </p:sp>
      <p:sp>
        <p:nvSpPr>
          <p:cNvPr id="9" name="Google Shape;1203;p141">
            <a:extLst>
              <a:ext uri="{FF2B5EF4-FFF2-40B4-BE49-F238E27FC236}">
                <a16:creationId xmlns:a16="http://schemas.microsoft.com/office/drawing/2014/main" id="{9445EDEF-46C7-5F2A-FB38-2D65538AD834}"/>
              </a:ext>
            </a:extLst>
          </p:cNvPr>
          <p:cNvSpPr/>
          <p:nvPr/>
        </p:nvSpPr>
        <p:spPr>
          <a:xfrm>
            <a:off x="3741920" y="1269410"/>
            <a:ext cx="2047556" cy="1471163"/>
          </a:xfrm>
          <a:prstGeom prst="roundRect">
            <a:avLst>
              <a:gd name="adj" fmla="val 3370"/>
            </a:avLst>
          </a:prstGeom>
          <a:ln/>
        </p:spPr>
        <p:style>
          <a:lnRef idx="3">
            <a:schemeClr val="lt1"/>
          </a:lnRef>
          <a:fillRef idx="1">
            <a:schemeClr val="accent2"/>
          </a:fillRef>
          <a:effectRef idx="1">
            <a:schemeClr val="accent2"/>
          </a:effectRef>
          <a:fontRef idx="minor">
            <a:schemeClr val="lt1"/>
          </a:fontRef>
        </p:style>
        <p:txBody>
          <a:bodyPr spcFirstLastPara="1" wrap="square" lIns="0" tIns="0" rIns="0" bIns="68569" anchor="ctr" anchorCtr="0">
            <a:noAutofit/>
          </a:bodyPr>
          <a:lstStyle/>
          <a:p>
            <a:pPr algn="ctr" defTabSz="457200">
              <a:buSzPts val="1100"/>
            </a:pPr>
            <a:r>
              <a:rPr lang="en-US" sz="2400" b="1">
                <a:solidFill>
                  <a:schemeClr val="bg1"/>
                </a:solidFill>
                <a:cs typeface="Helvetica Neue" panose="020B0604020202020204" charset="0"/>
              </a:rPr>
              <a:t>3</a:t>
            </a:r>
            <a:endParaRPr lang="en-US" sz="2400" b="1" noProof="0">
              <a:solidFill>
                <a:schemeClr val="bg1"/>
              </a:solidFill>
              <a:latin typeface="+mn-lt"/>
              <a:cs typeface="Helvetica Neue" panose="020B0604020202020204" charset="0"/>
            </a:endParaRPr>
          </a:p>
          <a:p>
            <a:pPr algn="ctr" defTabSz="457200">
              <a:buSzPts val="1100"/>
            </a:pPr>
            <a:r>
              <a:rPr lang="en-US" sz="1200" b="1" noProof="0">
                <a:solidFill>
                  <a:schemeClr val="bg1"/>
                </a:solidFill>
                <a:latin typeface="+mn-lt"/>
                <a:cs typeface="Helvetica Neue" panose="020B0604020202020204" charset="0"/>
              </a:rPr>
              <a:t>High-quality products, value for money, timely delivery, and responsive service</a:t>
            </a:r>
          </a:p>
        </p:txBody>
      </p:sp>
      <p:sp>
        <p:nvSpPr>
          <p:cNvPr id="10" name="Rectangle 9">
            <a:extLst>
              <a:ext uri="{FF2B5EF4-FFF2-40B4-BE49-F238E27FC236}">
                <a16:creationId xmlns:a16="http://schemas.microsoft.com/office/drawing/2014/main" id="{7665FB92-FFDC-3CFC-3EFA-A3373A595FC3}"/>
              </a:ext>
            </a:extLst>
          </p:cNvPr>
          <p:cNvSpPr/>
          <p:nvPr/>
        </p:nvSpPr>
        <p:spPr>
          <a:xfrm rot="10800000" flipH="1" flipV="1">
            <a:off x="3827317" y="1186095"/>
            <a:ext cx="1946701" cy="54866"/>
          </a:xfrm>
          <a:prstGeom prst="rect">
            <a:avLst/>
          </a:prstGeom>
          <a:solidFill>
            <a:schemeClr val="accent3">
              <a:lumMod val="40000"/>
              <a:lumOff val="60000"/>
            </a:schemeClr>
          </a:solidFill>
          <a:ln w="12700" cap="flat" cmpd="sng" algn="ctr">
            <a:noFill/>
            <a:prstDash val="solid"/>
            <a:miter lim="800000"/>
          </a:ln>
          <a:effectLst/>
        </p:spPr>
        <p:txBody>
          <a:bodyPr tIns="45720" rtlCol="0" anchor="ctr"/>
          <a:lstStyle/>
          <a:p>
            <a:pPr algn="ctr" defTabSz="457200"/>
            <a:endParaRPr lang="en-US" sz="800" b="1" noProof="0">
              <a:solidFill>
                <a:schemeClr val="tx1"/>
              </a:solidFill>
              <a:latin typeface="+mn-lt"/>
              <a:cs typeface="Helvetica Neue" panose="020B0604020202020204" charset="0"/>
              <a:sym typeface="Graphik" panose="020B0503030202060203" pitchFamily="34" charset="0"/>
            </a:endParaRPr>
          </a:p>
        </p:txBody>
      </p:sp>
      <p:sp>
        <p:nvSpPr>
          <p:cNvPr id="11" name="Google Shape;1203;p141">
            <a:extLst>
              <a:ext uri="{FF2B5EF4-FFF2-40B4-BE49-F238E27FC236}">
                <a16:creationId xmlns:a16="http://schemas.microsoft.com/office/drawing/2014/main" id="{856F2C71-330B-6CC1-8184-E991F11F2AAC}"/>
              </a:ext>
            </a:extLst>
          </p:cNvPr>
          <p:cNvSpPr/>
          <p:nvPr/>
        </p:nvSpPr>
        <p:spPr>
          <a:xfrm>
            <a:off x="9200529" y="1322944"/>
            <a:ext cx="2047556" cy="1471163"/>
          </a:xfrm>
          <a:prstGeom prst="roundRect">
            <a:avLst>
              <a:gd name="adj" fmla="val 3370"/>
            </a:avLst>
          </a:prstGeom>
          <a:ln/>
        </p:spPr>
        <p:style>
          <a:lnRef idx="3">
            <a:schemeClr val="lt1"/>
          </a:lnRef>
          <a:fillRef idx="1">
            <a:schemeClr val="accent2"/>
          </a:fillRef>
          <a:effectRef idx="1">
            <a:schemeClr val="accent2"/>
          </a:effectRef>
          <a:fontRef idx="minor">
            <a:schemeClr val="lt1"/>
          </a:fontRef>
        </p:style>
        <p:txBody>
          <a:bodyPr spcFirstLastPara="1" wrap="square" lIns="0" tIns="0" rIns="0" bIns="68569" anchor="ctr" anchorCtr="0">
            <a:noAutofit/>
          </a:bodyPr>
          <a:lstStyle/>
          <a:p>
            <a:pPr algn="ctr" defTabSz="457200">
              <a:buSzPts val="1100"/>
            </a:pPr>
            <a:r>
              <a:rPr lang="en-US" sz="2400" b="1" noProof="0">
                <a:solidFill>
                  <a:schemeClr val="bg1"/>
                </a:solidFill>
                <a:latin typeface="+mn-lt"/>
                <a:cs typeface="Helvetica Neue" panose="020B0604020202020204" charset="0"/>
              </a:rPr>
              <a:t>4</a:t>
            </a:r>
          </a:p>
          <a:p>
            <a:pPr algn="ctr" defTabSz="457200">
              <a:buSzPts val="1100"/>
            </a:pPr>
            <a:r>
              <a:rPr lang="en-US" sz="1200" b="1" noProof="0">
                <a:solidFill>
                  <a:schemeClr val="bg1"/>
                </a:solidFill>
                <a:latin typeface="+mn-lt"/>
                <a:cs typeface="Helvetica Neue" panose="020B0604020202020204" charset="0"/>
              </a:rPr>
              <a:t>Stable returns, transparent reporting, and long-term value creation</a:t>
            </a:r>
          </a:p>
        </p:txBody>
      </p:sp>
      <p:sp>
        <p:nvSpPr>
          <p:cNvPr id="14" name="Rectangle 13">
            <a:extLst>
              <a:ext uri="{FF2B5EF4-FFF2-40B4-BE49-F238E27FC236}">
                <a16:creationId xmlns:a16="http://schemas.microsoft.com/office/drawing/2014/main" id="{1EC858F8-21E1-A999-7CA8-670F5528D1EA}"/>
              </a:ext>
            </a:extLst>
          </p:cNvPr>
          <p:cNvSpPr/>
          <p:nvPr/>
        </p:nvSpPr>
        <p:spPr>
          <a:xfrm rot="10800000" flipH="1" flipV="1">
            <a:off x="9285926" y="1239629"/>
            <a:ext cx="1946701" cy="54866"/>
          </a:xfrm>
          <a:prstGeom prst="rect">
            <a:avLst/>
          </a:prstGeom>
          <a:solidFill>
            <a:schemeClr val="accent3">
              <a:lumMod val="40000"/>
              <a:lumOff val="60000"/>
            </a:schemeClr>
          </a:solidFill>
          <a:ln w="12700" cap="flat" cmpd="sng" algn="ctr">
            <a:noFill/>
            <a:prstDash val="solid"/>
            <a:miter lim="800000"/>
          </a:ln>
          <a:effectLst/>
        </p:spPr>
        <p:txBody>
          <a:bodyPr tIns="45720" rtlCol="0" anchor="ctr"/>
          <a:lstStyle/>
          <a:p>
            <a:pPr algn="ctr" defTabSz="457200"/>
            <a:endParaRPr lang="en-US" sz="800" b="1" noProof="0">
              <a:solidFill>
                <a:schemeClr val="tx1"/>
              </a:solidFill>
              <a:latin typeface="+mn-lt"/>
              <a:cs typeface="Helvetica Neue" panose="020B0604020202020204" charset="0"/>
              <a:sym typeface="Graphik" panose="020B0503030202060203" pitchFamily="34" charset="0"/>
            </a:endParaRPr>
          </a:p>
        </p:txBody>
      </p:sp>
      <p:sp>
        <p:nvSpPr>
          <p:cNvPr id="17" name="Google Shape;1203;p141">
            <a:extLst>
              <a:ext uri="{FF2B5EF4-FFF2-40B4-BE49-F238E27FC236}">
                <a16:creationId xmlns:a16="http://schemas.microsoft.com/office/drawing/2014/main" id="{5B04730D-9DDF-865C-F855-370C5E1E5111}"/>
              </a:ext>
            </a:extLst>
          </p:cNvPr>
          <p:cNvSpPr/>
          <p:nvPr/>
        </p:nvSpPr>
        <p:spPr>
          <a:xfrm>
            <a:off x="9185071" y="2997718"/>
            <a:ext cx="2047556" cy="1471163"/>
          </a:xfrm>
          <a:prstGeom prst="roundRect">
            <a:avLst>
              <a:gd name="adj" fmla="val 3370"/>
            </a:avLst>
          </a:prstGeom>
          <a:ln/>
        </p:spPr>
        <p:style>
          <a:lnRef idx="3">
            <a:schemeClr val="lt1"/>
          </a:lnRef>
          <a:fillRef idx="1">
            <a:schemeClr val="accent2"/>
          </a:fillRef>
          <a:effectRef idx="1">
            <a:schemeClr val="accent2"/>
          </a:effectRef>
          <a:fontRef idx="minor">
            <a:schemeClr val="lt1"/>
          </a:fontRef>
        </p:style>
        <p:txBody>
          <a:bodyPr spcFirstLastPara="1" wrap="square" lIns="0" tIns="0" rIns="0" bIns="68569" anchor="ctr" anchorCtr="0">
            <a:noAutofit/>
          </a:bodyPr>
          <a:lstStyle/>
          <a:p>
            <a:pPr algn="ctr" defTabSz="457200">
              <a:buSzPts val="1100"/>
            </a:pPr>
            <a:r>
              <a:rPr lang="en-US" sz="2400" b="1" noProof="0">
                <a:solidFill>
                  <a:schemeClr val="bg1"/>
                </a:solidFill>
                <a:latin typeface="+mn-lt"/>
                <a:cs typeface="Helvetica Neue" panose="020B0604020202020204" charset="0"/>
              </a:rPr>
              <a:t>5</a:t>
            </a:r>
          </a:p>
          <a:p>
            <a:pPr algn="ctr" defTabSz="457200">
              <a:buSzPts val="1100"/>
            </a:pPr>
            <a:r>
              <a:rPr lang="en-US" sz="1200" b="1" noProof="0">
                <a:solidFill>
                  <a:schemeClr val="bg1"/>
                </a:solidFill>
                <a:latin typeface="+mn-lt"/>
                <a:cs typeface="Helvetica Neue" panose="020B0604020202020204" charset="0"/>
              </a:rPr>
              <a:t>Environmental protection, local employment, and social responsibility</a:t>
            </a:r>
          </a:p>
        </p:txBody>
      </p:sp>
      <p:sp>
        <p:nvSpPr>
          <p:cNvPr id="18" name="Rectangle 17">
            <a:extLst>
              <a:ext uri="{FF2B5EF4-FFF2-40B4-BE49-F238E27FC236}">
                <a16:creationId xmlns:a16="http://schemas.microsoft.com/office/drawing/2014/main" id="{0ECD2599-F1CB-3A19-6DDD-3588377B1734}"/>
              </a:ext>
            </a:extLst>
          </p:cNvPr>
          <p:cNvSpPr/>
          <p:nvPr/>
        </p:nvSpPr>
        <p:spPr>
          <a:xfrm rot="10800000" flipH="1" flipV="1">
            <a:off x="9270468" y="2932875"/>
            <a:ext cx="1946701" cy="54866"/>
          </a:xfrm>
          <a:prstGeom prst="rect">
            <a:avLst/>
          </a:prstGeom>
          <a:solidFill>
            <a:schemeClr val="accent3">
              <a:lumMod val="40000"/>
              <a:lumOff val="60000"/>
            </a:schemeClr>
          </a:solidFill>
          <a:ln w="12700" cap="flat" cmpd="sng" algn="ctr">
            <a:noFill/>
            <a:prstDash val="solid"/>
            <a:miter lim="800000"/>
          </a:ln>
          <a:effectLst/>
        </p:spPr>
        <p:txBody>
          <a:bodyPr tIns="45720" rtlCol="0" anchor="ctr"/>
          <a:lstStyle/>
          <a:p>
            <a:pPr algn="ctr" defTabSz="457200"/>
            <a:endParaRPr lang="en-US" sz="800" b="1" noProof="0">
              <a:solidFill>
                <a:schemeClr val="tx1"/>
              </a:solidFill>
              <a:latin typeface="+mn-lt"/>
              <a:cs typeface="Helvetica Neue" panose="020B0604020202020204" charset="0"/>
              <a:sym typeface="Graphik" panose="020B0503030202060203" pitchFamily="34" charset="0"/>
            </a:endParaRPr>
          </a:p>
        </p:txBody>
      </p:sp>
      <p:sp>
        <p:nvSpPr>
          <p:cNvPr id="19" name="Google Shape;1203;p141">
            <a:extLst>
              <a:ext uri="{FF2B5EF4-FFF2-40B4-BE49-F238E27FC236}">
                <a16:creationId xmlns:a16="http://schemas.microsoft.com/office/drawing/2014/main" id="{C20052EA-6CCE-3A31-88D8-FCCBA10A3DE8}"/>
              </a:ext>
            </a:extLst>
          </p:cNvPr>
          <p:cNvSpPr/>
          <p:nvPr/>
        </p:nvSpPr>
        <p:spPr>
          <a:xfrm>
            <a:off x="9200529" y="4720844"/>
            <a:ext cx="2047556" cy="1471163"/>
          </a:xfrm>
          <a:prstGeom prst="roundRect">
            <a:avLst>
              <a:gd name="adj" fmla="val 3370"/>
            </a:avLst>
          </a:prstGeom>
          <a:ln/>
        </p:spPr>
        <p:style>
          <a:lnRef idx="3">
            <a:schemeClr val="lt1"/>
          </a:lnRef>
          <a:fillRef idx="1">
            <a:schemeClr val="accent2"/>
          </a:fillRef>
          <a:effectRef idx="1">
            <a:schemeClr val="accent2"/>
          </a:effectRef>
          <a:fontRef idx="minor">
            <a:schemeClr val="lt1"/>
          </a:fontRef>
        </p:style>
        <p:txBody>
          <a:bodyPr spcFirstLastPara="1" wrap="square" lIns="0" tIns="0" rIns="0" bIns="68569" anchor="ctr" anchorCtr="0">
            <a:noAutofit/>
          </a:bodyPr>
          <a:lstStyle/>
          <a:p>
            <a:pPr algn="ctr" defTabSz="457200">
              <a:buSzPts val="1100"/>
            </a:pPr>
            <a:r>
              <a:rPr lang="en-US" sz="2400" b="1">
                <a:solidFill>
                  <a:schemeClr val="bg1"/>
                </a:solidFill>
                <a:cs typeface="Helvetica Neue" panose="020B0604020202020204" charset="0"/>
              </a:rPr>
              <a:t>6</a:t>
            </a:r>
            <a:endParaRPr lang="en-US" sz="2400" b="1" noProof="0">
              <a:solidFill>
                <a:schemeClr val="bg1"/>
              </a:solidFill>
              <a:latin typeface="+mn-lt"/>
              <a:cs typeface="Helvetica Neue" panose="020B0604020202020204" charset="0"/>
            </a:endParaRPr>
          </a:p>
          <a:p>
            <a:pPr algn="ctr" defTabSz="457200">
              <a:buSzPts val="1100"/>
            </a:pPr>
            <a:r>
              <a:rPr lang="en-US" sz="1200" b="1" noProof="0">
                <a:solidFill>
                  <a:schemeClr val="bg1"/>
                </a:solidFill>
                <a:latin typeface="+mn-lt"/>
                <a:cs typeface="Helvetica Neue" panose="020B0604020202020204" charset="0"/>
              </a:rPr>
              <a:t>Fair contracts, timely payments, and long-term collaboration</a:t>
            </a:r>
          </a:p>
        </p:txBody>
      </p:sp>
      <p:sp>
        <p:nvSpPr>
          <p:cNvPr id="20" name="Rectangle 19">
            <a:extLst>
              <a:ext uri="{FF2B5EF4-FFF2-40B4-BE49-F238E27FC236}">
                <a16:creationId xmlns:a16="http://schemas.microsoft.com/office/drawing/2014/main" id="{EF7CA2AD-74D7-8EFF-75BF-399355BCE9CC}"/>
              </a:ext>
            </a:extLst>
          </p:cNvPr>
          <p:cNvSpPr/>
          <p:nvPr/>
        </p:nvSpPr>
        <p:spPr>
          <a:xfrm rot="10800000" flipH="1" flipV="1">
            <a:off x="9285926" y="4637529"/>
            <a:ext cx="1946701" cy="54866"/>
          </a:xfrm>
          <a:prstGeom prst="rect">
            <a:avLst/>
          </a:prstGeom>
          <a:solidFill>
            <a:schemeClr val="accent3">
              <a:lumMod val="40000"/>
              <a:lumOff val="60000"/>
            </a:schemeClr>
          </a:solidFill>
          <a:ln w="12700" cap="flat" cmpd="sng" algn="ctr">
            <a:noFill/>
            <a:prstDash val="solid"/>
            <a:miter lim="800000"/>
          </a:ln>
          <a:effectLst/>
        </p:spPr>
        <p:txBody>
          <a:bodyPr tIns="45720" rtlCol="0" anchor="ctr"/>
          <a:lstStyle/>
          <a:p>
            <a:pPr algn="ctr" defTabSz="457200"/>
            <a:endParaRPr lang="en-US" sz="800" b="1" noProof="0">
              <a:solidFill>
                <a:schemeClr val="tx1"/>
              </a:solidFill>
              <a:latin typeface="+mn-lt"/>
              <a:cs typeface="Helvetica Neue" panose="020B0604020202020204" charset="0"/>
              <a:sym typeface="Graphik" panose="020B0503030202060203" pitchFamily="34" charset="0"/>
            </a:endParaRPr>
          </a:p>
        </p:txBody>
      </p:sp>
      <p:sp>
        <p:nvSpPr>
          <p:cNvPr id="21" name="Rectangle 20">
            <a:extLst>
              <a:ext uri="{FF2B5EF4-FFF2-40B4-BE49-F238E27FC236}">
                <a16:creationId xmlns:a16="http://schemas.microsoft.com/office/drawing/2014/main" id="{DAF8859F-7E13-A095-B3C4-AAA765B62305}"/>
              </a:ext>
            </a:extLst>
          </p:cNvPr>
          <p:cNvSpPr/>
          <p:nvPr/>
        </p:nvSpPr>
        <p:spPr>
          <a:xfrm>
            <a:off x="717151" y="1263731"/>
            <a:ext cx="2906509" cy="68584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lstStyle/>
          <a:p>
            <a:r>
              <a:rPr lang="en-US" sz="1400" b="1" noProof="0"/>
              <a:t>A. Customers</a:t>
            </a:r>
          </a:p>
        </p:txBody>
      </p:sp>
      <p:sp>
        <p:nvSpPr>
          <p:cNvPr id="22" name="Rectangle 21">
            <a:extLst>
              <a:ext uri="{FF2B5EF4-FFF2-40B4-BE49-F238E27FC236}">
                <a16:creationId xmlns:a16="http://schemas.microsoft.com/office/drawing/2014/main" id="{FDAF6962-9DC6-EC32-4FBE-0B158A8CBB6C}"/>
              </a:ext>
            </a:extLst>
          </p:cNvPr>
          <p:cNvSpPr/>
          <p:nvPr/>
        </p:nvSpPr>
        <p:spPr>
          <a:xfrm>
            <a:off x="721383" y="2928776"/>
            <a:ext cx="2906509" cy="68584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lstStyle/>
          <a:p>
            <a:r>
              <a:rPr lang="en-US" sz="1400" b="1" noProof="0"/>
              <a:t>B. Employees</a:t>
            </a:r>
          </a:p>
        </p:txBody>
      </p:sp>
      <p:sp>
        <p:nvSpPr>
          <p:cNvPr id="23" name="Rectangle 22">
            <a:extLst>
              <a:ext uri="{FF2B5EF4-FFF2-40B4-BE49-F238E27FC236}">
                <a16:creationId xmlns:a16="http://schemas.microsoft.com/office/drawing/2014/main" id="{0EDE2580-B7B7-6B0F-F482-1C729FC48103}"/>
              </a:ext>
            </a:extLst>
          </p:cNvPr>
          <p:cNvSpPr/>
          <p:nvPr/>
        </p:nvSpPr>
        <p:spPr>
          <a:xfrm>
            <a:off x="756821" y="4697679"/>
            <a:ext cx="2866839" cy="68584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lstStyle/>
          <a:p>
            <a:r>
              <a:rPr lang="en-US" sz="1400" b="1" noProof="0"/>
              <a:t>C. Regulators</a:t>
            </a:r>
          </a:p>
        </p:txBody>
      </p:sp>
      <p:sp>
        <p:nvSpPr>
          <p:cNvPr id="24" name="Rectangle 23">
            <a:extLst>
              <a:ext uri="{FF2B5EF4-FFF2-40B4-BE49-F238E27FC236}">
                <a16:creationId xmlns:a16="http://schemas.microsoft.com/office/drawing/2014/main" id="{CF192398-099E-CC85-4D48-B8123D1C8B03}"/>
              </a:ext>
            </a:extLst>
          </p:cNvPr>
          <p:cNvSpPr/>
          <p:nvPr/>
        </p:nvSpPr>
        <p:spPr>
          <a:xfrm>
            <a:off x="6189529" y="1276201"/>
            <a:ext cx="2906509" cy="68584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lstStyle/>
          <a:p>
            <a:r>
              <a:rPr lang="en-US" sz="1400" b="1" noProof="0"/>
              <a:t>D. Investors / Shareholders</a:t>
            </a:r>
          </a:p>
        </p:txBody>
      </p:sp>
      <p:sp>
        <p:nvSpPr>
          <p:cNvPr id="25" name="Rectangle 24">
            <a:extLst>
              <a:ext uri="{FF2B5EF4-FFF2-40B4-BE49-F238E27FC236}">
                <a16:creationId xmlns:a16="http://schemas.microsoft.com/office/drawing/2014/main" id="{CE5E07A0-B89B-D273-721B-51811DAC7F73}"/>
              </a:ext>
            </a:extLst>
          </p:cNvPr>
          <p:cNvSpPr/>
          <p:nvPr/>
        </p:nvSpPr>
        <p:spPr>
          <a:xfrm>
            <a:off x="6174071" y="2957880"/>
            <a:ext cx="2906509" cy="68584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lstStyle/>
          <a:p>
            <a:r>
              <a:rPr lang="en-US" sz="1400" b="1" noProof="0"/>
              <a:t>E. Communities</a:t>
            </a:r>
          </a:p>
        </p:txBody>
      </p:sp>
      <p:sp>
        <p:nvSpPr>
          <p:cNvPr id="26" name="Rectangle 25">
            <a:extLst>
              <a:ext uri="{FF2B5EF4-FFF2-40B4-BE49-F238E27FC236}">
                <a16:creationId xmlns:a16="http://schemas.microsoft.com/office/drawing/2014/main" id="{69332BFB-1A32-3DFF-9255-9E93693ADF6C}"/>
              </a:ext>
            </a:extLst>
          </p:cNvPr>
          <p:cNvSpPr/>
          <p:nvPr/>
        </p:nvSpPr>
        <p:spPr>
          <a:xfrm>
            <a:off x="6174070" y="4676411"/>
            <a:ext cx="2906509" cy="68584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lstStyle/>
          <a:p>
            <a:r>
              <a:rPr lang="en-US" sz="1400" b="1" noProof="0"/>
              <a:t>F. Suppliers / Partners</a:t>
            </a:r>
          </a:p>
        </p:txBody>
      </p:sp>
    </p:spTree>
    <p:custDataLst>
      <p:custData r:id="rId1"/>
    </p:custDataLst>
    <p:extLst>
      <p:ext uri="{BB962C8B-B14F-4D97-AF65-F5344CB8AC3E}">
        <p14:creationId xmlns:p14="http://schemas.microsoft.com/office/powerpoint/2010/main" val="11314549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EB5E7-AFB1-312F-4A4D-A1169CF28C9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7F38C23-7956-097D-13E8-481ED0E863C7}"/>
              </a:ext>
            </a:extLst>
          </p:cNvPr>
          <p:cNvSpPr/>
          <p:nvPr/>
        </p:nvSpPr>
        <p:spPr>
          <a:xfrm>
            <a:off x="-103633" y="9144"/>
            <a:ext cx="6199633" cy="685800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1298B65-EE44-0D25-B4BB-FF2B97C16DC1}"/>
              </a:ext>
            </a:extLst>
          </p:cNvPr>
          <p:cNvSpPr/>
          <p:nvPr/>
        </p:nvSpPr>
        <p:spPr>
          <a:xfrm>
            <a:off x="4304144" y="2953512"/>
            <a:ext cx="7887856" cy="1280160"/>
          </a:xfrm>
          <a:prstGeom prst="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2800" i="1">
                <a:ln w="0"/>
                <a:solidFill>
                  <a:schemeClr val="bg1"/>
                </a:solidFill>
                <a:effectLst>
                  <a:outerShdw blurRad="38100" dist="19050" dir="2700000" algn="tl" rotWithShape="0">
                    <a:schemeClr val="dk1">
                      <a:alpha val="40000"/>
                    </a:schemeClr>
                  </a:outerShdw>
                </a:effectLst>
                <a:latin typeface="+mj-lt"/>
              </a:rPr>
              <a:t> Engaging with Stakeholders</a:t>
            </a:r>
          </a:p>
        </p:txBody>
      </p:sp>
      <p:sp>
        <p:nvSpPr>
          <p:cNvPr id="4" name="Rectangle 3">
            <a:extLst>
              <a:ext uri="{FF2B5EF4-FFF2-40B4-BE49-F238E27FC236}">
                <a16:creationId xmlns:a16="http://schemas.microsoft.com/office/drawing/2014/main" id="{C5A71913-69E2-F420-B6DF-8D2DF8C0C397}"/>
              </a:ext>
            </a:extLst>
          </p:cNvPr>
          <p:cNvSpPr/>
          <p:nvPr/>
        </p:nvSpPr>
        <p:spPr>
          <a:xfrm>
            <a:off x="11811000" y="-9144"/>
            <a:ext cx="381000" cy="379095"/>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960"/>
          </a:p>
        </p:txBody>
      </p:sp>
      <p:pic>
        <p:nvPicPr>
          <p:cNvPr id="12" name="Picture 11">
            <a:extLst>
              <a:ext uri="{FF2B5EF4-FFF2-40B4-BE49-F238E27FC236}">
                <a16:creationId xmlns:a16="http://schemas.microsoft.com/office/drawing/2014/main" id="{B29AE1B8-3067-C8A4-5A44-EA3A2C919030}"/>
              </a:ext>
            </a:extLst>
          </p:cNvPr>
          <p:cNvPicPr>
            <a:picLocks noChangeAspect="1"/>
          </p:cNvPicPr>
          <p:nvPr/>
        </p:nvPicPr>
        <p:blipFill>
          <a:blip r:embed="rId4"/>
          <a:stretch>
            <a:fillRect/>
          </a:stretch>
        </p:blipFill>
        <p:spPr>
          <a:xfrm>
            <a:off x="-74666" y="5324856"/>
            <a:ext cx="1693154" cy="1524000"/>
          </a:xfrm>
          <a:prstGeom prst="rect">
            <a:avLst/>
          </a:prstGeom>
        </p:spPr>
      </p:pic>
      <p:sp>
        <p:nvSpPr>
          <p:cNvPr id="7" name="Flowchart: Delay 6">
            <a:extLst>
              <a:ext uri="{FF2B5EF4-FFF2-40B4-BE49-F238E27FC236}">
                <a16:creationId xmlns:a16="http://schemas.microsoft.com/office/drawing/2014/main" id="{E50B8877-0B63-B206-9B58-2C405E0BDE0F}"/>
              </a:ext>
            </a:extLst>
          </p:cNvPr>
          <p:cNvSpPr/>
          <p:nvPr/>
        </p:nvSpPr>
        <p:spPr>
          <a:xfrm>
            <a:off x="4322432" y="2965590"/>
            <a:ext cx="942800" cy="1268082"/>
          </a:xfrm>
          <a:prstGeom prst="flowChartDela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a:solidFill>
                  <a:schemeClr val="tx1"/>
                </a:solidFill>
                <a:latin typeface="+mj-lt"/>
              </a:rPr>
              <a:t>04</a:t>
            </a:r>
          </a:p>
        </p:txBody>
      </p:sp>
    </p:spTree>
    <p:custDataLst>
      <p:custData r:id="rId1"/>
    </p:custDataLst>
    <p:extLst>
      <p:ext uri="{BB962C8B-B14F-4D97-AF65-F5344CB8AC3E}">
        <p14:creationId xmlns:p14="http://schemas.microsoft.com/office/powerpoint/2010/main" val="3943706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D1828-931C-74DC-33C6-C404503F668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C6E5371-5BF2-018D-3829-D73C708BF977}"/>
              </a:ext>
            </a:extLst>
          </p:cNvPr>
          <p:cNvSpPr>
            <a:spLocks noGrp="1"/>
          </p:cNvSpPr>
          <p:nvPr>
            <p:ph type="sldNum" sz="quarter" idx="4"/>
          </p:nvPr>
        </p:nvSpPr>
        <p:spPr>
          <a:xfrm>
            <a:off x="11802027" y="6628980"/>
            <a:ext cx="298209" cy="159888"/>
          </a:xfrm>
        </p:spPr>
        <p:txBody>
          <a:bodyPr/>
          <a:lstStyle/>
          <a:p>
            <a:fld id="{3E6AC032-1535-134B-A583-D5E1DDD0D167}" type="slidenum">
              <a:rPr lang="en-US" smtClean="0"/>
              <a:pPr/>
              <a:t>24</a:t>
            </a:fld>
            <a:endParaRPr lang="en-US"/>
          </a:p>
        </p:txBody>
      </p:sp>
      <p:sp>
        <p:nvSpPr>
          <p:cNvPr id="13" name="Rectangle 12">
            <a:extLst>
              <a:ext uri="{FF2B5EF4-FFF2-40B4-BE49-F238E27FC236}">
                <a16:creationId xmlns:a16="http://schemas.microsoft.com/office/drawing/2014/main" id="{1CE6F709-5E6E-7323-2DC5-ED67BD80A43B}"/>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Engaging with Stakeholders | Key Principles</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2135" name="Rectangle 2134">
            <a:extLst>
              <a:ext uri="{FF2B5EF4-FFF2-40B4-BE49-F238E27FC236}">
                <a16:creationId xmlns:a16="http://schemas.microsoft.com/office/drawing/2014/main" id="{3A437507-CF34-019D-7FC1-E0FBC2B3D413}"/>
              </a:ext>
            </a:extLst>
          </p:cNvPr>
          <p:cNvSpPr/>
          <p:nvPr/>
        </p:nvSpPr>
        <p:spPr bwMode="ltGray">
          <a:xfrm>
            <a:off x="1180442" y="5589712"/>
            <a:ext cx="3760961" cy="673302"/>
          </a:xfrm>
          <a:prstGeom prst="rect">
            <a:avLst/>
          </a:prstGeom>
          <a:ln/>
        </p:spPr>
        <p:style>
          <a:lnRef idx="3">
            <a:schemeClr val="lt1"/>
          </a:lnRef>
          <a:fillRef idx="1">
            <a:schemeClr val="accent2"/>
          </a:fillRef>
          <a:effectRef idx="1">
            <a:schemeClr val="accent2"/>
          </a:effectRef>
          <a:fontRef idx="minor">
            <a:schemeClr val="lt1"/>
          </a:fontRef>
        </p:style>
        <p:txBody>
          <a:bodyPr lIns="72000" tIns="72000" rIns="72000" bIns="72000" rtlCol="0" anchor="ctr" anchorCtr="0"/>
          <a:lstStyle/>
          <a:p>
            <a:r>
              <a:rPr lang="en-US" sz="1400" i="1" dirty="0"/>
              <a:t>Build long-term, trust-based </a:t>
            </a:r>
          </a:p>
          <a:p>
            <a:r>
              <a:rPr lang="en-US" sz="1400" i="1" dirty="0"/>
              <a:t>relationships</a:t>
            </a:r>
          </a:p>
        </p:txBody>
      </p:sp>
      <p:sp>
        <p:nvSpPr>
          <p:cNvPr id="2136" name="Rectangle 2135">
            <a:extLst>
              <a:ext uri="{FF2B5EF4-FFF2-40B4-BE49-F238E27FC236}">
                <a16:creationId xmlns:a16="http://schemas.microsoft.com/office/drawing/2014/main" id="{000451EC-C6A8-1030-5F3E-317121E300FA}"/>
              </a:ext>
            </a:extLst>
          </p:cNvPr>
          <p:cNvSpPr/>
          <p:nvPr/>
        </p:nvSpPr>
        <p:spPr bwMode="ltGray">
          <a:xfrm>
            <a:off x="1200727" y="4687563"/>
            <a:ext cx="2972287" cy="673302"/>
          </a:xfrm>
          <a:prstGeom prst="rect">
            <a:avLst/>
          </a:prstGeom>
          <a:ln/>
        </p:spPr>
        <p:style>
          <a:lnRef idx="3">
            <a:schemeClr val="lt1"/>
          </a:lnRef>
          <a:fillRef idx="1">
            <a:schemeClr val="accent1"/>
          </a:fillRef>
          <a:effectRef idx="1">
            <a:schemeClr val="accent1"/>
          </a:effectRef>
          <a:fontRef idx="minor">
            <a:schemeClr val="lt1"/>
          </a:fontRef>
        </p:style>
        <p:txBody>
          <a:bodyPr lIns="72000" tIns="72000" rIns="72000" bIns="72000" rtlCol="0" anchor="ctr" anchorCtr="0"/>
          <a:lstStyle/>
          <a:p>
            <a:r>
              <a:rPr lang="en-US" sz="1400" i="1" dirty="0"/>
              <a:t>Adopt a structured and proportionate approach</a:t>
            </a:r>
          </a:p>
        </p:txBody>
      </p:sp>
      <p:sp>
        <p:nvSpPr>
          <p:cNvPr id="2137" name="Rectangle 2136">
            <a:extLst>
              <a:ext uri="{FF2B5EF4-FFF2-40B4-BE49-F238E27FC236}">
                <a16:creationId xmlns:a16="http://schemas.microsoft.com/office/drawing/2014/main" id="{227520BB-AD0E-417E-DFA7-5FCEA38DB79C}"/>
              </a:ext>
            </a:extLst>
          </p:cNvPr>
          <p:cNvSpPr/>
          <p:nvPr/>
        </p:nvSpPr>
        <p:spPr bwMode="ltGray">
          <a:xfrm>
            <a:off x="1200727" y="3690372"/>
            <a:ext cx="2972287" cy="673302"/>
          </a:xfrm>
          <a:prstGeom prst="rect">
            <a:avLst/>
          </a:prstGeom>
          <a:solidFill>
            <a:schemeClr val="accent4"/>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r>
              <a:rPr lang="en-US" sz="1400" i="1"/>
              <a:t>Acknowledge perspective</a:t>
            </a:r>
            <a:endParaRPr lang="en-GB" sz="1400" i="1">
              <a:solidFill>
                <a:schemeClr val="bg1"/>
              </a:solidFill>
            </a:endParaRPr>
          </a:p>
        </p:txBody>
      </p:sp>
      <p:sp>
        <p:nvSpPr>
          <p:cNvPr id="2138" name="Rectangle 2137">
            <a:extLst>
              <a:ext uri="{FF2B5EF4-FFF2-40B4-BE49-F238E27FC236}">
                <a16:creationId xmlns:a16="http://schemas.microsoft.com/office/drawing/2014/main" id="{B54FF653-BD32-1E90-A99C-7CD68A6E8647}"/>
              </a:ext>
            </a:extLst>
          </p:cNvPr>
          <p:cNvSpPr/>
          <p:nvPr/>
        </p:nvSpPr>
        <p:spPr bwMode="ltGray">
          <a:xfrm>
            <a:off x="1200727" y="2661501"/>
            <a:ext cx="2972287" cy="673302"/>
          </a:xfrm>
          <a:prstGeom prst="rect">
            <a:avLst/>
          </a:prstGeom>
          <a:solidFill>
            <a:schemeClr val="accent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r>
              <a:rPr lang="en-US" sz="1400" i="1"/>
              <a:t>Engage early &amp; </a:t>
            </a:r>
          </a:p>
          <a:p>
            <a:r>
              <a:rPr lang="en-US" sz="1400" i="1"/>
              <a:t>consult regularly</a:t>
            </a:r>
            <a:endParaRPr lang="en-GB" sz="1400" i="1">
              <a:solidFill>
                <a:schemeClr val="bg1"/>
              </a:solidFill>
            </a:endParaRPr>
          </a:p>
        </p:txBody>
      </p:sp>
      <p:sp>
        <p:nvSpPr>
          <p:cNvPr id="2139" name="Rectangle 2138">
            <a:extLst>
              <a:ext uri="{FF2B5EF4-FFF2-40B4-BE49-F238E27FC236}">
                <a16:creationId xmlns:a16="http://schemas.microsoft.com/office/drawing/2014/main" id="{F812D777-8AC3-828E-BAC2-B6E406349DC7}"/>
              </a:ext>
            </a:extLst>
          </p:cNvPr>
          <p:cNvSpPr/>
          <p:nvPr/>
        </p:nvSpPr>
        <p:spPr bwMode="ltGray">
          <a:xfrm>
            <a:off x="1182504" y="1727671"/>
            <a:ext cx="3680810" cy="673302"/>
          </a:xfrm>
          <a:prstGeom prst="rect">
            <a:avLst/>
          </a:prstGeom>
          <a:ln/>
        </p:spPr>
        <p:style>
          <a:lnRef idx="3">
            <a:schemeClr val="lt1"/>
          </a:lnRef>
          <a:fillRef idx="1">
            <a:schemeClr val="accent3"/>
          </a:fillRef>
          <a:effectRef idx="1">
            <a:schemeClr val="accent3"/>
          </a:effectRef>
          <a:fontRef idx="minor">
            <a:schemeClr val="lt1"/>
          </a:fontRef>
        </p:style>
        <p:txBody>
          <a:bodyPr lIns="72000" tIns="72000" rIns="72000" bIns="72000" rtlCol="0" anchor="ctr" anchorCtr="0"/>
          <a:lstStyle/>
          <a:p>
            <a:r>
              <a:rPr lang="en-US" sz="1400" i="1"/>
              <a:t>Communicate transparently &amp; consistently</a:t>
            </a:r>
          </a:p>
        </p:txBody>
      </p:sp>
      <p:sp>
        <p:nvSpPr>
          <p:cNvPr id="2140" name="Rectangle 2139">
            <a:extLst>
              <a:ext uri="{FF2B5EF4-FFF2-40B4-BE49-F238E27FC236}">
                <a16:creationId xmlns:a16="http://schemas.microsoft.com/office/drawing/2014/main" id="{D70A8099-54C3-9260-1547-9A43AC8EDA78}"/>
              </a:ext>
            </a:extLst>
          </p:cNvPr>
          <p:cNvSpPr/>
          <p:nvPr/>
        </p:nvSpPr>
        <p:spPr bwMode="ltGray">
          <a:xfrm>
            <a:off x="7201344" y="5589712"/>
            <a:ext cx="3823283" cy="673302"/>
          </a:xfrm>
          <a:prstGeom prst="rect">
            <a:avLst/>
          </a:prstGeom>
          <a:ln/>
        </p:spPr>
        <p:style>
          <a:lnRef idx="3">
            <a:schemeClr val="lt1"/>
          </a:lnRef>
          <a:fillRef idx="1">
            <a:schemeClr val="accent2"/>
          </a:fillRef>
          <a:effectRef idx="1">
            <a:schemeClr val="accent2"/>
          </a:effectRef>
          <a:fontRef idx="minor">
            <a:schemeClr val="lt1"/>
          </a:fontRef>
        </p:style>
        <p:txBody>
          <a:bodyPr lIns="72000" tIns="72000" rIns="72000" bIns="72000" rtlCol="0" anchor="ctr" anchorCtr="0"/>
          <a:lstStyle/>
          <a:p>
            <a:pPr marL="536575"/>
            <a:r>
              <a:rPr lang="en-US" sz="1400" i="1"/>
              <a:t>Demonstrate accountability and ownership</a:t>
            </a:r>
            <a:endParaRPr lang="en-GB" sz="1400" i="1">
              <a:solidFill>
                <a:schemeClr val="bg1"/>
              </a:solidFill>
            </a:endParaRPr>
          </a:p>
        </p:txBody>
      </p:sp>
      <p:sp>
        <p:nvSpPr>
          <p:cNvPr id="2141" name="Rectangle 2140">
            <a:extLst>
              <a:ext uri="{FF2B5EF4-FFF2-40B4-BE49-F238E27FC236}">
                <a16:creationId xmlns:a16="http://schemas.microsoft.com/office/drawing/2014/main" id="{E0AEE2EA-9444-5C04-C736-C9FED16B865A}"/>
              </a:ext>
            </a:extLst>
          </p:cNvPr>
          <p:cNvSpPr/>
          <p:nvPr/>
        </p:nvSpPr>
        <p:spPr bwMode="ltGray">
          <a:xfrm>
            <a:off x="7969733" y="4687563"/>
            <a:ext cx="3021540" cy="673302"/>
          </a:xfrm>
          <a:prstGeom prst="rect">
            <a:avLst/>
          </a:prstGeom>
          <a:ln/>
        </p:spPr>
        <p:style>
          <a:lnRef idx="3">
            <a:schemeClr val="lt1"/>
          </a:lnRef>
          <a:fillRef idx="1">
            <a:schemeClr val="accent1"/>
          </a:fillRef>
          <a:effectRef idx="1">
            <a:schemeClr val="accent1"/>
          </a:effectRef>
          <a:fontRef idx="minor">
            <a:schemeClr val="lt1"/>
          </a:fontRef>
        </p:style>
        <p:txBody>
          <a:bodyPr lIns="72000" tIns="72000" rIns="72000" bIns="72000" rtlCol="0" anchor="ctr" anchorCtr="0"/>
          <a:lstStyle/>
          <a:p>
            <a:pPr marL="536575"/>
            <a:r>
              <a:rPr lang="en-US" sz="1400" i="1" dirty="0"/>
              <a:t>Should not be vague, should </a:t>
            </a:r>
            <a:r>
              <a:rPr lang="en-US" sz="1400" i="1"/>
              <a:t>be goal-oriented </a:t>
            </a:r>
            <a:endParaRPr lang="en-GB" sz="1400" i="1" dirty="0">
              <a:solidFill>
                <a:schemeClr val="bg1"/>
              </a:solidFill>
            </a:endParaRPr>
          </a:p>
        </p:txBody>
      </p:sp>
      <p:sp>
        <p:nvSpPr>
          <p:cNvPr id="2142" name="Rectangle 2141">
            <a:extLst>
              <a:ext uri="{FF2B5EF4-FFF2-40B4-BE49-F238E27FC236}">
                <a16:creationId xmlns:a16="http://schemas.microsoft.com/office/drawing/2014/main" id="{F8E02081-5872-01B7-442B-D5FE0380C835}"/>
              </a:ext>
            </a:extLst>
          </p:cNvPr>
          <p:cNvSpPr/>
          <p:nvPr/>
        </p:nvSpPr>
        <p:spPr bwMode="ltGray">
          <a:xfrm>
            <a:off x="7969733" y="3690372"/>
            <a:ext cx="3021540" cy="673302"/>
          </a:xfrm>
          <a:prstGeom prst="rect">
            <a:avLst/>
          </a:prstGeom>
          <a:solidFill>
            <a:schemeClr val="accent4"/>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720725"/>
            <a:r>
              <a:rPr lang="en-US" sz="1400" i="1"/>
              <a:t>Balance competing interests</a:t>
            </a:r>
            <a:endParaRPr lang="en-GB" sz="1400" i="1">
              <a:solidFill>
                <a:schemeClr val="bg1"/>
              </a:solidFill>
            </a:endParaRPr>
          </a:p>
        </p:txBody>
      </p:sp>
      <p:sp>
        <p:nvSpPr>
          <p:cNvPr id="2143" name="Rectangle 2142">
            <a:extLst>
              <a:ext uri="{FF2B5EF4-FFF2-40B4-BE49-F238E27FC236}">
                <a16:creationId xmlns:a16="http://schemas.microsoft.com/office/drawing/2014/main" id="{FD5B79F4-0801-C091-83FF-0AE47686A029}"/>
              </a:ext>
            </a:extLst>
          </p:cNvPr>
          <p:cNvSpPr/>
          <p:nvPr/>
        </p:nvSpPr>
        <p:spPr bwMode="ltGray">
          <a:xfrm>
            <a:off x="7969733" y="2661501"/>
            <a:ext cx="3021540" cy="673302"/>
          </a:xfrm>
          <a:prstGeom prst="rect">
            <a:avLst/>
          </a:prstGeom>
          <a:solidFill>
            <a:schemeClr val="accent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444500"/>
            <a:r>
              <a:rPr lang="en-US" sz="1400" i="1">
                <a:solidFill>
                  <a:schemeClr val="bg1"/>
                </a:solidFill>
              </a:rPr>
              <a:t>Manage the risk</a:t>
            </a:r>
            <a:endParaRPr lang="en-GB" sz="1400" i="1" err="1">
              <a:solidFill>
                <a:schemeClr val="bg1"/>
              </a:solidFill>
            </a:endParaRPr>
          </a:p>
        </p:txBody>
      </p:sp>
      <p:sp>
        <p:nvSpPr>
          <p:cNvPr id="2144" name="Rectangle 2143">
            <a:extLst>
              <a:ext uri="{FF2B5EF4-FFF2-40B4-BE49-F238E27FC236}">
                <a16:creationId xmlns:a16="http://schemas.microsoft.com/office/drawing/2014/main" id="{02DE692B-436D-F163-4F6C-26D30B192741}"/>
              </a:ext>
            </a:extLst>
          </p:cNvPr>
          <p:cNvSpPr/>
          <p:nvPr/>
        </p:nvSpPr>
        <p:spPr bwMode="ltGray">
          <a:xfrm>
            <a:off x="7279434" y="1727671"/>
            <a:ext cx="3741803" cy="673302"/>
          </a:xfrm>
          <a:prstGeom prst="rect">
            <a:avLst/>
          </a:prstGeom>
          <a:ln/>
        </p:spPr>
        <p:style>
          <a:lnRef idx="3">
            <a:schemeClr val="lt1"/>
          </a:lnRef>
          <a:fillRef idx="1">
            <a:schemeClr val="accent3"/>
          </a:fillRef>
          <a:effectRef idx="1">
            <a:schemeClr val="accent3"/>
          </a:effectRef>
          <a:fontRef idx="minor">
            <a:schemeClr val="lt1"/>
          </a:fontRef>
        </p:style>
        <p:txBody>
          <a:bodyPr lIns="72000" tIns="72000" rIns="72000" bIns="72000" rtlCol="0" anchor="ctr" anchorCtr="0"/>
          <a:lstStyle/>
          <a:p>
            <a:pPr marL="360363"/>
            <a:r>
              <a:rPr lang="en-US" sz="1400" i="1"/>
              <a:t>Act simply, decisively, and in a timely manner</a:t>
            </a:r>
            <a:endParaRPr lang="en-GB" sz="1400" i="1">
              <a:solidFill>
                <a:schemeClr val="bg1"/>
              </a:solidFill>
            </a:endParaRPr>
          </a:p>
        </p:txBody>
      </p:sp>
      <p:pic>
        <p:nvPicPr>
          <p:cNvPr id="2145" name="Picture 2144">
            <a:extLst>
              <a:ext uri="{FF2B5EF4-FFF2-40B4-BE49-F238E27FC236}">
                <a16:creationId xmlns:a16="http://schemas.microsoft.com/office/drawing/2014/main" id="{064F8B14-DE02-F283-BA75-84D0109537C2}"/>
              </a:ext>
            </a:extLst>
          </p:cNvPr>
          <p:cNvPicPr>
            <a:picLocks noChangeAspect="1"/>
          </p:cNvPicPr>
          <p:nvPr/>
        </p:nvPicPr>
        <p:blipFill>
          <a:blip r:embed="rId4" cstate="print">
            <a:duotone>
              <a:schemeClr val="accent4">
                <a:shade val="45000"/>
                <a:satMod val="135000"/>
              </a:schemeClr>
              <a:prstClr val="white"/>
            </a:duotone>
            <a:extLst>
              <a:ext uri="{BEBA8EAE-BF5A-486C-A8C5-ECC9F3942E4B}">
                <a14:imgProps xmlns:a14="http://schemas.microsoft.com/office/drawing/2010/main">
                  <a14:imgLayer r:embed="rId5">
                    <a14:imgEffect>
                      <a14:colorTemperature colorTemp="7200"/>
                    </a14:imgEffect>
                  </a14:imgLayer>
                </a14:imgProps>
              </a:ext>
              <a:ext uri="{28A0092B-C50C-407E-A947-70E740481C1C}">
                <a14:useLocalDpi xmlns:a14="http://schemas.microsoft.com/office/drawing/2010/main" val="0"/>
              </a:ext>
            </a:extLst>
          </a:blip>
          <a:stretch>
            <a:fillRect/>
          </a:stretch>
        </p:blipFill>
        <p:spPr>
          <a:xfrm>
            <a:off x="3464992" y="1693068"/>
            <a:ext cx="5223924" cy="4651963"/>
          </a:xfrm>
          <a:prstGeom prst="rect">
            <a:avLst/>
          </a:prstGeom>
        </p:spPr>
      </p:pic>
      <p:sp>
        <p:nvSpPr>
          <p:cNvPr id="2146" name="TextBox 2145">
            <a:extLst>
              <a:ext uri="{FF2B5EF4-FFF2-40B4-BE49-F238E27FC236}">
                <a16:creationId xmlns:a16="http://schemas.microsoft.com/office/drawing/2014/main" id="{FF8819CE-EEB0-1B63-BA8E-8DC608C9A5D7}"/>
              </a:ext>
            </a:extLst>
          </p:cNvPr>
          <p:cNvSpPr txBox="1"/>
          <p:nvPr/>
        </p:nvSpPr>
        <p:spPr>
          <a:xfrm>
            <a:off x="4864498" y="3467995"/>
            <a:ext cx="2414936" cy="945876"/>
          </a:xfrm>
          <a:prstGeom prst="rect">
            <a:avLst/>
          </a:prstGeom>
          <a:noFill/>
        </p:spPr>
        <p:txBody>
          <a:bodyPr wrap="square" lIns="0" tIns="0" rIns="0" bIns="0" rtlCol="0" anchor="ctr">
            <a:noAutofit/>
          </a:bodyPr>
          <a:lstStyle/>
          <a:p>
            <a:pPr algn="ctr">
              <a:spcAft>
                <a:spcPts val="900"/>
              </a:spcAft>
            </a:pPr>
            <a:r>
              <a:rPr lang="en-GB" sz="2000" b="1">
                <a:solidFill>
                  <a:schemeClr val="bg1"/>
                </a:solidFill>
              </a:rPr>
              <a:t>Key Principles</a:t>
            </a:r>
          </a:p>
        </p:txBody>
      </p:sp>
      <p:sp>
        <p:nvSpPr>
          <p:cNvPr id="2147" name="TextBox 2146">
            <a:extLst>
              <a:ext uri="{FF2B5EF4-FFF2-40B4-BE49-F238E27FC236}">
                <a16:creationId xmlns:a16="http://schemas.microsoft.com/office/drawing/2014/main" id="{3795179C-84B2-285A-F487-4641525E407C}"/>
              </a:ext>
            </a:extLst>
          </p:cNvPr>
          <p:cNvSpPr txBox="1"/>
          <p:nvPr/>
        </p:nvSpPr>
        <p:spPr>
          <a:xfrm>
            <a:off x="292608" y="880195"/>
            <a:ext cx="11807627" cy="594726"/>
          </a:xfrm>
          <a:prstGeom prst="rect">
            <a:avLst/>
          </a:prstGeom>
          <a:noFill/>
        </p:spPr>
        <p:txBody>
          <a:bodyPr wrap="square" lIns="0" tIns="0" rIns="0" bIns="0" rtlCol="0">
            <a:noAutofit/>
          </a:bodyPr>
          <a:lstStyle/>
          <a:p>
            <a:pPr algn="ctr"/>
            <a:r>
              <a:rPr lang="en-US" sz="1400"/>
              <a:t>A successful stakeholder engagement strategy requires a structured, thoughtful approach that balances communication, trust-building, risk management and accountability.</a:t>
            </a:r>
            <a:br>
              <a:rPr lang="en-US" sz="1400"/>
            </a:br>
            <a:endParaRPr lang="en-US" sz="1400">
              <a:latin typeface="+mj-lt"/>
            </a:endParaRPr>
          </a:p>
        </p:txBody>
      </p:sp>
      <p:pic>
        <p:nvPicPr>
          <p:cNvPr id="1026" name="Picture 2" descr="Chat ">
            <a:extLst>
              <a:ext uri="{FF2B5EF4-FFF2-40B4-BE49-F238E27FC236}">
                <a16:creationId xmlns:a16="http://schemas.microsoft.com/office/drawing/2014/main" id="{D7C4F4A0-679E-BFAA-A78A-2888E1636E0D}"/>
              </a:ext>
            </a:extLst>
          </p:cNvPr>
          <p:cNvPicPr>
            <a:picLocks noChangeAspect="1" noChangeArrowheads="1"/>
          </p:cNvPicPr>
          <p:nvPr/>
        </p:nvPicPr>
        <p:blipFill>
          <a:blip r:embed="rId6">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68043" y="1949419"/>
            <a:ext cx="418068" cy="41806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nsultant services ">
            <a:extLst>
              <a:ext uri="{FF2B5EF4-FFF2-40B4-BE49-F238E27FC236}">
                <a16:creationId xmlns:a16="http://schemas.microsoft.com/office/drawing/2014/main" id="{2E553463-DCB7-24D1-9C07-7B37FB352F82}"/>
              </a:ext>
            </a:extLst>
          </p:cNvPr>
          <p:cNvPicPr>
            <a:picLocks noChangeAspect="1" noChangeArrowheads="1"/>
          </p:cNvPicPr>
          <p:nvPr/>
        </p:nvPicPr>
        <p:blipFill>
          <a:blip r:embed="rId7">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936643" y="2740114"/>
            <a:ext cx="472742" cy="47274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oint of view ">
            <a:extLst>
              <a:ext uri="{FF2B5EF4-FFF2-40B4-BE49-F238E27FC236}">
                <a16:creationId xmlns:a16="http://schemas.microsoft.com/office/drawing/2014/main" id="{9950FF51-8C0C-710D-D326-EB0411EA2CAF}"/>
              </a:ext>
            </a:extLst>
          </p:cNvPr>
          <p:cNvPicPr>
            <a:picLocks noChangeAspect="1" noChangeArrowheads="1"/>
          </p:cNvPicPr>
          <p:nvPr/>
        </p:nvPicPr>
        <p:blipFill>
          <a:blip r:embed="rId8">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672479" y="3818148"/>
            <a:ext cx="470055" cy="47005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pproach ">
            <a:extLst>
              <a:ext uri="{FF2B5EF4-FFF2-40B4-BE49-F238E27FC236}">
                <a16:creationId xmlns:a16="http://schemas.microsoft.com/office/drawing/2014/main" id="{5A850C31-4D57-82A4-A803-AF2AC86CA4F9}"/>
              </a:ext>
            </a:extLst>
          </p:cNvPr>
          <p:cNvPicPr>
            <a:picLocks noChangeAspect="1" noChangeArrowheads="1"/>
          </p:cNvPicPr>
          <p:nvPr/>
        </p:nvPicPr>
        <p:blipFill>
          <a:blip r:embed="rId9">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60193" y="4841621"/>
            <a:ext cx="625643" cy="62564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Relationship ">
            <a:extLst>
              <a:ext uri="{FF2B5EF4-FFF2-40B4-BE49-F238E27FC236}">
                <a16:creationId xmlns:a16="http://schemas.microsoft.com/office/drawing/2014/main" id="{6816F093-3A25-E573-510E-82ACEE7A82F2}"/>
              </a:ext>
            </a:extLst>
          </p:cNvPr>
          <p:cNvPicPr>
            <a:picLocks noChangeAspect="1" noChangeArrowheads="1"/>
          </p:cNvPicPr>
          <p:nvPr/>
        </p:nvPicPr>
        <p:blipFill>
          <a:blip r:embed="rId1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684452" y="5644994"/>
            <a:ext cx="568766" cy="56876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Immediate ">
            <a:extLst>
              <a:ext uri="{FF2B5EF4-FFF2-40B4-BE49-F238E27FC236}">
                <a16:creationId xmlns:a16="http://schemas.microsoft.com/office/drawing/2014/main" id="{1ED0625C-9641-1F99-692F-EC0C32E8435F}"/>
              </a:ext>
            </a:extLst>
          </p:cNvPr>
          <p:cNvPicPr>
            <a:picLocks noChangeAspect="1" noChangeArrowheads="1"/>
          </p:cNvPicPr>
          <p:nvPr/>
        </p:nvPicPr>
        <p:blipFill>
          <a:blip r:embed="rId11">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782293" y="1827343"/>
            <a:ext cx="625643" cy="625643"/>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Evaluation ">
            <a:extLst>
              <a:ext uri="{FF2B5EF4-FFF2-40B4-BE49-F238E27FC236}">
                <a16:creationId xmlns:a16="http://schemas.microsoft.com/office/drawing/2014/main" id="{ADF7C454-2B4F-3A09-2406-5CC1BC163408}"/>
              </a:ext>
            </a:extLst>
          </p:cNvPr>
          <p:cNvPicPr>
            <a:picLocks noChangeAspect="1" noChangeArrowheads="1"/>
          </p:cNvPicPr>
          <p:nvPr/>
        </p:nvPicPr>
        <p:blipFill>
          <a:blip r:embed="rId1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760458" y="2636798"/>
            <a:ext cx="517060" cy="51706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Stability ">
            <a:extLst>
              <a:ext uri="{FF2B5EF4-FFF2-40B4-BE49-F238E27FC236}">
                <a16:creationId xmlns:a16="http://schemas.microsoft.com/office/drawing/2014/main" id="{FA957377-3ED6-85FB-CC3F-40FDB2DFC7BD}"/>
              </a:ext>
            </a:extLst>
          </p:cNvPr>
          <p:cNvPicPr>
            <a:picLocks noChangeAspect="1" noChangeArrowheads="1"/>
          </p:cNvPicPr>
          <p:nvPr/>
        </p:nvPicPr>
        <p:blipFill>
          <a:blip r:embed="rId1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29679" y="3738031"/>
            <a:ext cx="625643" cy="625643"/>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Success ">
            <a:extLst>
              <a:ext uri="{FF2B5EF4-FFF2-40B4-BE49-F238E27FC236}">
                <a16:creationId xmlns:a16="http://schemas.microsoft.com/office/drawing/2014/main" id="{DE10DA70-23B3-5309-3454-FFFB4BC5137D}"/>
              </a:ext>
            </a:extLst>
          </p:cNvPr>
          <p:cNvPicPr>
            <a:picLocks noChangeAspect="1" noChangeArrowheads="1"/>
          </p:cNvPicPr>
          <p:nvPr/>
        </p:nvPicPr>
        <p:blipFill>
          <a:blip r:embed="rId14">
            <a:grayscl/>
            <a:extLst>
              <a:ext uri="{28A0092B-C50C-407E-A947-70E740481C1C}">
                <a14:useLocalDpi xmlns:a14="http://schemas.microsoft.com/office/drawing/2010/main" val="0"/>
              </a:ext>
            </a:extLst>
          </a:blip>
          <a:srcRect/>
          <a:stretch>
            <a:fillRect/>
          </a:stretch>
        </p:blipFill>
        <p:spPr bwMode="auto">
          <a:xfrm>
            <a:off x="7711203" y="4836827"/>
            <a:ext cx="517060" cy="51706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Accountability ">
            <a:extLst>
              <a:ext uri="{FF2B5EF4-FFF2-40B4-BE49-F238E27FC236}">
                <a16:creationId xmlns:a16="http://schemas.microsoft.com/office/drawing/2014/main" id="{98E00997-83FB-4C7E-4CF4-3706B897CC16}"/>
              </a:ext>
            </a:extLst>
          </p:cNvPr>
          <p:cNvPicPr>
            <a:picLocks noChangeAspect="1" noChangeArrowheads="1"/>
          </p:cNvPicPr>
          <p:nvPr/>
        </p:nvPicPr>
        <p:blipFill>
          <a:blip r:embed="rId15">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926821" y="5627068"/>
            <a:ext cx="517061" cy="517061"/>
          </a:xfrm>
          <a:prstGeom prst="rect">
            <a:avLst/>
          </a:prstGeom>
          <a:noFill/>
          <a:extLst>
            <a:ext uri="{909E8E84-426E-40DD-AFC4-6F175D3DCCD1}">
              <a14:hiddenFill xmlns:a14="http://schemas.microsoft.com/office/drawing/2010/main">
                <a:solidFill>
                  <a:srgbClr val="FFFFFF"/>
                </a:solidFill>
              </a14:hiddenFill>
            </a:ext>
          </a:extLst>
        </p:spPr>
      </p:pic>
    </p:spTree>
    <p:custDataLst>
      <p:custData r:id="rId1"/>
    </p:custDataLst>
    <p:extLst>
      <p:ext uri="{BB962C8B-B14F-4D97-AF65-F5344CB8AC3E}">
        <p14:creationId xmlns:p14="http://schemas.microsoft.com/office/powerpoint/2010/main" val="4001784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023BE-FA68-2FAC-1903-A8EE4E43089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2ABC3A8-EFE4-878D-B8BF-3F90C1910589}"/>
              </a:ext>
            </a:extLst>
          </p:cNvPr>
          <p:cNvSpPr>
            <a:spLocks noGrp="1"/>
          </p:cNvSpPr>
          <p:nvPr>
            <p:ph type="sldNum" sz="quarter" idx="4"/>
          </p:nvPr>
        </p:nvSpPr>
        <p:spPr>
          <a:xfrm>
            <a:off x="11802027" y="6628980"/>
            <a:ext cx="298209" cy="159888"/>
          </a:xfrm>
        </p:spPr>
        <p:txBody>
          <a:bodyPr/>
          <a:lstStyle/>
          <a:p>
            <a:fld id="{3E6AC032-1535-134B-A583-D5E1DDD0D167}" type="slidenum">
              <a:rPr lang="en-US" smtClean="0"/>
              <a:pPr/>
              <a:t>25</a:t>
            </a:fld>
            <a:endParaRPr lang="en-US"/>
          </a:p>
        </p:txBody>
      </p:sp>
      <p:sp>
        <p:nvSpPr>
          <p:cNvPr id="13" name="Rectangle 12">
            <a:extLst>
              <a:ext uri="{FF2B5EF4-FFF2-40B4-BE49-F238E27FC236}">
                <a16:creationId xmlns:a16="http://schemas.microsoft.com/office/drawing/2014/main" id="{307E9AC4-E001-2A50-51DC-66E3692931E4}"/>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Engaging with Stakeholders | Strategies</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59" name="Content Placeholder 7">
            <a:extLst>
              <a:ext uri="{FF2B5EF4-FFF2-40B4-BE49-F238E27FC236}">
                <a16:creationId xmlns:a16="http://schemas.microsoft.com/office/drawing/2014/main" id="{4DBF91C9-6429-B8B7-8C63-CE296C9AEAF8}"/>
              </a:ext>
            </a:extLst>
          </p:cNvPr>
          <p:cNvSpPr txBox="1">
            <a:spLocks/>
          </p:cNvSpPr>
          <p:nvPr/>
        </p:nvSpPr>
        <p:spPr>
          <a:xfrm>
            <a:off x="217639" y="2171030"/>
            <a:ext cx="2331720" cy="1705935"/>
          </a:xfrm>
          <a:prstGeom prst="rect">
            <a:avLst/>
          </a:prstGeom>
          <a:solidFill>
            <a:schemeClr val="bg1"/>
          </a:solidFill>
        </p:spPr>
        <p:txBody>
          <a:bodyPr lIns="182880" bIns="91440"/>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1200">
                <a:solidFill>
                  <a:schemeClr val="accent1"/>
                </a:solidFill>
              </a:rPr>
              <a:t>Informative Engagement: Proactive Information Sharing</a:t>
            </a:r>
          </a:p>
          <a:p>
            <a:pPr algn="ctr"/>
            <a:r>
              <a:rPr lang="en-US" sz="1200" b="0">
                <a:latin typeface="+mn-lt"/>
              </a:rPr>
              <a:t>This strategy focuses on keeping stakeholders informed about activities, decisions, &amp; changes.</a:t>
            </a:r>
          </a:p>
          <a:p>
            <a:r>
              <a:rPr lang="en-US" sz="1200">
                <a:latin typeface="+mn-lt"/>
              </a:rPr>
              <a:t> </a:t>
            </a:r>
            <a:endParaRPr lang="en-GB" sz="1200"/>
          </a:p>
        </p:txBody>
      </p:sp>
      <p:sp>
        <p:nvSpPr>
          <p:cNvPr id="2059" name="Content Placeholder 7">
            <a:extLst>
              <a:ext uri="{FF2B5EF4-FFF2-40B4-BE49-F238E27FC236}">
                <a16:creationId xmlns:a16="http://schemas.microsoft.com/office/drawing/2014/main" id="{2EDD553F-963A-34D1-F0DC-0615CAAEBB2A}"/>
              </a:ext>
            </a:extLst>
          </p:cNvPr>
          <p:cNvSpPr txBox="1">
            <a:spLocks/>
          </p:cNvSpPr>
          <p:nvPr/>
        </p:nvSpPr>
        <p:spPr>
          <a:xfrm>
            <a:off x="2504281" y="2180265"/>
            <a:ext cx="2331720" cy="4209494"/>
          </a:xfrm>
          <a:prstGeom prst="rect">
            <a:avLst/>
          </a:prstGeom>
          <a:solidFill>
            <a:schemeClr val="bg1"/>
          </a:solidFill>
        </p:spPr>
        <p:txBody>
          <a:bodyPr lIns="182880" bIns="91440"/>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a:solidFill>
                  <a:schemeClr val="accent1"/>
                </a:solidFill>
              </a:rPr>
              <a:t>Consultative Engagement: Seeking Input &amp; Feedback</a:t>
            </a:r>
          </a:p>
          <a:p>
            <a:pPr algn="ctr"/>
            <a:endParaRPr lang="en-US" sz="100" b="0">
              <a:latin typeface="+mn-lt"/>
            </a:endParaRPr>
          </a:p>
          <a:p>
            <a:pPr algn="ctr"/>
            <a:r>
              <a:rPr lang="en-US" sz="1200" b="0">
                <a:latin typeface="+mn-lt"/>
              </a:rPr>
              <a:t>Involves actively soliciting stakeholder opinions, concerns, and suggestions before making decisions. </a:t>
            </a:r>
          </a:p>
        </p:txBody>
      </p:sp>
      <p:sp>
        <p:nvSpPr>
          <p:cNvPr id="2060" name="Content Placeholder 7">
            <a:extLst>
              <a:ext uri="{FF2B5EF4-FFF2-40B4-BE49-F238E27FC236}">
                <a16:creationId xmlns:a16="http://schemas.microsoft.com/office/drawing/2014/main" id="{98E839C5-D538-825B-B3A2-1B7F839ACB6C}"/>
              </a:ext>
            </a:extLst>
          </p:cNvPr>
          <p:cNvSpPr txBox="1">
            <a:spLocks/>
          </p:cNvSpPr>
          <p:nvPr/>
        </p:nvSpPr>
        <p:spPr>
          <a:xfrm>
            <a:off x="4696477" y="2188089"/>
            <a:ext cx="2331629" cy="4210905"/>
          </a:xfrm>
          <a:prstGeom prst="rect">
            <a:avLst/>
          </a:prstGeom>
          <a:solidFill>
            <a:schemeClr val="bg1"/>
          </a:solidFill>
        </p:spPr>
        <p:txBody>
          <a:bodyPr lIns="182880" bIns="91440"/>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a:solidFill>
                  <a:schemeClr val="accent1"/>
                </a:solidFill>
              </a:rPr>
              <a:t>Collaborative Engagement: Co-Creation &amp; Partnership</a:t>
            </a:r>
          </a:p>
          <a:p>
            <a:pPr algn="ctr"/>
            <a:endParaRPr lang="en-US" sz="100" b="0">
              <a:latin typeface="+mn-lt"/>
            </a:endParaRPr>
          </a:p>
          <a:p>
            <a:pPr algn="ctr"/>
            <a:r>
              <a:rPr lang="en-US" sz="1200" b="0">
                <a:latin typeface="+mn-lt"/>
              </a:rPr>
              <a:t>This strategy involves working directly with stakeholders to co-create solutions, develop initiatives, or make decisions. </a:t>
            </a:r>
            <a:endParaRPr lang="en-US" sz="100" b="0">
              <a:latin typeface="+mn-lt"/>
            </a:endParaRPr>
          </a:p>
        </p:txBody>
      </p:sp>
      <p:sp>
        <p:nvSpPr>
          <p:cNvPr id="2061" name="Content Placeholder 7">
            <a:extLst>
              <a:ext uri="{FF2B5EF4-FFF2-40B4-BE49-F238E27FC236}">
                <a16:creationId xmlns:a16="http://schemas.microsoft.com/office/drawing/2014/main" id="{2EB79A87-7FAD-5664-E1FE-12CFE23F13A8}"/>
              </a:ext>
            </a:extLst>
          </p:cNvPr>
          <p:cNvSpPr txBox="1">
            <a:spLocks/>
          </p:cNvSpPr>
          <p:nvPr/>
        </p:nvSpPr>
        <p:spPr>
          <a:xfrm>
            <a:off x="7025193" y="2189500"/>
            <a:ext cx="2331630" cy="4209494"/>
          </a:xfrm>
          <a:prstGeom prst="rect">
            <a:avLst/>
          </a:prstGeom>
          <a:solidFill>
            <a:schemeClr val="bg1"/>
          </a:solidFill>
        </p:spPr>
        <p:txBody>
          <a:bodyPr lIns="182880" bIns="91440"/>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a:solidFill>
                  <a:schemeClr val="accent1"/>
                </a:solidFill>
              </a:rPr>
              <a:t>Responsive Engagement: Addressing Concerns &amp; Issues</a:t>
            </a:r>
            <a:endParaRPr lang="en-US" sz="100">
              <a:solidFill>
                <a:schemeClr val="accent1"/>
              </a:solidFill>
            </a:endParaRPr>
          </a:p>
          <a:p>
            <a:pPr algn="ctr"/>
            <a:r>
              <a:rPr lang="en-US" sz="1200" b="0">
                <a:latin typeface="+mn-lt"/>
              </a:rPr>
              <a:t>This strategy focuses on listening to stakeholder concerns &amp; addressing grievances. </a:t>
            </a:r>
            <a:endParaRPr lang="en-US" sz="100" b="0"/>
          </a:p>
        </p:txBody>
      </p:sp>
      <p:sp>
        <p:nvSpPr>
          <p:cNvPr id="2062" name="Content Placeholder 7">
            <a:extLst>
              <a:ext uri="{FF2B5EF4-FFF2-40B4-BE49-F238E27FC236}">
                <a16:creationId xmlns:a16="http://schemas.microsoft.com/office/drawing/2014/main" id="{1EF1D3D5-754D-ED98-071B-D875E3F15C3A}"/>
              </a:ext>
            </a:extLst>
          </p:cNvPr>
          <p:cNvSpPr txBox="1">
            <a:spLocks/>
          </p:cNvSpPr>
          <p:nvPr/>
        </p:nvSpPr>
        <p:spPr>
          <a:xfrm>
            <a:off x="9433480" y="2171030"/>
            <a:ext cx="2331630" cy="4210905"/>
          </a:xfrm>
          <a:prstGeom prst="rect">
            <a:avLst/>
          </a:prstGeom>
          <a:solidFill>
            <a:schemeClr val="bg1"/>
          </a:solidFill>
        </p:spPr>
        <p:txBody>
          <a:bodyPr lIns="182880" bIns="91440"/>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a:solidFill>
                  <a:schemeClr val="accent1"/>
                </a:solidFill>
              </a:rPr>
              <a:t>Transformational Engagement: Driving Change Together</a:t>
            </a:r>
          </a:p>
          <a:p>
            <a:pPr algn="ctr"/>
            <a:r>
              <a:rPr lang="en-US" sz="1200" b="0">
                <a:latin typeface="+mn-lt"/>
              </a:rPr>
              <a:t>This strategy involves partnering to drive significant, long-term change that is mutually beneficial.</a:t>
            </a:r>
          </a:p>
        </p:txBody>
      </p:sp>
      <p:pic>
        <p:nvPicPr>
          <p:cNvPr id="2067" name="Graphic 2066" descr="Document with solid fill">
            <a:extLst>
              <a:ext uri="{FF2B5EF4-FFF2-40B4-BE49-F238E27FC236}">
                <a16:creationId xmlns:a16="http://schemas.microsoft.com/office/drawing/2014/main" id="{3B7AB20F-2D43-1EFF-09DF-3BD79DAE89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23101" y="1053500"/>
            <a:ext cx="914400" cy="914400"/>
          </a:xfrm>
          <a:prstGeom prst="rect">
            <a:avLst/>
          </a:prstGeom>
        </p:spPr>
      </p:pic>
      <p:pic>
        <p:nvPicPr>
          <p:cNvPr id="2069" name="Graphic 2068" descr="Boardroom with solid fill">
            <a:extLst>
              <a:ext uri="{FF2B5EF4-FFF2-40B4-BE49-F238E27FC236}">
                <a16:creationId xmlns:a16="http://schemas.microsoft.com/office/drawing/2014/main" id="{17920150-70C6-3095-64D7-AC61EAB98CF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05979" y="1053500"/>
            <a:ext cx="914400" cy="914400"/>
          </a:xfrm>
          <a:prstGeom prst="rect">
            <a:avLst/>
          </a:prstGeom>
        </p:spPr>
      </p:pic>
      <p:pic>
        <p:nvPicPr>
          <p:cNvPr id="2071" name="Graphic 2070" descr="Puzzle with solid fill">
            <a:extLst>
              <a:ext uri="{FF2B5EF4-FFF2-40B4-BE49-F238E27FC236}">
                <a16:creationId xmlns:a16="http://schemas.microsoft.com/office/drawing/2014/main" id="{C7A47CCF-2C7E-6B3B-FC8D-DFCB105FFDC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33224" y="1053500"/>
            <a:ext cx="914400" cy="914400"/>
          </a:xfrm>
          <a:prstGeom prst="rect">
            <a:avLst/>
          </a:prstGeom>
        </p:spPr>
      </p:pic>
      <p:pic>
        <p:nvPicPr>
          <p:cNvPr id="2073" name="Graphic 2072" descr="Transfer with solid fill">
            <a:extLst>
              <a:ext uri="{FF2B5EF4-FFF2-40B4-BE49-F238E27FC236}">
                <a16:creationId xmlns:a16="http://schemas.microsoft.com/office/drawing/2014/main" id="{7774D31E-3D64-3CAC-B24B-06E6EFA5D4E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7643" y="1053500"/>
            <a:ext cx="914400" cy="914400"/>
          </a:xfrm>
          <a:prstGeom prst="rect">
            <a:avLst/>
          </a:prstGeom>
        </p:spPr>
      </p:pic>
      <p:pic>
        <p:nvPicPr>
          <p:cNvPr id="2075" name="Graphic 2074" descr="Hockey Stick Curve Graph with solid fill">
            <a:extLst>
              <a:ext uri="{FF2B5EF4-FFF2-40B4-BE49-F238E27FC236}">
                <a16:creationId xmlns:a16="http://schemas.microsoft.com/office/drawing/2014/main" id="{B99E312E-D5FD-033B-A515-CF7CB9C52A3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878734" y="1053500"/>
            <a:ext cx="914400" cy="914400"/>
          </a:xfrm>
          <a:prstGeom prst="rect">
            <a:avLst/>
          </a:prstGeom>
        </p:spPr>
      </p:pic>
      <p:grpSp>
        <p:nvGrpSpPr>
          <p:cNvPr id="15" name="Group 14">
            <a:extLst>
              <a:ext uri="{FF2B5EF4-FFF2-40B4-BE49-F238E27FC236}">
                <a16:creationId xmlns:a16="http://schemas.microsoft.com/office/drawing/2014/main" id="{BAE0F718-E635-F78B-8025-941536488CD6}"/>
              </a:ext>
            </a:extLst>
          </p:cNvPr>
          <p:cNvGrpSpPr/>
          <p:nvPr/>
        </p:nvGrpSpPr>
        <p:grpSpPr>
          <a:xfrm>
            <a:off x="452194" y="3939942"/>
            <a:ext cx="11188117" cy="2449818"/>
            <a:chOff x="452194" y="3939942"/>
            <a:chExt cx="11188117" cy="2449818"/>
          </a:xfrm>
        </p:grpSpPr>
        <p:sp>
          <p:nvSpPr>
            <p:cNvPr id="5" name="Rectangle 4">
              <a:extLst>
                <a:ext uri="{FF2B5EF4-FFF2-40B4-BE49-F238E27FC236}">
                  <a16:creationId xmlns:a16="http://schemas.microsoft.com/office/drawing/2014/main" id="{C809CEB6-6D26-A610-A2D8-4D6F11007657}"/>
                </a:ext>
              </a:extLst>
            </p:cNvPr>
            <p:cNvSpPr/>
            <p:nvPr/>
          </p:nvSpPr>
          <p:spPr>
            <a:xfrm>
              <a:off x="452194" y="3939942"/>
              <a:ext cx="2001622" cy="2396033"/>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a:t>Examples</a:t>
              </a:r>
            </a:p>
            <a:p>
              <a:endParaRPr lang="en-US" sz="1200"/>
            </a:p>
            <a:p>
              <a:pPr marL="171450" indent="-171450" fontAlgn="base">
                <a:buFont typeface="Arial" panose="020B0604020202020204" pitchFamily="34" charset="0"/>
                <a:buChar char="•"/>
              </a:pPr>
              <a:r>
                <a:rPr lang="en-US" sz="1200"/>
                <a:t>Quarterly financial reports for investors.</a:t>
              </a:r>
            </a:p>
            <a:p>
              <a:pPr marL="171450" indent="-171450" fontAlgn="base">
                <a:buFont typeface="Arial" panose="020B0604020202020204" pitchFamily="34" charset="0"/>
                <a:buChar char="•"/>
              </a:pPr>
              <a:r>
                <a:rPr lang="en-US" sz="1200"/>
                <a:t>Project progress updates for members.</a:t>
              </a:r>
            </a:p>
            <a:p>
              <a:pPr marL="171450" indent="-171450" fontAlgn="base">
                <a:buFont typeface="Arial" panose="020B0604020202020204" pitchFamily="34" charset="0"/>
                <a:buChar char="•"/>
              </a:pPr>
              <a:r>
                <a:rPr lang="en-US" sz="1200"/>
                <a:t>Prior notices for customers whenever products are recalled.</a:t>
              </a:r>
            </a:p>
            <a:p>
              <a:pPr algn="ctr"/>
              <a:endParaRPr lang="en-GB"/>
            </a:p>
          </p:txBody>
        </p:sp>
        <p:sp>
          <p:nvSpPr>
            <p:cNvPr id="8" name="Rectangle 7">
              <a:extLst>
                <a:ext uri="{FF2B5EF4-FFF2-40B4-BE49-F238E27FC236}">
                  <a16:creationId xmlns:a16="http://schemas.microsoft.com/office/drawing/2014/main" id="{A1C824C6-7E48-0E07-1840-3FB0AB316C45}"/>
                </a:ext>
              </a:extLst>
            </p:cNvPr>
            <p:cNvSpPr/>
            <p:nvPr/>
          </p:nvSpPr>
          <p:spPr>
            <a:xfrm>
              <a:off x="2637569" y="3952521"/>
              <a:ext cx="2001622" cy="2396033"/>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a:t>Examples:</a:t>
              </a:r>
            </a:p>
            <a:p>
              <a:endParaRPr lang="en-US" sz="1200"/>
            </a:p>
            <a:p>
              <a:endParaRPr lang="en-US" sz="1200"/>
            </a:p>
            <a:p>
              <a:pPr marL="171450" indent="-171450" fontAlgn="base">
                <a:buFont typeface="Arial" panose="020B0604020202020204" pitchFamily="34" charset="0"/>
                <a:buChar char="•"/>
              </a:pPr>
              <a:r>
                <a:rPr lang="en-US" sz="1200"/>
                <a:t>Surveying employees on workplace policies.</a:t>
              </a:r>
            </a:p>
            <a:p>
              <a:pPr marL="171450" indent="-171450" fontAlgn="base">
                <a:buFont typeface="Arial" panose="020B0604020202020204" pitchFamily="34" charset="0"/>
                <a:buChar char="•"/>
              </a:pPr>
              <a:r>
                <a:rPr lang="en-US" sz="1200"/>
                <a:t>Holding forums before launching a new facility.</a:t>
              </a:r>
            </a:p>
            <a:p>
              <a:pPr marL="171450" indent="-171450" fontAlgn="base">
                <a:buFont typeface="Arial" panose="020B0604020202020204" pitchFamily="34" charset="0"/>
                <a:buChar char="•"/>
              </a:pPr>
              <a:r>
                <a:rPr lang="en-US" sz="1200"/>
                <a:t>Consulting suppliers on procurement processes</a:t>
              </a:r>
            </a:p>
            <a:p>
              <a:pPr marL="171450" indent="-171450" fontAlgn="base">
                <a:buFont typeface="Arial" panose="020B0604020202020204" pitchFamily="34" charset="0"/>
                <a:buChar char="•"/>
              </a:pPr>
              <a:endParaRPr lang="en-US" sz="1200"/>
            </a:p>
          </p:txBody>
        </p:sp>
        <p:sp>
          <p:nvSpPr>
            <p:cNvPr id="11" name="Rectangle 10">
              <a:extLst>
                <a:ext uri="{FF2B5EF4-FFF2-40B4-BE49-F238E27FC236}">
                  <a16:creationId xmlns:a16="http://schemas.microsoft.com/office/drawing/2014/main" id="{FBD6236E-B404-195D-E5BD-C1BE734EB5F8}"/>
                </a:ext>
              </a:extLst>
            </p:cNvPr>
            <p:cNvSpPr/>
            <p:nvPr/>
          </p:nvSpPr>
          <p:spPr>
            <a:xfrm>
              <a:off x="4914343" y="3971985"/>
              <a:ext cx="2001622" cy="2396033"/>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a:p>
              <a:r>
                <a:rPr lang="en-US" sz="1200"/>
                <a:t> </a:t>
              </a:r>
            </a:p>
            <a:p>
              <a:r>
                <a:rPr lang="en-US" sz="1200" b="1"/>
                <a:t>Examples:</a:t>
              </a:r>
            </a:p>
            <a:p>
              <a:endParaRPr lang="en-US" sz="1200" b="1"/>
            </a:p>
            <a:p>
              <a:endParaRPr lang="en-US" sz="1200"/>
            </a:p>
            <a:p>
              <a:pPr marL="171450" indent="-171450" fontAlgn="base">
                <a:buFont typeface="Arial" panose="020B0604020202020204" pitchFamily="34" charset="0"/>
                <a:buChar char="•"/>
              </a:pPr>
              <a:r>
                <a:rPr lang="en-US" sz="1200"/>
                <a:t>Employees participating in the designing of a new system.</a:t>
              </a:r>
            </a:p>
            <a:p>
              <a:pPr marL="171450" indent="-171450" fontAlgn="base">
                <a:buFont typeface="Arial" panose="020B0604020202020204" pitchFamily="34" charset="0"/>
                <a:buChar char="•"/>
              </a:pPr>
              <a:r>
                <a:rPr lang="en-US" sz="1200"/>
                <a:t>Customers involved in testing of new products.</a:t>
              </a:r>
            </a:p>
            <a:p>
              <a:pPr marL="171450" indent="-171450" fontAlgn="base">
                <a:buFont typeface="Arial" panose="020B0604020202020204" pitchFamily="34" charset="0"/>
                <a:buChar char="•"/>
              </a:pPr>
              <a:r>
                <a:rPr lang="en-US" sz="1200"/>
                <a:t>Local governments and businesses co-developing projects such as CSR.</a:t>
              </a:r>
              <a:endParaRPr lang="en-GB" sz="1200"/>
            </a:p>
            <a:p>
              <a:endParaRPr lang="en-US" sz="1200"/>
            </a:p>
          </p:txBody>
        </p:sp>
        <p:sp>
          <p:nvSpPr>
            <p:cNvPr id="12" name="Rectangle 11">
              <a:extLst>
                <a:ext uri="{FF2B5EF4-FFF2-40B4-BE49-F238E27FC236}">
                  <a16:creationId xmlns:a16="http://schemas.microsoft.com/office/drawing/2014/main" id="{BFBBC36C-3F22-7CF5-2F66-8C82705131EA}"/>
                </a:ext>
              </a:extLst>
            </p:cNvPr>
            <p:cNvSpPr/>
            <p:nvPr/>
          </p:nvSpPr>
          <p:spPr>
            <a:xfrm>
              <a:off x="7229982" y="3971985"/>
              <a:ext cx="2001622" cy="2396033"/>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a:p>
              <a:endParaRPr lang="en-US" sz="1200"/>
            </a:p>
            <a:p>
              <a:r>
                <a:rPr lang="en-US" sz="1200"/>
                <a:t> </a:t>
              </a:r>
              <a:r>
                <a:rPr lang="en-US" sz="1200" b="1"/>
                <a:t>Examples:</a:t>
              </a:r>
            </a:p>
            <a:p>
              <a:endParaRPr lang="en-US" sz="1200"/>
            </a:p>
            <a:p>
              <a:pPr marL="171450" indent="-171450" fontAlgn="base">
                <a:buFont typeface="Arial" panose="020B0604020202020204" pitchFamily="34" charset="0"/>
                <a:buChar char="•"/>
              </a:pPr>
              <a:r>
                <a:rPr lang="en-US" sz="1200"/>
                <a:t>Addressing employee complaints about workplace safety.</a:t>
              </a:r>
            </a:p>
            <a:p>
              <a:pPr marL="171450" indent="-171450" fontAlgn="base">
                <a:buFont typeface="Arial" panose="020B0604020202020204" pitchFamily="34" charset="0"/>
                <a:buChar char="•"/>
              </a:pPr>
              <a:r>
                <a:rPr lang="en-US" sz="1200"/>
                <a:t>Responding to community concerns about environmental impacts.</a:t>
              </a:r>
            </a:p>
            <a:p>
              <a:pPr marL="171450" indent="-171450" fontAlgn="base">
                <a:buFont typeface="Arial" panose="020B0604020202020204" pitchFamily="34" charset="0"/>
                <a:buChar char="•"/>
              </a:pPr>
              <a:r>
                <a:rPr lang="en-US" sz="1200"/>
                <a:t>Handling customer service issues and product recalls</a:t>
              </a:r>
            </a:p>
            <a:p>
              <a:endParaRPr lang="en-US" sz="1200"/>
            </a:p>
          </p:txBody>
        </p:sp>
        <p:sp>
          <p:nvSpPr>
            <p:cNvPr id="14" name="Rectangle 13">
              <a:extLst>
                <a:ext uri="{FF2B5EF4-FFF2-40B4-BE49-F238E27FC236}">
                  <a16:creationId xmlns:a16="http://schemas.microsoft.com/office/drawing/2014/main" id="{D7374157-0CF1-F5CE-19DE-CA409F639008}"/>
                </a:ext>
              </a:extLst>
            </p:cNvPr>
            <p:cNvSpPr/>
            <p:nvPr/>
          </p:nvSpPr>
          <p:spPr>
            <a:xfrm>
              <a:off x="9562276" y="3971986"/>
              <a:ext cx="2078035" cy="2417774"/>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a:t> </a:t>
              </a:r>
              <a:r>
                <a:rPr lang="en-US" sz="1200" b="1"/>
                <a:t>Examples:</a:t>
              </a:r>
            </a:p>
            <a:p>
              <a:endParaRPr lang="en-US" sz="1200" b="1"/>
            </a:p>
            <a:p>
              <a:endParaRPr lang="en-US" sz="1200"/>
            </a:p>
            <a:p>
              <a:pPr marL="171450" indent="-171450" fontAlgn="base">
                <a:buFont typeface="Arial" panose="020B0604020202020204" pitchFamily="34" charset="0"/>
                <a:buChar char="•"/>
              </a:pPr>
              <a:r>
                <a:rPr lang="en-US" sz="1200"/>
                <a:t>Joint sustainability initiatives</a:t>
              </a:r>
            </a:p>
            <a:p>
              <a:pPr marL="171450" indent="-171450" fontAlgn="base">
                <a:buFont typeface="Arial" panose="020B0604020202020204" pitchFamily="34" charset="0"/>
                <a:buChar char="•"/>
              </a:pPr>
              <a:r>
                <a:rPr lang="en-US" sz="1200"/>
                <a:t>Industry-wide collaborations to set new standards or best practices.</a:t>
              </a:r>
            </a:p>
            <a:p>
              <a:endParaRPr lang="en-US" sz="1200"/>
            </a:p>
          </p:txBody>
        </p:sp>
      </p:grpSp>
    </p:spTree>
    <p:custDataLst>
      <p:custData r:id="rId1"/>
    </p:custDataLst>
    <p:extLst>
      <p:ext uri="{BB962C8B-B14F-4D97-AF65-F5344CB8AC3E}">
        <p14:creationId xmlns:p14="http://schemas.microsoft.com/office/powerpoint/2010/main" val="1088978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250" fill="hold"/>
                                        <p:tgtEl>
                                          <p:spTgt spid="15"/>
                                        </p:tgtEl>
                                        <p:attrNameLst>
                                          <p:attrName>ppt_x</p:attrName>
                                        </p:attrNameLst>
                                      </p:cBhvr>
                                      <p:tavLst>
                                        <p:tav tm="0">
                                          <p:val>
                                            <p:strVal val="#ppt_x"/>
                                          </p:val>
                                        </p:tav>
                                        <p:tav tm="100000">
                                          <p:val>
                                            <p:strVal val="#ppt_x"/>
                                          </p:val>
                                        </p:tav>
                                      </p:tavLst>
                                    </p:anim>
                                    <p:anim calcmode="lin" valueType="num">
                                      <p:cBhvr additive="base">
                                        <p:cTn id="8" dur="25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90440-3BDC-1EFF-0B9F-07B93904191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1356EF6-AB53-9538-41AC-B1CF6E611A0E}"/>
              </a:ext>
            </a:extLst>
          </p:cNvPr>
          <p:cNvSpPr/>
          <p:nvPr/>
        </p:nvSpPr>
        <p:spPr>
          <a:xfrm>
            <a:off x="-103633" y="9144"/>
            <a:ext cx="6199633" cy="685800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B2CE584-2166-1827-DE1B-27B4659DED60}"/>
              </a:ext>
            </a:extLst>
          </p:cNvPr>
          <p:cNvSpPr/>
          <p:nvPr/>
        </p:nvSpPr>
        <p:spPr>
          <a:xfrm>
            <a:off x="4304144" y="2953512"/>
            <a:ext cx="7887856" cy="1280160"/>
          </a:xfrm>
          <a:prstGeom prst="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2800" i="1">
                <a:ln w="0"/>
                <a:solidFill>
                  <a:schemeClr val="bg1"/>
                </a:solidFill>
                <a:effectLst>
                  <a:outerShdw blurRad="38100" dist="19050" dir="2700000" algn="tl" rotWithShape="0">
                    <a:schemeClr val="dk1">
                      <a:alpha val="40000"/>
                    </a:schemeClr>
                  </a:outerShdw>
                </a:effectLst>
                <a:latin typeface="+mj-lt"/>
              </a:rPr>
              <a:t>         Fostering Effective Communication</a:t>
            </a:r>
          </a:p>
        </p:txBody>
      </p:sp>
      <p:sp>
        <p:nvSpPr>
          <p:cNvPr id="4" name="Rectangle 3">
            <a:extLst>
              <a:ext uri="{FF2B5EF4-FFF2-40B4-BE49-F238E27FC236}">
                <a16:creationId xmlns:a16="http://schemas.microsoft.com/office/drawing/2014/main" id="{1AF88F44-0103-2BF5-BD99-32F2B475848B}"/>
              </a:ext>
            </a:extLst>
          </p:cNvPr>
          <p:cNvSpPr/>
          <p:nvPr/>
        </p:nvSpPr>
        <p:spPr>
          <a:xfrm>
            <a:off x="11811000" y="-9144"/>
            <a:ext cx="381000" cy="379095"/>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960"/>
          </a:p>
        </p:txBody>
      </p:sp>
      <p:pic>
        <p:nvPicPr>
          <p:cNvPr id="12" name="Picture 11">
            <a:extLst>
              <a:ext uri="{FF2B5EF4-FFF2-40B4-BE49-F238E27FC236}">
                <a16:creationId xmlns:a16="http://schemas.microsoft.com/office/drawing/2014/main" id="{A7706044-61A8-20B1-9BC1-3E592C57B7AF}"/>
              </a:ext>
            </a:extLst>
          </p:cNvPr>
          <p:cNvPicPr>
            <a:picLocks noChangeAspect="1"/>
          </p:cNvPicPr>
          <p:nvPr/>
        </p:nvPicPr>
        <p:blipFill>
          <a:blip r:embed="rId4"/>
          <a:stretch>
            <a:fillRect/>
          </a:stretch>
        </p:blipFill>
        <p:spPr>
          <a:xfrm>
            <a:off x="-74666" y="5324856"/>
            <a:ext cx="1693154" cy="1524000"/>
          </a:xfrm>
          <a:prstGeom prst="rect">
            <a:avLst/>
          </a:prstGeom>
        </p:spPr>
      </p:pic>
      <p:sp>
        <p:nvSpPr>
          <p:cNvPr id="7" name="Flowchart: Delay 6">
            <a:extLst>
              <a:ext uri="{FF2B5EF4-FFF2-40B4-BE49-F238E27FC236}">
                <a16:creationId xmlns:a16="http://schemas.microsoft.com/office/drawing/2014/main" id="{3424719F-F456-164E-13E5-DBE34EC3072E}"/>
              </a:ext>
            </a:extLst>
          </p:cNvPr>
          <p:cNvSpPr/>
          <p:nvPr/>
        </p:nvSpPr>
        <p:spPr>
          <a:xfrm>
            <a:off x="4322432" y="2965590"/>
            <a:ext cx="942800" cy="1268082"/>
          </a:xfrm>
          <a:prstGeom prst="flowChartDela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a:solidFill>
                  <a:schemeClr val="tx1"/>
                </a:solidFill>
                <a:latin typeface="+mj-lt"/>
              </a:rPr>
              <a:t>05</a:t>
            </a:r>
          </a:p>
        </p:txBody>
      </p:sp>
    </p:spTree>
    <p:custDataLst>
      <p:custData r:id="rId1"/>
    </p:custDataLst>
    <p:extLst>
      <p:ext uri="{BB962C8B-B14F-4D97-AF65-F5344CB8AC3E}">
        <p14:creationId xmlns:p14="http://schemas.microsoft.com/office/powerpoint/2010/main" val="5045219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A67BF-4C7A-3E9C-4102-4EE942930B60}"/>
            </a:ext>
          </a:extLst>
        </p:cNvPr>
        <p:cNvGrpSpPr/>
        <p:nvPr/>
      </p:nvGrpSpPr>
      <p:grpSpPr>
        <a:xfrm>
          <a:off x="0" y="0"/>
          <a:ext cx="0" cy="0"/>
          <a:chOff x="0" y="0"/>
          <a:chExt cx="0" cy="0"/>
        </a:xfrm>
      </p:grpSpPr>
      <p:sp>
        <p:nvSpPr>
          <p:cNvPr id="181" name="TextBox 180">
            <a:extLst>
              <a:ext uri="{FF2B5EF4-FFF2-40B4-BE49-F238E27FC236}">
                <a16:creationId xmlns:a16="http://schemas.microsoft.com/office/drawing/2014/main" id="{051F7B91-3BCF-89C3-F383-226FB1F05879}"/>
              </a:ext>
            </a:extLst>
          </p:cNvPr>
          <p:cNvSpPr txBox="1"/>
          <p:nvPr/>
        </p:nvSpPr>
        <p:spPr>
          <a:xfrm>
            <a:off x="603183" y="1890966"/>
            <a:ext cx="4274365" cy="1254593"/>
          </a:xfrm>
          <a:prstGeom prst="rect">
            <a:avLst/>
          </a:prstGeom>
          <a:noFill/>
        </p:spPr>
        <p:txBody>
          <a:bodyPr wrap="square" lIns="0" tIns="0" rIns="0" bIns="0" rtlCol="0">
            <a:noAutofit/>
          </a:bodyPr>
          <a:lstStyle/>
          <a:p>
            <a:pPr algn="l"/>
            <a:endParaRPr lang="en-US" sz="1600" err="1">
              <a:latin typeface="+mj-lt"/>
            </a:endParaRPr>
          </a:p>
        </p:txBody>
      </p:sp>
      <p:sp>
        <p:nvSpPr>
          <p:cNvPr id="13" name="Rectangle 12">
            <a:extLst>
              <a:ext uri="{FF2B5EF4-FFF2-40B4-BE49-F238E27FC236}">
                <a16:creationId xmlns:a16="http://schemas.microsoft.com/office/drawing/2014/main" id="{DC5AF56B-064B-437B-64A4-EE08C7487F8D}"/>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Fostering Effective Communication</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108" name="Rectangle 107">
            <a:extLst>
              <a:ext uri="{FF2B5EF4-FFF2-40B4-BE49-F238E27FC236}">
                <a16:creationId xmlns:a16="http://schemas.microsoft.com/office/drawing/2014/main" id="{28EA332D-AD71-E55F-F44B-009EB2FB6DBC}"/>
              </a:ext>
            </a:extLst>
          </p:cNvPr>
          <p:cNvSpPr/>
          <p:nvPr/>
        </p:nvSpPr>
        <p:spPr>
          <a:xfrm>
            <a:off x="529389" y="1020276"/>
            <a:ext cx="4408372" cy="2466474"/>
          </a:xfrm>
          <a:prstGeom prst="rect">
            <a:avLst/>
          </a:prstGeom>
          <a:ln>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25000"/>
              </a:lnSpc>
            </a:pPr>
            <a:endParaRPr lang="en-US" sz="1400" b="1">
              <a:solidFill>
                <a:schemeClr val="tx1"/>
              </a:solidFill>
            </a:endParaRPr>
          </a:p>
          <a:p>
            <a:pPr algn="ctr">
              <a:lnSpc>
                <a:spcPct val="125000"/>
              </a:lnSpc>
            </a:pPr>
            <a:endParaRPr lang="en-US" sz="1400" b="1">
              <a:solidFill>
                <a:schemeClr val="tx1"/>
              </a:solidFill>
            </a:endParaRPr>
          </a:p>
        </p:txBody>
      </p:sp>
      <p:sp>
        <p:nvSpPr>
          <p:cNvPr id="110" name="Rectangle 109">
            <a:extLst>
              <a:ext uri="{FF2B5EF4-FFF2-40B4-BE49-F238E27FC236}">
                <a16:creationId xmlns:a16="http://schemas.microsoft.com/office/drawing/2014/main" id="{E0E88DE3-81A8-8018-D92D-49903491634D}"/>
              </a:ext>
            </a:extLst>
          </p:cNvPr>
          <p:cNvSpPr/>
          <p:nvPr/>
        </p:nvSpPr>
        <p:spPr>
          <a:xfrm>
            <a:off x="5091764" y="1020276"/>
            <a:ext cx="6545178" cy="2466474"/>
          </a:xfrm>
          <a:prstGeom prst="rect">
            <a:avLst/>
          </a:prstGeom>
          <a:ln>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1" name="Rectangle 110">
            <a:extLst>
              <a:ext uri="{FF2B5EF4-FFF2-40B4-BE49-F238E27FC236}">
                <a16:creationId xmlns:a16="http://schemas.microsoft.com/office/drawing/2014/main" id="{A6F48E76-7424-1816-8A5D-AD08C19C27C9}"/>
              </a:ext>
            </a:extLst>
          </p:cNvPr>
          <p:cNvSpPr/>
          <p:nvPr/>
        </p:nvSpPr>
        <p:spPr>
          <a:xfrm>
            <a:off x="2928608" y="4157607"/>
            <a:ext cx="6545178" cy="2262442"/>
          </a:xfrm>
          <a:prstGeom prst="rect">
            <a:avLst/>
          </a:prstGeom>
          <a:ln>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a:p>
        </p:txBody>
      </p:sp>
      <p:sp>
        <p:nvSpPr>
          <p:cNvPr id="116" name="Rectangle 115">
            <a:extLst>
              <a:ext uri="{FF2B5EF4-FFF2-40B4-BE49-F238E27FC236}">
                <a16:creationId xmlns:a16="http://schemas.microsoft.com/office/drawing/2014/main" id="{8DE06367-0E28-DB79-11E5-9917BAA9D578}"/>
              </a:ext>
            </a:extLst>
          </p:cNvPr>
          <p:cNvSpPr/>
          <p:nvPr/>
        </p:nvSpPr>
        <p:spPr>
          <a:xfrm>
            <a:off x="5539337" y="1476468"/>
            <a:ext cx="5688531" cy="416400"/>
          </a:xfrm>
          <a:prstGeom prst="rect">
            <a:avLst/>
          </a:prstGeom>
          <a:ln/>
          <a:effectLst>
            <a:glow rad="63500">
              <a:schemeClr val="accent4">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200" b="1"/>
          </a:p>
          <a:p>
            <a:pPr algn="ctr"/>
            <a:r>
              <a:rPr lang="en-US" sz="1200" b="1"/>
              <a:t>Strengthens </a:t>
            </a:r>
            <a:r>
              <a:rPr lang="en-US" sz="1200"/>
              <a:t>confidence in leadership and decision-making.</a:t>
            </a:r>
            <a:br>
              <a:rPr lang="en-US" sz="1200"/>
            </a:br>
            <a:endParaRPr lang="en-US" sz="1200"/>
          </a:p>
        </p:txBody>
      </p:sp>
      <p:sp>
        <p:nvSpPr>
          <p:cNvPr id="117" name="Rectangle 116">
            <a:extLst>
              <a:ext uri="{FF2B5EF4-FFF2-40B4-BE49-F238E27FC236}">
                <a16:creationId xmlns:a16="http://schemas.microsoft.com/office/drawing/2014/main" id="{22365614-8356-A2A0-E644-741D34F661FB}"/>
              </a:ext>
            </a:extLst>
          </p:cNvPr>
          <p:cNvSpPr/>
          <p:nvPr/>
        </p:nvSpPr>
        <p:spPr>
          <a:xfrm>
            <a:off x="5539336" y="1888199"/>
            <a:ext cx="5688531" cy="416400"/>
          </a:xfrm>
          <a:prstGeom prst="rect">
            <a:avLst/>
          </a:prstGeom>
          <a:ln/>
          <a:effectLst>
            <a:glow rad="63500">
              <a:schemeClr val="accent4">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b="1"/>
              <a:t>Reduces </a:t>
            </a:r>
            <a:r>
              <a:rPr lang="en-US" sz="1200"/>
              <a:t>misinterpretations by clearly communicating plans, priorities and risks</a:t>
            </a:r>
          </a:p>
        </p:txBody>
      </p:sp>
      <p:sp>
        <p:nvSpPr>
          <p:cNvPr id="118" name="Rectangle 117">
            <a:extLst>
              <a:ext uri="{FF2B5EF4-FFF2-40B4-BE49-F238E27FC236}">
                <a16:creationId xmlns:a16="http://schemas.microsoft.com/office/drawing/2014/main" id="{D83F7A27-F821-E37D-F221-D9A648C3D45C}"/>
              </a:ext>
            </a:extLst>
          </p:cNvPr>
          <p:cNvSpPr/>
          <p:nvPr/>
        </p:nvSpPr>
        <p:spPr>
          <a:xfrm>
            <a:off x="5539336" y="2300682"/>
            <a:ext cx="5688531" cy="416400"/>
          </a:xfrm>
          <a:prstGeom prst="rect">
            <a:avLst/>
          </a:prstGeom>
          <a:ln/>
          <a:effectLst>
            <a:glow rad="63500">
              <a:schemeClr val="accent4">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a:t>Stakeholder insights </a:t>
            </a:r>
            <a:r>
              <a:rPr lang="en-US" sz="1200" b="1"/>
              <a:t>help</a:t>
            </a:r>
            <a:r>
              <a:rPr lang="en-US" sz="1200"/>
              <a:t> organizations anticipate risks, identify opportunities, and make informed choices.</a:t>
            </a:r>
          </a:p>
        </p:txBody>
      </p:sp>
      <p:sp>
        <p:nvSpPr>
          <p:cNvPr id="119" name="Rectangle 118">
            <a:extLst>
              <a:ext uri="{FF2B5EF4-FFF2-40B4-BE49-F238E27FC236}">
                <a16:creationId xmlns:a16="http://schemas.microsoft.com/office/drawing/2014/main" id="{BEC125EA-07AD-0805-4BD6-B15D2FAA5C51}"/>
              </a:ext>
            </a:extLst>
          </p:cNvPr>
          <p:cNvSpPr/>
          <p:nvPr/>
        </p:nvSpPr>
        <p:spPr>
          <a:xfrm>
            <a:off x="5539337" y="2711811"/>
            <a:ext cx="5688531" cy="416400"/>
          </a:xfrm>
          <a:prstGeom prst="rect">
            <a:avLst/>
          </a:prstGeom>
          <a:ln/>
          <a:effectLst>
            <a:glow rad="63500">
              <a:schemeClr val="accent4">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a:t>Strong relationships with stakeholders </a:t>
            </a:r>
            <a:r>
              <a:rPr lang="en-US" sz="1200" b="1"/>
              <a:t>improve</a:t>
            </a:r>
            <a:r>
              <a:rPr lang="en-US" sz="1200"/>
              <a:t> reputation.</a:t>
            </a:r>
          </a:p>
        </p:txBody>
      </p:sp>
      <p:sp>
        <p:nvSpPr>
          <p:cNvPr id="120" name="Flowchart: Off-page Connector 119">
            <a:extLst>
              <a:ext uri="{FF2B5EF4-FFF2-40B4-BE49-F238E27FC236}">
                <a16:creationId xmlns:a16="http://schemas.microsoft.com/office/drawing/2014/main" id="{36A397C3-EC92-DAF1-4E15-409630904524}"/>
              </a:ext>
            </a:extLst>
          </p:cNvPr>
          <p:cNvSpPr/>
          <p:nvPr/>
        </p:nvSpPr>
        <p:spPr>
          <a:xfrm rot="16200000">
            <a:off x="5270449" y="1505434"/>
            <a:ext cx="158543" cy="324905"/>
          </a:xfrm>
          <a:prstGeom prst="flowChartOffpageConnector">
            <a:avLst/>
          </a:prstGeom>
          <a:ln/>
          <a:effectLst>
            <a:glow rad="63500">
              <a:schemeClr val="accent4">
                <a:satMod val="175000"/>
                <a:alpha val="40000"/>
              </a:schemeClr>
            </a:glow>
          </a:effectLst>
        </p:spPr>
        <p:style>
          <a:lnRef idx="3">
            <a:schemeClr val="lt1"/>
          </a:lnRef>
          <a:fillRef idx="1">
            <a:schemeClr val="accent4"/>
          </a:fillRef>
          <a:effectRef idx="1">
            <a:schemeClr val="accent4"/>
          </a:effectRef>
          <a:fontRef idx="minor">
            <a:schemeClr val="lt1"/>
          </a:fontRef>
        </p:style>
        <p:txBody>
          <a:bodyPr rtlCol="0" anchor="ctr"/>
          <a:lstStyle/>
          <a:p>
            <a:pPr algn="ctr"/>
            <a:endParaRPr lang="en-US">
              <a:solidFill>
                <a:schemeClr val="tx1"/>
              </a:solidFill>
            </a:endParaRPr>
          </a:p>
        </p:txBody>
      </p:sp>
      <p:sp>
        <p:nvSpPr>
          <p:cNvPr id="121" name="Flowchart: Off-page Connector 120">
            <a:extLst>
              <a:ext uri="{FF2B5EF4-FFF2-40B4-BE49-F238E27FC236}">
                <a16:creationId xmlns:a16="http://schemas.microsoft.com/office/drawing/2014/main" id="{1544941E-009B-940F-AE79-207D86DC5CC2}"/>
              </a:ext>
            </a:extLst>
          </p:cNvPr>
          <p:cNvSpPr/>
          <p:nvPr/>
        </p:nvSpPr>
        <p:spPr>
          <a:xfrm rot="16200000">
            <a:off x="5275261" y="1917917"/>
            <a:ext cx="158543" cy="324905"/>
          </a:xfrm>
          <a:prstGeom prst="flowChartOffpageConnector">
            <a:avLst/>
          </a:prstGeom>
          <a:ln/>
          <a:effectLst>
            <a:glow rad="63500">
              <a:schemeClr val="accent4">
                <a:satMod val="175000"/>
                <a:alpha val="40000"/>
              </a:schemeClr>
            </a:glow>
          </a:effectLst>
        </p:spPr>
        <p:style>
          <a:lnRef idx="3">
            <a:schemeClr val="lt1"/>
          </a:lnRef>
          <a:fillRef idx="1">
            <a:schemeClr val="accent4"/>
          </a:fillRef>
          <a:effectRef idx="1">
            <a:schemeClr val="accent4"/>
          </a:effectRef>
          <a:fontRef idx="minor">
            <a:schemeClr val="lt1"/>
          </a:fontRef>
        </p:style>
        <p:txBody>
          <a:bodyPr rtlCol="0" anchor="ctr"/>
          <a:lstStyle/>
          <a:p>
            <a:pPr algn="ctr"/>
            <a:endParaRPr lang="en-US">
              <a:solidFill>
                <a:schemeClr val="tx1"/>
              </a:solidFill>
            </a:endParaRPr>
          </a:p>
        </p:txBody>
      </p:sp>
      <p:sp>
        <p:nvSpPr>
          <p:cNvPr id="122" name="Flowchart: Off-page Connector 121">
            <a:extLst>
              <a:ext uri="{FF2B5EF4-FFF2-40B4-BE49-F238E27FC236}">
                <a16:creationId xmlns:a16="http://schemas.microsoft.com/office/drawing/2014/main" id="{A26F16C2-50CD-EF11-67AF-10F7A42FA7BF}"/>
              </a:ext>
            </a:extLst>
          </p:cNvPr>
          <p:cNvSpPr/>
          <p:nvPr/>
        </p:nvSpPr>
        <p:spPr>
          <a:xfrm rot="16200000">
            <a:off x="5280074" y="2348018"/>
            <a:ext cx="158543" cy="324905"/>
          </a:xfrm>
          <a:prstGeom prst="flowChartOffpageConnector">
            <a:avLst/>
          </a:prstGeom>
          <a:ln/>
          <a:effectLst>
            <a:glow rad="63500">
              <a:schemeClr val="accent4">
                <a:satMod val="175000"/>
                <a:alpha val="40000"/>
              </a:schemeClr>
            </a:glow>
          </a:effectLst>
        </p:spPr>
        <p:style>
          <a:lnRef idx="3">
            <a:schemeClr val="lt1"/>
          </a:lnRef>
          <a:fillRef idx="1">
            <a:schemeClr val="accent4"/>
          </a:fillRef>
          <a:effectRef idx="1">
            <a:schemeClr val="accent4"/>
          </a:effectRef>
          <a:fontRef idx="minor">
            <a:schemeClr val="lt1"/>
          </a:fontRef>
        </p:style>
        <p:txBody>
          <a:bodyPr rtlCol="0" anchor="ctr"/>
          <a:lstStyle/>
          <a:p>
            <a:pPr algn="ctr"/>
            <a:endParaRPr lang="en-US">
              <a:solidFill>
                <a:schemeClr val="tx1"/>
              </a:solidFill>
            </a:endParaRPr>
          </a:p>
        </p:txBody>
      </p:sp>
      <p:sp>
        <p:nvSpPr>
          <p:cNvPr id="123" name="Flowchart: Off-page Connector 122">
            <a:extLst>
              <a:ext uri="{FF2B5EF4-FFF2-40B4-BE49-F238E27FC236}">
                <a16:creationId xmlns:a16="http://schemas.microsoft.com/office/drawing/2014/main" id="{13437CB6-AFF9-3399-2591-338D5F18EF0D}"/>
              </a:ext>
            </a:extLst>
          </p:cNvPr>
          <p:cNvSpPr/>
          <p:nvPr/>
        </p:nvSpPr>
        <p:spPr>
          <a:xfrm rot="16200000">
            <a:off x="5284885" y="2768917"/>
            <a:ext cx="158543" cy="324905"/>
          </a:xfrm>
          <a:prstGeom prst="flowChartOffpageConnector">
            <a:avLst/>
          </a:prstGeom>
          <a:ln/>
          <a:effectLst>
            <a:glow rad="63500">
              <a:schemeClr val="accent4">
                <a:satMod val="175000"/>
                <a:alpha val="40000"/>
              </a:schemeClr>
            </a:glow>
          </a:effectLst>
        </p:spPr>
        <p:style>
          <a:lnRef idx="3">
            <a:schemeClr val="lt1"/>
          </a:lnRef>
          <a:fillRef idx="1">
            <a:schemeClr val="accent4"/>
          </a:fillRef>
          <a:effectRef idx="1">
            <a:schemeClr val="accent4"/>
          </a:effectRef>
          <a:fontRef idx="minor">
            <a:schemeClr val="lt1"/>
          </a:fontRef>
        </p:style>
        <p:txBody>
          <a:bodyPr rtlCol="0" anchor="ctr"/>
          <a:lstStyle/>
          <a:p>
            <a:pPr algn="ctr"/>
            <a:endParaRPr lang="en-US">
              <a:solidFill>
                <a:schemeClr val="tx1"/>
              </a:solidFill>
            </a:endParaRPr>
          </a:p>
        </p:txBody>
      </p:sp>
      <p:sp>
        <p:nvSpPr>
          <p:cNvPr id="125" name="TextBox 124">
            <a:extLst>
              <a:ext uri="{FF2B5EF4-FFF2-40B4-BE49-F238E27FC236}">
                <a16:creationId xmlns:a16="http://schemas.microsoft.com/office/drawing/2014/main" id="{58E7BA70-EC17-EAAA-2C8D-8E361A897B55}"/>
              </a:ext>
            </a:extLst>
          </p:cNvPr>
          <p:cNvSpPr txBox="1"/>
          <p:nvPr/>
        </p:nvSpPr>
        <p:spPr>
          <a:xfrm>
            <a:off x="6686189" y="695151"/>
            <a:ext cx="4981075" cy="307777"/>
          </a:xfrm>
          <a:prstGeom prst="rect">
            <a:avLst/>
          </a:prstGeom>
          <a:noFill/>
        </p:spPr>
        <p:txBody>
          <a:bodyPr wrap="square">
            <a:spAutoFit/>
          </a:bodyPr>
          <a:lstStyle/>
          <a:p>
            <a:r>
              <a:rPr lang="en-US" sz="1400" b="1"/>
              <a:t>Why is Effective Stakeholder Communication Required?</a:t>
            </a:r>
            <a:endParaRPr lang="en-US" sz="1400"/>
          </a:p>
        </p:txBody>
      </p:sp>
      <p:sp>
        <p:nvSpPr>
          <p:cNvPr id="127" name="TextBox 126">
            <a:extLst>
              <a:ext uri="{FF2B5EF4-FFF2-40B4-BE49-F238E27FC236}">
                <a16:creationId xmlns:a16="http://schemas.microsoft.com/office/drawing/2014/main" id="{12D92A7C-C268-4B7E-1EAD-EBE724E354C2}"/>
              </a:ext>
            </a:extLst>
          </p:cNvPr>
          <p:cNvSpPr txBox="1"/>
          <p:nvPr/>
        </p:nvSpPr>
        <p:spPr>
          <a:xfrm>
            <a:off x="1989224" y="695151"/>
            <a:ext cx="3218793" cy="307777"/>
          </a:xfrm>
          <a:prstGeom prst="rect">
            <a:avLst/>
          </a:prstGeom>
          <a:noFill/>
        </p:spPr>
        <p:txBody>
          <a:bodyPr wrap="square">
            <a:spAutoFit/>
          </a:bodyPr>
          <a:lstStyle/>
          <a:p>
            <a:r>
              <a:rPr lang="en-US" sz="1400" b="1"/>
              <a:t>What is Effective Communication?</a:t>
            </a:r>
            <a:endParaRPr lang="en-US" sz="1400"/>
          </a:p>
        </p:txBody>
      </p:sp>
      <p:sp>
        <p:nvSpPr>
          <p:cNvPr id="130" name="TextBox 129">
            <a:extLst>
              <a:ext uri="{FF2B5EF4-FFF2-40B4-BE49-F238E27FC236}">
                <a16:creationId xmlns:a16="http://schemas.microsoft.com/office/drawing/2014/main" id="{799148AD-9E3C-FFF7-CBA7-C9D8FA170312}"/>
              </a:ext>
            </a:extLst>
          </p:cNvPr>
          <p:cNvSpPr txBox="1"/>
          <p:nvPr/>
        </p:nvSpPr>
        <p:spPr>
          <a:xfrm>
            <a:off x="4983600" y="3828958"/>
            <a:ext cx="4875197" cy="307777"/>
          </a:xfrm>
          <a:prstGeom prst="rect">
            <a:avLst/>
          </a:prstGeom>
          <a:noFill/>
        </p:spPr>
        <p:txBody>
          <a:bodyPr wrap="square">
            <a:spAutoFit/>
          </a:bodyPr>
          <a:lstStyle/>
          <a:p>
            <a:r>
              <a:rPr lang="en-US" sz="1400" b="1"/>
              <a:t>Common Challenges Faced by Organizations Today</a:t>
            </a:r>
            <a:endParaRPr lang="en-US" sz="1400"/>
          </a:p>
        </p:txBody>
      </p:sp>
      <p:sp>
        <p:nvSpPr>
          <p:cNvPr id="169" name="TextBox 168">
            <a:extLst>
              <a:ext uri="{FF2B5EF4-FFF2-40B4-BE49-F238E27FC236}">
                <a16:creationId xmlns:a16="http://schemas.microsoft.com/office/drawing/2014/main" id="{BE21F9C2-292D-D231-9F48-F375433D59BB}"/>
              </a:ext>
            </a:extLst>
          </p:cNvPr>
          <p:cNvSpPr txBox="1"/>
          <p:nvPr/>
        </p:nvSpPr>
        <p:spPr>
          <a:xfrm>
            <a:off x="3054486" y="4723933"/>
            <a:ext cx="4070737" cy="1200329"/>
          </a:xfrm>
          <a:prstGeom prst="rect">
            <a:avLst/>
          </a:prstGeom>
          <a:noFill/>
        </p:spPr>
        <p:txBody>
          <a:bodyPr wrap="square">
            <a:spAutoFit/>
          </a:bodyPr>
          <a:lstStyle/>
          <a:p>
            <a:pPr marL="171450" indent="-171450">
              <a:buFont typeface="Wingdings" panose="05000000000000000000" pitchFamily="2" charset="2"/>
              <a:buChar char="§"/>
            </a:pPr>
            <a:r>
              <a:rPr lang="en-US" sz="1200"/>
              <a:t>Diverse and Conflicting Stakeholders’ Interests</a:t>
            </a:r>
          </a:p>
          <a:p>
            <a:pPr marL="171450" indent="-171450">
              <a:buFont typeface="Wingdings" panose="05000000000000000000" pitchFamily="2" charset="2"/>
              <a:buChar char="§"/>
            </a:pPr>
            <a:r>
              <a:rPr lang="en-US" sz="1200"/>
              <a:t>Information Overload</a:t>
            </a:r>
          </a:p>
          <a:p>
            <a:pPr marL="171450" indent="-171450">
              <a:buFont typeface="Wingdings" panose="05000000000000000000" pitchFamily="2" charset="2"/>
              <a:buChar char="§"/>
            </a:pPr>
            <a:r>
              <a:rPr lang="en-US" sz="1200"/>
              <a:t>Lack of Two-Way Dialogue</a:t>
            </a:r>
          </a:p>
          <a:p>
            <a:pPr marL="171450" indent="-171450">
              <a:buFont typeface="Wingdings" panose="05000000000000000000" pitchFamily="2" charset="2"/>
              <a:buChar char="§"/>
            </a:pPr>
            <a:r>
              <a:rPr lang="en-US" sz="1200"/>
              <a:t>Inconsistent Messaging Across Channels</a:t>
            </a:r>
          </a:p>
          <a:p>
            <a:pPr marL="171450" indent="-171450">
              <a:buFont typeface="Wingdings" panose="05000000000000000000" pitchFamily="2" charset="2"/>
              <a:buChar char="§"/>
            </a:pPr>
            <a:r>
              <a:rPr lang="en-US" sz="1200"/>
              <a:t>Low Trust or Skepticism</a:t>
            </a:r>
          </a:p>
          <a:p>
            <a:pPr marL="171450" indent="-171450">
              <a:buFont typeface="Wingdings" panose="05000000000000000000" pitchFamily="2" charset="2"/>
              <a:buChar char="§"/>
            </a:pPr>
            <a:r>
              <a:rPr lang="en-US" sz="1200"/>
              <a:t>Digital Challenges</a:t>
            </a:r>
          </a:p>
        </p:txBody>
      </p:sp>
      <p:pic>
        <p:nvPicPr>
          <p:cNvPr id="174" name="Graphic 173" descr="Chat with solid fill">
            <a:extLst>
              <a:ext uri="{FF2B5EF4-FFF2-40B4-BE49-F238E27FC236}">
                <a16:creationId xmlns:a16="http://schemas.microsoft.com/office/drawing/2014/main" id="{623BAF0C-177F-D7A5-BEA8-A0ACCFDFE2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37875" y="1119205"/>
            <a:ext cx="914400" cy="914400"/>
          </a:xfrm>
          <a:prstGeom prst="rect">
            <a:avLst/>
          </a:prstGeom>
        </p:spPr>
      </p:pic>
      <p:pic>
        <p:nvPicPr>
          <p:cNvPr id="2050" name="Picture 2" descr="11 Big SEO Challenges You'll Face in Your Career">
            <a:extLst>
              <a:ext uri="{FF2B5EF4-FFF2-40B4-BE49-F238E27FC236}">
                <a16:creationId xmlns:a16="http://schemas.microsoft.com/office/drawing/2014/main" id="{C86E4CEA-A891-552C-648F-A651C3C9BC0A}"/>
              </a:ext>
            </a:extLst>
          </p:cNvPr>
          <p:cNvPicPr>
            <a:picLocks noChangeAspect="1" noChangeArrowheads="1"/>
          </p:cNvPicPr>
          <p:nvPr/>
        </p:nvPicPr>
        <p:blipFill rotWithShape="1">
          <a:blip r:embed="rId5">
            <a:grayscl/>
            <a:extLst>
              <a:ext uri="{28A0092B-C50C-407E-A947-70E740481C1C}">
                <a14:useLocalDpi xmlns:a14="http://schemas.microsoft.com/office/drawing/2010/main" val="0"/>
              </a:ext>
            </a:extLst>
          </a:blip>
          <a:srcRect l="21789" r="11580"/>
          <a:stretch>
            <a:fillRect/>
          </a:stretch>
        </p:blipFill>
        <p:spPr bwMode="auto">
          <a:xfrm>
            <a:off x="6911956" y="4306302"/>
            <a:ext cx="2497158" cy="196754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182" name="TextBox 181">
            <a:extLst>
              <a:ext uri="{FF2B5EF4-FFF2-40B4-BE49-F238E27FC236}">
                <a16:creationId xmlns:a16="http://schemas.microsoft.com/office/drawing/2014/main" id="{1306EBC0-F0D4-97BA-A75B-C9F15131F2F9}"/>
              </a:ext>
            </a:extLst>
          </p:cNvPr>
          <p:cNvSpPr txBox="1"/>
          <p:nvPr/>
        </p:nvSpPr>
        <p:spPr>
          <a:xfrm>
            <a:off x="737084" y="2029552"/>
            <a:ext cx="3980045" cy="1109329"/>
          </a:xfrm>
          <a:prstGeom prst="rect">
            <a:avLst/>
          </a:prstGeom>
          <a:effectLst>
            <a:glow rad="63500">
              <a:schemeClr val="accent1">
                <a:satMod val="175000"/>
                <a:alpha val="40000"/>
              </a:schemeClr>
            </a:glow>
          </a:effectLst>
        </p:spPr>
        <p:style>
          <a:lnRef idx="3">
            <a:schemeClr val="lt1"/>
          </a:lnRef>
          <a:fillRef idx="1">
            <a:schemeClr val="accent1"/>
          </a:fillRef>
          <a:effectRef idx="1">
            <a:schemeClr val="accent1"/>
          </a:effectRef>
          <a:fontRef idx="minor">
            <a:schemeClr val="lt1"/>
          </a:fontRef>
        </p:style>
        <p:txBody>
          <a:bodyPr wrap="square" lIns="0" tIns="0" rIns="0" bIns="0" rtlCol="0" anchor="ctr">
            <a:noAutofit/>
          </a:bodyPr>
          <a:lstStyle/>
          <a:p>
            <a:pPr algn="ctr"/>
            <a:r>
              <a:rPr lang="en-US" sz="1200" b="1"/>
              <a:t>Effective stakeholder communication</a:t>
            </a:r>
            <a:r>
              <a:rPr lang="en-US" sz="1200"/>
              <a:t> is the </a:t>
            </a:r>
            <a:r>
              <a:rPr lang="en-US" sz="1200" b="1"/>
              <a:t>timely, transparent, relevant, and two-way exchange of information</a:t>
            </a:r>
            <a:r>
              <a:rPr lang="en-US" sz="1200"/>
              <a:t> between an organization and its stakeholders.</a:t>
            </a:r>
          </a:p>
        </p:txBody>
      </p:sp>
      <p:grpSp>
        <p:nvGrpSpPr>
          <p:cNvPr id="187" name="Group 186">
            <a:extLst>
              <a:ext uri="{FF2B5EF4-FFF2-40B4-BE49-F238E27FC236}">
                <a16:creationId xmlns:a16="http://schemas.microsoft.com/office/drawing/2014/main" id="{DA722686-A76C-BCBD-8E19-37232E4B7912}"/>
              </a:ext>
            </a:extLst>
          </p:cNvPr>
          <p:cNvGrpSpPr/>
          <p:nvPr/>
        </p:nvGrpSpPr>
        <p:grpSpPr>
          <a:xfrm>
            <a:off x="5216170" y="1113744"/>
            <a:ext cx="305443" cy="311605"/>
            <a:chOff x="5703735" y="5908139"/>
            <a:chExt cx="305443" cy="311605"/>
          </a:xfrm>
        </p:grpSpPr>
        <p:sp>
          <p:nvSpPr>
            <p:cNvPr id="185" name="Oval 184">
              <a:extLst>
                <a:ext uri="{FF2B5EF4-FFF2-40B4-BE49-F238E27FC236}">
                  <a16:creationId xmlns:a16="http://schemas.microsoft.com/office/drawing/2014/main" id="{A4E0E9ED-9D68-6D64-B819-F8002B75C861}"/>
                </a:ext>
              </a:extLst>
            </p:cNvPr>
            <p:cNvSpPr/>
            <p:nvPr/>
          </p:nvSpPr>
          <p:spPr>
            <a:xfrm>
              <a:off x="5703735" y="5908139"/>
              <a:ext cx="305443" cy="31160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noProof="0"/>
            </a:p>
          </p:txBody>
        </p:sp>
        <p:sp>
          <p:nvSpPr>
            <p:cNvPr id="186" name="Arrow: Chevron 185">
              <a:extLst>
                <a:ext uri="{FF2B5EF4-FFF2-40B4-BE49-F238E27FC236}">
                  <a16:creationId xmlns:a16="http://schemas.microsoft.com/office/drawing/2014/main" id="{434FF632-8676-BA41-75EF-7807FF0DB9C5}"/>
                </a:ext>
              </a:extLst>
            </p:cNvPr>
            <p:cNvSpPr/>
            <p:nvPr/>
          </p:nvSpPr>
          <p:spPr>
            <a:xfrm rot="5400000">
              <a:off x="5786513" y="5986702"/>
              <a:ext cx="134135" cy="154477"/>
            </a:xfrm>
            <a:prstGeom prst="chevron">
              <a:avLst/>
            </a:prstGeom>
            <a:solidFill>
              <a:srgbClr val="DFE3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noProof="0">
                <a:solidFill>
                  <a:schemeClr val="tx1"/>
                </a:solidFill>
              </a:endParaRPr>
            </a:p>
          </p:txBody>
        </p:sp>
      </p:grpSp>
      <p:grpSp>
        <p:nvGrpSpPr>
          <p:cNvPr id="188" name="Group 187">
            <a:extLst>
              <a:ext uri="{FF2B5EF4-FFF2-40B4-BE49-F238E27FC236}">
                <a16:creationId xmlns:a16="http://schemas.microsoft.com/office/drawing/2014/main" id="{6CE4C5D0-EC09-4767-465A-E845DB3CB2D0}"/>
              </a:ext>
            </a:extLst>
          </p:cNvPr>
          <p:cNvGrpSpPr/>
          <p:nvPr/>
        </p:nvGrpSpPr>
        <p:grpSpPr>
          <a:xfrm>
            <a:off x="3035235" y="4221306"/>
            <a:ext cx="305443" cy="311605"/>
            <a:chOff x="5703735" y="5908139"/>
            <a:chExt cx="305443" cy="311605"/>
          </a:xfrm>
        </p:grpSpPr>
        <p:sp>
          <p:nvSpPr>
            <p:cNvPr id="189" name="Oval 188">
              <a:extLst>
                <a:ext uri="{FF2B5EF4-FFF2-40B4-BE49-F238E27FC236}">
                  <a16:creationId xmlns:a16="http://schemas.microsoft.com/office/drawing/2014/main" id="{9470FD93-AB5F-426C-F761-6A5538A84A27}"/>
                </a:ext>
              </a:extLst>
            </p:cNvPr>
            <p:cNvSpPr/>
            <p:nvPr/>
          </p:nvSpPr>
          <p:spPr>
            <a:xfrm>
              <a:off x="5703735" y="5908139"/>
              <a:ext cx="305443" cy="31160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noProof="0"/>
            </a:p>
          </p:txBody>
        </p:sp>
        <p:sp>
          <p:nvSpPr>
            <p:cNvPr id="190" name="Arrow: Chevron 189">
              <a:extLst>
                <a:ext uri="{FF2B5EF4-FFF2-40B4-BE49-F238E27FC236}">
                  <a16:creationId xmlns:a16="http://schemas.microsoft.com/office/drawing/2014/main" id="{BD2602C2-6033-5E52-2C2A-10943CBF74AA}"/>
                </a:ext>
              </a:extLst>
            </p:cNvPr>
            <p:cNvSpPr/>
            <p:nvPr/>
          </p:nvSpPr>
          <p:spPr>
            <a:xfrm rot="5400000">
              <a:off x="5786513" y="5986702"/>
              <a:ext cx="134135" cy="154477"/>
            </a:xfrm>
            <a:prstGeom prst="chevron">
              <a:avLst/>
            </a:prstGeom>
            <a:solidFill>
              <a:srgbClr val="DFE3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noProof="0">
                <a:solidFill>
                  <a:schemeClr val="tx1"/>
                </a:solidFill>
              </a:endParaRPr>
            </a:p>
          </p:txBody>
        </p:sp>
      </p:grpSp>
      <p:grpSp>
        <p:nvGrpSpPr>
          <p:cNvPr id="191" name="Group 190">
            <a:extLst>
              <a:ext uri="{FF2B5EF4-FFF2-40B4-BE49-F238E27FC236}">
                <a16:creationId xmlns:a16="http://schemas.microsoft.com/office/drawing/2014/main" id="{5D2490DF-8AF0-0B06-AC12-517F1BFDD594}"/>
              </a:ext>
            </a:extLst>
          </p:cNvPr>
          <p:cNvGrpSpPr/>
          <p:nvPr/>
        </p:nvGrpSpPr>
        <p:grpSpPr>
          <a:xfrm>
            <a:off x="603183" y="1144016"/>
            <a:ext cx="305443" cy="311605"/>
            <a:chOff x="5703735" y="5908139"/>
            <a:chExt cx="305443" cy="311605"/>
          </a:xfrm>
        </p:grpSpPr>
        <p:sp>
          <p:nvSpPr>
            <p:cNvPr id="2048" name="Oval 2047">
              <a:extLst>
                <a:ext uri="{FF2B5EF4-FFF2-40B4-BE49-F238E27FC236}">
                  <a16:creationId xmlns:a16="http://schemas.microsoft.com/office/drawing/2014/main" id="{D77A2A65-F2B0-6C74-038C-F46D1CAF56EE}"/>
                </a:ext>
              </a:extLst>
            </p:cNvPr>
            <p:cNvSpPr/>
            <p:nvPr/>
          </p:nvSpPr>
          <p:spPr>
            <a:xfrm>
              <a:off x="5703735" y="5908139"/>
              <a:ext cx="305443" cy="31160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noProof="0"/>
            </a:p>
          </p:txBody>
        </p:sp>
        <p:sp>
          <p:nvSpPr>
            <p:cNvPr id="2049" name="Arrow: Chevron 2048">
              <a:extLst>
                <a:ext uri="{FF2B5EF4-FFF2-40B4-BE49-F238E27FC236}">
                  <a16:creationId xmlns:a16="http://schemas.microsoft.com/office/drawing/2014/main" id="{CDAF5E9B-FFCB-D8C7-5E02-7836853030CE}"/>
                </a:ext>
              </a:extLst>
            </p:cNvPr>
            <p:cNvSpPr/>
            <p:nvPr/>
          </p:nvSpPr>
          <p:spPr>
            <a:xfrm rot="5400000">
              <a:off x="5786513" y="5986702"/>
              <a:ext cx="134135" cy="154477"/>
            </a:xfrm>
            <a:prstGeom prst="chevron">
              <a:avLst/>
            </a:prstGeom>
            <a:solidFill>
              <a:srgbClr val="DFE3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noProof="0">
                <a:solidFill>
                  <a:schemeClr val="tx1"/>
                </a:solidFill>
              </a:endParaRPr>
            </a:p>
          </p:txBody>
        </p:sp>
      </p:grpSp>
    </p:spTree>
    <p:custDataLst>
      <p:custData r:id="rId1"/>
    </p:custDataLst>
    <p:extLst>
      <p:ext uri="{BB962C8B-B14F-4D97-AF65-F5344CB8AC3E}">
        <p14:creationId xmlns:p14="http://schemas.microsoft.com/office/powerpoint/2010/main" val="27384416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C1B0A-07CD-B451-3AAD-DC9B66D3695B}"/>
            </a:ext>
          </a:extLst>
        </p:cNvPr>
        <p:cNvGrpSpPr/>
        <p:nvPr/>
      </p:nvGrpSpPr>
      <p:grpSpPr>
        <a:xfrm>
          <a:off x="0" y="0"/>
          <a:ext cx="0" cy="0"/>
          <a:chOff x="0" y="0"/>
          <a:chExt cx="0" cy="0"/>
        </a:xfrm>
      </p:grpSpPr>
      <p:cxnSp>
        <p:nvCxnSpPr>
          <p:cNvPr id="34" name="Straight Connector 33">
            <a:extLst>
              <a:ext uri="{FF2B5EF4-FFF2-40B4-BE49-F238E27FC236}">
                <a16:creationId xmlns:a16="http://schemas.microsoft.com/office/drawing/2014/main" id="{BCE12584-141B-7C32-22AB-F2F4EBA153BD}"/>
              </a:ext>
            </a:extLst>
          </p:cNvPr>
          <p:cNvCxnSpPr>
            <a:cxnSpLocks/>
          </p:cNvCxnSpPr>
          <p:nvPr/>
        </p:nvCxnSpPr>
        <p:spPr>
          <a:xfrm flipH="1">
            <a:off x="5618287" y="1047013"/>
            <a:ext cx="0" cy="45720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35" name="Straight Connector 34">
            <a:extLst>
              <a:ext uri="{FF2B5EF4-FFF2-40B4-BE49-F238E27FC236}">
                <a16:creationId xmlns:a16="http://schemas.microsoft.com/office/drawing/2014/main" id="{B28D42D8-311B-78C4-4EDB-8AFBC003FC17}"/>
              </a:ext>
            </a:extLst>
          </p:cNvPr>
          <p:cNvCxnSpPr/>
          <p:nvPr/>
        </p:nvCxnSpPr>
        <p:spPr>
          <a:xfrm flipH="1">
            <a:off x="7036068" y="1038943"/>
            <a:ext cx="0" cy="45720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36" name="Straight Connector 35">
            <a:extLst>
              <a:ext uri="{FF2B5EF4-FFF2-40B4-BE49-F238E27FC236}">
                <a16:creationId xmlns:a16="http://schemas.microsoft.com/office/drawing/2014/main" id="{761A6A65-1EEF-996D-7ACE-BF1657F9F97C}"/>
              </a:ext>
            </a:extLst>
          </p:cNvPr>
          <p:cNvCxnSpPr/>
          <p:nvPr/>
        </p:nvCxnSpPr>
        <p:spPr>
          <a:xfrm flipH="1">
            <a:off x="8458476" y="1038943"/>
            <a:ext cx="0" cy="457200"/>
          </a:xfrm>
          <a:prstGeom prst="line">
            <a:avLst/>
          </a:prstGeom>
          <a:ln/>
        </p:spPr>
        <p:style>
          <a:lnRef idx="1">
            <a:schemeClr val="accent6"/>
          </a:lnRef>
          <a:fillRef idx="0">
            <a:schemeClr val="accent6"/>
          </a:fillRef>
          <a:effectRef idx="0">
            <a:schemeClr val="accent6"/>
          </a:effectRef>
          <a:fontRef idx="minor">
            <a:schemeClr val="tx1"/>
          </a:fontRef>
        </p:style>
      </p:cxnSp>
      <p:sp>
        <p:nvSpPr>
          <p:cNvPr id="13" name="Rectangle 12">
            <a:extLst>
              <a:ext uri="{FF2B5EF4-FFF2-40B4-BE49-F238E27FC236}">
                <a16:creationId xmlns:a16="http://schemas.microsoft.com/office/drawing/2014/main" id="{616A5B1F-2F76-0E87-1D08-08900C6B190A}"/>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Fostering Effective Communication | Common Channels</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22" name="Rectangle 21">
            <a:extLst>
              <a:ext uri="{FF2B5EF4-FFF2-40B4-BE49-F238E27FC236}">
                <a16:creationId xmlns:a16="http://schemas.microsoft.com/office/drawing/2014/main" id="{B1696F16-7762-9C45-6257-A6A1A60D0993}"/>
              </a:ext>
            </a:extLst>
          </p:cNvPr>
          <p:cNvSpPr/>
          <p:nvPr/>
        </p:nvSpPr>
        <p:spPr>
          <a:xfrm>
            <a:off x="77894" y="784308"/>
            <a:ext cx="3565237" cy="296107"/>
          </a:xfrm>
          <a:prstGeom prst="rect">
            <a:avLst/>
          </a:prstGeom>
          <a:solidFill>
            <a:schemeClr val="bg1"/>
          </a:solidFill>
          <a:ln>
            <a:solidFill>
              <a:schemeClr val="bg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b="1">
                <a:solidFill>
                  <a:schemeClr val="tx1"/>
                </a:solidFill>
              </a:rPr>
              <a:t>01 Direct &amp; Interpersonal Channels</a:t>
            </a:r>
          </a:p>
        </p:txBody>
      </p:sp>
      <p:sp>
        <p:nvSpPr>
          <p:cNvPr id="27" name="Speech Bubble: Rectangle with Corners Rounded 26">
            <a:extLst>
              <a:ext uri="{FF2B5EF4-FFF2-40B4-BE49-F238E27FC236}">
                <a16:creationId xmlns:a16="http://schemas.microsoft.com/office/drawing/2014/main" id="{15142962-77C0-ADD3-78BA-255932253F16}"/>
              </a:ext>
            </a:extLst>
          </p:cNvPr>
          <p:cNvSpPr/>
          <p:nvPr/>
        </p:nvSpPr>
        <p:spPr>
          <a:xfrm>
            <a:off x="3532180" y="1430489"/>
            <a:ext cx="1274613" cy="462973"/>
          </a:xfrm>
          <a:prstGeom prst="wedgeRoundRectCallou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200">
                <a:solidFill>
                  <a:schemeClr val="bg1"/>
                </a:solidFill>
              </a:rPr>
              <a:t>One-on-one meetings</a:t>
            </a:r>
          </a:p>
        </p:txBody>
      </p:sp>
      <p:sp>
        <p:nvSpPr>
          <p:cNvPr id="28" name="Speech Bubble: Rectangle with Corners Rounded 27">
            <a:extLst>
              <a:ext uri="{FF2B5EF4-FFF2-40B4-BE49-F238E27FC236}">
                <a16:creationId xmlns:a16="http://schemas.microsoft.com/office/drawing/2014/main" id="{09FF79A0-454A-FBE4-51F6-CC176FF0E74F}"/>
              </a:ext>
            </a:extLst>
          </p:cNvPr>
          <p:cNvSpPr/>
          <p:nvPr/>
        </p:nvSpPr>
        <p:spPr>
          <a:xfrm>
            <a:off x="4959193" y="1430489"/>
            <a:ext cx="1274613" cy="462973"/>
          </a:xfrm>
          <a:prstGeom prst="wedgeRoundRectCallou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200">
                <a:solidFill>
                  <a:schemeClr val="bg1"/>
                </a:solidFill>
              </a:rPr>
              <a:t>Stakeholder workshops</a:t>
            </a:r>
          </a:p>
        </p:txBody>
      </p:sp>
      <p:sp>
        <p:nvSpPr>
          <p:cNvPr id="29" name="Speech Bubble: Rectangle with Corners Rounded 28">
            <a:extLst>
              <a:ext uri="{FF2B5EF4-FFF2-40B4-BE49-F238E27FC236}">
                <a16:creationId xmlns:a16="http://schemas.microsoft.com/office/drawing/2014/main" id="{601C1C35-B8BB-FA74-5D03-163A5B861E46}"/>
              </a:ext>
            </a:extLst>
          </p:cNvPr>
          <p:cNvSpPr/>
          <p:nvPr/>
        </p:nvSpPr>
        <p:spPr>
          <a:xfrm>
            <a:off x="6386206" y="1430489"/>
            <a:ext cx="1274613" cy="462973"/>
          </a:xfrm>
          <a:prstGeom prst="wedgeRoundRectCallou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200">
                <a:solidFill>
                  <a:schemeClr val="bg1"/>
                </a:solidFill>
              </a:rPr>
              <a:t>Site visits &amp; roadshows</a:t>
            </a:r>
          </a:p>
        </p:txBody>
      </p:sp>
      <p:sp>
        <p:nvSpPr>
          <p:cNvPr id="30" name="Speech Bubble: Rectangle with Corners Rounded 29">
            <a:extLst>
              <a:ext uri="{FF2B5EF4-FFF2-40B4-BE49-F238E27FC236}">
                <a16:creationId xmlns:a16="http://schemas.microsoft.com/office/drawing/2014/main" id="{6E17D5FD-FD7D-07D8-D0B6-1089C0099348}"/>
              </a:ext>
            </a:extLst>
          </p:cNvPr>
          <p:cNvSpPr/>
          <p:nvPr/>
        </p:nvSpPr>
        <p:spPr>
          <a:xfrm>
            <a:off x="7813219" y="1430489"/>
            <a:ext cx="1274613" cy="462973"/>
          </a:xfrm>
          <a:prstGeom prst="wedgeRoundRectCallou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200">
                <a:solidFill>
                  <a:schemeClr val="bg1"/>
                </a:solidFill>
              </a:rPr>
              <a:t>Analyst meetings</a:t>
            </a:r>
          </a:p>
        </p:txBody>
      </p:sp>
      <p:cxnSp>
        <p:nvCxnSpPr>
          <p:cNvPr id="32" name="Straight Connector 31">
            <a:extLst>
              <a:ext uri="{FF2B5EF4-FFF2-40B4-BE49-F238E27FC236}">
                <a16:creationId xmlns:a16="http://schemas.microsoft.com/office/drawing/2014/main" id="{5B8D644B-42AA-74BE-B1F1-AB157875D58A}"/>
              </a:ext>
            </a:extLst>
          </p:cNvPr>
          <p:cNvCxnSpPr>
            <a:cxnSpLocks/>
          </p:cNvCxnSpPr>
          <p:nvPr/>
        </p:nvCxnSpPr>
        <p:spPr>
          <a:xfrm>
            <a:off x="4191274" y="1046895"/>
            <a:ext cx="4267202" cy="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26" name="Straight Connector 25">
            <a:extLst>
              <a:ext uri="{FF2B5EF4-FFF2-40B4-BE49-F238E27FC236}">
                <a16:creationId xmlns:a16="http://schemas.microsoft.com/office/drawing/2014/main" id="{C15F0BD0-0B6D-C963-693F-D474071D837B}"/>
              </a:ext>
            </a:extLst>
          </p:cNvPr>
          <p:cNvCxnSpPr>
            <a:cxnSpLocks/>
          </p:cNvCxnSpPr>
          <p:nvPr/>
        </p:nvCxnSpPr>
        <p:spPr>
          <a:xfrm>
            <a:off x="4191274" y="1038944"/>
            <a:ext cx="0" cy="407565"/>
          </a:xfrm>
          <a:prstGeom prst="line">
            <a:avLst/>
          </a:prstGeom>
          <a:ln/>
        </p:spPr>
        <p:style>
          <a:lnRef idx="1">
            <a:schemeClr val="accent6"/>
          </a:lnRef>
          <a:fillRef idx="0">
            <a:schemeClr val="accent6"/>
          </a:fillRef>
          <a:effectRef idx="0">
            <a:schemeClr val="accent6"/>
          </a:effectRef>
          <a:fontRef idx="minor">
            <a:schemeClr val="tx1"/>
          </a:fontRef>
        </p:style>
      </p:cxnSp>
      <p:sp>
        <p:nvSpPr>
          <p:cNvPr id="37" name="Rectangle 36">
            <a:extLst>
              <a:ext uri="{FF2B5EF4-FFF2-40B4-BE49-F238E27FC236}">
                <a16:creationId xmlns:a16="http://schemas.microsoft.com/office/drawing/2014/main" id="{AC3719BD-8192-309C-F4FD-3E7297680B18}"/>
              </a:ext>
            </a:extLst>
          </p:cNvPr>
          <p:cNvSpPr/>
          <p:nvPr/>
        </p:nvSpPr>
        <p:spPr>
          <a:xfrm>
            <a:off x="3080085" y="2328692"/>
            <a:ext cx="3827090" cy="292104"/>
          </a:xfrm>
          <a:prstGeom prst="rect">
            <a:avLst/>
          </a:prstGeom>
          <a:solidFill>
            <a:schemeClr val="bg1"/>
          </a:solidFill>
          <a:ln>
            <a:solidFill>
              <a:schemeClr val="bg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b="1">
                <a:solidFill>
                  <a:schemeClr val="tx1"/>
                </a:solidFill>
              </a:rPr>
              <a:t>02 Digital &amp; Technology-Enabled Channels</a:t>
            </a:r>
          </a:p>
        </p:txBody>
      </p:sp>
      <p:cxnSp>
        <p:nvCxnSpPr>
          <p:cNvPr id="39" name="Straight Connector 38">
            <a:extLst>
              <a:ext uri="{FF2B5EF4-FFF2-40B4-BE49-F238E27FC236}">
                <a16:creationId xmlns:a16="http://schemas.microsoft.com/office/drawing/2014/main" id="{7FAAA10C-AFE5-D0AA-BE08-B28AD772CE9A}"/>
              </a:ext>
            </a:extLst>
          </p:cNvPr>
          <p:cNvCxnSpPr>
            <a:cxnSpLocks/>
          </p:cNvCxnSpPr>
          <p:nvPr/>
        </p:nvCxnSpPr>
        <p:spPr>
          <a:xfrm>
            <a:off x="7100065" y="2644110"/>
            <a:ext cx="0" cy="407565"/>
          </a:xfrm>
          <a:prstGeom prst="line">
            <a:avLst/>
          </a:prstGeom>
          <a:ln/>
        </p:spPr>
        <p:style>
          <a:lnRef idx="1">
            <a:schemeClr val="accent6"/>
          </a:lnRef>
          <a:fillRef idx="0">
            <a:schemeClr val="accent6"/>
          </a:fillRef>
          <a:effectRef idx="0">
            <a:schemeClr val="accent6"/>
          </a:effectRef>
          <a:fontRef idx="minor">
            <a:schemeClr val="tx1"/>
          </a:fontRef>
        </p:style>
      </p:cxnSp>
      <p:sp>
        <p:nvSpPr>
          <p:cNvPr id="40" name="Speech Bubble: Rectangle with Corners Rounded 39">
            <a:extLst>
              <a:ext uri="{FF2B5EF4-FFF2-40B4-BE49-F238E27FC236}">
                <a16:creationId xmlns:a16="http://schemas.microsoft.com/office/drawing/2014/main" id="{F9855EFA-9474-2A77-0E0F-9F1DA42D1806}"/>
              </a:ext>
            </a:extLst>
          </p:cNvPr>
          <p:cNvSpPr/>
          <p:nvPr/>
        </p:nvSpPr>
        <p:spPr>
          <a:xfrm>
            <a:off x="6414633" y="2985085"/>
            <a:ext cx="1274613" cy="462973"/>
          </a:xfrm>
          <a:prstGeom prst="wedgeRoundRectCallou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1200">
                <a:solidFill>
                  <a:schemeClr val="bg1"/>
                </a:solidFill>
              </a:rPr>
              <a:t>Emails &amp; newsletters</a:t>
            </a:r>
          </a:p>
        </p:txBody>
      </p:sp>
      <p:sp>
        <p:nvSpPr>
          <p:cNvPr id="41" name="Speech Bubble: Rectangle with Corners Rounded 40">
            <a:extLst>
              <a:ext uri="{FF2B5EF4-FFF2-40B4-BE49-F238E27FC236}">
                <a16:creationId xmlns:a16="http://schemas.microsoft.com/office/drawing/2014/main" id="{1882F073-6E46-95A4-B09E-2EF6DE9D581F}"/>
              </a:ext>
            </a:extLst>
          </p:cNvPr>
          <p:cNvSpPr/>
          <p:nvPr/>
        </p:nvSpPr>
        <p:spPr>
          <a:xfrm>
            <a:off x="7841646" y="2985085"/>
            <a:ext cx="1274613" cy="462973"/>
          </a:xfrm>
          <a:prstGeom prst="wedgeRoundRectCallou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1200">
                <a:solidFill>
                  <a:schemeClr val="bg1"/>
                </a:solidFill>
              </a:rPr>
              <a:t>Corporate website </a:t>
            </a:r>
          </a:p>
        </p:txBody>
      </p:sp>
      <p:sp>
        <p:nvSpPr>
          <p:cNvPr id="42" name="Speech Bubble: Rectangle with Corners Rounded 41">
            <a:extLst>
              <a:ext uri="{FF2B5EF4-FFF2-40B4-BE49-F238E27FC236}">
                <a16:creationId xmlns:a16="http://schemas.microsoft.com/office/drawing/2014/main" id="{710F5C4D-7029-B40B-2454-3305FB586A74}"/>
              </a:ext>
            </a:extLst>
          </p:cNvPr>
          <p:cNvSpPr/>
          <p:nvPr/>
        </p:nvSpPr>
        <p:spPr>
          <a:xfrm>
            <a:off x="9268659" y="2985085"/>
            <a:ext cx="1274613" cy="462973"/>
          </a:xfrm>
          <a:prstGeom prst="wedgeRoundRectCallou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1200">
                <a:solidFill>
                  <a:schemeClr val="bg1"/>
                </a:solidFill>
              </a:rPr>
              <a:t>Webinars &amp; meetings</a:t>
            </a:r>
          </a:p>
        </p:txBody>
      </p:sp>
      <p:cxnSp>
        <p:nvCxnSpPr>
          <p:cNvPr id="44" name="Straight Connector 43">
            <a:extLst>
              <a:ext uri="{FF2B5EF4-FFF2-40B4-BE49-F238E27FC236}">
                <a16:creationId xmlns:a16="http://schemas.microsoft.com/office/drawing/2014/main" id="{1F662597-859A-45EB-5E57-2A6F9526593B}"/>
              </a:ext>
            </a:extLst>
          </p:cNvPr>
          <p:cNvCxnSpPr>
            <a:cxnSpLocks/>
          </p:cNvCxnSpPr>
          <p:nvPr/>
        </p:nvCxnSpPr>
        <p:spPr>
          <a:xfrm>
            <a:off x="7100065" y="2644110"/>
            <a:ext cx="4267202" cy="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45" name="Straight Connector 44">
            <a:extLst>
              <a:ext uri="{FF2B5EF4-FFF2-40B4-BE49-F238E27FC236}">
                <a16:creationId xmlns:a16="http://schemas.microsoft.com/office/drawing/2014/main" id="{2BF51009-59AC-C1CC-2170-2965D54742AB}"/>
              </a:ext>
            </a:extLst>
          </p:cNvPr>
          <p:cNvCxnSpPr>
            <a:endCxn id="41" idx="0"/>
          </p:cNvCxnSpPr>
          <p:nvPr/>
        </p:nvCxnSpPr>
        <p:spPr>
          <a:xfrm flipH="1">
            <a:off x="8478953" y="2632930"/>
            <a:ext cx="0" cy="352155"/>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46" name="Straight Connector 45">
            <a:extLst>
              <a:ext uri="{FF2B5EF4-FFF2-40B4-BE49-F238E27FC236}">
                <a16:creationId xmlns:a16="http://schemas.microsoft.com/office/drawing/2014/main" id="{580E7FEB-1F6D-7414-4AED-2C287E7F1ACF}"/>
              </a:ext>
            </a:extLst>
          </p:cNvPr>
          <p:cNvCxnSpPr/>
          <p:nvPr/>
        </p:nvCxnSpPr>
        <p:spPr>
          <a:xfrm flipH="1">
            <a:off x="9896734" y="2624860"/>
            <a:ext cx="0" cy="352155"/>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47" name="Straight Connector 46">
            <a:extLst>
              <a:ext uri="{FF2B5EF4-FFF2-40B4-BE49-F238E27FC236}">
                <a16:creationId xmlns:a16="http://schemas.microsoft.com/office/drawing/2014/main" id="{41D32D1F-A3E3-AEE5-08CF-577EBBED08F8}"/>
              </a:ext>
            </a:extLst>
          </p:cNvPr>
          <p:cNvCxnSpPr/>
          <p:nvPr/>
        </p:nvCxnSpPr>
        <p:spPr>
          <a:xfrm flipH="1">
            <a:off x="11319142" y="2624860"/>
            <a:ext cx="0" cy="352155"/>
          </a:xfrm>
          <a:prstGeom prst="line">
            <a:avLst/>
          </a:prstGeom>
          <a:ln/>
        </p:spPr>
        <p:style>
          <a:lnRef idx="1">
            <a:schemeClr val="accent6"/>
          </a:lnRef>
          <a:fillRef idx="0">
            <a:schemeClr val="accent6"/>
          </a:fillRef>
          <a:effectRef idx="0">
            <a:schemeClr val="accent6"/>
          </a:effectRef>
          <a:fontRef idx="minor">
            <a:schemeClr val="tx1"/>
          </a:fontRef>
        </p:style>
      </p:cxnSp>
      <p:sp>
        <p:nvSpPr>
          <p:cNvPr id="48" name="Rectangle 47">
            <a:extLst>
              <a:ext uri="{FF2B5EF4-FFF2-40B4-BE49-F238E27FC236}">
                <a16:creationId xmlns:a16="http://schemas.microsoft.com/office/drawing/2014/main" id="{9094E00E-1F39-9560-42F2-9580FB1896D0}"/>
              </a:ext>
            </a:extLst>
          </p:cNvPr>
          <p:cNvSpPr/>
          <p:nvPr/>
        </p:nvSpPr>
        <p:spPr>
          <a:xfrm>
            <a:off x="487373" y="3918256"/>
            <a:ext cx="3565237" cy="277400"/>
          </a:xfrm>
          <a:prstGeom prst="rect">
            <a:avLst/>
          </a:prstGeom>
          <a:solidFill>
            <a:schemeClr val="bg1"/>
          </a:solidFill>
          <a:ln>
            <a:solidFill>
              <a:schemeClr val="bg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b="1">
                <a:solidFill>
                  <a:schemeClr val="tx1"/>
                </a:solidFill>
              </a:rPr>
              <a:t>03 Formal &amp; Structured Channels</a:t>
            </a:r>
          </a:p>
        </p:txBody>
      </p:sp>
      <p:cxnSp>
        <p:nvCxnSpPr>
          <p:cNvPr id="50" name="Straight Connector 49">
            <a:extLst>
              <a:ext uri="{FF2B5EF4-FFF2-40B4-BE49-F238E27FC236}">
                <a16:creationId xmlns:a16="http://schemas.microsoft.com/office/drawing/2014/main" id="{D9CCE172-560E-6FA5-6F4C-E577FC3157E5}"/>
              </a:ext>
            </a:extLst>
          </p:cNvPr>
          <p:cNvCxnSpPr>
            <a:cxnSpLocks/>
          </p:cNvCxnSpPr>
          <p:nvPr/>
        </p:nvCxnSpPr>
        <p:spPr>
          <a:xfrm>
            <a:off x="4187574" y="4208204"/>
            <a:ext cx="0" cy="407565"/>
          </a:xfrm>
          <a:prstGeom prst="line">
            <a:avLst/>
          </a:prstGeom>
          <a:ln/>
        </p:spPr>
        <p:style>
          <a:lnRef idx="1">
            <a:schemeClr val="accent6"/>
          </a:lnRef>
          <a:fillRef idx="0">
            <a:schemeClr val="accent6"/>
          </a:fillRef>
          <a:effectRef idx="0">
            <a:schemeClr val="accent6"/>
          </a:effectRef>
          <a:fontRef idx="minor">
            <a:schemeClr val="tx1"/>
          </a:fontRef>
        </p:style>
      </p:cxnSp>
      <p:sp>
        <p:nvSpPr>
          <p:cNvPr id="51" name="Speech Bubble: Rectangle with Corners Rounded 50">
            <a:extLst>
              <a:ext uri="{FF2B5EF4-FFF2-40B4-BE49-F238E27FC236}">
                <a16:creationId xmlns:a16="http://schemas.microsoft.com/office/drawing/2014/main" id="{9F08BD2D-9DDD-DE31-74A5-7D0455D4FE1D}"/>
              </a:ext>
            </a:extLst>
          </p:cNvPr>
          <p:cNvSpPr/>
          <p:nvPr/>
        </p:nvSpPr>
        <p:spPr>
          <a:xfrm>
            <a:off x="3550267" y="4568429"/>
            <a:ext cx="1274613" cy="462973"/>
          </a:xfrm>
          <a:prstGeom prst="wedgeRoundRectCallou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200">
                <a:solidFill>
                  <a:schemeClr val="bg1"/>
                </a:solidFill>
              </a:rPr>
              <a:t>Annual reports &amp; ESG reports</a:t>
            </a:r>
          </a:p>
        </p:txBody>
      </p:sp>
      <p:sp>
        <p:nvSpPr>
          <p:cNvPr id="52" name="Speech Bubble: Rectangle with Corners Rounded 51">
            <a:extLst>
              <a:ext uri="{FF2B5EF4-FFF2-40B4-BE49-F238E27FC236}">
                <a16:creationId xmlns:a16="http://schemas.microsoft.com/office/drawing/2014/main" id="{C386B2AF-1B83-9499-4B57-EFF9B41F5064}"/>
              </a:ext>
            </a:extLst>
          </p:cNvPr>
          <p:cNvSpPr/>
          <p:nvPr/>
        </p:nvSpPr>
        <p:spPr>
          <a:xfrm>
            <a:off x="4977280" y="4568429"/>
            <a:ext cx="1274613" cy="462973"/>
          </a:xfrm>
          <a:prstGeom prst="wedgeRoundRectCallou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200">
                <a:solidFill>
                  <a:schemeClr val="bg1"/>
                </a:solidFill>
              </a:rPr>
              <a:t>Earnings Call</a:t>
            </a:r>
          </a:p>
        </p:txBody>
      </p:sp>
      <p:sp>
        <p:nvSpPr>
          <p:cNvPr id="53" name="Speech Bubble: Rectangle with Corners Rounded 52">
            <a:extLst>
              <a:ext uri="{FF2B5EF4-FFF2-40B4-BE49-F238E27FC236}">
                <a16:creationId xmlns:a16="http://schemas.microsoft.com/office/drawing/2014/main" id="{EDE6B15D-26B4-961B-935A-88EEA78BB530}"/>
              </a:ext>
            </a:extLst>
          </p:cNvPr>
          <p:cNvSpPr/>
          <p:nvPr/>
        </p:nvSpPr>
        <p:spPr>
          <a:xfrm>
            <a:off x="6404293" y="4568429"/>
            <a:ext cx="1274613" cy="462973"/>
          </a:xfrm>
          <a:prstGeom prst="wedgeRoundRectCallou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200">
                <a:solidFill>
                  <a:schemeClr val="bg1"/>
                </a:solidFill>
              </a:rPr>
              <a:t>Press Releases</a:t>
            </a:r>
          </a:p>
        </p:txBody>
      </p:sp>
      <p:sp>
        <p:nvSpPr>
          <p:cNvPr id="54" name="Speech Bubble: Rectangle with Corners Rounded 53">
            <a:extLst>
              <a:ext uri="{FF2B5EF4-FFF2-40B4-BE49-F238E27FC236}">
                <a16:creationId xmlns:a16="http://schemas.microsoft.com/office/drawing/2014/main" id="{B125EC2B-EB5A-326B-86CB-BE5C15DF94E8}"/>
              </a:ext>
            </a:extLst>
          </p:cNvPr>
          <p:cNvSpPr/>
          <p:nvPr/>
        </p:nvSpPr>
        <p:spPr>
          <a:xfrm>
            <a:off x="7831306" y="4568429"/>
            <a:ext cx="1274613" cy="462973"/>
          </a:xfrm>
          <a:prstGeom prst="wedgeRoundRectCallou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200">
                <a:solidFill>
                  <a:schemeClr val="bg1"/>
                </a:solidFill>
              </a:rPr>
              <a:t>Regulatory filings</a:t>
            </a:r>
          </a:p>
        </p:txBody>
      </p:sp>
      <p:cxnSp>
        <p:nvCxnSpPr>
          <p:cNvPr id="55" name="Straight Connector 54">
            <a:extLst>
              <a:ext uri="{FF2B5EF4-FFF2-40B4-BE49-F238E27FC236}">
                <a16:creationId xmlns:a16="http://schemas.microsoft.com/office/drawing/2014/main" id="{8320BB82-3FC2-CE37-F88D-F6546A96D2B1}"/>
              </a:ext>
            </a:extLst>
          </p:cNvPr>
          <p:cNvCxnSpPr>
            <a:cxnSpLocks/>
          </p:cNvCxnSpPr>
          <p:nvPr/>
        </p:nvCxnSpPr>
        <p:spPr>
          <a:xfrm>
            <a:off x="4187574" y="4208204"/>
            <a:ext cx="4267202" cy="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56" name="Straight Connector 55">
            <a:extLst>
              <a:ext uri="{FF2B5EF4-FFF2-40B4-BE49-F238E27FC236}">
                <a16:creationId xmlns:a16="http://schemas.microsoft.com/office/drawing/2014/main" id="{6C5848C9-C066-522F-9E41-003F5BD57A8E}"/>
              </a:ext>
            </a:extLst>
          </p:cNvPr>
          <p:cNvCxnSpPr>
            <a:endCxn id="52" idx="0"/>
          </p:cNvCxnSpPr>
          <p:nvPr/>
        </p:nvCxnSpPr>
        <p:spPr>
          <a:xfrm flipH="1">
            <a:off x="5614587" y="4216274"/>
            <a:ext cx="0" cy="352155"/>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57" name="Straight Connector 56">
            <a:extLst>
              <a:ext uri="{FF2B5EF4-FFF2-40B4-BE49-F238E27FC236}">
                <a16:creationId xmlns:a16="http://schemas.microsoft.com/office/drawing/2014/main" id="{D638C609-EC95-7F09-F7AD-8E22BE5F34B6}"/>
              </a:ext>
            </a:extLst>
          </p:cNvPr>
          <p:cNvCxnSpPr/>
          <p:nvPr/>
        </p:nvCxnSpPr>
        <p:spPr>
          <a:xfrm flipH="1">
            <a:off x="7032368" y="4208204"/>
            <a:ext cx="0" cy="352155"/>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58" name="Straight Connector 57">
            <a:extLst>
              <a:ext uri="{FF2B5EF4-FFF2-40B4-BE49-F238E27FC236}">
                <a16:creationId xmlns:a16="http://schemas.microsoft.com/office/drawing/2014/main" id="{CC2EED1F-49DC-0379-A510-B65B15F38881}"/>
              </a:ext>
            </a:extLst>
          </p:cNvPr>
          <p:cNvCxnSpPr/>
          <p:nvPr/>
        </p:nvCxnSpPr>
        <p:spPr>
          <a:xfrm flipH="1">
            <a:off x="8454776" y="4208204"/>
            <a:ext cx="0" cy="352155"/>
          </a:xfrm>
          <a:prstGeom prst="line">
            <a:avLst/>
          </a:prstGeom>
          <a:ln/>
        </p:spPr>
        <p:style>
          <a:lnRef idx="1">
            <a:schemeClr val="accent6"/>
          </a:lnRef>
          <a:fillRef idx="0">
            <a:schemeClr val="accent6"/>
          </a:fillRef>
          <a:effectRef idx="0">
            <a:schemeClr val="accent6"/>
          </a:effectRef>
          <a:fontRef idx="minor">
            <a:schemeClr val="tx1"/>
          </a:fontRef>
        </p:style>
      </p:cxnSp>
      <p:sp>
        <p:nvSpPr>
          <p:cNvPr id="59" name="Rectangle 58">
            <a:extLst>
              <a:ext uri="{FF2B5EF4-FFF2-40B4-BE49-F238E27FC236}">
                <a16:creationId xmlns:a16="http://schemas.microsoft.com/office/drawing/2014/main" id="{5B42CD32-DF8A-00A4-8F55-E686754DD567}"/>
              </a:ext>
            </a:extLst>
          </p:cNvPr>
          <p:cNvSpPr/>
          <p:nvPr/>
        </p:nvSpPr>
        <p:spPr>
          <a:xfrm>
            <a:off x="3090705" y="5469248"/>
            <a:ext cx="3921184" cy="330545"/>
          </a:xfrm>
          <a:prstGeom prst="rect">
            <a:avLst/>
          </a:prstGeom>
          <a:solidFill>
            <a:schemeClr val="bg1"/>
          </a:solidFill>
          <a:ln>
            <a:solidFill>
              <a:schemeClr val="bg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b="1">
                <a:solidFill>
                  <a:schemeClr val="tx1"/>
                </a:solidFill>
              </a:rPr>
              <a:t>04 Informal &amp; Community-Based Channels</a:t>
            </a:r>
          </a:p>
        </p:txBody>
      </p:sp>
      <p:cxnSp>
        <p:nvCxnSpPr>
          <p:cNvPr id="61" name="Straight Connector 60">
            <a:extLst>
              <a:ext uri="{FF2B5EF4-FFF2-40B4-BE49-F238E27FC236}">
                <a16:creationId xmlns:a16="http://schemas.microsoft.com/office/drawing/2014/main" id="{2C763D7D-0103-EFA1-2EBA-9416585F10B8}"/>
              </a:ext>
            </a:extLst>
          </p:cNvPr>
          <p:cNvCxnSpPr>
            <a:cxnSpLocks/>
          </p:cNvCxnSpPr>
          <p:nvPr/>
        </p:nvCxnSpPr>
        <p:spPr>
          <a:xfrm>
            <a:off x="7079649" y="5773915"/>
            <a:ext cx="0" cy="407565"/>
          </a:xfrm>
          <a:prstGeom prst="line">
            <a:avLst/>
          </a:prstGeom>
          <a:ln/>
        </p:spPr>
        <p:style>
          <a:lnRef idx="1">
            <a:schemeClr val="accent6"/>
          </a:lnRef>
          <a:fillRef idx="0">
            <a:schemeClr val="accent6"/>
          </a:fillRef>
          <a:effectRef idx="0">
            <a:schemeClr val="accent6"/>
          </a:effectRef>
          <a:fontRef idx="minor">
            <a:schemeClr val="tx1"/>
          </a:fontRef>
        </p:style>
      </p:cxnSp>
      <p:sp>
        <p:nvSpPr>
          <p:cNvPr id="62" name="Speech Bubble: Rectangle with Corners Rounded 61">
            <a:extLst>
              <a:ext uri="{FF2B5EF4-FFF2-40B4-BE49-F238E27FC236}">
                <a16:creationId xmlns:a16="http://schemas.microsoft.com/office/drawing/2014/main" id="{24D332E7-5536-C207-5516-5C3687B293BD}"/>
              </a:ext>
            </a:extLst>
          </p:cNvPr>
          <p:cNvSpPr/>
          <p:nvPr/>
        </p:nvSpPr>
        <p:spPr>
          <a:xfrm>
            <a:off x="6442342" y="6134140"/>
            <a:ext cx="1274613" cy="462973"/>
          </a:xfrm>
          <a:prstGeom prst="wedgeRoundRectCallou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1200">
                <a:solidFill>
                  <a:schemeClr val="bg1"/>
                </a:solidFill>
              </a:rPr>
              <a:t>Community meetings</a:t>
            </a:r>
          </a:p>
        </p:txBody>
      </p:sp>
      <p:sp>
        <p:nvSpPr>
          <p:cNvPr id="63" name="Speech Bubble: Rectangle with Corners Rounded 62">
            <a:extLst>
              <a:ext uri="{FF2B5EF4-FFF2-40B4-BE49-F238E27FC236}">
                <a16:creationId xmlns:a16="http://schemas.microsoft.com/office/drawing/2014/main" id="{686BF3A6-E5AA-0C12-B084-ABBD0CD8C291}"/>
              </a:ext>
            </a:extLst>
          </p:cNvPr>
          <p:cNvSpPr/>
          <p:nvPr/>
        </p:nvSpPr>
        <p:spPr>
          <a:xfrm>
            <a:off x="7869355" y="6134140"/>
            <a:ext cx="1274613" cy="462973"/>
          </a:xfrm>
          <a:prstGeom prst="wedgeRoundRectCallou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1200">
                <a:solidFill>
                  <a:schemeClr val="bg1"/>
                </a:solidFill>
              </a:rPr>
              <a:t>Focus group discussions</a:t>
            </a:r>
          </a:p>
        </p:txBody>
      </p:sp>
      <p:sp>
        <p:nvSpPr>
          <p:cNvPr id="64" name="Speech Bubble: Rectangle with Corners Rounded 63">
            <a:extLst>
              <a:ext uri="{FF2B5EF4-FFF2-40B4-BE49-F238E27FC236}">
                <a16:creationId xmlns:a16="http://schemas.microsoft.com/office/drawing/2014/main" id="{CDC84902-DE6C-A5A0-F646-0D9AB0AD105E}"/>
              </a:ext>
            </a:extLst>
          </p:cNvPr>
          <p:cNvSpPr/>
          <p:nvPr/>
        </p:nvSpPr>
        <p:spPr>
          <a:xfrm>
            <a:off x="9296368" y="6134140"/>
            <a:ext cx="1274613" cy="462973"/>
          </a:xfrm>
          <a:prstGeom prst="wedgeRoundRectCallou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1200">
                <a:solidFill>
                  <a:schemeClr val="bg1"/>
                </a:solidFill>
              </a:rPr>
              <a:t>CSR events</a:t>
            </a:r>
          </a:p>
        </p:txBody>
      </p:sp>
      <p:sp>
        <p:nvSpPr>
          <p:cNvPr id="65" name="Speech Bubble: Rectangle with Corners Rounded 64">
            <a:extLst>
              <a:ext uri="{FF2B5EF4-FFF2-40B4-BE49-F238E27FC236}">
                <a16:creationId xmlns:a16="http://schemas.microsoft.com/office/drawing/2014/main" id="{9FA261FC-9E64-380A-5C22-08DBD4E69888}"/>
              </a:ext>
            </a:extLst>
          </p:cNvPr>
          <p:cNvSpPr/>
          <p:nvPr/>
        </p:nvSpPr>
        <p:spPr>
          <a:xfrm>
            <a:off x="10723381" y="6134140"/>
            <a:ext cx="1274613" cy="462973"/>
          </a:xfrm>
          <a:prstGeom prst="wedgeRoundRectCallou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1200">
                <a:solidFill>
                  <a:schemeClr val="bg1"/>
                </a:solidFill>
              </a:rPr>
              <a:t>Local forums &amp; partnerships</a:t>
            </a:r>
          </a:p>
        </p:txBody>
      </p:sp>
      <p:cxnSp>
        <p:nvCxnSpPr>
          <p:cNvPr id="66" name="Straight Connector 65">
            <a:extLst>
              <a:ext uri="{FF2B5EF4-FFF2-40B4-BE49-F238E27FC236}">
                <a16:creationId xmlns:a16="http://schemas.microsoft.com/office/drawing/2014/main" id="{8D69A041-7D6A-649F-BAA7-CCC9C3BA8912}"/>
              </a:ext>
            </a:extLst>
          </p:cNvPr>
          <p:cNvCxnSpPr>
            <a:cxnSpLocks/>
          </p:cNvCxnSpPr>
          <p:nvPr/>
        </p:nvCxnSpPr>
        <p:spPr>
          <a:xfrm>
            <a:off x="7079649" y="5773915"/>
            <a:ext cx="4267202" cy="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67" name="Straight Connector 66">
            <a:extLst>
              <a:ext uri="{FF2B5EF4-FFF2-40B4-BE49-F238E27FC236}">
                <a16:creationId xmlns:a16="http://schemas.microsoft.com/office/drawing/2014/main" id="{58A24F30-66ED-3020-3F17-D3758B463751}"/>
              </a:ext>
            </a:extLst>
          </p:cNvPr>
          <p:cNvCxnSpPr>
            <a:endCxn id="63" idx="0"/>
          </p:cNvCxnSpPr>
          <p:nvPr/>
        </p:nvCxnSpPr>
        <p:spPr>
          <a:xfrm flipH="1">
            <a:off x="8506662" y="5781985"/>
            <a:ext cx="0" cy="352155"/>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68" name="Straight Connector 67">
            <a:extLst>
              <a:ext uri="{FF2B5EF4-FFF2-40B4-BE49-F238E27FC236}">
                <a16:creationId xmlns:a16="http://schemas.microsoft.com/office/drawing/2014/main" id="{965FE8F0-DEED-DA16-B2B6-768C93F03AB4}"/>
              </a:ext>
            </a:extLst>
          </p:cNvPr>
          <p:cNvCxnSpPr/>
          <p:nvPr/>
        </p:nvCxnSpPr>
        <p:spPr>
          <a:xfrm flipH="1">
            <a:off x="9924443" y="5773915"/>
            <a:ext cx="0" cy="352155"/>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69" name="Straight Connector 68">
            <a:extLst>
              <a:ext uri="{FF2B5EF4-FFF2-40B4-BE49-F238E27FC236}">
                <a16:creationId xmlns:a16="http://schemas.microsoft.com/office/drawing/2014/main" id="{E414824C-E9D2-C071-024E-343913ED7F25}"/>
              </a:ext>
            </a:extLst>
          </p:cNvPr>
          <p:cNvCxnSpPr/>
          <p:nvPr/>
        </p:nvCxnSpPr>
        <p:spPr>
          <a:xfrm flipH="1">
            <a:off x="11346851" y="5773915"/>
            <a:ext cx="0" cy="352155"/>
          </a:xfrm>
          <a:prstGeom prst="line">
            <a:avLst/>
          </a:prstGeom>
          <a:ln/>
        </p:spPr>
        <p:style>
          <a:lnRef idx="1">
            <a:schemeClr val="accent6"/>
          </a:lnRef>
          <a:fillRef idx="0">
            <a:schemeClr val="accent6"/>
          </a:fillRef>
          <a:effectRef idx="0">
            <a:schemeClr val="accent6"/>
          </a:effectRef>
          <a:fontRef idx="minor">
            <a:schemeClr val="tx1"/>
          </a:fontRef>
        </p:style>
      </p:cxnSp>
      <p:sp>
        <p:nvSpPr>
          <p:cNvPr id="71" name="TextBox 70">
            <a:extLst>
              <a:ext uri="{FF2B5EF4-FFF2-40B4-BE49-F238E27FC236}">
                <a16:creationId xmlns:a16="http://schemas.microsoft.com/office/drawing/2014/main" id="{96D6461D-85C8-0F0B-148D-77A42B585E6D}"/>
              </a:ext>
            </a:extLst>
          </p:cNvPr>
          <p:cNvSpPr txBox="1"/>
          <p:nvPr/>
        </p:nvSpPr>
        <p:spPr>
          <a:xfrm>
            <a:off x="523433" y="1134382"/>
            <a:ext cx="2325256" cy="646331"/>
          </a:xfrm>
          <a:prstGeom prst="rect">
            <a:avLst/>
          </a:prstGeom>
          <a:noFill/>
        </p:spPr>
        <p:txBody>
          <a:bodyPr wrap="square">
            <a:spAutoFit/>
          </a:bodyPr>
          <a:lstStyle/>
          <a:p>
            <a:r>
              <a:rPr lang="en-US" sz="1200" b="1" i="1"/>
              <a:t>Common for:</a:t>
            </a:r>
            <a:r>
              <a:rPr lang="en-US" sz="1200" i="1"/>
              <a:t> Investors, regulators, key customers, employees, partners</a:t>
            </a:r>
          </a:p>
        </p:txBody>
      </p:sp>
      <p:sp>
        <p:nvSpPr>
          <p:cNvPr id="72" name="Speech Bubble: Rectangle with Corners Rounded 71">
            <a:extLst>
              <a:ext uri="{FF2B5EF4-FFF2-40B4-BE49-F238E27FC236}">
                <a16:creationId xmlns:a16="http://schemas.microsoft.com/office/drawing/2014/main" id="{457CBB4F-6A8B-6CC1-AA99-D51EA8489B14}"/>
              </a:ext>
            </a:extLst>
          </p:cNvPr>
          <p:cNvSpPr/>
          <p:nvPr/>
        </p:nvSpPr>
        <p:spPr>
          <a:xfrm>
            <a:off x="10691072" y="2971744"/>
            <a:ext cx="1274613" cy="462973"/>
          </a:xfrm>
          <a:prstGeom prst="wedgeRoundRectCallou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1200">
                <a:solidFill>
                  <a:schemeClr val="bg1"/>
                </a:solidFill>
              </a:rPr>
              <a:t>Social media platforms</a:t>
            </a:r>
          </a:p>
        </p:txBody>
      </p:sp>
      <p:sp>
        <p:nvSpPr>
          <p:cNvPr id="73" name="TextBox 72">
            <a:extLst>
              <a:ext uri="{FF2B5EF4-FFF2-40B4-BE49-F238E27FC236}">
                <a16:creationId xmlns:a16="http://schemas.microsoft.com/office/drawing/2014/main" id="{E7EB5C1D-42C9-A8C2-741E-A3880D464A6B}"/>
              </a:ext>
            </a:extLst>
          </p:cNvPr>
          <p:cNvSpPr txBox="1"/>
          <p:nvPr/>
        </p:nvSpPr>
        <p:spPr>
          <a:xfrm>
            <a:off x="3361618" y="2680846"/>
            <a:ext cx="2325256" cy="646331"/>
          </a:xfrm>
          <a:prstGeom prst="rect">
            <a:avLst/>
          </a:prstGeom>
          <a:noFill/>
        </p:spPr>
        <p:txBody>
          <a:bodyPr wrap="square">
            <a:spAutoFit/>
          </a:bodyPr>
          <a:lstStyle/>
          <a:p>
            <a:r>
              <a:rPr lang="en-US" sz="1200" b="1" i="1"/>
              <a:t>Common for:</a:t>
            </a:r>
            <a:r>
              <a:rPr lang="en-US" sz="1200" i="1"/>
              <a:t> Large, geographically dispersed stakeholder groups</a:t>
            </a:r>
          </a:p>
        </p:txBody>
      </p:sp>
      <p:sp>
        <p:nvSpPr>
          <p:cNvPr id="74" name="TextBox 73">
            <a:extLst>
              <a:ext uri="{FF2B5EF4-FFF2-40B4-BE49-F238E27FC236}">
                <a16:creationId xmlns:a16="http://schemas.microsoft.com/office/drawing/2014/main" id="{D5FECAAF-2B17-D323-B0A9-059298BF5B68}"/>
              </a:ext>
            </a:extLst>
          </p:cNvPr>
          <p:cNvSpPr txBox="1"/>
          <p:nvPr/>
        </p:nvSpPr>
        <p:spPr>
          <a:xfrm>
            <a:off x="1004676" y="4260374"/>
            <a:ext cx="2325256" cy="646331"/>
          </a:xfrm>
          <a:prstGeom prst="rect">
            <a:avLst/>
          </a:prstGeom>
          <a:noFill/>
        </p:spPr>
        <p:txBody>
          <a:bodyPr wrap="square">
            <a:spAutoFit/>
          </a:bodyPr>
          <a:lstStyle/>
          <a:p>
            <a:r>
              <a:rPr lang="en-US" sz="1200" b="1" i="1"/>
              <a:t>Common for:</a:t>
            </a:r>
            <a:r>
              <a:rPr lang="en-US" sz="1200" i="1"/>
              <a:t> Shareholders, regulators, media, rating agencies</a:t>
            </a:r>
          </a:p>
        </p:txBody>
      </p:sp>
      <p:sp>
        <p:nvSpPr>
          <p:cNvPr id="75" name="TextBox 74">
            <a:extLst>
              <a:ext uri="{FF2B5EF4-FFF2-40B4-BE49-F238E27FC236}">
                <a16:creationId xmlns:a16="http://schemas.microsoft.com/office/drawing/2014/main" id="{0BBFED0D-A0FD-CE06-98E0-DA1560DD78BC}"/>
              </a:ext>
            </a:extLst>
          </p:cNvPr>
          <p:cNvSpPr txBox="1"/>
          <p:nvPr/>
        </p:nvSpPr>
        <p:spPr>
          <a:xfrm>
            <a:off x="3391573" y="5931676"/>
            <a:ext cx="2325256" cy="461665"/>
          </a:xfrm>
          <a:prstGeom prst="rect">
            <a:avLst/>
          </a:prstGeom>
          <a:noFill/>
        </p:spPr>
        <p:txBody>
          <a:bodyPr wrap="square">
            <a:spAutoFit/>
          </a:bodyPr>
          <a:lstStyle/>
          <a:p>
            <a:r>
              <a:rPr lang="en-US" sz="1200" b="1" i="1"/>
              <a:t>Common for:</a:t>
            </a:r>
            <a:r>
              <a:rPr lang="en-US" sz="1200" i="1"/>
              <a:t> Communities, focused groups</a:t>
            </a:r>
          </a:p>
        </p:txBody>
      </p:sp>
      <p:cxnSp>
        <p:nvCxnSpPr>
          <p:cNvPr id="77" name="Straight Connector 76">
            <a:extLst>
              <a:ext uri="{FF2B5EF4-FFF2-40B4-BE49-F238E27FC236}">
                <a16:creationId xmlns:a16="http://schemas.microsoft.com/office/drawing/2014/main" id="{BFB2294F-E79A-1A6A-34A4-3FA539424725}"/>
              </a:ext>
            </a:extLst>
          </p:cNvPr>
          <p:cNvCxnSpPr/>
          <p:nvPr/>
        </p:nvCxnSpPr>
        <p:spPr>
          <a:xfrm>
            <a:off x="622725" y="1789951"/>
            <a:ext cx="637309" cy="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78" name="Straight Connector 77">
            <a:extLst>
              <a:ext uri="{FF2B5EF4-FFF2-40B4-BE49-F238E27FC236}">
                <a16:creationId xmlns:a16="http://schemas.microsoft.com/office/drawing/2014/main" id="{DFAEC3AE-4CF1-C9BF-57EC-88235831C1D7}"/>
              </a:ext>
            </a:extLst>
          </p:cNvPr>
          <p:cNvCxnSpPr/>
          <p:nvPr/>
        </p:nvCxnSpPr>
        <p:spPr>
          <a:xfrm>
            <a:off x="1093589" y="4906705"/>
            <a:ext cx="637309" cy="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79" name="Straight Connector 78">
            <a:extLst>
              <a:ext uri="{FF2B5EF4-FFF2-40B4-BE49-F238E27FC236}">
                <a16:creationId xmlns:a16="http://schemas.microsoft.com/office/drawing/2014/main" id="{39273F21-C4FB-6749-D42A-72CA645CE1F5}"/>
              </a:ext>
            </a:extLst>
          </p:cNvPr>
          <p:cNvCxnSpPr/>
          <p:nvPr/>
        </p:nvCxnSpPr>
        <p:spPr>
          <a:xfrm>
            <a:off x="3472873" y="3429000"/>
            <a:ext cx="637309" cy="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80" name="Straight Connector 79">
            <a:extLst>
              <a:ext uri="{FF2B5EF4-FFF2-40B4-BE49-F238E27FC236}">
                <a16:creationId xmlns:a16="http://schemas.microsoft.com/office/drawing/2014/main" id="{9546A265-61F6-B7E4-F95E-0186B1A8AE18}"/>
              </a:ext>
            </a:extLst>
          </p:cNvPr>
          <p:cNvCxnSpPr/>
          <p:nvPr/>
        </p:nvCxnSpPr>
        <p:spPr>
          <a:xfrm>
            <a:off x="3501745" y="6351384"/>
            <a:ext cx="637309" cy="0"/>
          </a:xfrm>
          <a:prstGeom prst="line">
            <a:avLst/>
          </a:prstGeom>
          <a:ln/>
        </p:spPr>
        <p:style>
          <a:lnRef idx="1">
            <a:schemeClr val="accent2"/>
          </a:lnRef>
          <a:fillRef idx="0">
            <a:schemeClr val="accent2"/>
          </a:fillRef>
          <a:effectRef idx="0">
            <a:schemeClr val="accent2"/>
          </a:effectRef>
          <a:fontRef idx="minor">
            <a:schemeClr val="tx1"/>
          </a:fontRef>
        </p:style>
      </p:cxnSp>
      <p:pic>
        <p:nvPicPr>
          <p:cNvPr id="82" name="Graphic 81" descr="Direction with solid fill">
            <a:extLst>
              <a:ext uri="{FF2B5EF4-FFF2-40B4-BE49-F238E27FC236}">
                <a16:creationId xmlns:a16="http://schemas.microsoft.com/office/drawing/2014/main" id="{A8D48B66-BDE1-B385-91A1-7675B8B4C8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04968" y="1298338"/>
            <a:ext cx="702379" cy="702379"/>
          </a:xfrm>
          <a:prstGeom prst="rect">
            <a:avLst/>
          </a:prstGeom>
        </p:spPr>
      </p:pic>
      <p:pic>
        <p:nvPicPr>
          <p:cNvPr id="86" name="Graphic 85" descr="Online meeting with solid fill">
            <a:extLst>
              <a:ext uri="{FF2B5EF4-FFF2-40B4-BE49-F238E27FC236}">
                <a16:creationId xmlns:a16="http://schemas.microsoft.com/office/drawing/2014/main" id="{A3AC71B0-94CE-17CD-0E80-0659158E621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11205" y="2863251"/>
            <a:ext cx="778749" cy="778749"/>
          </a:xfrm>
          <a:prstGeom prst="rect">
            <a:avLst/>
          </a:prstGeom>
        </p:spPr>
      </p:pic>
      <p:pic>
        <p:nvPicPr>
          <p:cNvPr id="88" name="Graphic 87" descr="Court with solid fill">
            <a:extLst>
              <a:ext uri="{FF2B5EF4-FFF2-40B4-BE49-F238E27FC236}">
                <a16:creationId xmlns:a16="http://schemas.microsoft.com/office/drawing/2014/main" id="{38493031-E8C9-31D4-7385-886CE8FEFD2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63272" y="4360549"/>
            <a:ext cx="738473" cy="738473"/>
          </a:xfrm>
          <a:prstGeom prst="rect">
            <a:avLst/>
          </a:prstGeom>
        </p:spPr>
      </p:pic>
      <p:cxnSp>
        <p:nvCxnSpPr>
          <p:cNvPr id="90" name="Straight Connector 89">
            <a:extLst>
              <a:ext uri="{FF2B5EF4-FFF2-40B4-BE49-F238E27FC236}">
                <a16:creationId xmlns:a16="http://schemas.microsoft.com/office/drawing/2014/main" id="{C1427857-BAA6-27F8-1D8F-1C00387DA82E}"/>
              </a:ext>
            </a:extLst>
          </p:cNvPr>
          <p:cNvCxnSpPr/>
          <p:nvPr/>
        </p:nvCxnSpPr>
        <p:spPr>
          <a:xfrm flipV="1">
            <a:off x="-9628" y="2115133"/>
            <a:ext cx="12192000" cy="0"/>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1" name="Straight Connector 90">
            <a:extLst>
              <a:ext uri="{FF2B5EF4-FFF2-40B4-BE49-F238E27FC236}">
                <a16:creationId xmlns:a16="http://schemas.microsoft.com/office/drawing/2014/main" id="{9BB50E4F-2D78-4DDA-922D-45508E4B70F8}"/>
              </a:ext>
            </a:extLst>
          </p:cNvPr>
          <p:cNvCxnSpPr/>
          <p:nvPr/>
        </p:nvCxnSpPr>
        <p:spPr>
          <a:xfrm flipV="1">
            <a:off x="-18472" y="3671457"/>
            <a:ext cx="12192000" cy="0"/>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2" name="Straight Connector 91">
            <a:extLst>
              <a:ext uri="{FF2B5EF4-FFF2-40B4-BE49-F238E27FC236}">
                <a16:creationId xmlns:a16="http://schemas.microsoft.com/office/drawing/2014/main" id="{CF20F69D-4134-89C5-629B-56CCD8B16467}"/>
              </a:ext>
            </a:extLst>
          </p:cNvPr>
          <p:cNvCxnSpPr/>
          <p:nvPr/>
        </p:nvCxnSpPr>
        <p:spPr>
          <a:xfrm flipV="1">
            <a:off x="0" y="5282579"/>
            <a:ext cx="12192000" cy="0"/>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07" name="Graphic 106" descr="Users with solid fill">
            <a:extLst>
              <a:ext uri="{FF2B5EF4-FFF2-40B4-BE49-F238E27FC236}">
                <a16:creationId xmlns:a16="http://schemas.microsoft.com/office/drawing/2014/main" id="{AB4E8420-7267-6201-6D06-20C9BDC991F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81572" y="5972202"/>
            <a:ext cx="670321" cy="670321"/>
          </a:xfrm>
          <a:prstGeom prst="rect">
            <a:avLst/>
          </a:prstGeom>
        </p:spPr>
      </p:pic>
      <p:cxnSp>
        <p:nvCxnSpPr>
          <p:cNvPr id="2" name="Straight Connector 1">
            <a:extLst>
              <a:ext uri="{FF2B5EF4-FFF2-40B4-BE49-F238E27FC236}">
                <a16:creationId xmlns:a16="http://schemas.microsoft.com/office/drawing/2014/main" id="{D9DA70FD-E3DC-31DD-1977-4BA03C957127}"/>
              </a:ext>
            </a:extLst>
          </p:cNvPr>
          <p:cNvCxnSpPr/>
          <p:nvPr/>
        </p:nvCxnSpPr>
        <p:spPr>
          <a:xfrm>
            <a:off x="3016628" y="4208204"/>
            <a:ext cx="637309" cy="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3" name="Straight Connector 2">
            <a:extLst>
              <a:ext uri="{FF2B5EF4-FFF2-40B4-BE49-F238E27FC236}">
                <a16:creationId xmlns:a16="http://schemas.microsoft.com/office/drawing/2014/main" id="{B7995429-6A44-A287-0F5C-204EBD3C9C8B}"/>
              </a:ext>
            </a:extLst>
          </p:cNvPr>
          <p:cNvCxnSpPr/>
          <p:nvPr/>
        </p:nvCxnSpPr>
        <p:spPr>
          <a:xfrm>
            <a:off x="6130654" y="2626638"/>
            <a:ext cx="637309" cy="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4" name="Straight Connector 3">
            <a:extLst>
              <a:ext uri="{FF2B5EF4-FFF2-40B4-BE49-F238E27FC236}">
                <a16:creationId xmlns:a16="http://schemas.microsoft.com/office/drawing/2014/main" id="{F00067F8-6ACC-E9AB-C839-C2F34347820C}"/>
              </a:ext>
            </a:extLst>
          </p:cNvPr>
          <p:cNvCxnSpPr/>
          <p:nvPr/>
        </p:nvCxnSpPr>
        <p:spPr>
          <a:xfrm>
            <a:off x="6165249" y="5773915"/>
            <a:ext cx="637309" cy="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5" name="Straight Connector 4">
            <a:extLst>
              <a:ext uri="{FF2B5EF4-FFF2-40B4-BE49-F238E27FC236}">
                <a16:creationId xmlns:a16="http://schemas.microsoft.com/office/drawing/2014/main" id="{DADE400B-F62D-FAB3-5A58-DD3331FB2DF2}"/>
              </a:ext>
            </a:extLst>
          </p:cNvPr>
          <p:cNvCxnSpPr/>
          <p:nvPr/>
        </p:nvCxnSpPr>
        <p:spPr>
          <a:xfrm>
            <a:off x="2692623" y="1080415"/>
            <a:ext cx="637309" cy="0"/>
          </a:xfrm>
          <a:prstGeom prst="line">
            <a:avLst/>
          </a:prstGeom>
          <a:ln/>
        </p:spPr>
        <p:style>
          <a:lnRef idx="1">
            <a:schemeClr val="accent2"/>
          </a:lnRef>
          <a:fillRef idx="0">
            <a:schemeClr val="accent2"/>
          </a:fillRef>
          <a:effectRef idx="0">
            <a:schemeClr val="accent2"/>
          </a:effectRef>
          <a:fontRef idx="minor">
            <a:schemeClr val="tx1"/>
          </a:fontRef>
        </p:style>
      </p:cxnSp>
      <p:sp>
        <p:nvSpPr>
          <p:cNvPr id="6" name="Arrow: Right 5">
            <a:extLst>
              <a:ext uri="{FF2B5EF4-FFF2-40B4-BE49-F238E27FC236}">
                <a16:creationId xmlns:a16="http://schemas.microsoft.com/office/drawing/2014/main" id="{12ECE898-B1E4-89EA-706B-9A4444E8E691}"/>
              </a:ext>
            </a:extLst>
          </p:cNvPr>
          <p:cNvSpPr/>
          <p:nvPr/>
        </p:nvSpPr>
        <p:spPr>
          <a:xfrm>
            <a:off x="3" y="2347968"/>
            <a:ext cx="3031961" cy="750082"/>
          </a:xfrm>
          <a:prstGeom prst="rightArrow">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7" name="Arrow: Left 6">
            <a:extLst>
              <a:ext uri="{FF2B5EF4-FFF2-40B4-BE49-F238E27FC236}">
                <a16:creationId xmlns:a16="http://schemas.microsoft.com/office/drawing/2014/main" id="{E3F59B9A-332B-D41A-D4EB-97ACB3EED1F2}"/>
              </a:ext>
            </a:extLst>
          </p:cNvPr>
          <p:cNvSpPr/>
          <p:nvPr/>
        </p:nvSpPr>
        <p:spPr>
          <a:xfrm>
            <a:off x="9152791" y="3905738"/>
            <a:ext cx="3031961" cy="750082"/>
          </a:xfrm>
          <a:prstGeom prst="leftArrow">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8" name="Arrow: Right 7">
            <a:extLst>
              <a:ext uri="{FF2B5EF4-FFF2-40B4-BE49-F238E27FC236}">
                <a16:creationId xmlns:a16="http://schemas.microsoft.com/office/drawing/2014/main" id="{035F302D-DA12-E7B4-505F-74E0B86DF84E}"/>
              </a:ext>
            </a:extLst>
          </p:cNvPr>
          <p:cNvSpPr/>
          <p:nvPr/>
        </p:nvSpPr>
        <p:spPr>
          <a:xfrm>
            <a:off x="3" y="5441808"/>
            <a:ext cx="3031961" cy="750082"/>
          </a:xfrm>
          <a:prstGeom prst="rightArrow">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9" name="Arrow: Left 8">
            <a:extLst>
              <a:ext uri="{FF2B5EF4-FFF2-40B4-BE49-F238E27FC236}">
                <a16:creationId xmlns:a16="http://schemas.microsoft.com/office/drawing/2014/main" id="{165D1A45-B612-B6DA-FC18-3E18E2994130}"/>
              </a:ext>
            </a:extLst>
          </p:cNvPr>
          <p:cNvSpPr/>
          <p:nvPr/>
        </p:nvSpPr>
        <p:spPr>
          <a:xfrm>
            <a:off x="9151195" y="612234"/>
            <a:ext cx="3031961" cy="750082"/>
          </a:xfrm>
          <a:prstGeom prst="leftArrow">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Tree>
    <p:custDataLst>
      <p:custData r:id="rId1"/>
    </p:custDataLst>
    <p:extLst>
      <p:ext uri="{BB962C8B-B14F-4D97-AF65-F5344CB8AC3E}">
        <p14:creationId xmlns:p14="http://schemas.microsoft.com/office/powerpoint/2010/main" val="32999891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F5586-B721-CE22-86EE-FF9DC682AFBB}"/>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05E8B679-2562-E019-969E-86EF747B22EC}"/>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Fostering Effective Communication | Globally Recognized Strategies</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grpSp>
        <p:nvGrpSpPr>
          <p:cNvPr id="55" name="Group 54">
            <a:extLst>
              <a:ext uri="{FF2B5EF4-FFF2-40B4-BE49-F238E27FC236}">
                <a16:creationId xmlns:a16="http://schemas.microsoft.com/office/drawing/2014/main" id="{227227C8-1417-705D-87A5-3053106DC0ED}"/>
              </a:ext>
            </a:extLst>
          </p:cNvPr>
          <p:cNvGrpSpPr/>
          <p:nvPr/>
        </p:nvGrpSpPr>
        <p:grpSpPr>
          <a:xfrm>
            <a:off x="-438318" y="1274768"/>
            <a:ext cx="6023013" cy="5005790"/>
            <a:chOff x="1971493" y="1358434"/>
            <a:chExt cx="6023013" cy="5005790"/>
          </a:xfrm>
        </p:grpSpPr>
        <p:grpSp>
          <p:nvGrpSpPr>
            <p:cNvPr id="18" name="Google Shape;2207;p72">
              <a:extLst>
                <a:ext uri="{FF2B5EF4-FFF2-40B4-BE49-F238E27FC236}">
                  <a16:creationId xmlns:a16="http://schemas.microsoft.com/office/drawing/2014/main" id="{81064F20-4D77-614C-DCC2-2809182C4E9B}"/>
                </a:ext>
              </a:extLst>
            </p:cNvPr>
            <p:cNvGrpSpPr/>
            <p:nvPr/>
          </p:nvGrpSpPr>
          <p:grpSpPr>
            <a:xfrm>
              <a:off x="1971493" y="1358434"/>
              <a:ext cx="6023013" cy="5005790"/>
              <a:chOff x="1409560" y="1990157"/>
              <a:chExt cx="5118870" cy="4412447"/>
            </a:xfrm>
          </p:grpSpPr>
          <p:sp>
            <p:nvSpPr>
              <p:cNvPr id="19" name="Google Shape;2208;p72">
                <a:extLst>
                  <a:ext uri="{FF2B5EF4-FFF2-40B4-BE49-F238E27FC236}">
                    <a16:creationId xmlns:a16="http://schemas.microsoft.com/office/drawing/2014/main" id="{DBA5A3B0-37F4-D37C-5166-8FB6961EAE06}"/>
                  </a:ext>
                </a:extLst>
              </p:cNvPr>
              <p:cNvSpPr/>
              <p:nvPr/>
            </p:nvSpPr>
            <p:spPr>
              <a:xfrm>
                <a:off x="2231211" y="2370861"/>
                <a:ext cx="3473228" cy="3307836"/>
              </a:xfrm>
              <a:prstGeom prst="pentagon">
                <a:avLst>
                  <a:gd name="hf" fmla="val 105146"/>
                  <a:gd name="vf" fmla="val 110557"/>
                </a:avLst>
              </a:prstGeom>
              <a:noFill/>
              <a:ln w="57150" cap="rnd"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26">
                  <a:solidFill>
                    <a:schemeClr val="lt1"/>
                  </a:solidFill>
                  <a:latin typeface="Arial"/>
                  <a:ea typeface="Arial"/>
                  <a:cs typeface="Arial"/>
                  <a:sym typeface="Arial"/>
                </a:endParaRPr>
              </a:p>
            </p:txBody>
          </p:sp>
          <p:grpSp>
            <p:nvGrpSpPr>
              <p:cNvPr id="20" name="Google Shape;2209;p72">
                <a:extLst>
                  <a:ext uri="{FF2B5EF4-FFF2-40B4-BE49-F238E27FC236}">
                    <a16:creationId xmlns:a16="http://schemas.microsoft.com/office/drawing/2014/main" id="{84BE21B7-9152-77AD-CE72-9DCA6D3DB4D5}"/>
                  </a:ext>
                </a:extLst>
              </p:cNvPr>
              <p:cNvGrpSpPr/>
              <p:nvPr/>
            </p:nvGrpSpPr>
            <p:grpSpPr>
              <a:xfrm>
                <a:off x="3226826" y="4920606"/>
                <a:ext cx="1481998" cy="1481998"/>
                <a:chOff x="3226826" y="4920606"/>
                <a:chExt cx="1481998" cy="1481998"/>
              </a:xfrm>
            </p:grpSpPr>
            <p:sp>
              <p:nvSpPr>
                <p:cNvPr id="37" name="Google Shape;2210;p72">
                  <a:extLst>
                    <a:ext uri="{FF2B5EF4-FFF2-40B4-BE49-F238E27FC236}">
                      <a16:creationId xmlns:a16="http://schemas.microsoft.com/office/drawing/2014/main" id="{7F65B6C6-B94B-927D-1B1F-8C1284B29896}"/>
                    </a:ext>
                  </a:extLst>
                </p:cNvPr>
                <p:cNvSpPr/>
                <p:nvPr/>
              </p:nvSpPr>
              <p:spPr>
                <a:xfrm>
                  <a:off x="3226826" y="4920606"/>
                  <a:ext cx="1481998" cy="1481998"/>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26">
                    <a:solidFill>
                      <a:schemeClr val="lt1"/>
                    </a:solidFill>
                    <a:latin typeface="Arial"/>
                    <a:ea typeface="Arial"/>
                    <a:cs typeface="Arial"/>
                    <a:sym typeface="Arial"/>
                  </a:endParaRPr>
                </a:p>
              </p:txBody>
            </p:sp>
            <p:sp>
              <p:nvSpPr>
                <p:cNvPr id="38" name="Google Shape;2211;p72">
                  <a:extLst>
                    <a:ext uri="{FF2B5EF4-FFF2-40B4-BE49-F238E27FC236}">
                      <a16:creationId xmlns:a16="http://schemas.microsoft.com/office/drawing/2014/main" id="{3715C7A3-CF14-0A64-B497-0066911C5299}"/>
                    </a:ext>
                  </a:extLst>
                </p:cNvPr>
                <p:cNvSpPr/>
                <p:nvPr/>
              </p:nvSpPr>
              <p:spPr>
                <a:xfrm rot="-5400000">
                  <a:off x="3646570" y="4653510"/>
                  <a:ext cx="642511" cy="1332929"/>
                </a:xfrm>
                <a:custGeom>
                  <a:avLst/>
                  <a:gdLst/>
                  <a:ahLst/>
                  <a:cxnLst/>
                  <a:rect l="l" t="t" r="r" b="b"/>
                  <a:pathLst>
                    <a:path w="269" h="556" extrusionOk="0">
                      <a:moveTo>
                        <a:pt x="137" y="278"/>
                      </a:moveTo>
                      <a:cubicBezTo>
                        <a:pt x="137" y="356"/>
                        <a:pt x="77" y="419"/>
                        <a:pt x="0" y="424"/>
                      </a:cubicBezTo>
                      <a:cubicBezTo>
                        <a:pt x="0" y="556"/>
                        <a:pt x="0" y="556"/>
                        <a:pt x="0" y="556"/>
                      </a:cubicBezTo>
                      <a:cubicBezTo>
                        <a:pt x="150" y="551"/>
                        <a:pt x="269" y="428"/>
                        <a:pt x="269" y="278"/>
                      </a:cubicBezTo>
                      <a:cubicBezTo>
                        <a:pt x="269" y="127"/>
                        <a:pt x="150" y="5"/>
                        <a:pt x="0" y="0"/>
                      </a:cubicBezTo>
                      <a:cubicBezTo>
                        <a:pt x="0" y="132"/>
                        <a:pt x="0" y="132"/>
                        <a:pt x="0" y="132"/>
                      </a:cubicBezTo>
                      <a:cubicBezTo>
                        <a:pt x="77" y="136"/>
                        <a:pt x="137" y="200"/>
                        <a:pt x="137" y="27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026">
                    <a:solidFill>
                      <a:schemeClr val="dk1"/>
                    </a:solidFill>
                    <a:latin typeface="Arial"/>
                    <a:ea typeface="Arial"/>
                    <a:cs typeface="Arial"/>
                    <a:sym typeface="Arial"/>
                  </a:endParaRPr>
                </a:p>
              </p:txBody>
            </p:sp>
            <p:sp>
              <p:nvSpPr>
                <p:cNvPr id="39" name="Google Shape;2212;p72">
                  <a:extLst>
                    <a:ext uri="{FF2B5EF4-FFF2-40B4-BE49-F238E27FC236}">
                      <a16:creationId xmlns:a16="http://schemas.microsoft.com/office/drawing/2014/main" id="{AC4B8F87-8808-A459-A16A-F55B3DF540F0}"/>
                    </a:ext>
                  </a:extLst>
                </p:cNvPr>
                <p:cNvSpPr/>
                <p:nvPr/>
              </p:nvSpPr>
              <p:spPr>
                <a:xfrm>
                  <a:off x="3682588" y="5383545"/>
                  <a:ext cx="556120" cy="556120"/>
                </a:xfrm>
                <a:prstGeom prst="ellipse">
                  <a:avLst/>
                </a:prstGeom>
                <a:noFill/>
                <a:ln w="2857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26">
                    <a:solidFill>
                      <a:schemeClr val="lt1"/>
                    </a:solidFill>
                    <a:latin typeface="Arial"/>
                    <a:ea typeface="Arial"/>
                    <a:cs typeface="Arial"/>
                    <a:sym typeface="Arial"/>
                  </a:endParaRPr>
                </a:p>
              </p:txBody>
            </p:sp>
          </p:grpSp>
          <p:grpSp>
            <p:nvGrpSpPr>
              <p:cNvPr id="21" name="Google Shape;2213;p72">
                <a:extLst>
                  <a:ext uri="{FF2B5EF4-FFF2-40B4-BE49-F238E27FC236}">
                    <a16:creationId xmlns:a16="http://schemas.microsoft.com/office/drawing/2014/main" id="{0D0CACAE-1FB5-7E15-9310-98AD82ED7441}"/>
                  </a:ext>
                </a:extLst>
              </p:cNvPr>
              <p:cNvGrpSpPr/>
              <p:nvPr/>
            </p:nvGrpSpPr>
            <p:grpSpPr>
              <a:xfrm rot="4328032">
                <a:off x="1650703" y="3736962"/>
                <a:ext cx="1865198" cy="1865198"/>
                <a:chOff x="3035226" y="4729006"/>
                <a:chExt cx="1865198" cy="1865198"/>
              </a:xfrm>
            </p:grpSpPr>
            <p:sp>
              <p:nvSpPr>
                <p:cNvPr id="34" name="Google Shape;2214;p72">
                  <a:extLst>
                    <a:ext uri="{FF2B5EF4-FFF2-40B4-BE49-F238E27FC236}">
                      <a16:creationId xmlns:a16="http://schemas.microsoft.com/office/drawing/2014/main" id="{E0A66A2E-CF6A-889A-75E9-6584794E99CA}"/>
                    </a:ext>
                  </a:extLst>
                </p:cNvPr>
                <p:cNvSpPr/>
                <p:nvPr/>
              </p:nvSpPr>
              <p:spPr>
                <a:xfrm rot="-4328032">
                  <a:off x="3226826" y="4920606"/>
                  <a:ext cx="1481998" cy="1481998"/>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26">
                    <a:solidFill>
                      <a:schemeClr val="lt1"/>
                    </a:solidFill>
                    <a:latin typeface="Arial"/>
                    <a:ea typeface="Arial"/>
                    <a:cs typeface="Arial"/>
                    <a:sym typeface="Arial"/>
                  </a:endParaRPr>
                </a:p>
              </p:txBody>
            </p:sp>
            <p:sp>
              <p:nvSpPr>
                <p:cNvPr id="35" name="Google Shape;2215;p72">
                  <a:extLst>
                    <a:ext uri="{FF2B5EF4-FFF2-40B4-BE49-F238E27FC236}">
                      <a16:creationId xmlns:a16="http://schemas.microsoft.com/office/drawing/2014/main" id="{4D4C4B01-315B-E8BB-18B6-27F4590A8CF4}"/>
                    </a:ext>
                  </a:extLst>
                </p:cNvPr>
                <p:cNvSpPr/>
                <p:nvPr/>
              </p:nvSpPr>
              <p:spPr>
                <a:xfrm rot="-5400000">
                  <a:off x="3646570" y="4653510"/>
                  <a:ext cx="642511" cy="1332929"/>
                </a:xfrm>
                <a:custGeom>
                  <a:avLst/>
                  <a:gdLst/>
                  <a:ahLst/>
                  <a:cxnLst/>
                  <a:rect l="l" t="t" r="r" b="b"/>
                  <a:pathLst>
                    <a:path w="269" h="556" extrusionOk="0">
                      <a:moveTo>
                        <a:pt x="137" y="278"/>
                      </a:moveTo>
                      <a:cubicBezTo>
                        <a:pt x="137" y="356"/>
                        <a:pt x="77" y="419"/>
                        <a:pt x="0" y="424"/>
                      </a:cubicBezTo>
                      <a:cubicBezTo>
                        <a:pt x="0" y="556"/>
                        <a:pt x="0" y="556"/>
                        <a:pt x="0" y="556"/>
                      </a:cubicBezTo>
                      <a:cubicBezTo>
                        <a:pt x="150" y="551"/>
                        <a:pt x="269" y="428"/>
                        <a:pt x="269" y="278"/>
                      </a:cubicBezTo>
                      <a:cubicBezTo>
                        <a:pt x="269" y="127"/>
                        <a:pt x="150" y="5"/>
                        <a:pt x="0" y="0"/>
                      </a:cubicBezTo>
                      <a:cubicBezTo>
                        <a:pt x="0" y="132"/>
                        <a:pt x="0" y="132"/>
                        <a:pt x="0" y="132"/>
                      </a:cubicBezTo>
                      <a:cubicBezTo>
                        <a:pt x="77" y="136"/>
                        <a:pt x="137" y="200"/>
                        <a:pt x="137" y="27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026">
                    <a:solidFill>
                      <a:schemeClr val="dk1"/>
                    </a:solidFill>
                    <a:latin typeface="Arial"/>
                    <a:ea typeface="Arial"/>
                    <a:cs typeface="Arial"/>
                    <a:sym typeface="Arial"/>
                  </a:endParaRPr>
                </a:p>
              </p:txBody>
            </p:sp>
            <p:sp>
              <p:nvSpPr>
                <p:cNvPr id="36" name="Google Shape;2216;p72">
                  <a:extLst>
                    <a:ext uri="{FF2B5EF4-FFF2-40B4-BE49-F238E27FC236}">
                      <a16:creationId xmlns:a16="http://schemas.microsoft.com/office/drawing/2014/main" id="{5C1356C0-D478-C029-C51E-528998EFD322}"/>
                    </a:ext>
                  </a:extLst>
                </p:cNvPr>
                <p:cNvSpPr/>
                <p:nvPr/>
              </p:nvSpPr>
              <p:spPr>
                <a:xfrm>
                  <a:off x="3689765" y="5383545"/>
                  <a:ext cx="556120" cy="55612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26">
                    <a:solidFill>
                      <a:schemeClr val="lt1"/>
                    </a:solidFill>
                    <a:latin typeface="Arial"/>
                    <a:ea typeface="Arial"/>
                    <a:cs typeface="Arial"/>
                    <a:sym typeface="Arial"/>
                  </a:endParaRPr>
                </a:p>
              </p:txBody>
            </p:sp>
          </p:grpSp>
          <p:grpSp>
            <p:nvGrpSpPr>
              <p:cNvPr id="22" name="Google Shape;2217;p72">
                <a:extLst>
                  <a:ext uri="{FF2B5EF4-FFF2-40B4-BE49-F238E27FC236}">
                    <a16:creationId xmlns:a16="http://schemas.microsoft.com/office/drawing/2014/main" id="{04590374-D3AC-0C0C-CEAE-A7A5CD3D5908}"/>
                  </a:ext>
                </a:extLst>
              </p:cNvPr>
              <p:cNvGrpSpPr/>
              <p:nvPr/>
            </p:nvGrpSpPr>
            <p:grpSpPr>
              <a:xfrm rot="-4320343" flipH="1">
                <a:off x="4418337" y="3736961"/>
                <a:ext cx="1867331" cy="1867331"/>
                <a:chOff x="3034159" y="4727939"/>
                <a:chExt cx="1867331" cy="1867331"/>
              </a:xfrm>
            </p:grpSpPr>
            <p:sp>
              <p:nvSpPr>
                <p:cNvPr id="31" name="Google Shape;2218;p72">
                  <a:extLst>
                    <a:ext uri="{FF2B5EF4-FFF2-40B4-BE49-F238E27FC236}">
                      <a16:creationId xmlns:a16="http://schemas.microsoft.com/office/drawing/2014/main" id="{ECCBAA31-0A48-A327-59A8-796BF74AFEAD}"/>
                    </a:ext>
                  </a:extLst>
                </p:cNvPr>
                <p:cNvSpPr/>
                <p:nvPr/>
              </p:nvSpPr>
              <p:spPr>
                <a:xfrm rot="-4320343">
                  <a:off x="3226826" y="4920606"/>
                  <a:ext cx="1481998" cy="1481998"/>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26">
                    <a:solidFill>
                      <a:schemeClr val="lt1"/>
                    </a:solidFill>
                    <a:latin typeface="Arial"/>
                    <a:ea typeface="Arial"/>
                    <a:cs typeface="Arial"/>
                    <a:sym typeface="Arial"/>
                  </a:endParaRPr>
                </a:p>
              </p:txBody>
            </p:sp>
            <p:sp>
              <p:nvSpPr>
                <p:cNvPr id="32" name="Google Shape;2219;p72">
                  <a:extLst>
                    <a:ext uri="{FF2B5EF4-FFF2-40B4-BE49-F238E27FC236}">
                      <a16:creationId xmlns:a16="http://schemas.microsoft.com/office/drawing/2014/main" id="{90B4593D-903A-26E9-D25F-40B5CEB78F09}"/>
                    </a:ext>
                  </a:extLst>
                </p:cNvPr>
                <p:cNvSpPr/>
                <p:nvPr/>
              </p:nvSpPr>
              <p:spPr>
                <a:xfrm rot="-5400000">
                  <a:off x="3646570" y="4653510"/>
                  <a:ext cx="642511" cy="1332929"/>
                </a:xfrm>
                <a:custGeom>
                  <a:avLst/>
                  <a:gdLst/>
                  <a:ahLst/>
                  <a:cxnLst/>
                  <a:rect l="l" t="t" r="r" b="b"/>
                  <a:pathLst>
                    <a:path w="269" h="556" extrusionOk="0">
                      <a:moveTo>
                        <a:pt x="137" y="278"/>
                      </a:moveTo>
                      <a:cubicBezTo>
                        <a:pt x="137" y="356"/>
                        <a:pt x="77" y="419"/>
                        <a:pt x="0" y="424"/>
                      </a:cubicBezTo>
                      <a:cubicBezTo>
                        <a:pt x="0" y="556"/>
                        <a:pt x="0" y="556"/>
                        <a:pt x="0" y="556"/>
                      </a:cubicBezTo>
                      <a:cubicBezTo>
                        <a:pt x="150" y="551"/>
                        <a:pt x="269" y="428"/>
                        <a:pt x="269" y="278"/>
                      </a:cubicBezTo>
                      <a:cubicBezTo>
                        <a:pt x="269" y="127"/>
                        <a:pt x="150" y="5"/>
                        <a:pt x="0" y="0"/>
                      </a:cubicBezTo>
                      <a:cubicBezTo>
                        <a:pt x="0" y="132"/>
                        <a:pt x="0" y="132"/>
                        <a:pt x="0" y="132"/>
                      </a:cubicBezTo>
                      <a:cubicBezTo>
                        <a:pt x="77" y="136"/>
                        <a:pt x="137" y="200"/>
                        <a:pt x="137" y="278"/>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026">
                    <a:solidFill>
                      <a:schemeClr val="dk1"/>
                    </a:solidFill>
                    <a:latin typeface="Arial"/>
                    <a:ea typeface="Arial"/>
                    <a:cs typeface="Arial"/>
                    <a:sym typeface="Arial"/>
                  </a:endParaRPr>
                </a:p>
              </p:txBody>
            </p:sp>
            <p:sp>
              <p:nvSpPr>
                <p:cNvPr id="33" name="Google Shape;2220;p72">
                  <a:extLst>
                    <a:ext uri="{FF2B5EF4-FFF2-40B4-BE49-F238E27FC236}">
                      <a16:creationId xmlns:a16="http://schemas.microsoft.com/office/drawing/2014/main" id="{E47D7593-E8CB-087C-5491-997411D573F7}"/>
                    </a:ext>
                  </a:extLst>
                </p:cNvPr>
                <p:cNvSpPr/>
                <p:nvPr/>
              </p:nvSpPr>
              <p:spPr>
                <a:xfrm>
                  <a:off x="3689765" y="5383545"/>
                  <a:ext cx="556120" cy="556120"/>
                </a:xfrm>
                <a:prstGeom prst="ellipse">
                  <a:avLst/>
                </a:prstGeom>
                <a:noFill/>
                <a:ln w="2857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26">
                    <a:solidFill>
                      <a:schemeClr val="lt1"/>
                    </a:solidFill>
                    <a:latin typeface="Arial"/>
                    <a:ea typeface="Arial"/>
                    <a:cs typeface="Arial"/>
                    <a:sym typeface="Arial"/>
                  </a:endParaRPr>
                </a:p>
              </p:txBody>
            </p:sp>
          </p:grpSp>
          <p:grpSp>
            <p:nvGrpSpPr>
              <p:cNvPr id="23" name="Google Shape;2221;p72">
                <a:extLst>
                  <a:ext uri="{FF2B5EF4-FFF2-40B4-BE49-F238E27FC236}">
                    <a16:creationId xmlns:a16="http://schemas.microsoft.com/office/drawing/2014/main" id="{5D55F212-101B-C673-4372-CBC5E49DAE01}"/>
                  </a:ext>
                </a:extLst>
              </p:cNvPr>
              <p:cNvGrpSpPr/>
              <p:nvPr/>
            </p:nvGrpSpPr>
            <p:grpSpPr>
              <a:xfrm rot="-8645238" flipH="1">
                <a:off x="4097774" y="2284272"/>
                <a:ext cx="1481998" cy="1481998"/>
                <a:chOff x="3226826" y="4920606"/>
                <a:chExt cx="1481998" cy="1481998"/>
              </a:xfrm>
            </p:grpSpPr>
            <p:sp>
              <p:nvSpPr>
                <p:cNvPr id="28" name="Google Shape;2222;p72">
                  <a:extLst>
                    <a:ext uri="{FF2B5EF4-FFF2-40B4-BE49-F238E27FC236}">
                      <a16:creationId xmlns:a16="http://schemas.microsoft.com/office/drawing/2014/main" id="{FEC33AEC-A0DC-56A5-C92F-56F0D3B7FA56}"/>
                    </a:ext>
                  </a:extLst>
                </p:cNvPr>
                <p:cNvSpPr/>
                <p:nvPr/>
              </p:nvSpPr>
              <p:spPr>
                <a:xfrm>
                  <a:off x="3226826" y="4920606"/>
                  <a:ext cx="1481998" cy="1481998"/>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26">
                    <a:solidFill>
                      <a:schemeClr val="lt1"/>
                    </a:solidFill>
                    <a:latin typeface="Arial"/>
                    <a:ea typeface="Arial"/>
                    <a:cs typeface="Arial"/>
                    <a:sym typeface="Arial"/>
                  </a:endParaRPr>
                </a:p>
              </p:txBody>
            </p:sp>
            <p:sp>
              <p:nvSpPr>
                <p:cNvPr id="29" name="Google Shape;2223;p72">
                  <a:extLst>
                    <a:ext uri="{FF2B5EF4-FFF2-40B4-BE49-F238E27FC236}">
                      <a16:creationId xmlns:a16="http://schemas.microsoft.com/office/drawing/2014/main" id="{F4CA4105-CA5E-EB75-1C1C-83CADB79F7C2}"/>
                    </a:ext>
                  </a:extLst>
                </p:cNvPr>
                <p:cNvSpPr/>
                <p:nvPr/>
              </p:nvSpPr>
              <p:spPr>
                <a:xfrm rot="-5400000">
                  <a:off x="3646570" y="4653510"/>
                  <a:ext cx="642511" cy="1332929"/>
                </a:xfrm>
                <a:custGeom>
                  <a:avLst/>
                  <a:gdLst/>
                  <a:ahLst/>
                  <a:cxnLst/>
                  <a:rect l="l" t="t" r="r" b="b"/>
                  <a:pathLst>
                    <a:path w="269" h="556" extrusionOk="0">
                      <a:moveTo>
                        <a:pt x="137" y="278"/>
                      </a:moveTo>
                      <a:cubicBezTo>
                        <a:pt x="137" y="356"/>
                        <a:pt x="77" y="419"/>
                        <a:pt x="0" y="424"/>
                      </a:cubicBezTo>
                      <a:cubicBezTo>
                        <a:pt x="0" y="556"/>
                        <a:pt x="0" y="556"/>
                        <a:pt x="0" y="556"/>
                      </a:cubicBezTo>
                      <a:cubicBezTo>
                        <a:pt x="150" y="551"/>
                        <a:pt x="269" y="428"/>
                        <a:pt x="269" y="278"/>
                      </a:cubicBezTo>
                      <a:cubicBezTo>
                        <a:pt x="269" y="127"/>
                        <a:pt x="150" y="5"/>
                        <a:pt x="0" y="0"/>
                      </a:cubicBezTo>
                      <a:cubicBezTo>
                        <a:pt x="0" y="132"/>
                        <a:pt x="0" y="132"/>
                        <a:pt x="0" y="132"/>
                      </a:cubicBezTo>
                      <a:cubicBezTo>
                        <a:pt x="77" y="136"/>
                        <a:pt x="137" y="200"/>
                        <a:pt x="137" y="278"/>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026">
                    <a:solidFill>
                      <a:schemeClr val="dk1"/>
                    </a:solidFill>
                    <a:latin typeface="Arial"/>
                    <a:ea typeface="Arial"/>
                    <a:cs typeface="Arial"/>
                    <a:sym typeface="Arial"/>
                  </a:endParaRPr>
                </a:p>
              </p:txBody>
            </p:sp>
            <p:sp>
              <p:nvSpPr>
                <p:cNvPr id="30" name="Google Shape;2224;p72">
                  <a:extLst>
                    <a:ext uri="{FF2B5EF4-FFF2-40B4-BE49-F238E27FC236}">
                      <a16:creationId xmlns:a16="http://schemas.microsoft.com/office/drawing/2014/main" id="{3FE78854-0D84-FFF9-E4B8-195A6E6FCC5A}"/>
                    </a:ext>
                  </a:extLst>
                </p:cNvPr>
                <p:cNvSpPr/>
                <p:nvPr/>
              </p:nvSpPr>
              <p:spPr>
                <a:xfrm>
                  <a:off x="3689765" y="5383545"/>
                  <a:ext cx="556120" cy="556120"/>
                </a:xfrm>
                <a:prstGeom prst="ellipse">
                  <a:avLst/>
                </a:prstGeom>
                <a:noFill/>
                <a:ln w="28575"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26">
                    <a:solidFill>
                      <a:schemeClr val="lt1"/>
                    </a:solidFill>
                    <a:latin typeface="Arial"/>
                    <a:ea typeface="Arial"/>
                    <a:cs typeface="Arial"/>
                    <a:sym typeface="Arial"/>
                  </a:endParaRPr>
                </a:p>
              </p:txBody>
            </p:sp>
          </p:grpSp>
          <p:grpSp>
            <p:nvGrpSpPr>
              <p:cNvPr id="24" name="Google Shape;2225;p72">
                <a:extLst>
                  <a:ext uri="{FF2B5EF4-FFF2-40B4-BE49-F238E27FC236}">
                    <a16:creationId xmlns:a16="http://schemas.microsoft.com/office/drawing/2014/main" id="{E97BE4DB-2722-24EB-7764-2A74F14B2466}"/>
                  </a:ext>
                </a:extLst>
              </p:cNvPr>
              <p:cNvGrpSpPr/>
              <p:nvPr/>
            </p:nvGrpSpPr>
            <p:grpSpPr>
              <a:xfrm rot="8638201">
                <a:off x="2352970" y="2284272"/>
                <a:ext cx="1481998" cy="1481998"/>
                <a:chOff x="3226826" y="4920606"/>
                <a:chExt cx="1481998" cy="1481998"/>
              </a:xfrm>
            </p:grpSpPr>
            <p:sp>
              <p:nvSpPr>
                <p:cNvPr id="25" name="Google Shape;2226;p72">
                  <a:extLst>
                    <a:ext uri="{FF2B5EF4-FFF2-40B4-BE49-F238E27FC236}">
                      <a16:creationId xmlns:a16="http://schemas.microsoft.com/office/drawing/2014/main" id="{28A4595E-90DB-8D36-9B06-E127AAF417CD}"/>
                    </a:ext>
                  </a:extLst>
                </p:cNvPr>
                <p:cNvSpPr/>
                <p:nvPr/>
              </p:nvSpPr>
              <p:spPr>
                <a:xfrm>
                  <a:off x="3226826" y="4920606"/>
                  <a:ext cx="1481998" cy="1481998"/>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26">
                    <a:solidFill>
                      <a:schemeClr val="lt1"/>
                    </a:solidFill>
                    <a:latin typeface="Arial"/>
                    <a:ea typeface="Arial"/>
                    <a:cs typeface="Arial"/>
                    <a:sym typeface="Arial"/>
                  </a:endParaRPr>
                </a:p>
              </p:txBody>
            </p:sp>
            <p:sp>
              <p:nvSpPr>
                <p:cNvPr id="26" name="Google Shape;2227;p72">
                  <a:extLst>
                    <a:ext uri="{FF2B5EF4-FFF2-40B4-BE49-F238E27FC236}">
                      <a16:creationId xmlns:a16="http://schemas.microsoft.com/office/drawing/2014/main" id="{1C78AAC9-4637-D6C2-404B-03FCA7B094EA}"/>
                    </a:ext>
                  </a:extLst>
                </p:cNvPr>
                <p:cNvSpPr/>
                <p:nvPr/>
              </p:nvSpPr>
              <p:spPr>
                <a:xfrm rot="-5400000">
                  <a:off x="3646570" y="4653510"/>
                  <a:ext cx="642511" cy="1332929"/>
                </a:xfrm>
                <a:custGeom>
                  <a:avLst/>
                  <a:gdLst/>
                  <a:ahLst/>
                  <a:cxnLst/>
                  <a:rect l="l" t="t" r="r" b="b"/>
                  <a:pathLst>
                    <a:path w="269" h="556" extrusionOk="0">
                      <a:moveTo>
                        <a:pt x="137" y="278"/>
                      </a:moveTo>
                      <a:cubicBezTo>
                        <a:pt x="137" y="356"/>
                        <a:pt x="77" y="419"/>
                        <a:pt x="0" y="424"/>
                      </a:cubicBezTo>
                      <a:cubicBezTo>
                        <a:pt x="0" y="556"/>
                        <a:pt x="0" y="556"/>
                        <a:pt x="0" y="556"/>
                      </a:cubicBezTo>
                      <a:cubicBezTo>
                        <a:pt x="150" y="551"/>
                        <a:pt x="269" y="428"/>
                        <a:pt x="269" y="278"/>
                      </a:cubicBezTo>
                      <a:cubicBezTo>
                        <a:pt x="269" y="127"/>
                        <a:pt x="150" y="5"/>
                        <a:pt x="0" y="0"/>
                      </a:cubicBezTo>
                      <a:cubicBezTo>
                        <a:pt x="0" y="132"/>
                        <a:pt x="0" y="132"/>
                        <a:pt x="0" y="132"/>
                      </a:cubicBezTo>
                      <a:cubicBezTo>
                        <a:pt x="77" y="136"/>
                        <a:pt x="137" y="200"/>
                        <a:pt x="137" y="278"/>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026">
                    <a:solidFill>
                      <a:schemeClr val="dk1"/>
                    </a:solidFill>
                    <a:latin typeface="Arial"/>
                    <a:ea typeface="Arial"/>
                    <a:cs typeface="Arial"/>
                    <a:sym typeface="Arial"/>
                  </a:endParaRPr>
                </a:p>
              </p:txBody>
            </p:sp>
            <p:sp>
              <p:nvSpPr>
                <p:cNvPr id="27" name="Google Shape;2228;p72">
                  <a:extLst>
                    <a:ext uri="{FF2B5EF4-FFF2-40B4-BE49-F238E27FC236}">
                      <a16:creationId xmlns:a16="http://schemas.microsoft.com/office/drawing/2014/main" id="{82FB4A50-E585-A8C8-7BD5-3519370103C5}"/>
                    </a:ext>
                  </a:extLst>
                </p:cNvPr>
                <p:cNvSpPr/>
                <p:nvPr/>
              </p:nvSpPr>
              <p:spPr>
                <a:xfrm>
                  <a:off x="3689765" y="5383545"/>
                  <a:ext cx="556120" cy="556120"/>
                </a:xfrm>
                <a:prstGeom prst="ellipse">
                  <a:avLst/>
                </a:prstGeom>
                <a:noFill/>
                <a:ln w="285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26" b="1">
                    <a:solidFill>
                      <a:schemeClr val="lt1"/>
                    </a:solidFill>
                    <a:latin typeface="Arial"/>
                    <a:ea typeface="Arial"/>
                    <a:cs typeface="Arial"/>
                    <a:sym typeface="Arial"/>
                  </a:endParaRPr>
                </a:p>
              </p:txBody>
            </p:sp>
          </p:grpSp>
        </p:grpSp>
        <p:sp>
          <p:nvSpPr>
            <p:cNvPr id="40" name="Google Shape;2229;p72">
              <a:extLst>
                <a:ext uri="{FF2B5EF4-FFF2-40B4-BE49-F238E27FC236}">
                  <a16:creationId xmlns:a16="http://schemas.microsoft.com/office/drawing/2014/main" id="{1843EE39-4315-303E-5C2F-E39E74811F28}"/>
                </a:ext>
              </a:extLst>
            </p:cNvPr>
            <p:cNvSpPr txBox="1"/>
            <p:nvPr/>
          </p:nvSpPr>
          <p:spPr>
            <a:xfrm>
              <a:off x="3704525" y="2359354"/>
              <a:ext cx="474366" cy="3106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2000">
                  <a:solidFill>
                    <a:schemeClr val="accent3"/>
                  </a:solidFill>
                  <a:latin typeface="Georgia"/>
                  <a:ea typeface="Georgia"/>
                  <a:cs typeface="Georgia"/>
                  <a:sym typeface="Georgia"/>
                </a:rPr>
                <a:t>01</a:t>
              </a:r>
              <a:endParaRPr/>
            </a:p>
          </p:txBody>
        </p:sp>
        <p:sp>
          <p:nvSpPr>
            <p:cNvPr id="41" name="Google Shape;2230;p72">
              <a:extLst>
                <a:ext uri="{FF2B5EF4-FFF2-40B4-BE49-F238E27FC236}">
                  <a16:creationId xmlns:a16="http://schemas.microsoft.com/office/drawing/2014/main" id="{4172B83F-71F0-2042-F07A-1E06EAF33E4B}"/>
                </a:ext>
              </a:extLst>
            </p:cNvPr>
            <p:cNvSpPr txBox="1"/>
            <p:nvPr/>
          </p:nvSpPr>
          <p:spPr>
            <a:xfrm>
              <a:off x="5760743" y="2376314"/>
              <a:ext cx="474366" cy="3106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2000">
                  <a:solidFill>
                    <a:schemeClr val="accent5"/>
                  </a:solidFill>
                  <a:latin typeface="Georgia"/>
                  <a:ea typeface="Georgia"/>
                  <a:cs typeface="Georgia"/>
                  <a:sym typeface="Georgia"/>
                </a:rPr>
                <a:t>02</a:t>
              </a:r>
              <a:endParaRPr/>
            </a:p>
          </p:txBody>
        </p:sp>
        <p:sp>
          <p:nvSpPr>
            <p:cNvPr id="42" name="Google Shape;2231;p72">
              <a:extLst>
                <a:ext uri="{FF2B5EF4-FFF2-40B4-BE49-F238E27FC236}">
                  <a16:creationId xmlns:a16="http://schemas.microsoft.com/office/drawing/2014/main" id="{B95B0E61-CE7F-DD43-6118-1BE9E5F474C7}"/>
                </a:ext>
              </a:extLst>
            </p:cNvPr>
            <p:cNvSpPr txBox="1"/>
            <p:nvPr/>
          </p:nvSpPr>
          <p:spPr>
            <a:xfrm>
              <a:off x="6352632" y="4215281"/>
              <a:ext cx="474366" cy="3106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2000">
                  <a:solidFill>
                    <a:schemeClr val="accent4"/>
                  </a:solidFill>
                  <a:latin typeface="Georgia"/>
                  <a:ea typeface="Georgia"/>
                  <a:cs typeface="Georgia"/>
                  <a:sym typeface="Georgia"/>
                </a:rPr>
                <a:t>03</a:t>
              </a:r>
              <a:endParaRPr/>
            </a:p>
          </p:txBody>
        </p:sp>
        <p:sp>
          <p:nvSpPr>
            <p:cNvPr id="43" name="Google Shape;2232;p72">
              <a:extLst>
                <a:ext uri="{FF2B5EF4-FFF2-40B4-BE49-F238E27FC236}">
                  <a16:creationId xmlns:a16="http://schemas.microsoft.com/office/drawing/2014/main" id="{4A267CC4-47CF-5CBA-A586-60C4BE455F8D}"/>
                </a:ext>
              </a:extLst>
            </p:cNvPr>
            <p:cNvSpPr txBox="1"/>
            <p:nvPr/>
          </p:nvSpPr>
          <p:spPr>
            <a:xfrm>
              <a:off x="3106631" y="4206136"/>
              <a:ext cx="474366" cy="3106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2000">
                  <a:solidFill>
                    <a:schemeClr val="dk2"/>
                  </a:solidFill>
                  <a:latin typeface="Georgia"/>
                  <a:ea typeface="Georgia"/>
                  <a:cs typeface="Georgia"/>
                  <a:sym typeface="Georgia"/>
                </a:rPr>
                <a:t>05</a:t>
              </a:r>
              <a:endParaRPr/>
            </a:p>
          </p:txBody>
        </p:sp>
        <p:sp>
          <p:nvSpPr>
            <p:cNvPr id="44" name="Google Shape;2233;p72">
              <a:extLst>
                <a:ext uri="{FF2B5EF4-FFF2-40B4-BE49-F238E27FC236}">
                  <a16:creationId xmlns:a16="http://schemas.microsoft.com/office/drawing/2014/main" id="{A6D1BE32-E81F-EE30-83EB-3B206A9BC390}"/>
                </a:ext>
              </a:extLst>
            </p:cNvPr>
            <p:cNvSpPr txBox="1"/>
            <p:nvPr/>
          </p:nvSpPr>
          <p:spPr>
            <a:xfrm>
              <a:off x="4739405" y="5349221"/>
              <a:ext cx="461951" cy="302493"/>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2000">
                  <a:solidFill>
                    <a:schemeClr val="accent1"/>
                  </a:solidFill>
                  <a:latin typeface="Georgia"/>
                  <a:ea typeface="Georgia"/>
                  <a:cs typeface="Georgia"/>
                  <a:sym typeface="Georgia"/>
                </a:rPr>
                <a:t>04</a:t>
              </a:r>
              <a:endParaRPr/>
            </a:p>
          </p:txBody>
        </p:sp>
      </p:grpSp>
      <p:grpSp>
        <p:nvGrpSpPr>
          <p:cNvPr id="56" name="Group 55">
            <a:extLst>
              <a:ext uri="{FF2B5EF4-FFF2-40B4-BE49-F238E27FC236}">
                <a16:creationId xmlns:a16="http://schemas.microsoft.com/office/drawing/2014/main" id="{0901CD76-574D-8477-FB63-01E8702C6636}"/>
              </a:ext>
            </a:extLst>
          </p:cNvPr>
          <p:cNvGrpSpPr/>
          <p:nvPr/>
        </p:nvGrpSpPr>
        <p:grpSpPr>
          <a:xfrm>
            <a:off x="5236173" y="1070123"/>
            <a:ext cx="3332023" cy="1162229"/>
            <a:chOff x="7075468" y="794587"/>
            <a:chExt cx="3332023" cy="1162229"/>
          </a:xfrm>
        </p:grpSpPr>
        <p:sp>
          <p:nvSpPr>
            <p:cNvPr id="45" name="Google Shape;2234;p72">
              <a:extLst>
                <a:ext uri="{FF2B5EF4-FFF2-40B4-BE49-F238E27FC236}">
                  <a16:creationId xmlns:a16="http://schemas.microsoft.com/office/drawing/2014/main" id="{7DA8C749-1C81-E151-8939-FEDDEB533B4A}"/>
                </a:ext>
              </a:extLst>
            </p:cNvPr>
            <p:cNvSpPr/>
            <p:nvPr/>
          </p:nvSpPr>
          <p:spPr>
            <a:xfrm>
              <a:off x="7354868" y="794587"/>
              <a:ext cx="3052623" cy="1162229"/>
            </a:xfrm>
            <a:prstGeom prst="rect">
              <a:avLst/>
            </a:prstGeom>
            <a:noFill/>
            <a:ln>
              <a:noFill/>
            </a:ln>
          </p:spPr>
          <p:txBody>
            <a:bodyPr spcFirstLastPara="1" wrap="square" lIns="0" tIns="0" rIns="0" bIns="45700" anchor="t" anchorCtr="0">
              <a:noAutofit/>
            </a:bodyPr>
            <a:lstStyle/>
            <a:p>
              <a:pPr lvl="0"/>
              <a:r>
                <a:rPr lang="en-US" sz="1400" b="1"/>
                <a:t>Inform</a:t>
              </a:r>
              <a:r>
                <a:rPr lang="en-GB" sz="1200" b="1">
                  <a:solidFill>
                    <a:schemeClr val="accent3"/>
                  </a:solidFill>
                  <a:latin typeface="Arial"/>
                  <a:ea typeface="Arial"/>
                  <a:cs typeface="Arial"/>
                  <a:sym typeface="Arial"/>
                </a:rPr>
                <a:t> </a:t>
              </a:r>
            </a:p>
            <a:p>
              <a:pPr lvl="0"/>
              <a:endParaRPr sz="1200"/>
            </a:p>
            <a:p>
              <a:pPr lvl="0"/>
              <a:r>
                <a:rPr lang="en-US" sz="1200"/>
                <a:t>Providing transparent, timely, and accurate information.</a:t>
              </a:r>
              <a:br>
                <a:rPr lang="en-US" sz="1200"/>
              </a:br>
              <a:endParaRPr lang="en-US" sz="1200"/>
            </a:p>
            <a:p>
              <a:pPr marL="171450" lvl="0" indent="-171450">
                <a:buFont typeface="Arial" panose="020B0604020202020204" pitchFamily="34" charset="0"/>
                <a:buChar char="•"/>
              </a:pPr>
              <a:r>
                <a:rPr lang="en-US" sz="1200"/>
                <a:t>Regular updates</a:t>
              </a:r>
            </a:p>
            <a:p>
              <a:pPr marL="171450" lvl="0" indent="-171450">
                <a:buFont typeface="Arial" panose="020B0604020202020204" pitchFamily="34" charset="0"/>
                <a:buChar char="•"/>
              </a:pPr>
              <a:r>
                <a:rPr lang="en-US" sz="1200"/>
                <a:t>Public disclosures</a:t>
              </a:r>
            </a:p>
            <a:p>
              <a:pPr marL="171450" lvl="0" indent="-171450">
                <a:buFont typeface="Arial" panose="020B0604020202020204" pitchFamily="34" charset="0"/>
                <a:buChar char="•"/>
              </a:pPr>
              <a:r>
                <a:rPr lang="en-US" sz="1200"/>
                <a:t>Awareness campaigns</a:t>
              </a:r>
              <a:br>
                <a:rPr lang="en-US" sz="1200"/>
              </a:br>
              <a:br>
                <a:rPr lang="en-US" sz="1200"/>
              </a:br>
              <a:endParaRPr sz="1200"/>
            </a:p>
          </p:txBody>
        </p:sp>
        <p:sp>
          <p:nvSpPr>
            <p:cNvPr id="50" name="Google Shape;2239;p72">
              <a:extLst>
                <a:ext uri="{FF2B5EF4-FFF2-40B4-BE49-F238E27FC236}">
                  <a16:creationId xmlns:a16="http://schemas.microsoft.com/office/drawing/2014/main" id="{7B773A7F-8BC0-194B-9D1F-9BD4E94AD703}"/>
                </a:ext>
              </a:extLst>
            </p:cNvPr>
            <p:cNvSpPr/>
            <p:nvPr/>
          </p:nvSpPr>
          <p:spPr>
            <a:xfrm>
              <a:off x="7075468" y="795556"/>
              <a:ext cx="205807" cy="205807"/>
            </a:xfrm>
            <a:prstGeom prst="ellipse">
              <a:avLst/>
            </a:prstGeom>
            <a:solidFill>
              <a:schemeClr val="accent3"/>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900" b="1">
                  <a:solidFill>
                    <a:schemeClr val="lt1"/>
                  </a:solidFill>
                  <a:latin typeface="Arial"/>
                  <a:ea typeface="Arial"/>
                  <a:cs typeface="Arial"/>
                  <a:sym typeface="Arial"/>
                </a:rPr>
                <a:t>01</a:t>
              </a:r>
              <a:endParaRPr/>
            </a:p>
          </p:txBody>
        </p:sp>
      </p:grpSp>
      <p:grpSp>
        <p:nvGrpSpPr>
          <p:cNvPr id="57" name="Group 56">
            <a:extLst>
              <a:ext uri="{FF2B5EF4-FFF2-40B4-BE49-F238E27FC236}">
                <a16:creationId xmlns:a16="http://schemas.microsoft.com/office/drawing/2014/main" id="{4B7818F1-B749-8240-62BB-BA0CDE0EEF86}"/>
              </a:ext>
            </a:extLst>
          </p:cNvPr>
          <p:cNvGrpSpPr/>
          <p:nvPr/>
        </p:nvGrpSpPr>
        <p:grpSpPr>
          <a:xfrm>
            <a:off x="8720577" y="1067269"/>
            <a:ext cx="3498599" cy="1162228"/>
            <a:chOff x="7075468" y="1982026"/>
            <a:chExt cx="3498599" cy="1162228"/>
          </a:xfrm>
        </p:grpSpPr>
        <p:sp>
          <p:nvSpPr>
            <p:cNvPr id="46" name="Google Shape;2235;p72">
              <a:extLst>
                <a:ext uri="{FF2B5EF4-FFF2-40B4-BE49-F238E27FC236}">
                  <a16:creationId xmlns:a16="http://schemas.microsoft.com/office/drawing/2014/main" id="{F5525710-0AD4-EDB5-D90F-8170A8F17A93}"/>
                </a:ext>
              </a:extLst>
            </p:cNvPr>
            <p:cNvSpPr/>
            <p:nvPr/>
          </p:nvSpPr>
          <p:spPr>
            <a:xfrm>
              <a:off x="7354868" y="1982026"/>
              <a:ext cx="3219199" cy="1162228"/>
            </a:xfrm>
            <a:prstGeom prst="rect">
              <a:avLst/>
            </a:prstGeom>
            <a:noFill/>
            <a:ln>
              <a:noFill/>
            </a:ln>
          </p:spPr>
          <p:txBody>
            <a:bodyPr spcFirstLastPara="1" wrap="square" lIns="0" tIns="0" rIns="0" bIns="45700" anchor="t" anchorCtr="0">
              <a:noAutofit/>
            </a:bodyPr>
            <a:lstStyle/>
            <a:p>
              <a:pPr lvl="0"/>
              <a:r>
                <a:rPr lang="en-US" sz="1400" b="1"/>
                <a:t>Consult</a:t>
              </a:r>
              <a:br>
                <a:rPr lang="en-US" sz="1200"/>
              </a:br>
              <a:br>
                <a:rPr lang="en-US" sz="1200"/>
              </a:br>
              <a:r>
                <a:rPr lang="en-US" sz="1200"/>
                <a:t>Seeking feedback and perspectives before decisions.</a:t>
              </a:r>
            </a:p>
            <a:p>
              <a:pPr lvl="0"/>
              <a:endParaRPr lang="en-US" sz="1200"/>
            </a:p>
            <a:p>
              <a:pPr marL="171450" lvl="0" indent="-171450">
                <a:buFont typeface="Arial" panose="020B0604020202020204" pitchFamily="34" charset="0"/>
                <a:buChar char="•"/>
              </a:pPr>
              <a:r>
                <a:rPr lang="en-US" sz="1200"/>
                <a:t>Surveys &amp; polls</a:t>
              </a:r>
            </a:p>
            <a:p>
              <a:pPr marL="171450" lvl="0" indent="-171450">
                <a:buFont typeface="Arial" panose="020B0604020202020204" pitchFamily="34" charset="0"/>
                <a:buChar char="•"/>
              </a:pPr>
              <a:r>
                <a:rPr lang="en-US" sz="1200"/>
                <a:t>Public consultations</a:t>
              </a:r>
            </a:p>
            <a:p>
              <a:pPr marL="171450" lvl="0" indent="-171450">
                <a:buFont typeface="Arial" panose="020B0604020202020204" pitchFamily="34" charset="0"/>
                <a:buChar char="•"/>
              </a:pPr>
              <a:r>
                <a:rPr lang="en-US" sz="1200"/>
                <a:t>Stakeholder interviews</a:t>
              </a:r>
            </a:p>
          </p:txBody>
        </p:sp>
        <p:sp>
          <p:nvSpPr>
            <p:cNvPr id="51" name="Google Shape;2240;p72">
              <a:extLst>
                <a:ext uri="{FF2B5EF4-FFF2-40B4-BE49-F238E27FC236}">
                  <a16:creationId xmlns:a16="http://schemas.microsoft.com/office/drawing/2014/main" id="{496135EC-0A78-9DC9-3C1A-7269FB7A5ADB}"/>
                </a:ext>
              </a:extLst>
            </p:cNvPr>
            <p:cNvSpPr/>
            <p:nvPr/>
          </p:nvSpPr>
          <p:spPr>
            <a:xfrm>
              <a:off x="7075468" y="1986918"/>
              <a:ext cx="205807" cy="205807"/>
            </a:xfrm>
            <a:prstGeom prst="ellipse">
              <a:avLst/>
            </a:prstGeom>
            <a:solidFill>
              <a:schemeClr val="accent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900" b="1">
                  <a:solidFill>
                    <a:schemeClr val="lt1"/>
                  </a:solidFill>
                  <a:latin typeface="Arial"/>
                  <a:ea typeface="Arial"/>
                  <a:cs typeface="Arial"/>
                  <a:sym typeface="Arial"/>
                </a:rPr>
                <a:t>02</a:t>
              </a:r>
              <a:endParaRPr/>
            </a:p>
          </p:txBody>
        </p:sp>
      </p:grpSp>
      <p:grpSp>
        <p:nvGrpSpPr>
          <p:cNvPr id="58" name="Group 57">
            <a:extLst>
              <a:ext uri="{FF2B5EF4-FFF2-40B4-BE49-F238E27FC236}">
                <a16:creationId xmlns:a16="http://schemas.microsoft.com/office/drawing/2014/main" id="{247F1B40-D180-5444-8786-3C6E9A617E24}"/>
              </a:ext>
            </a:extLst>
          </p:cNvPr>
          <p:cNvGrpSpPr/>
          <p:nvPr/>
        </p:nvGrpSpPr>
        <p:grpSpPr>
          <a:xfrm>
            <a:off x="5260267" y="2992194"/>
            <a:ext cx="3192325" cy="1162228"/>
            <a:chOff x="7075468" y="3196896"/>
            <a:chExt cx="3192325" cy="1162228"/>
          </a:xfrm>
        </p:grpSpPr>
        <p:sp>
          <p:nvSpPr>
            <p:cNvPr id="47" name="Google Shape;2236;p72">
              <a:extLst>
                <a:ext uri="{FF2B5EF4-FFF2-40B4-BE49-F238E27FC236}">
                  <a16:creationId xmlns:a16="http://schemas.microsoft.com/office/drawing/2014/main" id="{E00B3FE1-76AE-5D83-182E-F1ECA9529567}"/>
                </a:ext>
              </a:extLst>
            </p:cNvPr>
            <p:cNvSpPr/>
            <p:nvPr/>
          </p:nvSpPr>
          <p:spPr>
            <a:xfrm>
              <a:off x="7354869" y="3196896"/>
              <a:ext cx="2912924" cy="1162228"/>
            </a:xfrm>
            <a:prstGeom prst="rect">
              <a:avLst/>
            </a:prstGeom>
            <a:noFill/>
            <a:ln>
              <a:noFill/>
            </a:ln>
          </p:spPr>
          <p:txBody>
            <a:bodyPr spcFirstLastPara="1" wrap="square" lIns="0" tIns="0" rIns="0" bIns="45700" anchor="t" anchorCtr="0">
              <a:noAutofit/>
            </a:bodyPr>
            <a:lstStyle/>
            <a:p>
              <a:pPr lvl="0"/>
              <a:r>
                <a:rPr lang="en-US" sz="1400" b="1"/>
                <a:t>Involve</a:t>
              </a:r>
              <a:br>
                <a:rPr lang="en-US" sz="1200"/>
              </a:br>
              <a:br>
                <a:rPr lang="en-US" sz="1200"/>
              </a:br>
              <a:r>
                <a:rPr lang="en-US" sz="1200"/>
                <a:t>Engaging stakeholders throughout the process.</a:t>
              </a:r>
            </a:p>
            <a:p>
              <a:pPr lvl="0"/>
              <a:endParaRPr lang="en-US" sz="1200"/>
            </a:p>
            <a:p>
              <a:pPr marL="171450" lvl="0" indent="-171450">
                <a:buFont typeface="Arial" panose="020B0604020202020204" pitchFamily="34" charset="0"/>
                <a:buChar char="•"/>
              </a:pPr>
              <a:r>
                <a:rPr lang="en-US" sz="1200"/>
                <a:t>Working groups</a:t>
              </a:r>
            </a:p>
            <a:p>
              <a:pPr marL="171450" lvl="0" indent="-171450">
                <a:buFont typeface="Arial" panose="020B0604020202020204" pitchFamily="34" charset="0"/>
                <a:buChar char="•"/>
              </a:pPr>
              <a:r>
                <a:rPr lang="en-US" sz="1200"/>
                <a:t>Co-creation workshops</a:t>
              </a:r>
            </a:p>
            <a:p>
              <a:pPr marL="171450" lvl="0" indent="-171450">
                <a:buFont typeface="Arial" panose="020B0604020202020204" pitchFamily="34" charset="0"/>
                <a:buChar char="•"/>
              </a:pPr>
              <a:r>
                <a:rPr lang="en-US" sz="1200"/>
                <a:t>Pilot programs</a:t>
              </a:r>
            </a:p>
          </p:txBody>
        </p:sp>
        <p:sp>
          <p:nvSpPr>
            <p:cNvPr id="52" name="Google Shape;2241;p72">
              <a:extLst>
                <a:ext uri="{FF2B5EF4-FFF2-40B4-BE49-F238E27FC236}">
                  <a16:creationId xmlns:a16="http://schemas.microsoft.com/office/drawing/2014/main" id="{B74C8964-7718-60E8-CE40-0A3B92B46933}"/>
                </a:ext>
              </a:extLst>
            </p:cNvPr>
            <p:cNvSpPr/>
            <p:nvPr/>
          </p:nvSpPr>
          <p:spPr>
            <a:xfrm>
              <a:off x="7075468" y="3210146"/>
              <a:ext cx="205807" cy="205807"/>
            </a:xfrm>
            <a:prstGeom prst="ellipse">
              <a:avLst/>
            </a:prstGeom>
            <a:solidFill>
              <a:schemeClr val="accent4"/>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900" b="1">
                  <a:solidFill>
                    <a:schemeClr val="lt1"/>
                  </a:solidFill>
                  <a:latin typeface="Arial"/>
                  <a:ea typeface="Arial"/>
                  <a:cs typeface="Arial"/>
                  <a:sym typeface="Arial"/>
                </a:rPr>
                <a:t>03</a:t>
              </a:r>
              <a:endParaRPr/>
            </a:p>
          </p:txBody>
        </p:sp>
      </p:grpSp>
      <p:grpSp>
        <p:nvGrpSpPr>
          <p:cNvPr id="59" name="Group 58">
            <a:extLst>
              <a:ext uri="{FF2B5EF4-FFF2-40B4-BE49-F238E27FC236}">
                <a16:creationId xmlns:a16="http://schemas.microsoft.com/office/drawing/2014/main" id="{F78C4D23-07A3-7877-E80C-8A7D462A6E26}"/>
              </a:ext>
            </a:extLst>
          </p:cNvPr>
          <p:cNvGrpSpPr/>
          <p:nvPr/>
        </p:nvGrpSpPr>
        <p:grpSpPr>
          <a:xfrm>
            <a:off x="8745126" y="3029586"/>
            <a:ext cx="3139783" cy="1147786"/>
            <a:chOff x="7075468" y="4402622"/>
            <a:chExt cx="3139783" cy="1147786"/>
          </a:xfrm>
        </p:grpSpPr>
        <p:sp>
          <p:nvSpPr>
            <p:cNvPr id="48" name="Google Shape;2237;p72">
              <a:extLst>
                <a:ext uri="{FF2B5EF4-FFF2-40B4-BE49-F238E27FC236}">
                  <a16:creationId xmlns:a16="http://schemas.microsoft.com/office/drawing/2014/main" id="{2F69579F-FE44-9B9B-68BB-3BD26BA87ED9}"/>
                </a:ext>
              </a:extLst>
            </p:cNvPr>
            <p:cNvSpPr/>
            <p:nvPr/>
          </p:nvSpPr>
          <p:spPr>
            <a:xfrm>
              <a:off x="7354869" y="4402622"/>
              <a:ext cx="2860382" cy="1147786"/>
            </a:xfrm>
            <a:prstGeom prst="rect">
              <a:avLst/>
            </a:prstGeom>
            <a:noFill/>
            <a:ln>
              <a:noFill/>
            </a:ln>
          </p:spPr>
          <p:txBody>
            <a:bodyPr spcFirstLastPara="1" wrap="square" lIns="0" tIns="0" rIns="0" bIns="45700" anchor="t" anchorCtr="0">
              <a:noAutofit/>
            </a:bodyPr>
            <a:lstStyle/>
            <a:p>
              <a:pPr lvl="0"/>
              <a:r>
                <a:rPr lang="en-US" sz="1400" b="1"/>
                <a:t>Collaborate</a:t>
              </a:r>
              <a:br>
                <a:rPr lang="en-US" sz="1200"/>
              </a:br>
              <a:br>
                <a:rPr lang="en-US" sz="1200"/>
              </a:br>
              <a:r>
                <a:rPr lang="en-US" sz="1200"/>
                <a:t>Partnering with stakeholders to create shared value.</a:t>
              </a:r>
            </a:p>
            <a:p>
              <a:pPr lvl="0"/>
              <a:endParaRPr lang="en-US" sz="1200"/>
            </a:p>
            <a:p>
              <a:pPr marL="171450" lvl="0" indent="-171450">
                <a:buFont typeface="Arial" panose="020B0604020202020204" pitchFamily="34" charset="0"/>
                <a:buChar char="•"/>
              </a:pPr>
              <a:r>
                <a:rPr lang="en-US" sz="1200"/>
                <a:t>Strategic partnerships</a:t>
              </a:r>
            </a:p>
            <a:p>
              <a:pPr marL="171450" lvl="0" indent="-171450">
                <a:buFont typeface="Arial" panose="020B0604020202020204" pitchFamily="34" charset="0"/>
                <a:buChar char="•"/>
              </a:pPr>
              <a:r>
                <a:rPr lang="en-US" sz="1200"/>
                <a:t>Joint initiatives</a:t>
              </a:r>
            </a:p>
          </p:txBody>
        </p:sp>
        <p:sp>
          <p:nvSpPr>
            <p:cNvPr id="53" name="Google Shape;2242;p72">
              <a:extLst>
                <a:ext uri="{FF2B5EF4-FFF2-40B4-BE49-F238E27FC236}">
                  <a16:creationId xmlns:a16="http://schemas.microsoft.com/office/drawing/2014/main" id="{7A36CBC2-9DE4-FA58-15FE-C67919991B51}"/>
                </a:ext>
              </a:extLst>
            </p:cNvPr>
            <p:cNvSpPr/>
            <p:nvPr/>
          </p:nvSpPr>
          <p:spPr>
            <a:xfrm>
              <a:off x="7075468" y="4413883"/>
              <a:ext cx="205807" cy="205807"/>
            </a:xfrm>
            <a:prstGeom prst="ellipse">
              <a:avLst/>
            </a:prstGeom>
            <a:solidFill>
              <a:schemeClr val="accent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900" b="1">
                  <a:solidFill>
                    <a:schemeClr val="lt1"/>
                  </a:solidFill>
                  <a:latin typeface="Arial"/>
                  <a:ea typeface="Arial"/>
                  <a:cs typeface="Arial"/>
                  <a:sym typeface="Arial"/>
                </a:rPr>
                <a:t>04</a:t>
              </a:r>
              <a:endParaRPr/>
            </a:p>
          </p:txBody>
        </p:sp>
      </p:grpSp>
      <p:grpSp>
        <p:nvGrpSpPr>
          <p:cNvPr id="60" name="Group 59">
            <a:extLst>
              <a:ext uri="{FF2B5EF4-FFF2-40B4-BE49-F238E27FC236}">
                <a16:creationId xmlns:a16="http://schemas.microsoft.com/office/drawing/2014/main" id="{B6981306-42ED-311F-2117-C4E6BEC428F2}"/>
              </a:ext>
            </a:extLst>
          </p:cNvPr>
          <p:cNvGrpSpPr/>
          <p:nvPr/>
        </p:nvGrpSpPr>
        <p:grpSpPr>
          <a:xfrm>
            <a:off x="5275545" y="4869052"/>
            <a:ext cx="3676799" cy="1348116"/>
            <a:chOff x="7075468" y="5644926"/>
            <a:chExt cx="3676799" cy="1348116"/>
          </a:xfrm>
        </p:grpSpPr>
        <p:sp>
          <p:nvSpPr>
            <p:cNvPr id="49" name="Google Shape;2238;p72">
              <a:extLst>
                <a:ext uri="{FF2B5EF4-FFF2-40B4-BE49-F238E27FC236}">
                  <a16:creationId xmlns:a16="http://schemas.microsoft.com/office/drawing/2014/main" id="{286EAD9D-D578-6452-8EB5-C132CD175B1F}"/>
                </a:ext>
              </a:extLst>
            </p:cNvPr>
            <p:cNvSpPr/>
            <p:nvPr/>
          </p:nvSpPr>
          <p:spPr>
            <a:xfrm>
              <a:off x="7354868" y="5644926"/>
              <a:ext cx="3397399" cy="1348116"/>
            </a:xfrm>
            <a:prstGeom prst="rect">
              <a:avLst/>
            </a:prstGeom>
            <a:noFill/>
            <a:ln>
              <a:noFill/>
            </a:ln>
          </p:spPr>
          <p:txBody>
            <a:bodyPr spcFirstLastPara="1" wrap="square" lIns="0" tIns="0" rIns="0" bIns="45700" anchor="t" anchorCtr="0">
              <a:noAutofit/>
            </a:bodyPr>
            <a:lstStyle/>
            <a:p>
              <a:pPr lvl="0"/>
              <a:r>
                <a:rPr lang="en-US" sz="1400" b="1"/>
                <a:t>Empower</a:t>
              </a:r>
              <a:br>
                <a:rPr lang="en-US" sz="1200"/>
              </a:br>
              <a:br>
                <a:rPr lang="en-US" sz="1200"/>
              </a:br>
              <a:r>
                <a:rPr lang="en-US" sz="1200"/>
                <a:t>Giving stakeholders a formal role in decision-making.</a:t>
              </a:r>
            </a:p>
            <a:p>
              <a:pPr lvl="0"/>
              <a:endParaRPr lang="en-US" sz="1200"/>
            </a:p>
            <a:p>
              <a:pPr marL="171450" lvl="0" indent="-171450">
                <a:buFont typeface="Arial" panose="020B0604020202020204" pitchFamily="34" charset="0"/>
                <a:buChar char="•"/>
              </a:pPr>
              <a:r>
                <a:rPr lang="en-US" sz="1200"/>
                <a:t>Advisory panels</a:t>
              </a:r>
            </a:p>
            <a:p>
              <a:pPr marL="171450" lvl="0" indent="-171450">
                <a:buFont typeface="Arial" panose="020B0604020202020204" pitchFamily="34" charset="0"/>
                <a:buChar char="•"/>
              </a:pPr>
              <a:r>
                <a:rPr lang="en-US" sz="1200"/>
                <a:t>Board or committee representation</a:t>
              </a:r>
            </a:p>
            <a:p>
              <a:pPr marL="171450" lvl="0" indent="-171450">
                <a:buFont typeface="Arial" panose="020B0604020202020204" pitchFamily="34" charset="0"/>
                <a:buChar char="•"/>
              </a:pPr>
              <a:r>
                <a:rPr lang="en-US" sz="1200"/>
                <a:t>Voting or governance rights</a:t>
              </a:r>
            </a:p>
          </p:txBody>
        </p:sp>
        <p:sp>
          <p:nvSpPr>
            <p:cNvPr id="54" name="Google Shape;2243;p72">
              <a:extLst>
                <a:ext uri="{FF2B5EF4-FFF2-40B4-BE49-F238E27FC236}">
                  <a16:creationId xmlns:a16="http://schemas.microsoft.com/office/drawing/2014/main" id="{0940EC47-5026-F794-3D3F-57110DC64F58}"/>
                </a:ext>
              </a:extLst>
            </p:cNvPr>
            <p:cNvSpPr/>
            <p:nvPr/>
          </p:nvSpPr>
          <p:spPr>
            <a:xfrm>
              <a:off x="7075468" y="5650691"/>
              <a:ext cx="205807" cy="205807"/>
            </a:xfrm>
            <a:prstGeom prst="ellipse">
              <a:avLst/>
            </a:prstGeom>
            <a:solidFill>
              <a:schemeClr val="dk2"/>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900" b="1">
                  <a:solidFill>
                    <a:schemeClr val="lt1"/>
                  </a:solidFill>
                  <a:latin typeface="Arial"/>
                  <a:ea typeface="Arial"/>
                  <a:cs typeface="Arial"/>
                  <a:sym typeface="Arial"/>
                </a:rPr>
                <a:t>05</a:t>
              </a:r>
              <a:endParaRPr/>
            </a:p>
          </p:txBody>
        </p:sp>
      </p:grpSp>
      <p:pic>
        <p:nvPicPr>
          <p:cNvPr id="64" name="Graphic 63" descr="Bookmark with solid fill">
            <a:extLst>
              <a:ext uri="{FF2B5EF4-FFF2-40B4-BE49-F238E27FC236}">
                <a16:creationId xmlns:a16="http://schemas.microsoft.com/office/drawing/2014/main" id="{7B5EA008-65E6-F0D1-F093-F29529A10D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76995" y="1321760"/>
            <a:ext cx="524164" cy="524164"/>
          </a:xfrm>
          <a:prstGeom prst="rect">
            <a:avLst/>
          </a:prstGeom>
        </p:spPr>
      </p:pic>
      <p:pic>
        <p:nvPicPr>
          <p:cNvPr id="65" name="Graphic 64" descr="Bookmark with solid fill">
            <a:extLst>
              <a:ext uri="{FF2B5EF4-FFF2-40B4-BE49-F238E27FC236}">
                <a16:creationId xmlns:a16="http://schemas.microsoft.com/office/drawing/2014/main" id="{474C7456-0579-C8AF-4C7A-B0168F27D0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67475" y="1303711"/>
            <a:ext cx="524164" cy="524164"/>
          </a:xfrm>
          <a:prstGeom prst="rect">
            <a:avLst/>
          </a:prstGeom>
        </p:spPr>
      </p:pic>
      <p:pic>
        <p:nvPicPr>
          <p:cNvPr id="66" name="Graphic 65" descr="Bookmark with solid fill">
            <a:extLst>
              <a:ext uri="{FF2B5EF4-FFF2-40B4-BE49-F238E27FC236}">
                <a16:creationId xmlns:a16="http://schemas.microsoft.com/office/drawing/2014/main" id="{185A05F7-4DDC-7DC6-C428-D82C9FF8AD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09302" y="3237769"/>
            <a:ext cx="524164" cy="524164"/>
          </a:xfrm>
          <a:prstGeom prst="rect">
            <a:avLst/>
          </a:prstGeom>
        </p:spPr>
      </p:pic>
      <p:pic>
        <p:nvPicPr>
          <p:cNvPr id="67" name="Graphic 66" descr="Bookmark with solid fill">
            <a:extLst>
              <a:ext uri="{FF2B5EF4-FFF2-40B4-BE49-F238E27FC236}">
                <a16:creationId xmlns:a16="http://schemas.microsoft.com/office/drawing/2014/main" id="{8BB025FB-04A0-5FDD-78E4-858F6B521C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95183" y="3276529"/>
            <a:ext cx="524164" cy="524164"/>
          </a:xfrm>
          <a:prstGeom prst="rect">
            <a:avLst/>
          </a:prstGeom>
        </p:spPr>
      </p:pic>
      <p:pic>
        <p:nvPicPr>
          <p:cNvPr id="68" name="Graphic 67" descr="Bookmark with solid fill">
            <a:extLst>
              <a:ext uri="{FF2B5EF4-FFF2-40B4-BE49-F238E27FC236}">
                <a16:creationId xmlns:a16="http://schemas.microsoft.com/office/drawing/2014/main" id="{13946BA6-E06C-8775-58BF-BAA80EFB47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16366" y="5122407"/>
            <a:ext cx="524164" cy="524164"/>
          </a:xfrm>
          <a:prstGeom prst="rect">
            <a:avLst/>
          </a:prstGeom>
        </p:spPr>
      </p:pic>
      <p:sp>
        <p:nvSpPr>
          <p:cNvPr id="70" name="TextBox 69">
            <a:extLst>
              <a:ext uri="{FF2B5EF4-FFF2-40B4-BE49-F238E27FC236}">
                <a16:creationId xmlns:a16="http://schemas.microsoft.com/office/drawing/2014/main" id="{0D41CBF4-D2BF-5F71-DC85-F1DFCAF64306}"/>
              </a:ext>
            </a:extLst>
          </p:cNvPr>
          <p:cNvSpPr txBox="1"/>
          <p:nvPr/>
        </p:nvSpPr>
        <p:spPr>
          <a:xfrm>
            <a:off x="1906569" y="3598707"/>
            <a:ext cx="1432519" cy="369332"/>
          </a:xfrm>
          <a:prstGeom prst="rect">
            <a:avLst/>
          </a:prstGeom>
          <a:noFill/>
        </p:spPr>
        <p:txBody>
          <a:bodyPr wrap="square">
            <a:spAutoFit/>
          </a:bodyPr>
          <a:lstStyle/>
          <a:p>
            <a:r>
              <a:rPr lang="en-US" sz="1800" b="1" spc="-10"/>
              <a:t>Strategies</a:t>
            </a:r>
            <a:endParaRPr lang="en-US"/>
          </a:p>
        </p:txBody>
      </p:sp>
    </p:spTree>
    <p:custDataLst>
      <p:custData r:id="rId1"/>
    </p:custDataLst>
    <p:extLst>
      <p:ext uri="{BB962C8B-B14F-4D97-AF65-F5344CB8AC3E}">
        <p14:creationId xmlns:p14="http://schemas.microsoft.com/office/powerpoint/2010/main" val="39288972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95142-5AD9-99FB-8586-200D91D92154}"/>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B49A7BDD-8682-B2A8-3F1C-3697534C16AE}"/>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How do you communicate ? A quick perspective check</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grpSp>
        <p:nvGrpSpPr>
          <p:cNvPr id="3" name="Group 2">
            <a:extLst>
              <a:ext uri="{FF2B5EF4-FFF2-40B4-BE49-F238E27FC236}">
                <a16:creationId xmlns:a16="http://schemas.microsoft.com/office/drawing/2014/main" id="{DEB5C20C-F0B0-762D-6F93-1373821E7333}"/>
              </a:ext>
            </a:extLst>
          </p:cNvPr>
          <p:cNvGrpSpPr/>
          <p:nvPr/>
        </p:nvGrpSpPr>
        <p:grpSpPr>
          <a:xfrm>
            <a:off x="404512" y="1967550"/>
            <a:ext cx="11399143" cy="4969150"/>
            <a:chOff x="304799" y="1200150"/>
            <a:chExt cx="8474991" cy="3581397"/>
          </a:xfrm>
        </p:grpSpPr>
        <p:grpSp>
          <p:nvGrpSpPr>
            <p:cNvPr id="4" name="Group 3">
              <a:extLst>
                <a:ext uri="{FF2B5EF4-FFF2-40B4-BE49-F238E27FC236}">
                  <a16:creationId xmlns:a16="http://schemas.microsoft.com/office/drawing/2014/main" id="{6DDD7928-6D0D-F51D-E4AD-64D04D4FB5C5}"/>
                </a:ext>
              </a:extLst>
            </p:cNvPr>
            <p:cNvGrpSpPr/>
            <p:nvPr/>
          </p:nvGrpSpPr>
          <p:grpSpPr>
            <a:xfrm>
              <a:off x="304799" y="2026611"/>
              <a:ext cx="2043106" cy="2754936"/>
              <a:chOff x="304799" y="2241211"/>
              <a:chExt cx="2216062" cy="2540339"/>
            </a:xfrm>
          </p:grpSpPr>
          <p:sp>
            <p:nvSpPr>
              <p:cNvPr id="74" name="Rectangle 73">
                <a:extLst>
                  <a:ext uri="{FF2B5EF4-FFF2-40B4-BE49-F238E27FC236}">
                    <a16:creationId xmlns:a16="http://schemas.microsoft.com/office/drawing/2014/main" id="{5F1E1C97-2BA5-CE45-B3F8-4AAF1CF9B8CD}"/>
                  </a:ext>
                </a:extLst>
              </p:cNvPr>
              <p:cNvSpPr/>
              <p:nvPr/>
            </p:nvSpPr>
            <p:spPr>
              <a:xfrm>
                <a:off x="304799" y="2241211"/>
                <a:ext cx="2216062" cy="4029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r>
                  <a:rPr lang="en-US" sz="1400" b="1">
                    <a:solidFill>
                      <a:schemeClr val="accent1"/>
                    </a:solidFill>
                  </a:rPr>
                  <a:t>Which channel do you think is MOST effective for important messages</a:t>
                </a:r>
                <a:endParaRPr lang="en-US" sz="1400" b="1" noProof="0">
                  <a:solidFill>
                    <a:schemeClr val="accent1"/>
                  </a:solidFill>
                </a:endParaRPr>
              </a:p>
            </p:txBody>
          </p:sp>
          <p:sp>
            <p:nvSpPr>
              <p:cNvPr id="75" name="Rectangle 74">
                <a:extLst>
                  <a:ext uri="{FF2B5EF4-FFF2-40B4-BE49-F238E27FC236}">
                    <a16:creationId xmlns:a16="http://schemas.microsoft.com/office/drawing/2014/main" id="{32359A14-8C52-DA84-3BFB-503E213710DD}"/>
                  </a:ext>
                </a:extLst>
              </p:cNvPr>
              <p:cNvSpPr/>
              <p:nvPr/>
            </p:nvSpPr>
            <p:spPr>
              <a:xfrm>
                <a:off x="304800" y="2790018"/>
                <a:ext cx="2051972" cy="1991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endParaRPr lang="en-US" sz="1200" noProof="0">
                  <a:solidFill>
                    <a:schemeClr val="tx1"/>
                  </a:solidFill>
                </a:endParaRPr>
              </a:p>
            </p:txBody>
          </p:sp>
        </p:grpSp>
        <p:grpSp>
          <p:nvGrpSpPr>
            <p:cNvPr id="5" name="Group 4">
              <a:extLst>
                <a:ext uri="{FF2B5EF4-FFF2-40B4-BE49-F238E27FC236}">
                  <a16:creationId xmlns:a16="http://schemas.microsoft.com/office/drawing/2014/main" id="{BA794B2E-EFCF-99E6-097A-8013795F47AB}"/>
                </a:ext>
              </a:extLst>
            </p:cNvPr>
            <p:cNvGrpSpPr/>
            <p:nvPr/>
          </p:nvGrpSpPr>
          <p:grpSpPr>
            <a:xfrm>
              <a:off x="6887967" y="2000248"/>
              <a:ext cx="1891823" cy="2781297"/>
              <a:chOff x="304800" y="2216903"/>
              <a:chExt cx="2051972" cy="2564647"/>
            </a:xfrm>
          </p:grpSpPr>
          <p:sp>
            <p:nvSpPr>
              <p:cNvPr id="71" name="Rectangle 70">
                <a:extLst>
                  <a:ext uri="{FF2B5EF4-FFF2-40B4-BE49-F238E27FC236}">
                    <a16:creationId xmlns:a16="http://schemas.microsoft.com/office/drawing/2014/main" id="{55CB01E8-366B-7AE0-D743-AD687E964F12}"/>
                  </a:ext>
                </a:extLst>
              </p:cNvPr>
              <p:cNvSpPr/>
              <p:nvPr/>
            </p:nvSpPr>
            <p:spPr>
              <a:xfrm>
                <a:off x="304800" y="2216903"/>
                <a:ext cx="2051972" cy="4029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r>
                  <a:rPr lang="en-US" sz="1400" b="1" noProof="0">
                    <a:solidFill>
                      <a:schemeClr val="accent4"/>
                    </a:solidFill>
                  </a:rPr>
                  <a:t>Which stakeholder group is MOST often informed after decisions are made? </a:t>
                </a:r>
              </a:p>
            </p:txBody>
          </p:sp>
          <p:sp>
            <p:nvSpPr>
              <p:cNvPr id="72" name="Rectangle 71">
                <a:extLst>
                  <a:ext uri="{FF2B5EF4-FFF2-40B4-BE49-F238E27FC236}">
                    <a16:creationId xmlns:a16="http://schemas.microsoft.com/office/drawing/2014/main" id="{D5F0A4EF-BF0C-07B7-BF45-9B65C9466070}"/>
                  </a:ext>
                </a:extLst>
              </p:cNvPr>
              <p:cNvSpPr/>
              <p:nvPr/>
            </p:nvSpPr>
            <p:spPr>
              <a:xfrm>
                <a:off x="304800" y="2790018"/>
                <a:ext cx="2051972" cy="1991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endParaRPr lang="en-US" sz="1200" noProof="0">
                  <a:solidFill>
                    <a:schemeClr val="tx1"/>
                  </a:solidFill>
                </a:endParaRPr>
              </a:p>
            </p:txBody>
          </p:sp>
        </p:grpSp>
        <p:grpSp>
          <p:nvGrpSpPr>
            <p:cNvPr id="6" name="Group 5">
              <a:extLst>
                <a:ext uri="{FF2B5EF4-FFF2-40B4-BE49-F238E27FC236}">
                  <a16:creationId xmlns:a16="http://schemas.microsoft.com/office/drawing/2014/main" id="{5AB38BA3-374E-4ABB-C649-7DD7C6F4F245}"/>
                </a:ext>
              </a:extLst>
            </p:cNvPr>
            <p:cNvGrpSpPr/>
            <p:nvPr/>
          </p:nvGrpSpPr>
          <p:grpSpPr>
            <a:xfrm>
              <a:off x="2499189" y="2000248"/>
              <a:ext cx="1891823" cy="2781297"/>
              <a:chOff x="304800" y="2216903"/>
              <a:chExt cx="2051972" cy="2564647"/>
            </a:xfrm>
          </p:grpSpPr>
          <p:sp>
            <p:nvSpPr>
              <p:cNvPr id="62" name="Rectangle 61">
                <a:extLst>
                  <a:ext uri="{FF2B5EF4-FFF2-40B4-BE49-F238E27FC236}">
                    <a16:creationId xmlns:a16="http://schemas.microsoft.com/office/drawing/2014/main" id="{F825FD1C-97B8-75C3-A4C3-000C28A0C668}"/>
                  </a:ext>
                </a:extLst>
              </p:cNvPr>
              <p:cNvSpPr/>
              <p:nvPr/>
            </p:nvSpPr>
            <p:spPr>
              <a:xfrm>
                <a:off x="304800" y="2216903"/>
                <a:ext cx="2051972" cy="4029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r>
                  <a:rPr lang="en-US" sz="1400" b="1" noProof="0">
                    <a:solidFill>
                      <a:schemeClr val="accent4"/>
                    </a:solidFill>
                  </a:rPr>
                  <a:t>Where do YOU draw the line on transparency?</a:t>
                </a:r>
              </a:p>
            </p:txBody>
          </p:sp>
          <p:sp>
            <p:nvSpPr>
              <p:cNvPr id="63" name="Rectangle 62">
                <a:extLst>
                  <a:ext uri="{FF2B5EF4-FFF2-40B4-BE49-F238E27FC236}">
                    <a16:creationId xmlns:a16="http://schemas.microsoft.com/office/drawing/2014/main" id="{C8316B13-65CF-23AD-5AF6-3FE0F9B91631}"/>
                  </a:ext>
                </a:extLst>
              </p:cNvPr>
              <p:cNvSpPr/>
              <p:nvPr/>
            </p:nvSpPr>
            <p:spPr>
              <a:xfrm>
                <a:off x="304800" y="2790018"/>
                <a:ext cx="2051972" cy="1991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endParaRPr lang="en-US" sz="1200" noProof="0">
                  <a:solidFill>
                    <a:schemeClr val="tx1"/>
                  </a:solidFill>
                </a:endParaRPr>
              </a:p>
            </p:txBody>
          </p:sp>
        </p:grpSp>
        <p:grpSp>
          <p:nvGrpSpPr>
            <p:cNvPr id="7" name="Group 6">
              <a:extLst>
                <a:ext uri="{FF2B5EF4-FFF2-40B4-BE49-F238E27FC236}">
                  <a16:creationId xmlns:a16="http://schemas.microsoft.com/office/drawing/2014/main" id="{7FCA96B9-B5DA-0915-DE3C-EA8369A7342D}"/>
                </a:ext>
              </a:extLst>
            </p:cNvPr>
            <p:cNvGrpSpPr/>
            <p:nvPr/>
          </p:nvGrpSpPr>
          <p:grpSpPr>
            <a:xfrm>
              <a:off x="4693578" y="2000248"/>
              <a:ext cx="1891823" cy="2781297"/>
              <a:chOff x="304800" y="2216903"/>
              <a:chExt cx="2051972" cy="2564647"/>
            </a:xfrm>
          </p:grpSpPr>
          <p:sp>
            <p:nvSpPr>
              <p:cNvPr id="16" name="Rectangle 15">
                <a:extLst>
                  <a:ext uri="{FF2B5EF4-FFF2-40B4-BE49-F238E27FC236}">
                    <a16:creationId xmlns:a16="http://schemas.microsoft.com/office/drawing/2014/main" id="{36675380-85EF-DE76-47F0-32C376754B58}"/>
                  </a:ext>
                </a:extLst>
              </p:cNvPr>
              <p:cNvSpPr/>
              <p:nvPr/>
            </p:nvSpPr>
            <p:spPr>
              <a:xfrm>
                <a:off x="304800" y="2216903"/>
                <a:ext cx="2051972" cy="4029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r>
                  <a:rPr lang="en-US" sz="1400" b="1">
                    <a:solidFill>
                      <a:schemeClr val="accent1"/>
                    </a:solidFill>
                  </a:rPr>
                  <a:t>Which communication channel do YOU feel most comfortable using?</a:t>
                </a:r>
              </a:p>
              <a:p>
                <a:endParaRPr lang="en-US" b="1" noProof="0">
                  <a:solidFill>
                    <a:schemeClr val="accent1"/>
                  </a:solidFill>
                </a:endParaRPr>
              </a:p>
            </p:txBody>
          </p:sp>
          <p:sp>
            <p:nvSpPr>
              <p:cNvPr id="17" name="Rectangle 16">
                <a:extLst>
                  <a:ext uri="{FF2B5EF4-FFF2-40B4-BE49-F238E27FC236}">
                    <a16:creationId xmlns:a16="http://schemas.microsoft.com/office/drawing/2014/main" id="{3FB5DA44-7D22-B4CB-C62A-7AB78B90920F}"/>
                  </a:ext>
                </a:extLst>
              </p:cNvPr>
              <p:cNvSpPr/>
              <p:nvPr/>
            </p:nvSpPr>
            <p:spPr>
              <a:xfrm>
                <a:off x="304800" y="2790018"/>
                <a:ext cx="2051972" cy="1991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endParaRPr lang="en-US" sz="1200" noProof="0">
                  <a:solidFill>
                    <a:schemeClr val="tx1"/>
                  </a:solidFill>
                </a:endParaRPr>
              </a:p>
            </p:txBody>
          </p:sp>
        </p:grpSp>
        <p:cxnSp>
          <p:nvCxnSpPr>
            <p:cNvPr id="8" name="Straight Connector 7">
              <a:extLst>
                <a:ext uri="{FF2B5EF4-FFF2-40B4-BE49-F238E27FC236}">
                  <a16:creationId xmlns:a16="http://schemas.microsoft.com/office/drawing/2014/main" id="{F21F47F6-440E-F0C2-302C-3D81DC434EE1}"/>
                </a:ext>
              </a:extLst>
            </p:cNvPr>
            <p:cNvCxnSpPr/>
            <p:nvPr/>
          </p:nvCxnSpPr>
          <p:spPr>
            <a:xfrm>
              <a:off x="6736684" y="1328733"/>
              <a:ext cx="0" cy="2899742"/>
            </a:xfrm>
            <a:prstGeom prst="line">
              <a:avLst/>
            </a:prstGeom>
            <a:ln w="3175">
              <a:solidFill>
                <a:schemeClr val="tx1"/>
              </a:solidFill>
              <a:prstDash val="lgDash"/>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301AE7B-152B-5DDA-99E4-3697CFEAA694}"/>
                </a:ext>
              </a:extLst>
            </p:cNvPr>
            <p:cNvCxnSpPr/>
            <p:nvPr/>
          </p:nvCxnSpPr>
          <p:spPr>
            <a:xfrm>
              <a:off x="2347906" y="1328733"/>
              <a:ext cx="0" cy="2899742"/>
            </a:xfrm>
            <a:prstGeom prst="line">
              <a:avLst/>
            </a:prstGeom>
            <a:ln w="3175">
              <a:solidFill>
                <a:schemeClr val="tx1"/>
              </a:solidFill>
              <a:prstDash val="lgDash"/>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548CDD7-DBE0-770E-AB07-23317C796F08}"/>
                </a:ext>
              </a:extLst>
            </p:cNvPr>
            <p:cNvCxnSpPr/>
            <p:nvPr/>
          </p:nvCxnSpPr>
          <p:spPr>
            <a:xfrm>
              <a:off x="4542295" y="1328733"/>
              <a:ext cx="0" cy="2899742"/>
            </a:xfrm>
            <a:prstGeom prst="line">
              <a:avLst/>
            </a:prstGeom>
            <a:ln w="3175">
              <a:solidFill>
                <a:schemeClr val="tx1"/>
              </a:solidFill>
              <a:prstDash val="lgDash"/>
            </a:ln>
          </p:spPr>
          <p:style>
            <a:lnRef idx="2">
              <a:schemeClr val="accent1"/>
            </a:lnRef>
            <a:fillRef idx="0">
              <a:schemeClr val="accent1"/>
            </a:fillRef>
            <a:effectRef idx="1">
              <a:schemeClr val="accent1"/>
            </a:effectRef>
            <a:fontRef idx="minor">
              <a:schemeClr val="tx1"/>
            </a:fontRef>
          </p:style>
        </p:cxnSp>
        <p:pic>
          <p:nvPicPr>
            <p:cNvPr id="11" name="Graphic 10">
              <a:extLst>
                <a:ext uri="{FF2B5EF4-FFF2-40B4-BE49-F238E27FC236}">
                  <a16:creationId xmlns:a16="http://schemas.microsoft.com/office/drawing/2014/main" id="{6298C714-2964-26CF-DE00-2BD6A83EAE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4800" y="1200150"/>
              <a:ext cx="673218" cy="673218"/>
            </a:xfrm>
            <a:prstGeom prst="rect">
              <a:avLst/>
            </a:prstGeom>
          </p:spPr>
        </p:pic>
        <p:pic>
          <p:nvPicPr>
            <p:cNvPr id="14" name="Graphic 13">
              <a:extLst>
                <a:ext uri="{FF2B5EF4-FFF2-40B4-BE49-F238E27FC236}">
                  <a16:creationId xmlns:a16="http://schemas.microsoft.com/office/drawing/2014/main" id="{CBCD34EF-B39F-BA45-E0E4-4AE0E9B44B9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93578" y="1200150"/>
              <a:ext cx="676656" cy="676656"/>
            </a:xfrm>
            <a:prstGeom prst="rect">
              <a:avLst/>
            </a:prstGeom>
          </p:spPr>
        </p:pic>
      </p:grpSp>
      <p:sp>
        <p:nvSpPr>
          <p:cNvPr id="77" name="TextBox 76">
            <a:extLst>
              <a:ext uri="{FF2B5EF4-FFF2-40B4-BE49-F238E27FC236}">
                <a16:creationId xmlns:a16="http://schemas.microsoft.com/office/drawing/2014/main" id="{06954EA9-9743-0248-9655-1E81C6923014}"/>
              </a:ext>
            </a:extLst>
          </p:cNvPr>
          <p:cNvSpPr txBox="1"/>
          <p:nvPr/>
        </p:nvSpPr>
        <p:spPr>
          <a:xfrm>
            <a:off x="396429" y="4174189"/>
            <a:ext cx="2544564" cy="1838684"/>
          </a:xfrm>
          <a:prstGeom prst="rect">
            <a:avLst/>
          </a:prstGeom>
          <a:noFill/>
        </p:spPr>
        <p:txBody>
          <a:bodyPr wrap="square" lIns="0" tIns="0" rIns="0" bIns="0" rtlCol="0">
            <a:noAutofit/>
          </a:bodyPr>
          <a:lstStyle/>
          <a:p>
            <a:pPr marL="228600" indent="-228600" algn="l">
              <a:lnSpc>
                <a:spcPct val="150000"/>
              </a:lnSpc>
              <a:buAutoNum type="alphaLcParenR"/>
            </a:pPr>
            <a:r>
              <a:rPr lang="en-GB" sz="1400"/>
              <a:t>Digital Communication</a:t>
            </a:r>
          </a:p>
          <a:p>
            <a:pPr marL="228600" indent="-228600" algn="l">
              <a:lnSpc>
                <a:spcPct val="150000"/>
              </a:lnSpc>
              <a:buAutoNum type="alphaLcParenR"/>
            </a:pPr>
            <a:r>
              <a:rPr lang="en-GB" sz="1400"/>
              <a:t>Direct Meetings</a:t>
            </a:r>
          </a:p>
          <a:p>
            <a:pPr marL="228600" indent="-228600" algn="l">
              <a:lnSpc>
                <a:spcPct val="150000"/>
              </a:lnSpc>
              <a:buAutoNum type="alphaLcParenR"/>
            </a:pPr>
            <a:r>
              <a:rPr lang="en-GB" sz="1400"/>
              <a:t>Depends on the stakeholder</a:t>
            </a:r>
          </a:p>
          <a:p>
            <a:pPr marL="228600" indent="-228600" algn="l">
              <a:lnSpc>
                <a:spcPct val="150000"/>
              </a:lnSpc>
              <a:buAutoNum type="alphaLcParenR"/>
            </a:pPr>
            <a:r>
              <a:rPr lang="en-GB" sz="1400"/>
              <a:t>Formal Reports</a:t>
            </a:r>
          </a:p>
        </p:txBody>
      </p:sp>
      <p:sp>
        <p:nvSpPr>
          <p:cNvPr id="78" name="TextBox 77">
            <a:extLst>
              <a:ext uri="{FF2B5EF4-FFF2-40B4-BE49-F238E27FC236}">
                <a16:creationId xmlns:a16="http://schemas.microsoft.com/office/drawing/2014/main" id="{DEA88FB3-A2A4-92A3-0B29-30A46841178A}"/>
              </a:ext>
            </a:extLst>
          </p:cNvPr>
          <p:cNvSpPr txBox="1"/>
          <p:nvPr/>
        </p:nvSpPr>
        <p:spPr>
          <a:xfrm>
            <a:off x="9232770" y="4174189"/>
            <a:ext cx="2659461" cy="964739"/>
          </a:xfrm>
          <a:prstGeom prst="rect">
            <a:avLst/>
          </a:prstGeom>
          <a:noFill/>
        </p:spPr>
        <p:txBody>
          <a:bodyPr wrap="square" lIns="0" tIns="0" rIns="0" bIns="0" rtlCol="0">
            <a:noAutofit/>
          </a:bodyPr>
          <a:lstStyle/>
          <a:p>
            <a:pPr marL="228600" indent="-228600" algn="l">
              <a:lnSpc>
                <a:spcPct val="150000"/>
              </a:lnSpc>
              <a:buFont typeface="+mj-lt"/>
              <a:buAutoNum type="alphaLcParenR"/>
            </a:pPr>
            <a:r>
              <a:rPr lang="en-GB" sz="1400"/>
              <a:t>Employees</a:t>
            </a:r>
          </a:p>
          <a:p>
            <a:pPr marL="228600" indent="-228600" algn="l">
              <a:lnSpc>
                <a:spcPct val="150000"/>
              </a:lnSpc>
              <a:buFont typeface="+mj-lt"/>
              <a:buAutoNum type="alphaLcParenR"/>
            </a:pPr>
            <a:r>
              <a:rPr lang="en-GB" sz="1400"/>
              <a:t>Regulators</a:t>
            </a:r>
          </a:p>
          <a:p>
            <a:pPr marL="228600" indent="-228600" algn="l">
              <a:lnSpc>
                <a:spcPct val="150000"/>
              </a:lnSpc>
              <a:buFont typeface="+mj-lt"/>
              <a:buAutoNum type="alphaLcParenR"/>
            </a:pPr>
            <a:r>
              <a:rPr lang="en-GB" sz="1400"/>
              <a:t>Communities</a:t>
            </a:r>
          </a:p>
          <a:p>
            <a:pPr marL="228600" indent="-228600" algn="l">
              <a:lnSpc>
                <a:spcPct val="150000"/>
              </a:lnSpc>
              <a:buFont typeface="+mj-lt"/>
              <a:buAutoNum type="alphaLcParenR"/>
            </a:pPr>
            <a:r>
              <a:rPr lang="en-GB" sz="1400"/>
              <a:t>Minority Shareholders</a:t>
            </a:r>
          </a:p>
        </p:txBody>
      </p:sp>
      <p:sp>
        <p:nvSpPr>
          <p:cNvPr id="79" name="TextBox 78">
            <a:extLst>
              <a:ext uri="{FF2B5EF4-FFF2-40B4-BE49-F238E27FC236}">
                <a16:creationId xmlns:a16="http://schemas.microsoft.com/office/drawing/2014/main" id="{D6BCDEC3-427E-D769-8D02-8C046BE7B69C}"/>
              </a:ext>
            </a:extLst>
          </p:cNvPr>
          <p:cNvSpPr txBox="1"/>
          <p:nvPr/>
        </p:nvSpPr>
        <p:spPr>
          <a:xfrm>
            <a:off x="6396143" y="4088845"/>
            <a:ext cx="2544564" cy="964739"/>
          </a:xfrm>
          <a:prstGeom prst="rect">
            <a:avLst/>
          </a:prstGeom>
          <a:noFill/>
        </p:spPr>
        <p:txBody>
          <a:bodyPr wrap="square" lIns="0" tIns="0" rIns="0" bIns="0" rtlCol="0">
            <a:noAutofit/>
          </a:bodyPr>
          <a:lstStyle/>
          <a:p>
            <a:pPr marL="228600" indent="-228600" algn="l">
              <a:lnSpc>
                <a:spcPct val="150000"/>
              </a:lnSpc>
              <a:buAutoNum type="alphaLcParenR"/>
            </a:pPr>
            <a:r>
              <a:rPr lang="en-GB" sz="1400"/>
              <a:t>One – on –one Conversations</a:t>
            </a:r>
          </a:p>
          <a:p>
            <a:pPr marL="228600" indent="-228600" algn="l">
              <a:lnSpc>
                <a:spcPct val="150000"/>
              </a:lnSpc>
              <a:buAutoNum type="alphaLcParenR"/>
            </a:pPr>
            <a:r>
              <a:rPr lang="en-GB" sz="1400"/>
              <a:t>Formal written disclosures</a:t>
            </a:r>
          </a:p>
          <a:p>
            <a:pPr marL="228600" indent="-228600" algn="l">
              <a:lnSpc>
                <a:spcPct val="150000"/>
              </a:lnSpc>
              <a:buAutoNum type="alphaLcParenR"/>
            </a:pPr>
            <a:r>
              <a:rPr lang="en-GB" sz="1400"/>
              <a:t>Emails/digital channels</a:t>
            </a:r>
          </a:p>
          <a:p>
            <a:pPr marL="228600" indent="-228600" algn="l">
              <a:lnSpc>
                <a:spcPct val="150000"/>
              </a:lnSpc>
              <a:buAutoNum type="alphaLcParenR"/>
            </a:pPr>
            <a:r>
              <a:rPr lang="en-GB" sz="1400"/>
              <a:t>Public Forums/townhalls</a:t>
            </a:r>
          </a:p>
        </p:txBody>
      </p:sp>
      <p:sp>
        <p:nvSpPr>
          <p:cNvPr id="80" name="TextBox 79">
            <a:extLst>
              <a:ext uri="{FF2B5EF4-FFF2-40B4-BE49-F238E27FC236}">
                <a16:creationId xmlns:a16="http://schemas.microsoft.com/office/drawing/2014/main" id="{4C961AA3-3A9C-0FAD-D8AF-BED9A4A8DE40}"/>
              </a:ext>
            </a:extLst>
          </p:cNvPr>
          <p:cNvSpPr txBox="1"/>
          <p:nvPr/>
        </p:nvSpPr>
        <p:spPr>
          <a:xfrm>
            <a:off x="3400329" y="4134242"/>
            <a:ext cx="2544564" cy="1838684"/>
          </a:xfrm>
          <a:prstGeom prst="rect">
            <a:avLst/>
          </a:prstGeom>
          <a:noFill/>
        </p:spPr>
        <p:txBody>
          <a:bodyPr wrap="square" lIns="0" tIns="0" rIns="0" bIns="0" rtlCol="0">
            <a:noAutofit/>
          </a:bodyPr>
          <a:lstStyle/>
          <a:p>
            <a:pPr marL="228600" indent="-228600" algn="l">
              <a:lnSpc>
                <a:spcPct val="150000"/>
              </a:lnSpc>
              <a:buAutoNum type="alphaLcParenR"/>
            </a:pPr>
            <a:r>
              <a:rPr lang="en-GB" sz="1400"/>
              <a:t>Disclose everything as per the regulatory requirements</a:t>
            </a:r>
          </a:p>
          <a:p>
            <a:pPr marL="228600" indent="-228600" algn="l">
              <a:lnSpc>
                <a:spcPct val="150000"/>
              </a:lnSpc>
              <a:buAutoNum type="alphaLcParenR"/>
            </a:pPr>
            <a:r>
              <a:rPr lang="en-GB" sz="1400"/>
              <a:t>Disclose in spirit </a:t>
            </a:r>
          </a:p>
          <a:p>
            <a:pPr marL="228600" indent="-228600" algn="l">
              <a:lnSpc>
                <a:spcPct val="150000"/>
              </a:lnSpc>
              <a:buAutoNum type="alphaLcParenR"/>
            </a:pPr>
            <a:r>
              <a:rPr lang="en-GB" sz="1400"/>
              <a:t>Disclose selectively</a:t>
            </a:r>
          </a:p>
          <a:p>
            <a:pPr marL="228600" indent="-228600" algn="l">
              <a:lnSpc>
                <a:spcPct val="150000"/>
              </a:lnSpc>
              <a:buAutoNum type="alphaLcParenR"/>
            </a:pPr>
            <a:r>
              <a:rPr lang="en-GB" sz="1400"/>
              <a:t>Disclose when asked</a:t>
            </a:r>
          </a:p>
        </p:txBody>
      </p:sp>
      <p:sp>
        <p:nvSpPr>
          <p:cNvPr id="81" name="TextBox 80">
            <a:extLst>
              <a:ext uri="{FF2B5EF4-FFF2-40B4-BE49-F238E27FC236}">
                <a16:creationId xmlns:a16="http://schemas.microsoft.com/office/drawing/2014/main" id="{ED717946-0A7F-2CA5-DB05-AED18ABA3B89}"/>
              </a:ext>
            </a:extLst>
          </p:cNvPr>
          <p:cNvSpPr txBox="1"/>
          <p:nvPr/>
        </p:nvSpPr>
        <p:spPr>
          <a:xfrm>
            <a:off x="1880892" y="1158796"/>
            <a:ext cx="10898909" cy="784742"/>
          </a:xfrm>
          <a:prstGeom prst="rect">
            <a:avLst/>
          </a:prstGeom>
          <a:noFill/>
        </p:spPr>
        <p:txBody>
          <a:bodyPr wrap="square" lIns="0" tIns="0" rIns="0" bIns="0" rtlCol="0">
            <a:noAutofit/>
          </a:bodyPr>
          <a:lstStyle/>
          <a:p>
            <a:pPr algn="l"/>
            <a:r>
              <a:rPr lang="en-GB" sz="1600" b="1" i="1"/>
              <a:t>Answer the following questions based on your experience. There are no right or wrong answers</a:t>
            </a:r>
          </a:p>
        </p:txBody>
      </p:sp>
      <p:pic>
        <p:nvPicPr>
          <p:cNvPr id="3074" name="Picture 2" descr="Transparency ">
            <a:extLst>
              <a:ext uri="{FF2B5EF4-FFF2-40B4-BE49-F238E27FC236}">
                <a16:creationId xmlns:a16="http://schemas.microsoft.com/office/drawing/2014/main" id="{BD87A98C-6A4C-60AB-C11B-2CE5CBD33BB9}"/>
              </a:ext>
            </a:extLst>
          </p:cNvPr>
          <p:cNvPicPr>
            <a:picLocks noChangeAspect="1" noChangeArrowheads="1"/>
          </p:cNvPicPr>
          <p:nvPr/>
        </p:nvPicPr>
        <p:blipFill>
          <a:blip r:embed="rId6">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480965" y="2019827"/>
            <a:ext cx="832731" cy="83273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anagement ">
            <a:extLst>
              <a:ext uri="{FF2B5EF4-FFF2-40B4-BE49-F238E27FC236}">
                <a16:creationId xmlns:a16="http://schemas.microsoft.com/office/drawing/2014/main" id="{3519C329-D4F9-3FF3-14B4-8E1E16CAB8B1}"/>
              </a:ext>
            </a:extLst>
          </p:cNvPr>
          <p:cNvPicPr>
            <a:picLocks noChangeAspect="1" noChangeArrowheads="1"/>
          </p:cNvPicPr>
          <p:nvPr/>
        </p:nvPicPr>
        <p:blipFill>
          <a:blip r:embed="rId7">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387124" y="2213426"/>
            <a:ext cx="688207" cy="688207"/>
          </a:xfrm>
          <a:prstGeom prst="rect">
            <a:avLst/>
          </a:prstGeom>
          <a:noFill/>
          <a:extLst>
            <a:ext uri="{909E8E84-426E-40DD-AFC4-6F175D3DCCD1}">
              <a14:hiddenFill xmlns:a14="http://schemas.microsoft.com/office/drawing/2010/main">
                <a:solidFill>
                  <a:srgbClr val="FFFFFF"/>
                </a:solidFill>
              </a14:hiddenFill>
            </a:ext>
          </a:extLst>
        </p:spPr>
      </p:pic>
    </p:spTree>
    <p:custDataLst>
      <p:custData r:id="rId1"/>
    </p:custDataLst>
    <p:extLst>
      <p:ext uri="{BB962C8B-B14F-4D97-AF65-F5344CB8AC3E}">
        <p14:creationId xmlns:p14="http://schemas.microsoft.com/office/powerpoint/2010/main" val="1407601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67EE6-68DF-7BE1-DE9B-09B5A8DF1B7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1431252-9355-EB32-FA03-146D2D51A401}"/>
              </a:ext>
            </a:extLst>
          </p:cNvPr>
          <p:cNvSpPr/>
          <p:nvPr/>
        </p:nvSpPr>
        <p:spPr>
          <a:xfrm>
            <a:off x="-103633" y="9144"/>
            <a:ext cx="6199633" cy="685800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F9E239C-B67F-44C3-1DBB-0A241DCC2B54}"/>
              </a:ext>
            </a:extLst>
          </p:cNvPr>
          <p:cNvSpPr/>
          <p:nvPr/>
        </p:nvSpPr>
        <p:spPr>
          <a:xfrm>
            <a:off x="4304144" y="2953512"/>
            <a:ext cx="7887856" cy="1280160"/>
          </a:xfrm>
          <a:prstGeom prst="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2800" i="1">
                <a:ln w="0"/>
                <a:solidFill>
                  <a:schemeClr val="bg1"/>
                </a:solidFill>
                <a:effectLst>
                  <a:outerShdw blurRad="38100" dist="19050" dir="2700000" algn="tl" rotWithShape="0">
                    <a:schemeClr val="dk1">
                      <a:alpha val="40000"/>
                    </a:schemeClr>
                  </a:outerShdw>
                </a:effectLst>
                <a:latin typeface="+mj-lt"/>
              </a:rPr>
              <a:t>         Stakeholder Engagement in Decision-Making</a:t>
            </a:r>
          </a:p>
        </p:txBody>
      </p:sp>
      <p:sp>
        <p:nvSpPr>
          <p:cNvPr id="4" name="Rectangle 3">
            <a:extLst>
              <a:ext uri="{FF2B5EF4-FFF2-40B4-BE49-F238E27FC236}">
                <a16:creationId xmlns:a16="http://schemas.microsoft.com/office/drawing/2014/main" id="{F42D934E-8A24-3667-9480-42A4BFFF814F}"/>
              </a:ext>
            </a:extLst>
          </p:cNvPr>
          <p:cNvSpPr/>
          <p:nvPr/>
        </p:nvSpPr>
        <p:spPr>
          <a:xfrm>
            <a:off x="11811000" y="-9144"/>
            <a:ext cx="381000" cy="379095"/>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960"/>
          </a:p>
        </p:txBody>
      </p:sp>
      <p:pic>
        <p:nvPicPr>
          <p:cNvPr id="12" name="Picture 11">
            <a:extLst>
              <a:ext uri="{FF2B5EF4-FFF2-40B4-BE49-F238E27FC236}">
                <a16:creationId xmlns:a16="http://schemas.microsoft.com/office/drawing/2014/main" id="{2A00F1EA-B8F7-58BF-71E1-F0B6D836C98B}"/>
              </a:ext>
            </a:extLst>
          </p:cNvPr>
          <p:cNvPicPr>
            <a:picLocks noChangeAspect="1"/>
          </p:cNvPicPr>
          <p:nvPr/>
        </p:nvPicPr>
        <p:blipFill>
          <a:blip r:embed="rId4"/>
          <a:stretch>
            <a:fillRect/>
          </a:stretch>
        </p:blipFill>
        <p:spPr>
          <a:xfrm>
            <a:off x="-74666" y="5324856"/>
            <a:ext cx="1693154" cy="1524000"/>
          </a:xfrm>
          <a:prstGeom prst="rect">
            <a:avLst/>
          </a:prstGeom>
        </p:spPr>
      </p:pic>
      <p:sp>
        <p:nvSpPr>
          <p:cNvPr id="7" name="Flowchart: Delay 6">
            <a:extLst>
              <a:ext uri="{FF2B5EF4-FFF2-40B4-BE49-F238E27FC236}">
                <a16:creationId xmlns:a16="http://schemas.microsoft.com/office/drawing/2014/main" id="{FE5EA3F5-435E-4ACE-EFE5-41CB9B9941C0}"/>
              </a:ext>
            </a:extLst>
          </p:cNvPr>
          <p:cNvSpPr/>
          <p:nvPr/>
        </p:nvSpPr>
        <p:spPr>
          <a:xfrm>
            <a:off x="4322432" y="2965590"/>
            <a:ext cx="942800" cy="1268082"/>
          </a:xfrm>
          <a:prstGeom prst="flowChartDela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a:solidFill>
                  <a:schemeClr val="tx1"/>
                </a:solidFill>
                <a:latin typeface="+mj-lt"/>
              </a:rPr>
              <a:t>06</a:t>
            </a:r>
          </a:p>
        </p:txBody>
      </p:sp>
    </p:spTree>
    <p:custDataLst>
      <p:custData r:id="rId1"/>
    </p:custDataLst>
    <p:extLst>
      <p:ext uri="{BB962C8B-B14F-4D97-AF65-F5344CB8AC3E}">
        <p14:creationId xmlns:p14="http://schemas.microsoft.com/office/powerpoint/2010/main" val="6275879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2CB7F-EED2-5547-B062-95D2B51AA83C}"/>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AB6DC498-C02B-87ED-9713-5C6A9EDDC85C}"/>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en-US" sz="2400" b="1" i="0" u="none" strike="noStrike" kern="1200" cap="none" spc="0" normalizeH="0" baseline="0" noProof="0">
                <a:ln>
                  <a:noFill/>
                </a:ln>
                <a:solidFill>
                  <a:prstClr val="white"/>
                </a:solidFill>
                <a:effectLst/>
                <a:uLnTx/>
                <a:uFillTx/>
                <a:latin typeface="+mj-lt"/>
                <a:ea typeface="+mn-ea"/>
                <a:cs typeface="+mn-cs"/>
              </a:rPr>
              <a:t>Stakeholder Engagement in Decision-Making | Global </a:t>
            </a:r>
            <a:r>
              <a:rPr lang="en-US" sz="2400" b="1">
                <a:solidFill>
                  <a:prstClr val="white"/>
                </a:solidFill>
                <a:latin typeface="+mj-lt"/>
              </a:rPr>
              <a:t>Strategies</a:t>
            </a:r>
            <a:r>
              <a:rPr kumimoji="0" lang="en-US" sz="2400" b="1" i="0" u="none" strike="noStrike" kern="1200" cap="none" spc="0" normalizeH="0" baseline="0" noProof="0">
                <a:ln>
                  <a:noFill/>
                </a:ln>
                <a:solidFill>
                  <a:prstClr val="white"/>
                </a:solidFill>
                <a:effectLst/>
                <a:uLnTx/>
                <a:uFillTx/>
                <a:latin typeface="+mj-lt"/>
                <a:ea typeface="+mn-ea"/>
                <a:cs typeface="+mn-cs"/>
              </a:rPr>
              <a:t> </a:t>
            </a:r>
          </a:p>
        </p:txBody>
      </p:sp>
      <p:sp>
        <p:nvSpPr>
          <p:cNvPr id="160" name="Rectangle: Single Corner Snipped 159">
            <a:extLst>
              <a:ext uri="{FF2B5EF4-FFF2-40B4-BE49-F238E27FC236}">
                <a16:creationId xmlns:a16="http://schemas.microsoft.com/office/drawing/2014/main" id="{1CD00F04-8F38-5C09-4054-81075D64709F}"/>
              </a:ext>
            </a:extLst>
          </p:cNvPr>
          <p:cNvSpPr/>
          <p:nvPr/>
        </p:nvSpPr>
        <p:spPr>
          <a:xfrm>
            <a:off x="1010320" y="1789784"/>
            <a:ext cx="1904766" cy="644905"/>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a:t>Triple Bottom Line (People–Planet–Profit)</a:t>
            </a:r>
            <a:br>
              <a:rPr lang="en-US" sz="1100"/>
            </a:br>
            <a:endParaRPr lang="en-US" sz="1100" b="1" noProof="0">
              <a:solidFill>
                <a:schemeClr val="tx1"/>
              </a:solidFill>
            </a:endParaRPr>
          </a:p>
        </p:txBody>
      </p:sp>
      <p:sp>
        <p:nvSpPr>
          <p:cNvPr id="161" name="Rectangle 160">
            <a:extLst>
              <a:ext uri="{FF2B5EF4-FFF2-40B4-BE49-F238E27FC236}">
                <a16:creationId xmlns:a16="http://schemas.microsoft.com/office/drawing/2014/main" id="{8F83EF9E-3A8E-8D65-374C-09CCB5C10E1E}"/>
              </a:ext>
            </a:extLst>
          </p:cNvPr>
          <p:cNvSpPr/>
          <p:nvPr/>
        </p:nvSpPr>
        <p:spPr>
          <a:xfrm>
            <a:off x="414703" y="2858633"/>
            <a:ext cx="2500384" cy="1186894"/>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25000"/>
              </a:lnSpc>
            </a:pPr>
            <a:r>
              <a:rPr lang="en-US" sz="1100" noProof="0">
                <a:solidFill>
                  <a:sysClr val="windowText" lastClr="000000"/>
                </a:solidFill>
              </a:rPr>
              <a:t>A sustainability approach to ensure businesses measure success not just by financial profit, but also by their social and environmental impact, creating three "bottom lines“.</a:t>
            </a:r>
          </a:p>
        </p:txBody>
      </p:sp>
      <p:grpSp>
        <p:nvGrpSpPr>
          <p:cNvPr id="162" name="Group 161">
            <a:extLst>
              <a:ext uri="{FF2B5EF4-FFF2-40B4-BE49-F238E27FC236}">
                <a16:creationId xmlns:a16="http://schemas.microsoft.com/office/drawing/2014/main" id="{CFD5A0A9-5DC9-BF20-05F5-06A6613997CD}"/>
              </a:ext>
            </a:extLst>
          </p:cNvPr>
          <p:cNvGrpSpPr/>
          <p:nvPr/>
        </p:nvGrpSpPr>
        <p:grpSpPr>
          <a:xfrm>
            <a:off x="414703" y="4330477"/>
            <a:ext cx="2509454" cy="1795859"/>
            <a:chOff x="304800" y="2185261"/>
            <a:chExt cx="2143932" cy="1239326"/>
          </a:xfrm>
        </p:grpSpPr>
        <p:sp>
          <p:nvSpPr>
            <p:cNvPr id="168" name="Rectangle 167">
              <a:extLst>
                <a:ext uri="{FF2B5EF4-FFF2-40B4-BE49-F238E27FC236}">
                  <a16:creationId xmlns:a16="http://schemas.microsoft.com/office/drawing/2014/main" id="{AC7C11FB-E66E-A125-4C90-FB6044CBD704}"/>
                </a:ext>
              </a:extLst>
            </p:cNvPr>
            <p:cNvSpPr/>
            <p:nvPr/>
          </p:nvSpPr>
          <p:spPr>
            <a:xfrm>
              <a:off x="396118" y="2185261"/>
              <a:ext cx="2052614" cy="1239326"/>
            </a:xfrm>
            <a:prstGeom prst="rect">
              <a:avLst/>
            </a:prstGeom>
            <a:no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5000"/>
                </a:lnSpc>
              </a:pPr>
              <a:endParaRPr lang="en-US" noProof="0"/>
            </a:p>
          </p:txBody>
        </p:sp>
        <p:sp>
          <p:nvSpPr>
            <p:cNvPr id="169" name="Rectangle 168">
              <a:extLst>
                <a:ext uri="{FF2B5EF4-FFF2-40B4-BE49-F238E27FC236}">
                  <a16:creationId xmlns:a16="http://schemas.microsoft.com/office/drawing/2014/main" id="{98C6A651-6C8A-B219-1A13-F5DCBF70F1FA}"/>
                </a:ext>
              </a:extLst>
            </p:cNvPr>
            <p:cNvSpPr/>
            <p:nvPr/>
          </p:nvSpPr>
          <p:spPr>
            <a:xfrm>
              <a:off x="304800" y="2209998"/>
              <a:ext cx="2136181" cy="21791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5000"/>
                </a:lnSpc>
              </a:pPr>
              <a:r>
                <a:rPr lang="en-US" sz="1200" b="1" noProof="0"/>
                <a:t>Stakeholder Lens</a:t>
              </a:r>
            </a:p>
          </p:txBody>
        </p:sp>
        <p:sp>
          <p:nvSpPr>
            <p:cNvPr id="170" name="Rectangle 169">
              <a:extLst>
                <a:ext uri="{FF2B5EF4-FFF2-40B4-BE49-F238E27FC236}">
                  <a16:creationId xmlns:a16="http://schemas.microsoft.com/office/drawing/2014/main" id="{5FCA5233-9BA3-87A8-6916-F4F5A40F47C4}"/>
                </a:ext>
              </a:extLst>
            </p:cNvPr>
            <p:cNvSpPr/>
            <p:nvPr/>
          </p:nvSpPr>
          <p:spPr>
            <a:xfrm>
              <a:off x="477560" y="2521236"/>
              <a:ext cx="1891735" cy="788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nSpc>
                  <a:spcPct val="125000"/>
                </a:lnSpc>
              </a:pPr>
              <a:r>
                <a:rPr lang="en-US" sz="1100" noProof="0">
                  <a:solidFill>
                    <a:schemeClr val="tx1"/>
                  </a:solidFill>
                </a:rPr>
                <a:t>Each decision is evaluated for its impact on:</a:t>
              </a:r>
            </a:p>
            <a:p>
              <a:pPr>
                <a:lnSpc>
                  <a:spcPct val="125000"/>
                </a:lnSpc>
              </a:pPr>
              <a:endParaRPr lang="en-US" sz="1100" noProof="0">
                <a:solidFill>
                  <a:schemeClr val="tx1"/>
                </a:solidFill>
              </a:endParaRPr>
            </a:p>
            <a:p>
              <a:pPr marL="171450" indent="-171450">
                <a:lnSpc>
                  <a:spcPct val="125000"/>
                </a:lnSpc>
                <a:buFont typeface="Arial" panose="020B0604020202020204" pitchFamily="34" charset="0"/>
                <a:buChar char="•"/>
              </a:pPr>
              <a:r>
                <a:rPr lang="en-US" sz="1100" noProof="0">
                  <a:solidFill>
                    <a:schemeClr val="tx1"/>
                  </a:solidFill>
                </a:rPr>
                <a:t>Employees &amp; communities</a:t>
              </a:r>
            </a:p>
            <a:p>
              <a:pPr marL="171450" indent="-171450">
                <a:lnSpc>
                  <a:spcPct val="125000"/>
                </a:lnSpc>
                <a:buFont typeface="Arial" panose="020B0604020202020204" pitchFamily="34" charset="0"/>
                <a:buChar char="•"/>
              </a:pPr>
              <a:r>
                <a:rPr lang="en-US" sz="1100" noProof="0">
                  <a:solidFill>
                    <a:schemeClr val="tx1"/>
                  </a:solidFill>
                </a:rPr>
                <a:t>Environment</a:t>
              </a:r>
            </a:p>
            <a:p>
              <a:pPr marL="171450" indent="-171450">
                <a:lnSpc>
                  <a:spcPct val="125000"/>
                </a:lnSpc>
                <a:buFont typeface="Arial" panose="020B0604020202020204" pitchFamily="34" charset="0"/>
                <a:buChar char="•"/>
              </a:pPr>
              <a:r>
                <a:rPr lang="en-US" sz="1100" noProof="0">
                  <a:solidFill>
                    <a:schemeClr val="tx1"/>
                  </a:solidFill>
                </a:rPr>
                <a:t>Shareholders</a:t>
              </a:r>
            </a:p>
          </p:txBody>
        </p:sp>
        <p:sp>
          <p:nvSpPr>
            <p:cNvPr id="171" name="Right Triangle 170">
              <a:extLst>
                <a:ext uri="{FF2B5EF4-FFF2-40B4-BE49-F238E27FC236}">
                  <a16:creationId xmlns:a16="http://schemas.microsoft.com/office/drawing/2014/main" id="{5F22CE4E-9BAA-0FDC-9D70-A184C8BA2529}"/>
                </a:ext>
              </a:extLst>
            </p:cNvPr>
            <p:cNvSpPr/>
            <p:nvPr/>
          </p:nvSpPr>
          <p:spPr>
            <a:xfrm flipH="1" flipV="1">
              <a:off x="304801" y="2422120"/>
              <a:ext cx="94994" cy="94994"/>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5000"/>
                </a:lnSpc>
              </a:pPr>
              <a:endParaRPr lang="en-US" noProof="0"/>
            </a:p>
          </p:txBody>
        </p:sp>
      </p:grpSp>
      <p:sp>
        <p:nvSpPr>
          <p:cNvPr id="148" name="Rectangle: Single Corner Snipped 147">
            <a:extLst>
              <a:ext uri="{FF2B5EF4-FFF2-40B4-BE49-F238E27FC236}">
                <a16:creationId xmlns:a16="http://schemas.microsoft.com/office/drawing/2014/main" id="{EA744FAF-1C78-EFB8-287F-289056A7F3AB}"/>
              </a:ext>
            </a:extLst>
          </p:cNvPr>
          <p:cNvSpPr/>
          <p:nvPr/>
        </p:nvSpPr>
        <p:spPr>
          <a:xfrm>
            <a:off x="9887638" y="1789784"/>
            <a:ext cx="1904766" cy="644905"/>
          </a:xfrm>
          <a:prstGeom prst="snip1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noProof="0">
                <a:solidFill>
                  <a:schemeClr val="tx1"/>
                </a:solidFill>
              </a:rPr>
              <a:t>Materiality Assessment </a:t>
            </a:r>
          </a:p>
        </p:txBody>
      </p:sp>
      <p:sp>
        <p:nvSpPr>
          <p:cNvPr id="149" name="Rectangle 148">
            <a:extLst>
              <a:ext uri="{FF2B5EF4-FFF2-40B4-BE49-F238E27FC236}">
                <a16:creationId xmlns:a16="http://schemas.microsoft.com/office/drawing/2014/main" id="{2D3FC169-A998-F719-1FD4-7E37AB4DFFCB}"/>
              </a:ext>
            </a:extLst>
          </p:cNvPr>
          <p:cNvSpPr/>
          <p:nvPr/>
        </p:nvSpPr>
        <p:spPr>
          <a:xfrm>
            <a:off x="9292021" y="2858633"/>
            <a:ext cx="2500384" cy="1186894"/>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25000"/>
              </a:lnSpc>
            </a:pPr>
            <a:r>
              <a:rPr lang="en-US" sz="1100" noProof="0">
                <a:solidFill>
                  <a:sysClr val="windowText" lastClr="000000"/>
                </a:solidFill>
              </a:rPr>
              <a:t>Materiality Assessment is conducted to identify issues that matter most to stakeholders in an organization.</a:t>
            </a:r>
          </a:p>
        </p:txBody>
      </p:sp>
      <p:grpSp>
        <p:nvGrpSpPr>
          <p:cNvPr id="150" name="Group 149">
            <a:extLst>
              <a:ext uri="{FF2B5EF4-FFF2-40B4-BE49-F238E27FC236}">
                <a16:creationId xmlns:a16="http://schemas.microsoft.com/office/drawing/2014/main" id="{9D2D0619-94E0-8710-9509-6716AB5573DF}"/>
              </a:ext>
            </a:extLst>
          </p:cNvPr>
          <p:cNvGrpSpPr/>
          <p:nvPr/>
        </p:nvGrpSpPr>
        <p:grpSpPr>
          <a:xfrm>
            <a:off x="9292022" y="4330477"/>
            <a:ext cx="2509453" cy="1795859"/>
            <a:chOff x="304801" y="2185261"/>
            <a:chExt cx="2143931" cy="1239326"/>
          </a:xfrm>
        </p:grpSpPr>
        <p:sp>
          <p:nvSpPr>
            <p:cNvPr id="156" name="Rectangle 155">
              <a:extLst>
                <a:ext uri="{FF2B5EF4-FFF2-40B4-BE49-F238E27FC236}">
                  <a16:creationId xmlns:a16="http://schemas.microsoft.com/office/drawing/2014/main" id="{E9E6741A-E71E-E9E2-DC6D-F5B2E41CC813}"/>
                </a:ext>
              </a:extLst>
            </p:cNvPr>
            <p:cNvSpPr/>
            <p:nvPr/>
          </p:nvSpPr>
          <p:spPr>
            <a:xfrm>
              <a:off x="396118" y="2185261"/>
              <a:ext cx="2052614" cy="1239326"/>
            </a:xfrm>
            <a:prstGeom prst="rect">
              <a:avLst/>
            </a:prstGeom>
            <a:no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5000"/>
                </a:lnSpc>
              </a:pPr>
              <a:endParaRPr lang="en-US" noProof="0"/>
            </a:p>
          </p:txBody>
        </p:sp>
        <p:sp>
          <p:nvSpPr>
            <p:cNvPr id="157" name="Rectangle 156">
              <a:extLst>
                <a:ext uri="{FF2B5EF4-FFF2-40B4-BE49-F238E27FC236}">
                  <a16:creationId xmlns:a16="http://schemas.microsoft.com/office/drawing/2014/main" id="{AA45970E-575A-45FA-FDC2-6A275F92C067}"/>
                </a:ext>
              </a:extLst>
            </p:cNvPr>
            <p:cNvSpPr/>
            <p:nvPr/>
          </p:nvSpPr>
          <p:spPr>
            <a:xfrm>
              <a:off x="312691" y="2209998"/>
              <a:ext cx="2123275" cy="21584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5000"/>
                </a:lnSpc>
              </a:pPr>
              <a:r>
                <a:rPr lang="en-US" sz="1100" b="1">
                  <a:solidFill>
                    <a:schemeClr val="bg1"/>
                  </a:solidFill>
                </a:rPr>
                <a:t>Stakeholder Inputs</a:t>
              </a:r>
            </a:p>
          </p:txBody>
        </p:sp>
        <p:sp>
          <p:nvSpPr>
            <p:cNvPr id="158" name="Rectangle 157">
              <a:extLst>
                <a:ext uri="{FF2B5EF4-FFF2-40B4-BE49-F238E27FC236}">
                  <a16:creationId xmlns:a16="http://schemas.microsoft.com/office/drawing/2014/main" id="{A3E4A0BA-DF29-8726-57A1-3CEB1C73489E}"/>
                </a:ext>
              </a:extLst>
            </p:cNvPr>
            <p:cNvSpPr/>
            <p:nvPr/>
          </p:nvSpPr>
          <p:spPr>
            <a:xfrm>
              <a:off x="477560" y="2479273"/>
              <a:ext cx="1891735" cy="9121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nSpc>
                  <a:spcPct val="125000"/>
                </a:lnSpc>
              </a:pPr>
              <a:r>
                <a:rPr lang="en-US" sz="1100">
                  <a:solidFill>
                    <a:schemeClr val="tx1"/>
                  </a:solidFill>
                </a:rPr>
                <a:t>Inputs from the Stakeholders are obtained in the form of: </a:t>
              </a:r>
            </a:p>
            <a:p>
              <a:pPr>
                <a:lnSpc>
                  <a:spcPct val="125000"/>
                </a:lnSpc>
              </a:pPr>
              <a:endParaRPr lang="en-US" sz="400">
                <a:solidFill>
                  <a:schemeClr val="tx1"/>
                </a:solidFill>
              </a:endParaRPr>
            </a:p>
            <a:p>
              <a:pPr marL="171450" indent="-171450">
                <a:lnSpc>
                  <a:spcPct val="125000"/>
                </a:lnSpc>
                <a:buFont typeface="Arial" panose="020B0604020202020204" pitchFamily="34" charset="0"/>
                <a:buChar char="•"/>
              </a:pPr>
              <a:r>
                <a:rPr lang="en-US" sz="1100" noProof="0">
                  <a:solidFill>
                    <a:schemeClr val="tx1"/>
                  </a:solidFill>
                </a:rPr>
                <a:t>Surveys</a:t>
              </a:r>
            </a:p>
            <a:p>
              <a:pPr marL="171450" indent="-171450">
                <a:lnSpc>
                  <a:spcPct val="125000"/>
                </a:lnSpc>
                <a:buFont typeface="Arial" panose="020B0604020202020204" pitchFamily="34" charset="0"/>
                <a:buChar char="•"/>
              </a:pPr>
              <a:r>
                <a:rPr lang="en-US" sz="1100" noProof="0">
                  <a:solidFill>
                    <a:schemeClr val="tx1"/>
                  </a:solidFill>
                </a:rPr>
                <a:t>Interviews</a:t>
              </a:r>
            </a:p>
            <a:p>
              <a:pPr marL="171450" indent="-171450">
                <a:lnSpc>
                  <a:spcPct val="125000"/>
                </a:lnSpc>
                <a:buFont typeface="Arial" panose="020B0604020202020204" pitchFamily="34" charset="0"/>
                <a:buChar char="•"/>
              </a:pPr>
              <a:r>
                <a:rPr lang="en-US" sz="1100" noProof="0">
                  <a:solidFill>
                    <a:schemeClr val="tx1"/>
                  </a:solidFill>
                </a:rPr>
                <a:t>Investor &amp; employee feedback</a:t>
              </a:r>
            </a:p>
          </p:txBody>
        </p:sp>
        <p:sp>
          <p:nvSpPr>
            <p:cNvPr id="159" name="Right Triangle 158">
              <a:extLst>
                <a:ext uri="{FF2B5EF4-FFF2-40B4-BE49-F238E27FC236}">
                  <a16:creationId xmlns:a16="http://schemas.microsoft.com/office/drawing/2014/main" id="{51A79A94-A5B7-7F91-07D5-136788A10BC1}"/>
                </a:ext>
              </a:extLst>
            </p:cNvPr>
            <p:cNvSpPr/>
            <p:nvPr/>
          </p:nvSpPr>
          <p:spPr>
            <a:xfrm flipH="1" flipV="1">
              <a:off x="304801" y="2422120"/>
              <a:ext cx="94994" cy="94994"/>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5000"/>
                </a:lnSpc>
              </a:pPr>
              <a:endParaRPr lang="en-US" noProof="0"/>
            </a:p>
          </p:txBody>
        </p:sp>
      </p:grpSp>
      <p:sp>
        <p:nvSpPr>
          <p:cNvPr id="136" name="Rectangle: Single Corner Snipped 135">
            <a:extLst>
              <a:ext uri="{FF2B5EF4-FFF2-40B4-BE49-F238E27FC236}">
                <a16:creationId xmlns:a16="http://schemas.microsoft.com/office/drawing/2014/main" id="{B2C7CC07-5DE2-E662-8F4A-E8E2F00670BB}"/>
              </a:ext>
            </a:extLst>
          </p:cNvPr>
          <p:cNvSpPr/>
          <p:nvPr/>
        </p:nvSpPr>
        <p:spPr>
          <a:xfrm>
            <a:off x="3969427" y="1789784"/>
            <a:ext cx="1904766" cy="644905"/>
          </a:xfrm>
          <a:prstGeom prst="snip1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noProof="0">
                <a:solidFill>
                  <a:schemeClr val="tx1"/>
                </a:solidFill>
              </a:rPr>
              <a:t>RACI / RAPID Decisions</a:t>
            </a:r>
          </a:p>
        </p:txBody>
      </p:sp>
      <p:sp>
        <p:nvSpPr>
          <p:cNvPr id="137" name="Rectangle 136">
            <a:extLst>
              <a:ext uri="{FF2B5EF4-FFF2-40B4-BE49-F238E27FC236}">
                <a16:creationId xmlns:a16="http://schemas.microsoft.com/office/drawing/2014/main" id="{83A7F559-0A1B-ED5B-BE59-F2F780F305DE}"/>
              </a:ext>
            </a:extLst>
          </p:cNvPr>
          <p:cNvSpPr/>
          <p:nvPr/>
        </p:nvSpPr>
        <p:spPr>
          <a:xfrm>
            <a:off x="3373810" y="2858633"/>
            <a:ext cx="2500384" cy="1186894"/>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25000"/>
              </a:lnSpc>
            </a:pPr>
            <a:r>
              <a:rPr lang="en-US" sz="1100">
                <a:solidFill>
                  <a:schemeClr val="tx1"/>
                </a:solidFill>
              </a:rPr>
              <a:t>RACI approach clarifies roles for tasks and information flow, while RAPID approach focuses specifically on clarifying roles for complex decisions.</a:t>
            </a:r>
            <a:endParaRPr lang="en-US" sz="1100" noProof="0">
              <a:solidFill>
                <a:schemeClr val="tx1"/>
              </a:solidFill>
            </a:endParaRPr>
          </a:p>
        </p:txBody>
      </p:sp>
      <p:grpSp>
        <p:nvGrpSpPr>
          <p:cNvPr id="138" name="Group 137">
            <a:extLst>
              <a:ext uri="{FF2B5EF4-FFF2-40B4-BE49-F238E27FC236}">
                <a16:creationId xmlns:a16="http://schemas.microsoft.com/office/drawing/2014/main" id="{BDBC8542-E27F-B80E-0AA4-368852B3AE82}"/>
              </a:ext>
            </a:extLst>
          </p:cNvPr>
          <p:cNvGrpSpPr/>
          <p:nvPr/>
        </p:nvGrpSpPr>
        <p:grpSpPr>
          <a:xfrm>
            <a:off x="3373811" y="4330477"/>
            <a:ext cx="2509453" cy="1795859"/>
            <a:chOff x="304801" y="2185261"/>
            <a:chExt cx="2143931" cy="1239326"/>
          </a:xfrm>
        </p:grpSpPr>
        <p:sp>
          <p:nvSpPr>
            <p:cNvPr id="144" name="Rectangle 143">
              <a:extLst>
                <a:ext uri="{FF2B5EF4-FFF2-40B4-BE49-F238E27FC236}">
                  <a16:creationId xmlns:a16="http://schemas.microsoft.com/office/drawing/2014/main" id="{607DA97E-6D73-029C-7324-05A5D1222EC2}"/>
                </a:ext>
              </a:extLst>
            </p:cNvPr>
            <p:cNvSpPr/>
            <p:nvPr/>
          </p:nvSpPr>
          <p:spPr>
            <a:xfrm>
              <a:off x="396118" y="2185261"/>
              <a:ext cx="2052614" cy="1239326"/>
            </a:xfrm>
            <a:prstGeom prst="rect">
              <a:avLst/>
            </a:prstGeom>
            <a:no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5000"/>
                </a:lnSpc>
              </a:pPr>
              <a:endParaRPr lang="en-US" noProof="0"/>
            </a:p>
          </p:txBody>
        </p:sp>
        <p:sp>
          <p:nvSpPr>
            <p:cNvPr id="146" name="Rectangle 145">
              <a:extLst>
                <a:ext uri="{FF2B5EF4-FFF2-40B4-BE49-F238E27FC236}">
                  <a16:creationId xmlns:a16="http://schemas.microsoft.com/office/drawing/2014/main" id="{D5AEB159-2536-F8D2-E2DB-6EC9DACDFC5D}"/>
                </a:ext>
              </a:extLst>
            </p:cNvPr>
            <p:cNvSpPr/>
            <p:nvPr/>
          </p:nvSpPr>
          <p:spPr>
            <a:xfrm>
              <a:off x="469337" y="2488640"/>
              <a:ext cx="1891735" cy="9159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just">
                <a:lnSpc>
                  <a:spcPct val="125000"/>
                </a:lnSpc>
              </a:pPr>
              <a:r>
                <a:rPr lang="en-US" sz="1100">
                  <a:solidFill>
                    <a:schemeClr val="tx1"/>
                  </a:solidFill>
                </a:rPr>
                <a:t>Stakeholder involvement is streamlined when RACI focuses on task execution; RAPID focuses on decision-making authority. </a:t>
              </a:r>
              <a:endParaRPr lang="en-US" sz="1100" noProof="0">
                <a:solidFill>
                  <a:schemeClr val="tx1"/>
                </a:solidFill>
              </a:endParaRPr>
            </a:p>
          </p:txBody>
        </p:sp>
        <p:sp>
          <p:nvSpPr>
            <p:cNvPr id="147" name="Right Triangle 146">
              <a:extLst>
                <a:ext uri="{FF2B5EF4-FFF2-40B4-BE49-F238E27FC236}">
                  <a16:creationId xmlns:a16="http://schemas.microsoft.com/office/drawing/2014/main" id="{C4F6A0AF-DF65-6CEB-7ABA-B566A2D85117}"/>
                </a:ext>
              </a:extLst>
            </p:cNvPr>
            <p:cNvSpPr/>
            <p:nvPr/>
          </p:nvSpPr>
          <p:spPr>
            <a:xfrm flipH="1" flipV="1">
              <a:off x="304801" y="2409372"/>
              <a:ext cx="94994" cy="94994"/>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5000"/>
                </a:lnSpc>
              </a:pPr>
              <a:endParaRPr lang="en-US" noProof="0"/>
            </a:p>
          </p:txBody>
        </p:sp>
      </p:grpSp>
      <p:sp>
        <p:nvSpPr>
          <p:cNvPr id="124" name="Rectangle: Single Corner Snipped 123">
            <a:extLst>
              <a:ext uri="{FF2B5EF4-FFF2-40B4-BE49-F238E27FC236}">
                <a16:creationId xmlns:a16="http://schemas.microsoft.com/office/drawing/2014/main" id="{90E9C408-938E-30BD-1EFF-6AAF6810A803}"/>
              </a:ext>
            </a:extLst>
          </p:cNvPr>
          <p:cNvSpPr/>
          <p:nvPr/>
        </p:nvSpPr>
        <p:spPr>
          <a:xfrm>
            <a:off x="6928533" y="1789784"/>
            <a:ext cx="1904766" cy="644905"/>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noProof="0">
                <a:solidFill>
                  <a:schemeClr val="tx1"/>
                </a:solidFill>
              </a:rPr>
              <a:t>Multi-Criteria Decision Analysis (MCDA)</a:t>
            </a:r>
          </a:p>
        </p:txBody>
      </p:sp>
      <p:sp>
        <p:nvSpPr>
          <p:cNvPr id="125" name="Rectangle 124">
            <a:extLst>
              <a:ext uri="{FF2B5EF4-FFF2-40B4-BE49-F238E27FC236}">
                <a16:creationId xmlns:a16="http://schemas.microsoft.com/office/drawing/2014/main" id="{CE9E921D-2395-6F8B-D46E-16BC2BDAEBDC}"/>
              </a:ext>
            </a:extLst>
          </p:cNvPr>
          <p:cNvSpPr/>
          <p:nvPr/>
        </p:nvSpPr>
        <p:spPr>
          <a:xfrm>
            <a:off x="6332916" y="2858633"/>
            <a:ext cx="2500384" cy="1186894"/>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25000"/>
              </a:lnSpc>
            </a:pPr>
            <a:r>
              <a:rPr lang="en-US" sz="1100">
                <a:solidFill>
                  <a:sysClr val="windowText" lastClr="000000"/>
                </a:solidFill>
              </a:rPr>
              <a:t>MCDA is a process of </a:t>
            </a:r>
            <a:r>
              <a:rPr lang="en-US" sz="1100" noProof="0">
                <a:solidFill>
                  <a:sysClr val="windowText" lastClr="000000"/>
                </a:solidFill>
              </a:rPr>
              <a:t>evaluating strategic options using multiple stakeholder-driven criteria.</a:t>
            </a:r>
          </a:p>
        </p:txBody>
      </p:sp>
      <p:grpSp>
        <p:nvGrpSpPr>
          <p:cNvPr id="126" name="Group 125">
            <a:extLst>
              <a:ext uri="{FF2B5EF4-FFF2-40B4-BE49-F238E27FC236}">
                <a16:creationId xmlns:a16="http://schemas.microsoft.com/office/drawing/2014/main" id="{4F259FAF-7651-C9DE-684D-04E0A037B6F8}"/>
              </a:ext>
            </a:extLst>
          </p:cNvPr>
          <p:cNvGrpSpPr/>
          <p:nvPr/>
        </p:nvGrpSpPr>
        <p:grpSpPr>
          <a:xfrm>
            <a:off x="6332917" y="4330477"/>
            <a:ext cx="2509453" cy="1795859"/>
            <a:chOff x="304801" y="2185261"/>
            <a:chExt cx="2143931" cy="1239326"/>
          </a:xfrm>
        </p:grpSpPr>
        <p:sp>
          <p:nvSpPr>
            <p:cNvPr id="132" name="Rectangle 131">
              <a:extLst>
                <a:ext uri="{FF2B5EF4-FFF2-40B4-BE49-F238E27FC236}">
                  <a16:creationId xmlns:a16="http://schemas.microsoft.com/office/drawing/2014/main" id="{833524E2-A87C-BDC1-322B-C425DE8E9B97}"/>
                </a:ext>
              </a:extLst>
            </p:cNvPr>
            <p:cNvSpPr/>
            <p:nvPr/>
          </p:nvSpPr>
          <p:spPr>
            <a:xfrm>
              <a:off x="396118" y="2185261"/>
              <a:ext cx="2052614" cy="1239326"/>
            </a:xfrm>
            <a:prstGeom prst="rect">
              <a:avLst/>
            </a:prstGeom>
            <a:no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5000"/>
                </a:lnSpc>
              </a:pPr>
              <a:endParaRPr lang="en-US" noProof="0"/>
            </a:p>
          </p:txBody>
        </p:sp>
        <p:sp>
          <p:nvSpPr>
            <p:cNvPr id="134" name="Rectangle 133">
              <a:extLst>
                <a:ext uri="{FF2B5EF4-FFF2-40B4-BE49-F238E27FC236}">
                  <a16:creationId xmlns:a16="http://schemas.microsoft.com/office/drawing/2014/main" id="{CB4DD6A3-8892-B346-0F17-C8E8B6896A48}"/>
                </a:ext>
              </a:extLst>
            </p:cNvPr>
            <p:cNvSpPr/>
            <p:nvPr/>
          </p:nvSpPr>
          <p:spPr>
            <a:xfrm>
              <a:off x="491112" y="2455407"/>
              <a:ext cx="1891735" cy="9153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just">
                <a:lnSpc>
                  <a:spcPct val="125000"/>
                </a:lnSpc>
              </a:pPr>
              <a:r>
                <a:rPr lang="en-US" sz="1100" noProof="0">
                  <a:solidFill>
                    <a:schemeClr val="tx1"/>
                  </a:solidFill>
                </a:rPr>
                <a:t>Stakeholders help define and weigh criteria </a:t>
              </a:r>
              <a:r>
                <a:rPr lang="en-US" sz="1100">
                  <a:solidFill>
                    <a:schemeClr val="tx1"/>
                  </a:solidFill>
                </a:rPr>
                <a:t>that are most impactful according to them.</a:t>
              </a:r>
              <a:endParaRPr lang="en-US" sz="1100" noProof="0">
                <a:solidFill>
                  <a:schemeClr val="tx1"/>
                </a:solidFill>
              </a:endParaRPr>
            </a:p>
          </p:txBody>
        </p:sp>
        <p:sp>
          <p:nvSpPr>
            <p:cNvPr id="135" name="Right Triangle 134">
              <a:extLst>
                <a:ext uri="{FF2B5EF4-FFF2-40B4-BE49-F238E27FC236}">
                  <a16:creationId xmlns:a16="http://schemas.microsoft.com/office/drawing/2014/main" id="{CF7F2115-AE2E-B565-DE00-5E1205538501}"/>
                </a:ext>
              </a:extLst>
            </p:cNvPr>
            <p:cNvSpPr/>
            <p:nvPr/>
          </p:nvSpPr>
          <p:spPr>
            <a:xfrm flipH="1" flipV="1">
              <a:off x="304801" y="2409372"/>
              <a:ext cx="94994" cy="94994"/>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5000"/>
                </a:lnSpc>
              </a:pPr>
              <a:endParaRPr lang="en-US" noProof="0"/>
            </a:p>
          </p:txBody>
        </p:sp>
      </p:grpSp>
      <p:cxnSp>
        <p:nvCxnSpPr>
          <p:cNvPr id="117" name="Straight Connector 116">
            <a:extLst>
              <a:ext uri="{FF2B5EF4-FFF2-40B4-BE49-F238E27FC236}">
                <a16:creationId xmlns:a16="http://schemas.microsoft.com/office/drawing/2014/main" id="{8DF29A1B-C437-5DBD-294B-9E164174F110}"/>
              </a:ext>
            </a:extLst>
          </p:cNvPr>
          <p:cNvCxnSpPr/>
          <p:nvPr/>
        </p:nvCxnSpPr>
        <p:spPr>
          <a:xfrm>
            <a:off x="3158127" y="1821375"/>
            <a:ext cx="0" cy="429768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8" name="Straight Connector 117">
            <a:extLst>
              <a:ext uri="{FF2B5EF4-FFF2-40B4-BE49-F238E27FC236}">
                <a16:creationId xmlns:a16="http://schemas.microsoft.com/office/drawing/2014/main" id="{BEE3FDF8-95AF-9E9B-88A0-6576F2D44257}"/>
              </a:ext>
            </a:extLst>
          </p:cNvPr>
          <p:cNvCxnSpPr/>
          <p:nvPr/>
        </p:nvCxnSpPr>
        <p:spPr>
          <a:xfrm>
            <a:off x="6114186" y="1780640"/>
            <a:ext cx="0" cy="429768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9" name="Straight Connector 118">
            <a:extLst>
              <a:ext uri="{FF2B5EF4-FFF2-40B4-BE49-F238E27FC236}">
                <a16:creationId xmlns:a16="http://schemas.microsoft.com/office/drawing/2014/main" id="{ECF25C67-BDB8-01A4-1E3D-04F43F08E35F}"/>
              </a:ext>
            </a:extLst>
          </p:cNvPr>
          <p:cNvCxnSpPr/>
          <p:nvPr/>
        </p:nvCxnSpPr>
        <p:spPr>
          <a:xfrm>
            <a:off x="9067195" y="1780640"/>
            <a:ext cx="0" cy="429768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20" name="Graphic 119">
            <a:extLst>
              <a:ext uri="{FF2B5EF4-FFF2-40B4-BE49-F238E27FC236}">
                <a16:creationId xmlns:a16="http://schemas.microsoft.com/office/drawing/2014/main" id="{C65E1BC5-DF99-E7C4-0AD0-C48F3A2D5F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2335" y="1802057"/>
            <a:ext cx="610006" cy="609197"/>
          </a:xfrm>
          <a:prstGeom prst="rect">
            <a:avLst/>
          </a:prstGeom>
        </p:spPr>
      </p:pic>
      <p:pic>
        <p:nvPicPr>
          <p:cNvPr id="121" name="Graphic 120">
            <a:extLst>
              <a:ext uri="{FF2B5EF4-FFF2-40B4-BE49-F238E27FC236}">
                <a16:creationId xmlns:a16="http://schemas.microsoft.com/office/drawing/2014/main" id="{2D4E0A1E-35BD-2619-7D47-FC4BE4C9CC7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35565" y="1821375"/>
            <a:ext cx="610006" cy="609197"/>
          </a:xfrm>
          <a:prstGeom prst="rect">
            <a:avLst/>
          </a:prstGeom>
        </p:spPr>
      </p:pic>
      <p:pic>
        <p:nvPicPr>
          <p:cNvPr id="122" name="Graphic 121">
            <a:extLst>
              <a:ext uri="{FF2B5EF4-FFF2-40B4-BE49-F238E27FC236}">
                <a16:creationId xmlns:a16="http://schemas.microsoft.com/office/drawing/2014/main" id="{A5CF4C42-4A80-F9E2-16DC-2BD8AC85B4F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96965" y="1821375"/>
            <a:ext cx="610006" cy="609197"/>
          </a:xfrm>
          <a:prstGeom prst="rect">
            <a:avLst/>
          </a:prstGeom>
        </p:spPr>
      </p:pic>
      <p:pic>
        <p:nvPicPr>
          <p:cNvPr id="123" name="Graphic 122">
            <a:extLst>
              <a:ext uri="{FF2B5EF4-FFF2-40B4-BE49-F238E27FC236}">
                <a16:creationId xmlns:a16="http://schemas.microsoft.com/office/drawing/2014/main" id="{09DF2E06-691E-AF64-00E3-F6199AD492E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239422" y="1807296"/>
            <a:ext cx="610006" cy="609197"/>
          </a:xfrm>
          <a:prstGeom prst="rect">
            <a:avLst/>
          </a:prstGeom>
        </p:spPr>
      </p:pic>
      <p:sp>
        <p:nvSpPr>
          <p:cNvPr id="174" name="Rectangle 173">
            <a:extLst>
              <a:ext uri="{FF2B5EF4-FFF2-40B4-BE49-F238E27FC236}">
                <a16:creationId xmlns:a16="http://schemas.microsoft.com/office/drawing/2014/main" id="{68D35EC3-2A21-298C-DAC9-6CAA7D524004}"/>
              </a:ext>
            </a:extLst>
          </p:cNvPr>
          <p:cNvSpPr/>
          <p:nvPr/>
        </p:nvSpPr>
        <p:spPr>
          <a:xfrm>
            <a:off x="3371656" y="4367685"/>
            <a:ext cx="2500382" cy="2903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5000"/>
              </a:lnSpc>
            </a:pPr>
            <a:r>
              <a:rPr lang="en-US" sz="1200" b="1" noProof="0"/>
              <a:t>Stakeholder Involvement</a:t>
            </a:r>
          </a:p>
        </p:txBody>
      </p:sp>
      <p:sp>
        <p:nvSpPr>
          <p:cNvPr id="176" name="Rectangle 175">
            <a:extLst>
              <a:ext uri="{FF2B5EF4-FFF2-40B4-BE49-F238E27FC236}">
                <a16:creationId xmlns:a16="http://schemas.microsoft.com/office/drawing/2014/main" id="{2D9E57CA-E76F-11A0-6867-6DC5A77764E2}"/>
              </a:ext>
            </a:extLst>
          </p:cNvPr>
          <p:cNvSpPr/>
          <p:nvPr/>
        </p:nvSpPr>
        <p:spPr>
          <a:xfrm>
            <a:off x="6332361" y="4363295"/>
            <a:ext cx="2500382" cy="2903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5000"/>
              </a:lnSpc>
            </a:pPr>
            <a:r>
              <a:rPr lang="en-US" sz="1200" b="1" noProof="0"/>
              <a:t>Stakeholder Role</a:t>
            </a:r>
          </a:p>
        </p:txBody>
      </p:sp>
      <p:sp>
        <p:nvSpPr>
          <p:cNvPr id="181" name="TextBox 180">
            <a:extLst>
              <a:ext uri="{FF2B5EF4-FFF2-40B4-BE49-F238E27FC236}">
                <a16:creationId xmlns:a16="http://schemas.microsoft.com/office/drawing/2014/main" id="{ED1BFBE1-1C6C-862C-8CB3-D24489F7849D}"/>
              </a:ext>
            </a:extLst>
          </p:cNvPr>
          <p:cNvSpPr txBox="1"/>
          <p:nvPr/>
        </p:nvSpPr>
        <p:spPr>
          <a:xfrm>
            <a:off x="308913" y="731664"/>
            <a:ext cx="11492562" cy="644905"/>
          </a:xfrm>
          <a:prstGeom prst="rect">
            <a:avLst/>
          </a:prstGeom>
          <a:noFill/>
        </p:spPr>
        <p:txBody>
          <a:bodyPr wrap="square" lIns="91440" tIns="0" rIns="0" bIns="0" rtlCol="0" anchor="ctr">
            <a:noAutofit/>
          </a:bodyPr>
          <a:lstStyle/>
          <a:p>
            <a:pPr algn="just" fontAlgn="base"/>
            <a:r>
              <a:rPr lang="en-US" sz="1200"/>
              <a:t>Effective decision-making requires systematically integrating stakeholder perspectives. The following are globally practiced strategies that combine sustainability, role clarity, and structured evaluation approaches to ensure decisions are transparent, balanced, and value-driven.</a:t>
            </a:r>
            <a:endParaRPr lang="en-US" sz="1200">
              <a:latin typeface="+mj-lt"/>
            </a:endParaRPr>
          </a:p>
        </p:txBody>
      </p:sp>
    </p:spTree>
    <p:custDataLst>
      <p:custData r:id="rId1"/>
    </p:custDataLst>
    <p:extLst>
      <p:ext uri="{BB962C8B-B14F-4D97-AF65-F5344CB8AC3E}">
        <p14:creationId xmlns:p14="http://schemas.microsoft.com/office/powerpoint/2010/main" val="2283563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2E67E-063E-45A3-E673-04235F22A93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C459C88-2C26-5831-5428-BF34D4DEB7FF}"/>
              </a:ext>
            </a:extLst>
          </p:cNvPr>
          <p:cNvSpPr/>
          <p:nvPr/>
        </p:nvSpPr>
        <p:spPr>
          <a:xfrm>
            <a:off x="-103633" y="9144"/>
            <a:ext cx="6199633" cy="685800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F370A44-418C-3EE0-F587-D2F88E0187D4}"/>
              </a:ext>
            </a:extLst>
          </p:cNvPr>
          <p:cNvSpPr/>
          <p:nvPr/>
        </p:nvSpPr>
        <p:spPr>
          <a:xfrm>
            <a:off x="4304144" y="2953512"/>
            <a:ext cx="7887856" cy="1280160"/>
          </a:xfrm>
          <a:prstGeom prst="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2800" i="1">
                <a:ln w="0"/>
                <a:solidFill>
                  <a:schemeClr val="bg1"/>
                </a:solidFill>
                <a:effectLst>
                  <a:outerShdw blurRad="38100" dist="19050" dir="2700000" algn="tl" rotWithShape="0">
                    <a:schemeClr val="dk1">
                      <a:alpha val="40000"/>
                    </a:schemeClr>
                  </a:outerShdw>
                </a:effectLst>
                <a:latin typeface="+mj-lt"/>
              </a:rPr>
              <a:t>         Strategic Alignment with Stakeholders</a:t>
            </a:r>
          </a:p>
        </p:txBody>
      </p:sp>
      <p:sp>
        <p:nvSpPr>
          <p:cNvPr id="4" name="Rectangle 3">
            <a:extLst>
              <a:ext uri="{FF2B5EF4-FFF2-40B4-BE49-F238E27FC236}">
                <a16:creationId xmlns:a16="http://schemas.microsoft.com/office/drawing/2014/main" id="{82B2551E-9178-9C46-8259-3BFBA21D2C72}"/>
              </a:ext>
            </a:extLst>
          </p:cNvPr>
          <p:cNvSpPr/>
          <p:nvPr/>
        </p:nvSpPr>
        <p:spPr>
          <a:xfrm>
            <a:off x="11811000" y="-9144"/>
            <a:ext cx="381000" cy="379095"/>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960"/>
          </a:p>
        </p:txBody>
      </p:sp>
      <p:pic>
        <p:nvPicPr>
          <p:cNvPr id="12" name="Picture 11">
            <a:extLst>
              <a:ext uri="{FF2B5EF4-FFF2-40B4-BE49-F238E27FC236}">
                <a16:creationId xmlns:a16="http://schemas.microsoft.com/office/drawing/2014/main" id="{9B42D18B-BAA9-A412-CB05-AB4320E4FC4B}"/>
              </a:ext>
            </a:extLst>
          </p:cNvPr>
          <p:cNvPicPr>
            <a:picLocks noChangeAspect="1"/>
          </p:cNvPicPr>
          <p:nvPr/>
        </p:nvPicPr>
        <p:blipFill>
          <a:blip r:embed="rId4"/>
          <a:stretch>
            <a:fillRect/>
          </a:stretch>
        </p:blipFill>
        <p:spPr>
          <a:xfrm>
            <a:off x="-74666" y="5324856"/>
            <a:ext cx="1693154" cy="1524000"/>
          </a:xfrm>
          <a:prstGeom prst="rect">
            <a:avLst/>
          </a:prstGeom>
        </p:spPr>
      </p:pic>
      <p:sp>
        <p:nvSpPr>
          <p:cNvPr id="7" name="Flowchart: Delay 6">
            <a:extLst>
              <a:ext uri="{FF2B5EF4-FFF2-40B4-BE49-F238E27FC236}">
                <a16:creationId xmlns:a16="http://schemas.microsoft.com/office/drawing/2014/main" id="{0AF37CB5-EB40-F12D-865D-3847B46A8497}"/>
              </a:ext>
            </a:extLst>
          </p:cNvPr>
          <p:cNvSpPr/>
          <p:nvPr/>
        </p:nvSpPr>
        <p:spPr>
          <a:xfrm>
            <a:off x="4322432" y="2965590"/>
            <a:ext cx="942800" cy="1268082"/>
          </a:xfrm>
          <a:prstGeom prst="flowChartDela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a:solidFill>
                  <a:schemeClr val="tx1"/>
                </a:solidFill>
                <a:latin typeface="+mj-lt"/>
              </a:rPr>
              <a:t>07</a:t>
            </a:r>
          </a:p>
        </p:txBody>
      </p:sp>
    </p:spTree>
    <p:custDataLst>
      <p:custData r:id="rId1"/>
    </p:custDataLst>
    <p:extLst>
      <p:ext uri="{BB962C8B-B14F-4D97-AF65-F5344CB8AC3E}">
        <p14:creationId xmlns:p14="http://schemas.microsoft.com/office/powerpoint/2010/main" val="22012954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0CB1B-A969-8F8D-D423-DD4864167067}"/>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B458412B-A6CC-ACE1-4F50-DC5AF9D08317}"/>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Strategic Alignment with Stakeholders | What is it &amp; Why does it matter? </a:t>
            </a:r>
          </a:p>
        </p:txBody>
      </p:sp>
      <p:grpSp>
        <p:nvGrpSpPr>
          <p:cNvPr id="15" name="Group 14">
            <a:extLst>
              <a:ext uri="{FF2B5EF4-FFF2-40B4-BE49-F238E27FC236}">
                <a16:creationId xmlns:a16="http://schemas.microsoft.com/office/drawing/2014/main" id="{930E2D2D-7395-7B80-9CF8-B1E82F9362A3}"/>
              </a:ext>
            </a:extLst>
          </p:cNvPr>
          <p:cNvGrpSpPr/>
          <p:nvPr/>
        </p:nvGrpSpPr>
        <p:grpSpPr>
          <a:xfrm>
            <a:off x="602528" y="4740937"/>
            <a:ext cx="11146567" cy="1381287"/>
            <a:chOff x="437961" y="2639578"/>
            <a:chExt cx="8295566" cy="3333690"/>
          </a:xfrm>
        </p:grpSpPr>
        <p:sp>
          <p:nvSpPr>
            <p:cNvPr id="21" name="CuadroTexto 350">
              <a:extLst>
                <a:ext uri="{FF2B5EF4-FFF2-40B4-BE49-F238E27FC236}">
                  <a16:creationId xmlns:a16="http://schemas.microsoft.com/office/drawing/2014/main" id="{C602D795-2E05-F915-D53D-66EB35504C34}"/>
                </a:ext>
              </a:extLst>
            </p:cNvPr>
            <p:cNvSpPr txBox="1"/>
            <p:nvPr/>
          </p:nvSpPr>
          <p:spPr>
            <a:xfrm>
              <a:off x="550969" y="2639578"/>
              <a:ext cx="377016" cy="1559898"/>
            </a:xfrm>
            <a:prstGeom prst="rect">
              <a:avLst/>
            </a:prstGeom>
            <a:noFill/>
          </p:spPr>
          <p:txBody>
            <a:bodyPr wrap="none" rtlCol="0">
              <a:spAutoFit/>
            </a:bodyP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191919"/>
                  </a:solidFill>
                  <a:effectLst/>
                  <a:uLnTx/>
                  <a:uFillTx/>
                  <a:latin typeface="Arial"/>
                  <a:ea typeface="Lato Heavy" charset="0"/>
                  <a:cs typeface="Lato Heavy" charset="0"/>
                </a:rPr>
                <a:t>1</a:t>
              </a:r>
            </a:p>
          </p:txBody>
        </p:sp>
        <p:sp>
          <p:nvSpPr>
            <p:cNvPr id="22" name="CuadroTexto 395">
              <a:extLst>
                <a:ext uri="{FF2B5EF4-FFF2-40B4-BE49-F238E27FC236}">
                  <a16:creationId xmlns:a16="http://schemas.microsoft.com/office/drawing/2014/main" id="{04AED27E-3FFB-D298-7354-A5BC5321C582}"/>
                </a:ext>
              </a:extLst>
            </p:cNvPr>
            <p:cNvSpPr txBox="1"/>
            <p:nvPr/>
          </p:nvSpPr>
          <p:spPr>
            <a:xfrm>
              <a:off x="1035230" y="3213771"/>
              <a:ext cx="1955769" cy="668528"/>
            </a:xfrm>
            <a:prstGeom prst="rect">
              <a:avLst/>
            </a:prstGeom>
            <a:noFill/>
          </p:spPr>
          <p:txBody>
            <a:bodyPr wrap="square" rtlCol="0">
              <a:spAutoFit/>
            </a:bodyPr>
            <a:lstStyle/>
            <a:p>
              <a:pPr marL="0" lvl="1">
                <a:buClr>
                  <a:srgbClr val="000000"/>
                </a:buClr>
                <a:buSzPts val="1600"/>
                <a:defRPr/>
              </a:pPr>
              <a:r>
                <a:rPr lang="en-US" sz="1200" b="1"/>
                <a:t>Enables better decision-making</a:t>
              </a:r>
              <a:endParaRPr kumimoji="0" lang="en-US" sz="1200" b="1"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3" name="CuadroTexto 350">
              <a:extLst>
                <a:ext uri="{FF2B5EF4-FFF2-40B4-BE49-F238E27FC236}">
                  <a16:creationId xmlns:a16="http://schemas.microsoft.com/office/drawing/2014/main" id="{175E5530-C6D3-8E87-767F-AED8042816DB}"/>
                </a:ext>
              </a:extLst>
            </p:cNvPr>
            <p:cNvSpPr txBox="1"/>
            <p:nvPr/>
          </p:nvSpPr>
          <p:spPr>
            <a:xfrm>
              <a:off x="3443091" y="2664101"/>
              <a:ext cx="328313" cy="1559898"/>
            </a:xfrm>
            <a:prstGeom prst="rect">
              <a:avLst/>
            </a:prstGeom>
            <a:noFill/>
          </p:spPr>
          <p:txBody>
            <a:bodyPr wrap="none" rtlCol="0">
              <a:spAutoFit/>
            </a:bodyP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D5108"/>
                  </a:solidFill>
                  <a:effectLst/>
                  <a:uLnTx/>
                  <a:uFillTx/>
                  <a:latin typeface="Arial"/>
                  <a:ea typeface="Lato Heavy" charset="0"/>
                  <a:cs typeface="Lato Heavy" charset="0"/>
                </a:rPr>
                <a:t>2</a:t>
              </a:r>
            </a:p>
          </p:txBody>
        </p:sp>
        <p:sp>
          <p:nvSpPr>
            <p:cNvPr id="25" name="CuadroTexto 395">
              <a:extLst>
                <a:ext uri="{FF2B5EF4-FFF2-40B4-BE49-F238E27FC236}">
                  <a16:creationId xmlns:a16="http://schemas.microsoft.com/office/drawing/2014/main" id="{688FFAB1-3731-5138-2EA5-566F61ECB30E}"/>
                </a:ext>
              </a:extLst>
            </p:cNvPr>
            <p:cNvSpPr txBox="1"/>
            <p:nvPr/>
          </p:nvSpPr>
          <p:spPr>
            <a:xfrm>
              <a:off x="3889462" y="3146990"/>
              <a:ext cx="1955769" cy="668528"/>
            </a:xfrm>
            <a:prstGeom prst="rect">
              <a:avLst/>
            </a:prstGeom>
            <a:noFill/>
          </p:spPr>
          <p:txBody>
            <a:bodyPr wrap="square" rtlCol="0">
              <a:spAutoFit/>
            </a:bodyPr>
            <a:lstStyle/>
            <a:p>
              <a:pPr lvl="0" defTabSz="914217">
                <a:defRPr/>
              </a:pPr>
              <a:r>
                <a:rPr lang="en-US" sz="1200" b="1"/>
                <a:t>Builds trust </a:t>
              </a:r>
              <a:endParaRPr kumimoji="0" lang="en-US" sz="1200" b="1" i="0" u="none" strike="noStrike" kern="1200" cap="none" spc="0" normalizeH="0" baseline="0" noProof="0">
                <a:ln>
                  <a:noFill/>
                </a:ln>
                <a:solidFill>
                  <a:srgbClr val="000000"/>
                </a:solidFill>
                <a:effectLst/>
                <a:uLnTx/>
                <a:uFillTx/>
                <a:latin typeface="Arial"/>
                <a:ea typeface="Roboto Medium" panose="02000000000000000000" pitchFamily="2" charset="0"/>
                <a:cs typeface="Lato Semibold" panose="020F0502020204030203" pitchFamily="34" charset="0"/>
              </a:endParaRPr>
            </a:p>
          </p:txBody>
        </p:sp>
        <p:sp>
          <p:nvSpPr>
            <p:cNvPr id="27" name="CuadroTexto 350">
              <a:extLst>
                <a:ext uri="{FF2B5EF4-FFF2-40B4-BE49-F238E27FC236}">
                  <a16:creationId xmlns:a16="http://schemas.microsoft.com/office/drawing/2014/main" id="{7288EF6B-4773-934F-0053-34864C940959}"/>
                </a:ext>
              </a:extLst>
            </p:cNvPr>
            <p:cNvSpPr txBox="1"/>
            <p:nvPr/>
          </p:nvSpPr>
          <p:spPr>
            <a:xfrm>
              <a:off x="575321" y="4413370"/>
              <a:ext cx="328313" cy="1559898"/>
            </a:xfrm>
            <a:prstGeom prst="rect">
              <a:avLst/>
            </a:prstGeom>
            <a:noFill/>
          </p:spPr>
          <p:txBody>
            <a:bodyPr wrap="none" rtlCol="0">
              <a:spAutoFit/>
            </a:bodyP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D5108"/>
                  </a:solidFill>
                  <a:effectLst/>
                  <a:uLnTx/>
                  <a:uFillTx/>
                  <a:latin typeface="Arial"/>
                  <a:ea typeface="Lato Heavy" charset="0"/>
                  <a:cs typeface="Lato Heavy" charset="0"/>
                </a:rPr>
                <a:t>4</a:t>
              </a:r>
            </a:p>
          </p:txBody>
        </p:sp>
        <p:sp>
          <p:nvSpPr>
            <p:cNvPr id="28" name="CuadroTexto 395">
              <a:extLst>
                <a:ext uri="{FF2B5EF4-FFF2-40B4-BE49-F238E27FC236}">
                  <a16:creationId xmlns:a16="http://schemas.microsoft.com/office/drawing/2014/main" id="{A32D70D2-6191-358F-CADA-3415CC10884C}"/>
                </a:ext>
              </a:extLst>
            </p:cNvPr>
            <p:cNvSpPr txBox="1"/>
            <p:nvPr/>
          </p:nvSpPr>
          <p:spPr>
            <a:xfrm>
              <a:off x="1035230" y="4890814"/>
              <a:ext cx="1955769" cy="668528"/>
            </a:xfrm>
            <a:prstGeom prst="rect">
              <a:avLst/>
            </a:prstGeom>
            <a:noFill/>
          </p:spPr>
          <p:txBody>
            <a:bodyPr wrap="square" rtlCol="0">
              <a:spAutoFit/>
            </a:bodyPr>
            <a:lstStyle/>
            <a:p>
              <a:pPr lvl="0" defTabSz="914217">
                <a:defRPr/>
              </a:pPr>
              <a:r>
                <a:rPr lang="en-US" sz="1200" b="1"/>
                <a:t>Improves execution &amp; outcomes</a:t>
              </a:r>
              <a:endParaRPr kumimoji="0" lang="en-US" sz="1200" b="1" i="0" u="none" strike="noStrike" kern="1200" cap="none" spc="0" normalizeH="0" baseline="0" noProof="0">
                <a:ln>
                  <a:noFill/>
                </a:ln>
                <a:solidFill>
                  <a:srgbClr val="000000"/>
                </a:solidFill>
                <a:effectLst/>
                <a:uLnTx/>
                <a:uFillTx/>
                <a:latin typeface="Arial"/>
                <a:ea typeface="Roboto Medium" panose="02000000000000000000" pitchFamily="2" charset="0"/>
                <a:cs typeface="Lato Semibold" panose="020F0502020204030203" pitchFamily="34" charset="0"/>
              </a:endParaRPr>
            </a:p>
          </p:txBody>
        </p:sp>
        <p:sp>
          <p:nvSpPr>
            <p:cNvPr id="29" name="CuadroTexto 350">
              <a:extLst>
                <a:ext uri="{FF2B5EF4-FFF2-40B4-BE49-F238E27FC236}">
                  <a16:creationId xmlns:a16="http://schemas.microsoft.com/office/drawing/2014/main" id="{593BCF70-0D1D-2FF8-770A-86ED6AD09BE7}"/>
                </a:ext>
              </a:extLst>
            </p:cNvPr>
            <p:cNvSpPr txBox="1"/>
            <p:nvPr/>
          </p:nvSpPr>
          <p:spPr>
            <a:xfrm>
              <a:off x="3418738" y="4413370"/>
              <a:ext cx="377016" cy="1559898"/>
            </a:xfrm>
            <a:prstGeom prst="rect">
              <a:avLst/>
            </a:prstGeom>
            <a:noFill/>
          </p:spPr>
          <p:txBody>
            <a:bodyPr wrap="none" rtlCol="0">
              <a:spAutoFit/>
            </a:bodyP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191919"/>
                  </a:solidFill>
                  <a:effectLst/>
                  <a:uLnTx/>
                  <a:uFillTx/>
                  <a:latin typeface="Arial"/>
                  <a:ea typeface="Lato Heavy" charset="0"/>
                  <a:cs typeface="Lato Heavy" charset="0"/>
                </a:rPr>
                <a:t>5</a:t>
              </a:r>
            </a:p>
          </p:txBody>
        </p:sp>
        <p:sp>
          <p:nvSpPr>
            <p:cNvPr id="30" name="CuadroTexto 395">
              <a:extLst>
                <a:ext uri="{FF2B5EF4-FFF2-40B4-BE49-F238E27FC236}">
                  <a16:creationId xmlns:a16="http://schemas.microsoft.com/office/drawing/2014/main" id="{3A727B76-E3EC-6BF7-C58A-09E38F8DD4F5}"/>
                </a:ext>
              </a:extLst>
            </p:cNvPr>
            <p:cNvSpPr txBox="1"/>
            <p:nvPr/>
          </p:nvSpPr>
          <p:spPr>
            <a:xfrm>
              <a:off x="3889462" y="4831756"/>
              <a:ext cx="1955769" cy="1114213"/>
            </a:xfrm>
            <a:prstGeom prst="rect">
              <a:avLst/>
            </a:prstGeom>
            <a:noFill/>
          </p:spPr>
          <p:txBody>
            <a:bodyPr wrap="square" rtlCol="0">
              <a:spAutoFit/>
            </a:bodyPr>
            <a:lstStyle/>
            <a:p>
              <a:pPr lvl="0" defTabSz="914217">
                <a:defRPr/>
              </a:pPr>
              <a:r>
                <a:rPr lang="en-US" sz="1200" b="1"/>
                <a:t>Drives long-term value &amp; sustainability </a:t>
              </a:r>
              <a:endParaRPr kumimoji="0" lang="en-US" sz="1200" b="1" i="0" u="none" strike="noStrike" kern="1200" cap="none" spc="0" normalizeH="0" baseline="0" noProof="0">
                <a:ln>
                  <a:noFill/>
                </a:ln>
                <a:solidFill>
                  <a:srgbClr val="000000"/>
                </a:solidFill>
                <a:effectLst/>
                <a:uLnTx/>
                <a:uFillTx/>
                <a:latin typeface="Arial"/>
                <a:ea typeface="Roboto Medium" panose="02000000000000000000" pitchFamily="2" charset="0"/>
                <a:cs typeface="Lato Semibold" panose="020F0502020204030203" pitchFamily="34" charset="0"/>
              </a:endParaRPr>
            </a:p>
          </p:txBody>
        </p:sp>
        <p:sp>
          <p:nvSpPr>
            <p:cNvPr id="34" name="CuadroTexto 350">
              <a:extLst>
                <a:ext uri="{FF2B5EF4-FFF2-40B4-BE49-F238E27FC236}">
                  <a16:creationId xmlns:a16="http://schemas.microsoft.com/office/drawing/2014/main" id="{263F873E-498E-D378-1EAA-EF673E060FB4}"/>
                </a:ext>
              </a:extLst>
            </p:cNvPr>
            <p:cNvSpPr txBox="1"/>
            <p:nvPr/>
          </p:nvSpPr>
          <p:spPr>
            <a:xfrm>
              <a:off x="6307036" y="2664101"/>
              <a:ext cx="377016" cy="1559898"/>
            </a:xfrm>
            <a:prstGeom prst="rect">
              <a:avLst/>
            </a:prstGeom>
            <a:noFill/>
          </p:spPr>
          <p:txBody>
            <a:bodyPr wrap="none" rtlCol="0">
              <a:spAutoFit/>
            </a:bodyP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191919"/>
                  </a:solidFill>
                  <a:effectLst/>
                  <a:uLnTx/>
                  <a:uFillTx/>
                  <a:latin typeface="Arial"/>
                  <a:ea typeface="Lato Heavy" charset="0"/>
                  <a:cs typeface="Lato Heavy" charset="0"/>
                </a:rPr>
                <a:t>3</a:t>
              </a:r>
            </a:p>
          </p:txBody>
        </p:sp>
        <p:sp>
          <p:nvSpPr>
            <p:cNvPr id="36" name="CuadroTexto 395">
              <a:extLst>
                <a:ext uri="{FF2B5EF4-FFF2-40B4-BE49-F238E27FC236}">
                  <a16:creationId xmlns:a16="http://schemas.microsoft.com/office/drawing/2014/main" id="{AC3FDB71-323E-DC24-4769-480C46E069AE}"/>
                </a:ext>
              </a:extLst>
            </p:cNvPr>
            <p:cNvSpPr txBox="1"/>
            <p:nvPr/>
          </p:nvSpPr>
          <p:spPr>
            <a:xfrm>
              <a:off x="6777758" y="3059210"/>
              <a:ext cx="1955769" cy="668528"/>
            </a:xfrm>
            <a:prstGeom prst="rect">
              <a:avLst/>
            </a:prstGeom>
            <a:noFill/>
          </p:spPr>
          <p:txBody>
            <a:bodyPr wrap="square" rtlCol="0">
              <a:spAutoFit/>
            </a:bodyPr>
            <a:lstStyle/>
            <a:p>
              <a:pPr lvl="0" defTabSz="914217">
                <a:defRPr/>
              </a:pPr>
              <a:r>
                <a:rPr lang="en-US" sz="1200" b="1"/>
                <a:t>Reduces risk and resistance</a:t>
              </a:r>
              <a:endParaRPr kumimoji="0" lang="en-US" sz="1200" b="1" i="0" u="none" strike="noStrike" kern="1200" cap="none" spc="0" normalizeH="0" baseline="0" noProof="0">
                <a:ln>
                  <a:noFill/>
                </a:ln>
                <a:solidFill>
                  <a:srgbClr val="000000"/>
                </a:solidFill>
                <a:effectLst/>
                <a:uLnTx/>
                <a:uFillTx/>
                <a:latin typeface="Arial"/>
                <a:ea typeface="Roboto Medium" panose="02000000000000000000" pitchFamily="2" charset="0"/>
                <a:cs typeface="Lato Semibold" panose="020F0502020204030203" pitchFamily="34" charset="0"/>
              </a:endParaRPr>
            </a:p>
          </p:txBody>
        </p:sp>
        <p:sp>
          <p:nvSpPr>
            <p:cNvPr id="37" name="CuadroTexto 350">
              <a:extLst>
                <a:ext uri="{FF2B5EF4-FFF2-40B4-BE49-F238E27FC236}">
                  <a16:creationId xmlns:a16="http://schemas.microsoft.com/office/drawing/2014/main" id="{C1510628-43DF-C869-76A9-AE1287610527}"/>
                </a:ext>
              </a:extLst>
            </p:cNvPr>
            <p:cNvSpPr txBox="1"/>
            <p:nvPr/>
          </p:nvSpPr>
          <p:spPr>
            <a:xfrm>
              <a:off x="6331388" y="4413370"/>
              <a:ext cx="328313" cy="1559898"/>
            </a:xfrm>
            <a:prstGeom prst="rect">
              <a:avLst/>
            </a:prstGeom>
            <a:noFill/>
          </p:spPr>
          <p:txBody>
            <a:bodyPr wrap="none" rtlCol="0">
              <a:spAutoFit/>
            </a:bodyP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D5108"/>
                  </a:solidFill>
                  <a:effectLst/>
                  <a:uLnTx/>
                  <a:uFillTx/>
                  <a:latin typeface="Arial"/>
                  <a:ea typeface="Lato Heavy" charset="0"/>
                  <a:cs typeface="Lato Heavy" charset="0"/>
                </a:rPr>
                <a:t>6</a:t>
              </a:r>
            </a:p>
          </p:txBody>
        </p:sp>
        <p:sp>
          <p:nvSpPr>
            <p:cNvPr id="38" name="CuadroTexto 395">
              <a:extLst>
                <a:ext uri="{FF2B5EF4-FFF2-40B4-BE49-F238E27FC236}">
                  <a16:creationId xmlns:a16="http://schemas.microsoft.com/office/drawing/2014/main" id="{F795B8CB-7366-6059-F4E0-61A4A9F2E16E}"/>
                </a:ext>
              </a:extLst>
            </p:cNvPr>
            <p:cNvSpPr txBox="1"/>
            <p:nvPr/>
          </p:nvSpPr>
          <p:spPr>
            <a:xfrm>
              <a:off x="6777758" y="4765166"/>
              <a:ext cx="1955769" cy="668528"/>
            </a:xfrm>
            <a:prstGeom prst="rect">
              <a:avLst/>
            </a:prstGeom>
            <a:noFill/>
          </p:spPr>
          <p:txBody>
            <a:bodyPr wrap="square" rtlCol="0">
              <a:spAutoFit/>
            </a:bodyPr>
            <a:lstStyle/>
            <a:p>
              <a:pPr lvl="0" defTabSz="914217">
                <a:defRPr/>
              </a:pPr>
              <a:r>
                <a:rPr kumimoji="0" lang="en-US" sz="1200" b="1" i="0" u="none" strike="noStrike" kern="0" cap="none" spc="0" normalizeH="0" baseline="0" noProof="0">
                  <a:ln>
                    <a:noFill/>
                  </a:ln>
                  <a:solidFill>
                    <a:srgbClr val="000000"/>
                  </a:solidFill>
                  <a:effectLst/>
                  <a:uLnTx/>
                  <a:uFillTx/>
                  <a:latin typeface="Arial"/>
                  <a:ea typeface="+mn-ea"/>
                  <a:cs typeface="Arial"/>
                  <a:sym typeface="Arial"/>
                </a:rPr>
                <a:t>Increased focus on priorities</a:t>
              </a:r>
              <a:endParaRPr kumimoji="0" lang="en-US" sz="1200" b="1" i="0" u="none" strike="noStrike" kern="1200" cap="none" spc="0" normalizeH="0" baseline="0" noProof="0">
                <a:ln>
                  <a:noFill/>
                </a:ln>
                <a:solidFill>
                  <a:srgbClr val="000000"/>
                </a:solidFill>
                <a:effectLst/>
                <a:uLnTx/>
                <a:uFillTx/>
                <a:latin typeface="Arial"/>
                <a:ea typeface="Roboto Medium" panose="02000000000000000000" pitchFamily="2" charset="0"/>
                <a:cs typeface="Lato Semibold" panose="020F0502020204030203" pitchFamily="34" charset="0"/>
              </a:endParaRPr>
            </a:p>
          </p:txBody>
        </p:sp>
        <p:cxnSp>
          <p:nvCxnSpPr>
            <p:cNvPr id="41" name="Straight Connector 40">
              <a:extLst>
                <a:ext uri="{FF2B5EF4-FFF2-40B4-BE49-F238E27FC236}">
                  <a16:creationId xmlns:a16="http://schemas.microsoft.com/office/drawing/2014/main" id="{F98073E9-0154-13ED-C2B1-AFC6B5C5A456}"/>
                </a:ext>
              </a:extLst>
            </p:cNvPr>
            <p:cNvCxnSpPr>
              <a:cxnSpLocks/>
            </p:cNvCxnSpPr>
            <p:nvPr/>
          </p:nvCxnSpPr>
          <p:spPr>
            <a:xfrm>
              <a:off x="437961" y="4217054"/>
              <a:ext cx="8180259" cy="0"/>
            </a:xfrm>
            <a:prstGeom prst="line">
              <a:avLst/>
            </a:prstGeom>
            <a:ln w="6350" cap="sq">
              <a:solidFill>
                <a:schemeClr val="tx2"/>
              </a:solidFill>
              <a:prstDash val="dash"/>
            </a:ln>
          </p:spPr>
          <p:style>
            <a:lnRef idx="1">
              <a:schemeClr val="accent1"/>
            </a:lnRef>
            <a:fillRef idx="0">
              <a:schemeClr val="accent1"/>
            </a:fillRef>
            <a:effectRef idx="0">
              <a:schemeClr val="dk1"/>
            </a:effectRef>
            <a:fontRef idx="minor">
              <a:schemeClr val="lt1"/>
            </a:fontRef>
          </p:style>
        </p:cxnSp>
        <p:cxnSp>
          <p:nvCxnSpPr>
            <p:cNvPr id="43" name="Straight Connector 42">
              <a:extLst>
                <a:ext uri="{FF2B5EF4-FFF2-40B4-BE49-F238E27FC236}">
                  <a16:creationId xmlns:a16="http://schemas.microsoft.com/office/drawing/2014/main" id="{DD89D7AB-0EC0-9774-112A-360B9572B4BD}"/>
                </a:ext>
              </a:extLst>
            </p:cNvPr>
            <p:cNvCxnSpPr>
              <a:cxnSpLocks/>
            </p:cNvCxnSpPr>
            <p:nvPr/>
          </p:nvCxnSpPr>
          <p:spPr>
            <a:xfrm>
              <a:off x="3160784" y="3017520"/>
              <a:ext cx="0" cy="2491740"/>
            </a:xfrm>
            <a:prstGeom prst="line">
              <a:avLst/>
            </a:prstGeom>
            <a:ln w="6350" cap="sq">
              <a:solidFill>
                <a:schemeClr val="tx2"/>
              </a:solidFill>
              <a:prstDash val="dash"/>
            </a:ln>
          </p:spPr>
          <p:style>
            <a:lnRef idx="1">
              <a:schemeClr val="accent1"/>
            </a:lnRef>
            <a:fillRef idx="0">
              <a:schemeClr val="accent1"/>
            </a:fillRef>
            <a:effectRef idx="0">
              <a:schemeClr val="dk1"/>
            </a:effectRef>
            <a:fontRef idx="minor">
              <a:schemeClr val="lt1"/>
            </a:fontRef>
          </p:style>
        </p:cxnSp>
        <p:cxnSp>
          <p:nvCxnSpPr>
            <p:cNvPr id="44" name="Straight Connector 43">
              <a:extLst>
                <a:ext uri="{FF2B5EF4-FFF2-40B4-BE49-F238E27FC236}">
                  <a16:creationId xmlns:a16="http://schemas.microsoft.com/office/drawing/2014/main" id="{A79BBB70-CFD3-D358-D1E8-2A12BC17C9B5}"/>
                </a:ext>
              </a:extLst>
            </p:cNvPr>
            <p:cNvCxnSpPr>
              <a:cxnSpLocks/>
            </p:cNvCxnSpPr>
            <p:nvPr/>
          </p:nvCxnSpPr>
          <p:spPr>
            <a:xfrm>
              <a:off x="6095680" y="3017520"/>
              <a:ext cx="0" cy="2491740"/>
            </a:xfrm>
            <a:prstGeom prst="line">
              <a:avLst/>
            </a:prstGeom>
            <a:ln w="6350" cap="sq">
              <a:solidFill>
                <a:schemeClr val="tx2"/>
              </a:solidFill>
              <a:prstDash val="dash"/>
            </a:ln>
          </p:spPr>
          <p:style>
            <a:lnRef idx="1">
              <a:schemeClr val="accent1"/>
            </a:lnRef>
            <a:fillRef idx="0">
              <a:schemeClr val="accent1"/>
            </a:fillRef>
            <a:effectRef idx="0">
              <a:schemeClr val="dk1"/>
            </a:effectRef>
            <a:fontRef idx="minor">
              <a:schemeClr val="lt1"/>
            </a:fontRef>
          </p:style>
        </p:cxnSp>
      </p:grpSp>
      <p:sp>
        <p:nvSpPr>
          <p:cNvPr id="48" name="TextBox 47">
            <a:extLst>
              <a:ext uri="{FF2B5EF4-FFF2-40B4-BE49-F238E27FC236}">
                <a16:creationId xmlns:a16="http://schemas.microsoft.com/office/drawing/2014/main" id="{01805873-C017-D45F-9138-0932AFFBE674}"/>
              </a:ext>
            </a:extLst>
          </p:cNvPr>
          <p:cNvSpPr txBox="1"/>
          <p:nvPr/>
        </p:nvSpPr>
        <p:spPr>
          <a:xfrm>
            <a:off x="373571" y="892567"/>
            <a:ext cx="11350086" cy="738664"/>
          </a:xfrm>
          <a:prstGeom prst="rect">
            <a:avLst/>
          </a:prstGeom>
          <a:noFill/>
        </p:spPr>
        <p:txBody>
          <a:bodyPr wrap="square">
            <a:spAutoFit/>
          </a:bodyPr>
          <a:lstStyle/>
          <a:p>
            <a:pPr lvl="0" algn="just">
              <a:spcBef>
                <a:spcPct val="0"/>
              </a:spcBef>
              <a:defRPr/>
            </a:pPr>
            <a:r>
              <a:rPr lang="en-US" sz="1400"/>
              <a:t>Strategic Alignment with stakeholders refers to the process of ensuring that an organization’s strategy, decisions, and actions are aligned with the expectations, needs, and priorities of its key stakeholders—such as employees, customers, investors, regulators, communities, and partners—while still advancing the organization’s long-term goals.</a:t>
            </a:r>
            <a:endParaRPr kumimoji="0" lang="en-US" sz="1400" i="0" u="none" strike="noStrike" kern="0" cap="none" spc="0" normalizeH="0" baseline="0" noProof="0">
              <a:ln>
                <a:noFill/>
              </a:ln>
              <a:solidFill>
                <a:srgbClr val="000000"/>
              </a:solidFill>
              <a:effectLst/>
              <a:uLnTx/>
              <a:uFillTx/>
              <a:latin typeface="Arial"/>
              <a:ea typeface="+mn-ea"/>
              <a:cs typeface="+mn-cs"/>
            </a:endParaRPr>
          </a:p>
        </p:txBody>
      </p:sp>
      <p:sp>
        <p:nvSpPr>
          <p:cNvPr id="53" name="TextBox 52">
            <a:extLst>
              <a:ext uri="{FF2B5EF4-FFF2-40B4-BE49-F238E27FC236}">
                <a16:creationId xmlns:a16="http://schemas.microsoft.com/office/drawing/2014/main" id="{D92B0026-2F4B-7A42-A260-11AFACD22C0C}"/>
              </a:ext>
            </a:extLst>
          </p:cNvPr>
          <p:cNvSpPr txBox="1"/>
          <p:nvPr/>
        </p:nvSpPr>
        <p:spPr>
          <a:xfrm>
            <a:off x="351322" y="2092778"/>
            <a:ext cx="6149357" cy="307777"/>
          </a:xfrm>
          <a:prstGeom prst="rect">
            <a:avLst/>
          </a:prstGeom>
          <a:noFill/>
        </p:spPr>
        <p:txBody>
          <a:bodyPr wrap="square">
            <a:spAutoFit/>
          </a:bodyPr>
          <a:lstStyle/>
          <a:p>
            <a:r>
              <a:rPr lang="en-US" sz="1400" b="1"/>
              <a:t>What does strategic alignment look like in practice?</a:t>
            </a:r>
            <a:endParaRPr lang="en-US" sz="1400"/>
          </a:p>
        </p:txBody>
      </p:sp>
      <p:sp>
        <p:nvSpPr>
          <p:cNvPr id="56" name="TextBox 55">
            <a:extLst>
              <a:ext uri="{FF2B5EF4-FFF2-40B4-BE49-F238E27FC236}">
                <a16:creationId xmlns:a16="http://schemas.microsoft.com/office/drawing/2014/main" id="{EEA40D01-29E7-70BF-4A88-D752C206799B}"/>
              </a:ext>
            </a:extLst>
          </p:cNvPr>
          <p:cNvSpPr txBox="1"/>
          <p:nvPr/>
        </p:nvSpPr>
        <p:spPr>
          <a:xfrm>
            <a:off x="373571" y="4072301"/>
            <a:ext cx="7973291" cy="307777"/>
          </a:xfrm>
          <a:prstGeom prst="rect">
            <a:avLst/>
          </a:prstGeom>
          <a:noFill/>
        </p:spPr>
        <p:txBody>
          <a:bodyPr wrap="square">
            <a:spAutoFit/>
          </a:bodyPr>
          <a:lstStyle>
            <a:defPPr>
              <a:defRPr lang="en-US"/>
            </a:defPPr>
            <a:lvl1pPr>
              <a:defRPr sz="1400" b="1">
                <a:solidFill>
                  <a:schemeClr val="accent2">
                    <a:lumMod val="75000"/>
                  </a:schemeClr>
                </a:solidFill>
              </a:defRPr>
            </a:lvl1pPr>
          </a:lstStyle>
          <a:p>
            <a:r>
              <a:rPr lang="en-US">
                <a:solidFill>
                  <a:schemeClr val="tx1"/>
                </a:solidFill>
              </a:rPr>
              <a:t>Why does strategic alignment with stakeholders matter?</a:t>
            </a:r>
          </a:p>
        </p:txBody>
      </p:sp>
      <p:sp>
        <p:nvSpPr>
          <p:cNvPr id="59" name="Rectangle 58">
            <a:extLst>
              <a:ext uri="{FF2B5EF4-FFF2-40B4-BE49-F238E27FC236}">
                <a16:creationId xmlns:a16="http://schemas.microsoft.com/office/drawing/2014/main" id="{87237133-48D4-7178-7BCA-D4B3D0599761}"/>
              </a:ext>
            </a:extLst>
          </p:cNvPr>
          <p:cNvSpPr/>
          <p:nvPr/>
        </p:nvSpPr>
        <p:spPr>
          <a:xfrm>
            <a:off x="3257127" y="2692844"/>
            <a:ext cx="2748096" cy="863680"/>
          </a:xfrm>
          <a:prstGeom prst="rect">
            <a:avLst/>
          </a:prstGeom>
          <a:solidFill>
            <a:srgbClr val="7D7D7D">
              <a:lumMod val="20000"/>
              <a:lumOff val="80000"/>
            </a:srgbClr>
          </a:solidFill>
          <a:ln w="12700" cap="sq" cmpd="sng" algn="ctr">
            <a:noFill/>
            <a:prstDash val="soli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lvl="0" algn="ctr" defTabSz="685800">
              <a:defRPr/>
            </a:pPr>
            <a:r>
              <a:rPr lang="en-US" sz="1200" b="1">
                <a:solidFill>
                  <a:schemeClr val="accent2">
                    <a:lumMod val="75000"/>
                  </a:schemeClr>
                </a:solidFill>
              </a:rPr>
              <a:t>Business goals are clearly linked to stakeholders’ value creation</a:t>
            </a:r>
            <a:endParaRPr kumimoji="0" lang="en-US" sz="1200" b="1" i="0" u="none" strike="noStrike" kern="0" cap="none" spc="0" normalizeH="0" baseline="0" noProof="0">
              <a:ln>
                <a:noFill/>
              </a:ln>
              <a:solidFill>
                <a:schemeClr val="accent2">
                  <a:lumMod val="75000"/>
                </a:schemeClr>
              </a:solidFill>
              <a:effectLst/>
              <a:uLnTx/>
              <a:uFillTx/>
              <a:latin typeface="Arial"/>
              <a:ea typeface="+mn-ea"/>
              <a:cs typeface="+mn-cs"/>
            </a:endParaRPr>
          </a:p>
        </p:txBody>
      </p:sp>
      <p:sp>
        <p:nvSpPr>
          <p:cNvPr id="60" name="Rectangle 59">
            <a:extLst>
              <a:ext uri="{FF2B5EF4-FFF2-40B4-BE49-F238E27FC236}">
                <a16:creationId xmlns:a16="http://schemas.microsoft.com/office/drawing/2014/main" id="{DBE911F3-584B-53D3-E1A9-138863E04EEB}"/>
              </a:ext>
            </a:extLst>
          </p:cNvPr>
          <p:cNvSpPr/>
          <p:nvPr/>
        </p:nvSpPr>
        <p:spPr>
          <a:xfrm>
            <a:off x="8957588" y="2692844"/>
            <a:ext cx="2748096" cy="855169"/>
          </a:xfrm>
          <a:prstGeom prst="rect">
            <a:avLst/>
          </a:prstGeom>
          <a:solidFill>
            <a:srgbClr val="7D7D7D">
              <a:lumMod val="20000"/>
              <a:lumOff val="80000"/>
            </a:srgbClr>
          </a:solidFill>
          <a:ln w="12700" cap="sq" cmpd="sng" algn="ctr">
            <a:noFill/>
            <a:prstDash val="soli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D5108"/>
                </a:solidFill>
                <a:effectLst/>
                <a:uLnTx/>
                <a:uFillTx/>
                <a:latin typeface="Arial"/>
                <a:ea typeface="+mn-ea"/>
                <a:cs typeface="+mn-cs"/>
              </a:rPr>
              <a:t>Engagement is ongoing and two-way</a:t>
            </a:r>
            <a:endParaRPr kumimoji="0" lang="en-US" sz="1200" b="0" i="0" u="none" strike="noStrike" kern="0" cap="none" spc="0" normalizeH="0" baseline="0" noProof="0">
              <a:ln>
                <a:noFill/>
              </a:ln>
              <a:solidFill>
                <a:srgbClr val="000000"/>
              </a:solidFill>
              <a:effectLst/>
              <a:uLnTx/>
              <a:uFillTx/>
              <a:latin typeface="Arial"/>
              <a:ea typeface="+mn-ea"/>
              <a:cs typeface="+mn-cs"/>
            </a:endParaRPr>
          </a:p>
        </p:txBody>
      </p:sp>
      <p:sp>
        <p:nvSpPr>
          <p:cNvPr id="67" name="Rectangle 66">
            <a:extLst>
              <a:ext uri="{FF2B5EF4-FFF2-40B4-BE49-F238E27FC236}">
                <a16:creationId xmlns:a16="http://schemas.microsoft.com/office/drawing/2014/main" id="{411A10CC-A4EF-6881-21DB-3730A1E256C3}"/>
              </a:ext>
            </a:extLst>
          </p:cNvPr>
          <p:cNvSpPr/>
          <p:nvPr/>
        </p:nvSpPr>
        <p:spPr>
          <a:xfrm>
            <a:off x="6107358" y="2692844"/>
            <a:ext cx="2748096" cy="855169"/>
          </a:xfrm>
          <a:prstGeom prst="rect">
            <a:avLst/>
          </a:prstGeom>
          <a:solidFill>
            <a:srgbClr val="F2F2F2"/>
          </a:solidFill>
          <a:ln w="12700" cap="sq" cmpd="sng" algn="ctr">
            <a:noFill/>
            <a:prstDash val="soli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lvl="0" algn="ctr" defTabSz="685800">
              <a:defRPr/>
            </a:pPr>
            <a:r>
              <a:rPr lang="en-US" sz="1200" b="1">
                <a:solidFill>
                  <a:schemeClr val="accent2">
                    <a:lumMod val="75000"/>
                  </a:schemeClr>
                </a:solidFill>
              </a:rPr>
              <a:t>Trade-offs between different stakeholder interests are intentionally managed</a:t>
            </a:r>
            <a:endParaRPr kumimoji="0" lang="en-US" sz="1200" b="1" i="0" u="none" strike="noStrike" kern="0" cap="none" spc="0" normalizeH="0" baseline="0" noProof="0">
              <a:ln>
                <a:noFill/>
              </a:ln>
              <a:solidFill>
                <a:schemeClr val="accent2">
                  <a:lumMod val="75000"/>
                </a:schemeClr>
              </a:solidFill>
              <a:effectLst/>
              <a:uLnTx/>
              <a:uFillTx/>
              <a:latin typeface="Arial"/>
              <a:ea typeface="+mn-ea"/>
              <a:cs typeface="+mn-cs"/>
            </a:endParaRPr>
          </a:p>
        </p:txBody>
      </p:sp>
      <p:sp>
        <p:nvSpPr>
          <p:cNvPr id="68" name="Rectangle 67">
            <a:extLst>
              <a:ext uri="{FF2B5EF4-FFF2-40B4-BE49-F238E27FC236}">
                <a16:creationId xmlns:a16="http://schemas.microsoft.com/office/drawing/2014/main" id="{17BFA9BE-C3D3-4A4B-46B1-3EAE84914B25}"/>
              </a:ext>
            </a:extLst>
          </p:cNvPr>
          <p:cNvSpPr/>
          <p:nvPr/>
        </p:nvSpPr>
        <p:spPr>
          <a:xfrm>
            <a:off x="399523" y="2695196"/>
            <a:ext cx="2755470" cy="863680"/>
          </a:xfrm>
          <a:prstGeom prst="rect">
            <a:avLst/>
          </a:prstGeom>
          <a:solidFill>
            <a:srgbClr val="F2F2F2"/>
          </a:solidFill>
          <a:ln w="12700" cap="sq" cmpd="sng" algn="ctr">
            <a:noFill/>
            <a:prstDash val="soli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685800"/>
            <a:r>
              <a:rPr lang="en-US" sz="1200" b="1">
                <a:solidFill>
                  <a:schemeClr val="accent2">
                    <a:lumMod val="75000"/>
                  </a:schemeClr>
                </a:solidFill>
              </a:rPr>
              <a:t>Stakeholders’ expectations are considered early, not after decisions are made</a:t>
            </a:r>
          </a:p>
        </p:txBody>
      </p:sp>
      <p:grpSp>
        <p:nvGrpSpPr>
          <p:cNvPr id="71" name="Group 70">
            <a:extLst>
              <a:ext uri="{FF2B5EF4-FFF2-40B4-BE49-F238E27FC236}">
                <a16:creationId xmlns:a16="http://schemas.microsoft.com/office/drawing/2014/main" id="{73C7F2BE-3D46-AF94-DC20-84180B3B1330}"/>
              </a:ext>
            </a:extLst>
          </p:cNvPr>
          <p:cNvGrpSpPr/>
          <p:nvPr/>
        </p:nvGrpSpPr>
        <p:grpSpPr>
          <a:xfrm>
            <a:off x="472364" y="2395906"/>
            <a:ext cx="986181" cy="57833"/>
            <a:chOff x="430191" y="3657282"/>
            <a:chExt cx="1091478" cy="64008"/>
          </a:xfrm>
        </p:grpSpPr>
        <p:sp>
          <p:nvSpPr>
            <p:cNvPr id="72" name="Google Shape;290;p16">
              <a:extLst>
                <a:ext uri="{FF2B5EF4-FFF2-40B4-BE49-F238E27FC236}">
                  <a16:creationId xmlns:a16="http://schemas.microsoft.com/office/drawing/2014/main" id="{1FB6BCCE-EA7E-24A9-A2DC-2DEA41E45194}"/>
                </a:ext>
              </a:extLst>
            </p:cNvPr>
            <p:cNvSpPr/>
            <p:nvPr/>
          </p:nvSpPr>
          <p:spPr>
            <a:xfrm>
              <a:off x="430191" y="3657282"/>
              <a:ext cx="64008" cy="64008"/>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73" name="Google Shape;291;p16">
              <a:extLst>
                <a:ext uri="{FF2B5EF4-FFF2-40B4-BE49-F238E27FC236}">
                  <a16:creationId xmlns:a16="http://schemas.microsoft.com/office/drawing/2014/main" id="{EE947758-E60B-709C-36A0-AB57D70A31DE}"/>
                </a:ext>
              </a:extLst>
            </p:cNvPr>
            <p:cNvSpPr/>
            <p:nvPr/>
          </p:nvSpPr>
          <p:spPr>
            <a:xfrm>
              <a:off x="581977" y="3657282"/>
              <a:ext cx="64008" cy="64008"/>
            </a:xfrm>
            <a:prstGeom prst="ellipse">
              <a:avLst/>
            </a:prstGeom>
            <a:solidFill>
              <a:srgbClr val="FFB600"/>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74" name="Google Shape;292;p16">
              <a:extLst>
                <a:ext uri="{FF2B5EF4-FFF2-40B4-BE49-F238E27FC236}">
                  <a16:creationId xmlns:a16="http://schemas.microsoft.com/office/drawing/2014/main" id="{E0B6D332-0F75-0144-CFB3-F5D9F945986C}"/>
                </a:ext>
              </a:extLst>
            </p:cNvPr>
            <p:cNvSpPr/>
            <p:nvPr/>
          </p:nvSpPr>
          <p:spPr>
            <a:xfrm>
              <a:off x="733763" y="3657282"/>
              <a:ext cx="64008" cy="64008"/>
            </a:xfrm>
            <a:prstGeom prst="ellipse">
              <a:avLst/>
            </a:prstGeom>
            <a:solidFill>
              <a:srgbClr val="464646"/>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75" name="Google Shape;6378;g34342e9a3dc_0_749">
              <a:extLst>
                <a:ext uri="{FF2B5EF4-FFF2-40B4-BE49-F238E27FC236}">
                  <a16:creationId xmlns:a16="http://schemas.microsoft.com/office/drawing/2014/main" id="{970626CA-A08E-0A30-3719-EBECF469CF0C}"/>
                </a:ext>
              </a:extLst>
            </p:cNvPr>
            <p:cNvSpPr/>
            <p:nvPr/>
          </p:nvSpPr>
          <p:spPr>
            <a:xfrm>
              <a:off x="885548" y="3659105"/>
              <a:ext cx="636121" cy="60363"/>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76" name="Group 75">
            <a:extLst>
              <a:ext uri="{FF2B5EF4-FFF2-40B4-BE49-F238E27FC236}">
                <a16:creationId xmlns:a16="http://schemas.microsoft.com/office/drawing/2014/main" id="{47BC1846-D1CD-6311-D9D6-9BCEBF507247}"/>
              </a:ext>
            </a:extLst>
          </p:cNvPr>
          <p:cNvGrpSpPr/>
          <p:nvPr/>
        </p:nvGrpSpPr>
        <p:grpSpPr>
          <a:xfrm>
            <a:off x="488416" y="4391596"/>
            <a:ext cx="986181" cy="57833"/>
            <a:chOff x="430191" y="3657282"/>
            <a:chExt cx="1091478" cy="64008"/>
          </a:xfrm>
        </p:grpSpPr>
        <p:sp>
          <p:nvSpPr>
            <p:cNvPr id="77" name="Google Shape;290;p16">
              <a:extLst>
                <a:ext uri="{FF2B5EF4-FFF2-40B4-BE49-F238E27FC236}">
                  <a16:creationId xmlns:a16="http://schemas.microsoft.com/office/drawing/2014/main" id="{44F1FA2B-6C7A-A7C6-762F-EA15653A0F44}"/>
                </a:ext>
              </a:extLst>
            </p:cNvPr>
            <p:cNvSpPr/>
            <p:nvPr/>
          </p:nvSpPr>
          <p:spPr>
            <a:xfrm>
              <a:off x="430191" y="3657282"/>
              <a:ext cx="64008" cy="64008"/>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78" name="Google Shape;291;p16">
              <a:extLst>
                <a:ext uri="{FF2B5EF4-FFF2-40B4-BE49-F238E27FC236}">
                  <a16:creationId xmlns:a16="http://schemas.microsoft.com/office/drawing/2014/main" id="{A91444A3-E426-364D-A2B0-F5A8CA10B07D}"/>
                </a:ext>
              </a:extLst>
            </p:cNvPr>
            <p:cNvSpPr/>
            <p:nvPr/>
          </p:nvSpPr>
          <p:spPr>
            <a:xfrm>
              <a:off x="581977" y="3657282"/>
              <a:ext cx="64008" cy="64008"/>
            </a:xfrm>
            <a:prstGeom prst="ellipse">
              <a:avLst/>
            </a:prstGeom>
            <a:solidFill>
              <a:srgbClr val="FFB600"/>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79" name="Google Shape;292;p16">
              <a:extLst>
                <a:ext uri="{FF2B5EF4-FFF2-40B4-BE49-F238E27FC236}">
                  <a16:creationId xmlns:a16="http://schemas.microsoft.com/office/drawing/2014/main" id="{D7A0B046-58DF-5281-374E-15C5CD9E2BB6}"/>
                </a:ext>
              </a:extLst>
            </p:cNvPr>
            <p:cNvSpPr/>
            <p:nvPr/>
          </p:nvSpPr>
          <p:spPr>
            <a:xfrm>
              <a:off x="733763" y="3657282"/>
              <a:ext cx="64008" cy="64008"/>
            </a:xfrm>
            <a:prstGeom prst="ellipse">
              <a:avLst/>
            </a:prstGeom>
            <a:solidFill>
              <a:srgbClr val="464646"/>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80" name="Google Shape;6378;g34342e9a3dc_0_749">
              <a:extLst>
                <a:ext uri="{FF2B5EF4-FFF2-40B4-BE49-F238E27FC236}">
                  <a16:creationId xmlns:a16="http://schemas.microsoft.com/office/drawing/2014/main" id="{EAE7339C-6D24-80E4-BE33-F80E6437484B}"/>
                </a:ext>
              </a:extLst>
            </p:cNvPr>
            <p:cNvSpPr/>
            <p:nvPr/>
          </p:nvSpPr>
          <p:spPr>
            <a:xfrm>
              <a:off x="885548" y="3659105"/>
              <a:ext cx="636121" cy="60363"/>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Tree>
    <p:custDataLst>
      <p:custData r:id="rId1"/>
    </p:custDataLst>
    <p:extLst>
      <p:ext uri="{BB962C8B-B14F-4D97-AF65-F5344CB8AC3E}">
        <p14:creationId xmlns:p14="http://schemas.microsoft.com/office/powerpoint/2010/main" val="39463647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6A482-E289-C4AC-81D5-DE992049C32D}"/>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91A65124-469A-00C3-5EE2-265CDC6025D7}"/>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en-US" sz="2400" b="1" i="0" u="none" strike="noStrike" kern="1200" cap="none" spc="0" normalizeH="0" baseline="0" noProof="0">
                <a:ln>
                  <a:noFill/>
                </a:ln>
                <a:solidFill>
                  <a:prstClr val="white"/>
                </a:solidFill>
                <a:effectLst/>
                <a:uLnTx/>
                <a:uFillTx/>
                <a:latin typeface="+mj-lt"/>
                <a:ea typeface="+mn-ea"/>
                <a:cs typeface="+mn-cs"/>
              </a:rPr>
              <a:t>Mistakes to Avoid | Common Alignment Pitfalls</a:t>
            </a:r>
          </a:p>
        </p:txBody>
      </p:sp>
      <p:graphicFrame>
        <p:nvGraphicFramePr>
          <p:cNvPr id="5" name="Table 4">
            <a:extLst>
              <a:ext uri="{FF2B5EF4-FFF2-40B4-BE49-F238E27FC236}">
                <a16:creationId xmlns:a16="http://schemas.microsoft.com/office/drawing/2014/main" id="{4F8F8501-87B9-5390-787B-9D15D0DB9AE1}"/>
              </a:ext>
            </a:extLst>
          </p:cNvPr>
          <p:cNvGraphicFramePr>
            <a:graphicFrameLocks noGrp="1"/>
          </p:cNvGraphicFramePr>
          <p:nvPr>
            <p:extLst>
              <p:ext uri="{D42A27DB-BD31-4B8C-83A1-F6EECF244321}">
                <p14:modId xmlns:p14="http://schemas.microsoft.com/office/powerpoint/2010/main" val="2919198023"/>
              </p:ext>
            </p:extLst>
          </p:nvPr>
        </p:nvGraphicFramePr>
        <p:xfrm>
          <a:off x="362883" y="1363846"/>
          <a:ext cx="11404360" cy="5014054"/>
        </p:xfrm>
        <a:graphic>
          <a:graphicData uri="http://schemas.openxmlformats.org/drawingml/2006/table">
            <a:tbl>
              <a:tblPr>
                <a:tableStyleId>{BC89EF96-8CEA-46FF-86C4-4CE0E7609802}</a:tableStyleId>
              </a:tblPr>
              <a:tblGrid>
                <a:gridCol w="2151717">
                  <a:extLst>
                    <a:ext uri="{9D8B030D-6E8A-4147-A177-3AD203B41FA5}">
                      <a16:colId xmlns:a16="http://schemas.microsoft.com/office/drawing/2014/main" val="2871286459"/>
                    </a:ext>
                  </a:extLst>
                </a:gridCol>
                <a:gridCol w="3090672">
                  <a:extLst>
                    <a:ext uri="{9D8B030D-6E8A-4147-A177-3AD203B41FA5}">
                      <a16:colId xmlns:a16="http://schemas.microsoft.com/office/drawing/2014/main" val="928844912"/>
                    </a:ext>
                  </a:extLst>
                </a:gridCol>
                <a:gridCol w="2670048">
                  <a:extLst>
                    <a:ext uri="{9D8B030D-6E8A-4147-A177-3AD203B41FA5}">
                      <a16:colId xmlns:a16="http://schemas.microsoft.com/office/drawing/2014/main" val="580915761"/>
                    </a:ext>
                  </a:extLst>
                </a:gridCol>
                <a:gridCol w="3491923">
                  <a:extLst>
                    <a:ext uri="{9D8B030D-6E8A-4147-A177-3AD203B41FA5}">
                      <a16:colId xmlns:a16="http://schemas.microsoft.com/office/drawing/2014/main" val="4287406680"/>
                    </a:ext>
                  </a:extLst>
                </a:gridCol>
              </a:tblGrid>
              <a:tr h="391802">
                <a:tc>
                  <a:txBody>
                    <a:bodyPr/>
                    <a:lstStyle/>
                    <a:p>
                      <a:pPr algn="ctr">
                        <a:buNone/>
                      </a:pPr>
                      <a:r>
                        <a:rPr lang="en-US" sz="1200" b="1">
                          <a:solidFill>
                            <a:schemeClr val="bg1"/>
                          </a:solidFill>
                        </a:rPr>
                        <a:t>Pitfall</a:t>
                      </a:r>
                      <a:endParaRPr lang="en-US" sz="1200">
                        <a:solidFill>
                          <a:schemeClr val="bg1"/>
                        </a:solidFill>
                      </a:endParaRPr>
                    </a:p>
                  </a:txBody>
                  <a:tcPr marL="69906" marR="69906" marT="34953" marB="34953" anchor="ctr">
                    <a:solidFill>
                      <a:schemeClr val="accent1"/>
                    </a:solidFill>
                  </a:tcPr>
                </a:tc>
                <a:tc>
                  <a:txBody>
                    <a:bodyPr/>
                    <a:lstStyle/>
                    <a:p>
                      <a:pPr algn="ctr">
                        <a:buNone/>
                      </a:pPr>
                      <a:r>
                        <a:rPr lang="en-US" sz="1200" b="1">
                          <a:solidFill>
                            <a:schemeClr val="bg1"/>
                          </a:solidFill>
                        </a:rPr>
                        <a:t>Typical Impact</a:t>
                      </a:r>
                      <a:endParaRPr lang="en-US" sz="1200">
                        <a:solidFill>
                          <a:schemeClr val="bg1"/>
                        </a:solidFill>
                      </a:endParaRPr>
                    </a:p>
                  </a:txBody>
                  <a:tcPr marL="69906" marR="69906" marT="34953" marB="34953" anchor="ctr">
                    <a:solidFill>
                      <a:schemeClr val="accent1"/>
                    </a:solidFill>
                  </a:tcPr>
                </a:tc>
                <a:tc>
                  <a:txBody>
                    <a:bodyPr/>
                    <a:lstStyle/>
                    <a:p>
                      <a:pPr marL="0" algn="ctr" defTabSz="914400" rtl="0" eaLnBrk="1" latinLnBrk="0" hangingPunct="1">
                        <a:buNone/>
                      </a:pPr>
                      <a:r>
                        <a:rPr lang="en-US" sz="1200" b="1" kern="1200">
                          <a:solidFill>
                            <a:schemeClr val="bg1"/>
                          </a:solidFill>
                          <a:latin typeface="+mn-lt"/>
                          <a:ea typeface="+mn-ea"/>
                          <a:cs typeface="+mn-cs"/>
                        </a:rPr>
                        <a:t>Stakeholders Affected</a:t>
                      </a:r>
                    </a:p>
                  </a:txBody>
                  <a:tcPr anchor="ctr">
                    <a:solidFill>
                      <a:schemeClr val="accent1"/>
                    </a:solidFill>
                  </a:tcPr>
                </a:tc>
                <a:tc>
                  <a:txBody>
                    <a:bodyPr/>
                    <a:lstStyle/>
                    <a:p>
                      <a:pPr algn="ctr">
                        <a:buNone/>
                      </a:pPr>
                      <a:r>
                        <a:rPr lang="en-US" sz="1200" b="1" cap="none" spc="0" noProof="0">
                          <a:solidFill>
                            <a:schemeClr val="bg1"/>
                          </a:solidFill>
                          <a:effectLst/>
                        </a:rPr>
                        <a:t>Best Practices</a:t>
                      </a:r>
                    </a:p>
                  </a:txBody>
                  <a:tcPr marL="99520" marR="59712" marT="63796" marB="59712" anchor="ctr">
                    <a:solidFill>
                      <a:schemeClr val="accent1"/>
                    </a:solidFill>
                  </a:tcPr>
                </a:tc>
                <a:extLst>
                  <a:ext uri="{0D108BD9-81ED-4DB2-BD59-A6C34878D82A}">
                    <a16:rowId xmlns:a16="http://schemas.microsoft.com/office/drawing/2014/main" val="401412294"/>
                  </a:ext>
                </a:extLst>
              </a:tr>
              <a:tr h="632384">
                <a:tc>
                  <a:txBody>
                    <a:bodyPr/>
                    <a:lstStyle/>
                    <a:p>
                      <a:pPr algn="ctr">
                        <a:buNone/>
                      </a:pPr>
                      <a:r>
                        <a:rPr lang="en-US" sz="1200" b="1" cap="none" spc="0" noProof="0">
                          <a:solidFill>
                            <a:schemeClr val="tx1"/>
                          </a:solidFill>
                          <a:effectLst/>
                          <a:latin typeface="+mn-lt"/>
                        </a:rPr>
                        <a:t>Assuming silence equals support</a:t>
                      </a:r>
                      <a:endParaRPr lang="en-US" sz="1200" b="1" cap="none" spc="0" noProof="0">
                        <a:solidFill>
                          <a:schemeClr val="tx1"/>
                        </a:solidFill>
                        <a:effectLst/>
                        <a:latin typeface="+mn-lt"/>
                        <a:ea typeface="Arial" panose="020B0604020202020204" pitchFamily="34" charset="0"/>
                      </a:endParaRPr>
                    </a:p>
                  </a:txBody>
                  <a:tcPr marL="99520" marR="59712" marT="63796" marB="59712" anchor="ctr">
                    <a:lnR w="12700" cap="flat" cmpd="sng" algn="ctr">
                      <a:solidFill>
                        <a:schemeClr val="accent1"/>
                      </a:solidFill>
                      <a:prstDash val="sysDot"/>
                      <a:round/>
                      <a:headEnd type="none" w="med" len="med"/>
                      <a:tailEnd type="none" w="med" len="med"/>
                    </a:lnR>
                    <a:lnB w="12700" cap="flat" cmpd="sng" algn="ctr">
                      <a:solidFill>
                        <a:schemeClr val="accent1"/>
                      </a:solidFill>
                      <a:prstDash val="sysDot"/>
                      <a:round/>
                      <a:headEnd type="none" w="med" len="med"/>
                      <a:tailEnd type="none" w="med" len="med"/>
                    </a:lnB>
                    <a:solidFill>
                      <a:schemeClr val="accent1">
                        <a:lumMod val="20000"/>
                        <a:lumOff val="80000"/>
                      </a:schemeClr>
                    </a:solidFill>
                  </a:tcPr>
                </a:tc>
                <a:tc>
                  <a:txBody>
                    <a:bodyPr/>
                    <a:lstStyle/>
                    <a:p>
                      <a:pPr marL="228600" indent="-228600">
                        <a:buFont typeface="Arial" panose="020B0604020202020204" pitchFamily="34" charset="0"/>
                        <a:buChar char="•"/>
                      </a:pPr>
                      <a:r>
                        <a:rPr lang="en-US" sz="1200">
                          <a:latin typeface="+mn-lt"/>
                        </a:rPr>
                        <a:t>Hidden resistance surfaces during execution</a:t>
                      </a:r>
                    </a:p>
                    <a:p>
                      <a:pPr marL="228600" indent="-228600">
                        <a:buFont typeface="Arial" panose="020B0604020202020204" pitchFamily="34" charset="0"/>
                        <a:buChar char="•"/>
                      </a:pPr>
                      <a:r>
                        <a:rPr lang="en-US" sz="1200">
                          <a:latin typeface="+mn-lt"/>
                        </a:rPr>
                        <a:t>Strategic surprises</a:t>
                      </a:r>
                      <a:endParaRPr lang="en-US" sz="1200" cap="none" spc="0" noProof="0">
                        <a:solidFill>
                          <a:schemeClr val="tx1"/>
                        </a:solidFill>
                        <a:effectLst/>
                        <a:latin typeface="+mn-lt"/>
                        <a:ea typeface="Arial" panose="020B0604020202020204" pitchFamily="34" charset="0"/>
                      </a:endParaRPr>
                    </a:p>
                  </a:txBody>
                  <a:tcPr marL="99520" marR="59712" marT="63796" marB="59712" anchor="ctr">
                    <a:lnL w="12700" cap="flat" cmpd="sng" algn="ctr">
                      <a:solidFill>
                        <a:schemeClr val="accent1"/>
                      </a:solidFill>
                      <a:prstDash val="sysDot"/>
                      <a:round/>
                      <a:headEnd type="none" w="med" len="med"/>
                      <a:tailEnd type="none" w="med" len="med"/>
                    </a:lnL>
                    <a:lnR w="12700" cap="flat" cmpd="sng" algn="ctr">
                      <a:solidFill>
                        <a:schemeClr val="accent1"/>
                      </a:solidFill>
                      <a:prstDash val="sysDot"/>
                      <a:round/>
                      <a:headEnd type="none" w="med" len="med"/>
                      <a:tailEnd type="none" w="med" len="med"/>
                    </a:lnR>
                    <a:lnB w="12700" cap="flat" cmpd="sng" algn="ctr">
                      <a:solidFill>
                        <a:schemeClr val="accent1"/>
                      </a:solidFill>
                      <a:prstDash val="sysDot"/>
                      <a:round/>
                      <a:headEnd type="none" w="med" len="med"/>
                      <a:tailEnd type="none" w="med" len="med"/>
                    </a:lnB>
                    <a:solidFill>
                      <a:schemeClr val="accent1">
                        <a:lumMod val="20000"/>
                        <a:lumOff val="80000"/>
                      </a:schemeClr>
                    </a:solidFill>
                  </a:tcPr>
                </a:tc>
                <a:tc>
                  <a:txBody>
                    <a:bodyPr/>
                    <a:lstStyle/>
                    <a:p>
                      <a:pPr marL="228600" indent="-228600">
                        <a:buFont typeface="Arial" panose="020B0604020202020204" pitchFamily="34" charset="0"/>
                        <a:buChar char="•"/>
                      </a:pPr>
                      <a:r>
                        <a:rPr lang="en-US" sz="1200">
                          <a:latin typeface="+mn-lt"/>
                        </a:rPr>
                        <a:t>Leadership</a:t>
                      </a:r>
                    </a:p>
                    <a:p>
                      <a:pPr marL="228600" indent="-228600">
                        <a:buFont typeface="Arial" panose="020B0604020202020204" pitchFamily="34" charset="0"/>
                        <a:buChar char="•"/>
                      </a:pPr>
                      <a:r>
                        <a:rPr lang="en-US" sz="1200">
                          <a:latin typeface="+mn-lt"/>
                        </a:rPr>
                        <a:t>Investors</a:t>
                      </a:r>
                      <a:endParaRPr lang="en-US" sz="1200" cap="none" spc="0" noProof="0">
                        <a:solidFill>
                          <a:schemeClr val="tx1"/>
                        </a:solidFill>
                        <a:effectLst/>
                        <a:latin typeface="+mn-lt"/>
                      </a:endParaRPr>
                    </a:p>
                  </a:txBody>
                  <a:tcPr marL="99520" marR="59712" marT="63796" marB="59712" anchor="ctr">
                    <a:lnL w="12700" cap="flat" cmpd="sng" algn="ctr">
                      <a:solidFill>
                        <a:schemeClr val="accent1"/>
                      </a:solidFill>
                      <a:prstDash val="sysDot"/>
                      <a:round/>
                      <a:headEnd type="none" w="med" len="med"/>
                      <a:tailEnd type="none" w="med" len="med"/>
                    </a:lnL>
                    <a:lnR w="12700" cap="flat" cmpd="sng" algn="ctr">
                      <a:solidFill>
                        <a:schemeClr val="accent1"/>
                      </a:solidFill>
                      <a:prstDash val="sysDot"/>
                      <a:round/>
                      <a:headEnd type="none" w="med" len="med"/>
                      <a:tailEnd type="none" w="med" len="med"/>
                    </a:lnR>
                    <a:lnB w="12700" cap="flat" cmpd="sng" algn="ctr">
                      <a:solidFill>
                        <a:schemeClr val="accent1"/>
                      </a:solidFill>
                      <a:prstDash val="sysDot"/>
                      <a:round/>
                      <a:headEnd type="none" w="med" len="med"/>
                      <a:tailEnd type="none" w="med" len="med"/>
                    </a:lnB>
                    <a:solidFill>
                      <a:schemeClr val="accent1">
                        <a:lumMod val="20000"/>
                        <a:lumOff val="80000"/>
                      </a:schemeClr>
                    </a:solidFill>
                  </a:tcPr>
                </a:tc>
                <a:tc>
                  <a:txBody>
                    <a:bodyPr/>
                    <a:lstStyle/>
                    <a:p>
                      <a:pPr marL="171450" indent="-171450">
                        <a:buFont typeface="Arial" panose="020B0604020202020204" pitchFamily="34" charset="0"/>
                        <a:buChar char="•"/>
                      </a:pPr>
                      <a:r>
                        <a:rPr lang="en-US" sz="1200">
                          <a:latin typeface="+mn-lt"/>
                        </a:rPr>
                        <a:t>Actively seek confirmation and explicit buy-in</a:t>
                      </a:r>
                      <a:endParaRPr lang="en-US" sz="1200" cap="none" spc="0" noProof="0">
                        <a:solidFill>
                          <a:schemeClr val="tx1"/>
                        </a:solidFill>
                        <a:effectLst/>
                        <a:latin typeface="+mn-lt"/>
                        <a:ea typeface="Arial" panose="020B0604020202020204" pitchFamily="34" charset="0"/>
                      </a:endParaRPr>
                    </a:p>
                  </a:txBody>
                  <a:tcPr marL="99520" marR="59712" marT="63796" marB="59712" anchor="ctr">
                    <a:lnL w="12700" cap="flat" cmpd="sng" algn="ctr">
                      <a:solidFill>
                        <a:schemeClr val="accent1"/>
                      </a:solidFill>
                      <a:prstDash val="sysDot"/>
                      <a:round/>
                      <a:headEnd type="none" w="med" len="med"/>
                      <a:tailEnd type="none" w="med" len="med"/>
                    </a:lnL>
                    <a:lnB w="12700" cap="flat" cmpd="sng" algn="ctr">
                      <a:solidFill>
                        <a:schemeClr val="accent1"/>
                      </a:solidFill>
                      <a:prstDash val="sysDot"/>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511647275"/>
                  </a:ext>
                </a:extLst>
              </a:tr>
              <a:tr h="710213">
                <a:tc>
                  <a:txBody>
                    <a:bodyPr/>
                    <a:lstStyle/>
                    <a:p>
                      <a:pPr algn="ctr">
                        <a:buNone/>
                      </a:pPr>
                      <a:r>
                        <a:rPr lang="en-US" sz="1200" b="1" cap="none" spc="0" noProof="0">
                          <a:solidFill>
                            <a:schemeClr val="tx1"/>
                          </a:solidFill>
                          <a:effectLst/>
                          <a:latin typeface="+mn-lt"/>
                        </a:rPr>
                        <a:t>Engaging too late</a:t>
                      </a:r>
                    </a:p>
                  </a:txBody>
                  <a:tcPr marL="99520" marR="59712" marT="63796" marB="59712" anchor="ctr">
                    <a:lnR w="12700" cap="flat" cmpd="sng" algn="ctr">
                      <a:solidFill>
                        <a:schemeClr val="accent1"/>
                      </a:solidFill>
                      <a:prstDash val="sysDot"/>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solidFill>
                      <a:schemeClr val="bg1"/>
                    </a:solidFill>
                  </a:tcPr>
                </a:tc>
                <a:tc>
                  <a:txBody>
                    <a:bodyPr/>
                    <a:lstStyle/>
                    <a:p>
                      <a:pPr marL="228600" indent="-228600">
                        <a:buFont typeface="Arial" panose="020B0604020202020204" pitchFamily="34" charset="0"/>
                        <a:buChar char="•"/>
                      </a:pPr>
                      <a:r>
                        <a:rPr lang="en-US" sz="1200">
                          <a:latin typeface="+mn-lt"/>
                        </a:rPr>
                        <a:t>Stakeholders feel excluded and push back</a:t>
                      </a:r>
                    </a:p>
                    <a:p>
                      <a:pPr marL="228600" indent="-228600">
                        <a:buFont typeface="Arial" panose="020B0604020202020204" pitchFamily="34" charset="0"/>
                        <a:buChar char="•"/>
                      </a:pPr>
                      <a:r>
                        <a:rPr lang="en-US" sz="1200">
                          <a:latin typeface="+mn-lt"/>
                        </a:rPr>
                        <a:t>Low ownership, slow execution</a:t>
                      </a:r>
                      <a:endParaRPr lang="en-US" sz="1200" cap="none" spc="0" noProof="0">
                        <a:solidFill>
                          <a:schemeClr val="tx1"/>
                        </a:solidFill>
                        <a:effectLst/>
                        <a:latin typeface="+mn-lt"/>
                        <a:ea typeface="Arial" panose="020B0604020202020204" pitchFamily="34" charset="0"/>
                      </a:endParaRPr>
                    </a:p>
                  </a:txBody>
                  <a:tcPr marL="99520" marR="59712" marT="63796" marB="59712" anchor="ctr">
                    <a:lnL w="12700" cap="flat" cmpd="sng" algn="ctr">
                      <a:solidFill>
                        <a:schemeClr val="accent1"/>
                      </a:solidFill>
                      <a:prstDash val="sysDot"/>
                      <a:round/>
                      <a:headEnd type="none" w="med" len="med"/>
                      <a:tailEnd type="none" w="med" len="med"/>
                    </a:lnL>
                    <a:lnR w="12700" cap="flat" cmpd="sng" algn="ctr">
                      <a:solidFill>
                        <a:schemeClr val="accent1"/>
                      </a:solidFill>
                      <a:prstDash val="sysDot"/>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marL="228600" indent="-228600">
                        <a:buFont typeface="Arial" panose="020B0604020202020204" pitchFamily="34" charset="0"/>
                        <a:buChar char="•"/>
                      </a:pPr>
                      <a:r>
                        <a:rPr lang="en-US" sz="1200" cap="none" spc="0" noProof="0">
                          <a:solidFill>
                            <a:schemeClr val="tx1"/>
                          </a:solidFill>
                          <a:effectLst/>
                          <a:latin typeface="+mn-lt"/>
                        </a:rPr>
                        <a:t>Employees</a:t>
                      </a:r>
                    </a:p>
                    <a:p>
                      <a:pPr marL="228600" indent="-228600">
                        <a:buFont typeface="Arial" panose="020B0604020202020204" pitchFamily="34" charset="0"/>
                        <a:buChar char="•"/>
                      </a:pPr>
                      <a:r>
                        <a:rPr lang="en-US" sz="1200" cap="none" spc="0" noProof="0">
                          <a:solidFill>
                            <a:schemeClr val="tx1"/>
                          </a:solidFill>
                          <a:effectLst/>
                          <a:latin typeface="+mn-lt"/>
                        </a:rPr>
                        <a:t>Directors</a:t>
                      </a:r>
                    </a:p>
                    <a:p>
                      <a:pPr marL="228600" indent="-228600">
                        <a:buFont typeface="Arial" panose="020B0604020202020204" pitchFamily="34" charset="0"/>
                        <a:buChar char="•"/>
                      </a:pPr>
                      <a:r>
                        <a:rPr lang="en-US" sz="1200" cap="none" spc="0" noProof="0">
                          <a:solidFill>
                            <a:schemeClr val="tx1"/>
                          </a:solidFill>
                          <a:effectLst/>
                          <a:latin typeface="+mn-lt"/>
                        </a:rPr>
                        <a:t>Partners</a:t>
                      </a:r>
                    </a:p>
                    <a:p>
                      <a:pPr marL="228600" indent="-228600">
                        <a:buFont typeface="Arial" panose="020B0604020202020204" pitchFamily="34" charset="0"/>
                        <a:buChar char="•"/>
                      </a:pPr>
                      <a:r>
                        <a:rPr lang="en-US" sz="1200" cap="none" spc="0" noProof="0">
                          <a:solidFill>
                            <a:schemeClr val="tx1"/>
                          </a:solidFill>
                          <a:effectLst/>
                          <a:latin typeface="+mn-lt"/>
                        </a:rPr>
                        <a:t>Value-chain partners</a:t>
                      </a:r>
                    </a:p>
                  </a:txBody>
                  <a:tcPr marL="99520" marR="59712" marT="63796" marB="59712" anchor="ctr">
                    <a:lnL w="12700" cap="flat" cmpd="sng" algn="ctr">
                      <a:solidFill>
                        <a:schemeClr val="accent1"/>
                      </a:solidFill>
                      <a:prstDash val="sysDot"/>
                      <a:round/>
                      <a:headEnd type="none" w="med" len="med"/>
                      <a:tailEnd type="none" w="med" len="med"/>
                    </a:lnL>
                    <a:lnR w="12700" cap="flat" cmpd="sng" algn="ctr">
                      <a:solidFill>
                        <a:schemeClr val="accent1"/>
                      </a:solidFill>
                      <a:prstDash val="sysDot"/>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marL="171450" indent="-171450">
                        <a:buFont typeface="Arial" panose="020B0604020202020204" pitchFamily="34" charset="0"/>
                        <a:buChar char="•"/>
                      </a:pPr>
                      <a:r>
                        <a:rPr lang="en-US" sz="1200">
                          <a:latin typeface="+mn-lt"/>
                        </a:rPr>
                        <a:t>Involve stakeholders early and at key milestones</a:t>
                      </a:r>
                      <a:endParaRPr lang="en-US" sz="1200" cap="none" spc="0" noProof="0">
                        <a:solidFill>
                          <a:schemeClr val="tx1"/>
                        </a:solidFill>
                        <a:effectLst/>
                        <a:latin typeface="+mn-lt"/>
                      </a:endParaRPr>
                    </a:p>
                    <a:p>
                      <a:pPr marL="171450" indent="-171450">
                        <a:buFont typeface="Arial" panose="020B0604020202020204" pitchFamily="34" charset="0"/>
                        <a:buChar char="•"/>
                      </a:pPr>
                      <a:endParaRPr lang="en-US" sz="1200" cap="none" spc="0" noProof="0">
                        <a:solidFill>
                          <a:schemeClr val="tx1"/>
                        </a:solidFill>
                        <a:effectLst/>
                        <a:latin typeface="+mn-lt"/>
                      </a:endParaRPr>
                    </a:p>
                  </a:txBody>
                  <a:tcPr marL="99520" marR="59712" marT="63796" marB="59712" anchor="ctr">
                    <a:lnL w="12700" cap="flat" cmpd="sng" algn="ctr">
                      <a:solidFill>
                        <a:schemeClr val="accent1"/>
                      </a:solidFill>
                      <a:prstDash val="sysDot"/>
                      <a:round/>
                      <a:headEnd type="none" w="med" len="med"/>
                      <a:tailEnd type="none" w="med" len="med"/>
                    </a:lnL>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extLst>
                  <a:ext uri="{0D108BD9-81ED-4DB2-BD59-A6C34878D82A}">
                    <a16:rowId xmlns:a16="http://schemas.microsoft.com/office/drawing/2014/main" val="3010418911"/>
                  </a:ext>
                </a:extLst>
              </a:tr>
              <a:tr h="1031692">
                <a:tc>
                  <a:txBody>
                    <a:bodyPr/>
                    <a:lstStyle/>
                    <a:p>
                      <a:pPr algn="ctr">
                        <a:buNone/>
                      </a:pPr>
                      <a:r>
                        <a:rPr lang="en-US" sz="1200" b="1" cap="none" spc="0" noProof="0">
                          <a:solidFill>
                            <a:schemeClr val="tx1"/>
                          </a:solidFill>
                          <a:effectLst/>
                          <a:latin typeface="+mn-lt"/>
                        </a:rPr>
                        <a:t>One-size-fits-all communication/ Generic Communication</a:t>
                      </a:r>
                      <a:endParaRPr lang="en-US" sz="1200" b="1" cap="none" spc="0" noProof="0">
                        <a:solidFill>
                          <a:schemeClr val="tx1"/>
                        </a:solidFill>
                        <a:effectLst/>
                        <a:latin typeface="+mn-lt"/>
                        <a:ea typeface="Arial" panose="020B0604020202020204" pitchFamily="34" charset="0"/>
                      </a:endParaRPr>
                    </a:p>
                  </a:txBody>
                  <a:tcPr marL="99520" marR="59712" marT="63796" marB="59712" anchor="ctr">
                    <a:lnR w="12700" cap="flat" cmpd="sng" algn="ctr">
                      <a:solidFill>
                        <a:schemeClr val="accent1"/>
                      </a:solidFill>
                      <a:prstDash val="sysDot"/>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solidFill>
                      <a:schemeClr val="accent1">
                        <a:lumMod val="20000"/>
                        <a:lumOff val="80000"/>
                      </a:schemeClr>
                    </a:solidFill>
                  </a:tcPr>
                </a:tc>
                <a:tc>
                  <a:txBody>
                    <a:bodyPr/>
                    <a:lstStyle/>
                    <a:p>
                      <a:pPr marL="228600" indent="-228600">
                        <a:buFont typeface="Arial" panose="020B0604020202020204" pitchFamily="34" charset="0"/>
                        <a:buChar char="•"/>
                      </a:pPr>
                      <a:r>
                        <a:rPr lang="en-US" sz="1200" cap="none" spc="0" noProof="0">
                          <a:solidFill>
                            <a:schemeClr val="tx1"/>
                          </a:solidFill>
                          <a:effectLst/>
                          <a:latin typeface="+mn-lt"/>
                          <a:ea typeface="Arial" panose="020B0604020202020204" pitchFamily="34" charset="0"/>
                        </a:rPr>
                        <a:t>Compliance risk</a:t>
                      </a:r>
                    </a:p>
                    <a:p>
                      <a:pPr marL="228600" indent="-228600">
                        <a:buFont typeface="Arial" panose="020B0604020202020204" pitchFamily="34" charset="0"/>
                        <a:buChar char="•"/>
                      </a:pPr>
                      <a:r>
                        <a:rPr lang="en-US" sz="1200" cap="none" spc="0" noProof="0">
                          <a:solidFill>
                            <a:schemeClr val="tx1"/>
                          </a:solidFill>
                          <a:effectLst/>
                          <a:latin typeface="+mn-lt"/>
                          <a:ea typeface="Arial" panose="020B0604020202020204" pitchFamily="34" charset="0"/>
                        </a:rPr>
                        <a:t>Reputational risk</a:t>
                      </a:r>
                    </a:p>
                    <a:p>
                      <a:pPr marL="228600" indent="-228600">
                        <a:buFont typeface="Arial" panose="020B0604020202020204" pitchFamily="34" charset="0"/>
                        <a:buChar char="•"/>
                      </a:pPr>
                      <a:r>
                        <a:rPr lang="en-US" sz="1200">
                          <a:latin typeface="+mn-lt"/>
                        </a:rPr>
                        <a:t>Messages are ignored or misunderstood</a:t>
                      </a:r>
                      <a:endParaRPr lang="en-US" sz="1200" cap="none" spc="0" noProof="0">
                        <a:solidFill>
                          <a:schemeClr val="tx1"/>
                        </a:solidFill>
                        <a:effectLst/>
                        <a:latin typeface="+mn-lt"/>
                        <a:ea typeface="Arial" panose="020B0604020202020204" pitchFamily="34" charset="0"/>
                      </a:endParaRPr>
                    </a:p>
                  </a:txBody>
                  <a:tcPr marL="99520" marR="59712" marT="63796" marB="59712" anchor="ctr">
                    <a:lnL w="12700" cap="flat" cmpd="sng" algn="ctr">
                      <a:solidFill>
                        <a:schemeClr val="accent1"/>
                      </a:solidFill>
                      <a:prstDash val="sysDot"/>
                      <a:round/>
                      <a:headEnd type="none" w="med" len="med"/>
                      <a:tailEnd type="none" w="med" len="med"/>
                    </a:lnL>
                    <a:lnR w="12700" cap="flat" cmpd="sng" algn="ctr">
                      <a:solidFill>
                        <a:schemeClr val="accent1"/>
                      </a:solidFill>
                      <a:prstDash val="sysDot"/>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solidFill>
                      <a:schemeClr val="accent1">
                        <a:lumMod val="20000"/>
                        <a:lumOff val="80000"/>
                      </a:schemeClr>
                    </a:solidFill>
                  </a:tcPr>
                </a:tc>
                <a:tc>
                  <a:txBody>
                    <a:bodyPr/>
                    <a:lstStyle/>
                    <a:p>
                      <a:pPr marL="228600" indent="-228600">
                        <a:buFont typeface="Arial" panose="020B0604020202020204" pitchFamily="34" charset="0"/>
                        <a:buChar char="•"/>
                      </a:pPr>
                      <a:r>
                        <a:rPr lang="en-US" sz="1200" cap="none" spc="0" noProof="0">
                          <a:solidFill>
                            <a:schemeClr val="tx1"/>
                          </a:solidFill>
                          <a:effectLst/>
                          <a:latin typeface="+mn-lt"/>
                        </a:rPr>
                        <a:t>All stakeholders</a:t>
                      </a:r>
                      <a:endParaRPr lang="en-US" sz="1200" cap="none" spc="0" noProof="0">
                        <a:solidFill>
                          <a:schemeClr val="tx1"/>
                        </a:solidFill>
                        <a:effectLst/>
                        <a:latin typeface="+mn-lt"/>
                        <a:ea typeface="Arial" panose="020B0604020202020204" pitchFamily="34" charset="0"/>
                      </a:endParaRPr>
                    </a:p>
                  </a:txBody>
                  <a:tcPr marL="99520" marR="59712" marT="63796" marB="59712" anchor="ctr">
                    <a:lnL w="12700" cap="flat" cmpd="sng" algn="ctr">
                      <a:solidFill>
                        <a:schemeClr val="accent1"/>
                      </a:solidFill>
                      <a:prstDash val="sysDot"/>
                      <a:round/>
                      <a:headEnd type="none" w="med" len="med"/>
                      <a:tailEnd type="none" w="med" len="med"/>
                    </a:lnL>
                    <a:lnR w="12700" cap="flat" cmpd="sng" algn="ctr">
                      <a:solidFill>
                        <a:schemeClr val="accent1"/>
                      </a:solidFill>
                      <a:prstDash val="sysDot"/>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solidFill>
                      <a:schemeClr val="accent1">
                        <a:lumMod val="20000"/>
                        <a:lumOff val="80000"/>
                      </a:schemeClr>
                    </a:solidFill>
                  </a:tcPr>
                </a:tc>
                <a:tc>
                  <a:txBody>
                    <a:bodyPr/>
                    <a:lstStyle/>
                    <a:p>
                      <a:pPr marL="171450" indent="-171450">
                        <a:buFont typeface="Arial" panose="020B0604020202020204" pitchFamily="34" charset="0"/>
                        <a:buChar char="•"/>
                      </a:pPr>
                      <a:r>
                        <a:rPr lang="en-US" sz="1200">
                          <a:latin typeface="+mn-lt"/>
                        </a:rPr>
                        <a:t>Tailor content, format, and frequency according to stakeholder roles</a:t>
                      </a:r>
                      <a:endParaRPr lang="en-US" sz="1200" noProof="0">
                        <a:latin typeface="+mn-lt"/>
                      </a:endParaRPr>
                    </a:p>
                  </a:txBody>
                  <a:tcPr marL="99520" marR="59712" marT="63796" marB="59712" anchor="ctr">
                    <a:lnL w="12700" cap="flat" cmpd="sng" algn="ctr">
                      <a:solidFill>
                        <a:schemeClr val="accent1"/>
                      </a:solidFill>
                      <a:prstDash val="sysDot"/>
                      <a:round/>
                      <a:headEnd type="none" w="med" len="med"/>
                      <a:tailEnd type="none" w="med" len="med"/>
                    </a:lnL>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29553500"/>
                  </a:ext>
                </a:extLst>
              </a:tr>
              <a:tr h="10316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cap="none" spc="0" noProof="0">
                          <a:solidFill>
                            <a:schemeClr val="tx1"/>
                          </a:solidFill>
                          <a:effectLst/>
                          <a:latin typeface="+mn-lt"/>
                        </a:rPr>
                        <a:t>Ignoring or Avoiding Dissent</a:t>
                      </a:r>
                      <a:endParaRPr lang="en-US" sz="1200" b="1" cap="none" spc="0" noProof="0">
                        <a:solidFill>
                          <a:schemeClr val="tx1"/>
                        </a:solidFill>
                        <a:effectLst/>
                        <a:latin typeface="+mn-lt"/>
                        <a:ea typeface="Arial" panose="020B0604020202020204" pitchFamily="34" charset="0"/>
                      </a:endParaRPr>
                    </a:p>
                    <a:p>
                      <a:pPr algn="ctr">
                        <a:buNone/>
                      </a:pPr>
                      <a:endParaRPr lang="en-US" sz="1200" b="1" cap="none" spc="0" noProof="0">
                        <a:solidFill>
                          <a:schemeClr val="tx1"/>
                        </a:solidFill>
                        <a:effectLst/>
                        <a:latin typeface="+mn-lt"/>
                        <a:ea typeface="Arial" panose="020B0604020202020204" pitchFamily="34" charset="0"/>
                      </a:endParaRPr>
                    </a:p>
                  </a:txBody>
                  <a:tcPr marL="99520" marR="59712" marT="63796" marB="59712" anchor="ctr">
                    <a:lnR w="12700" cap="flat" cmpd="sng" algn="ctr">
                      <a:solidFill>
                        <a:schemeClr val="accent1"/>
                      </a:solidFill>
                      <a:prstDash val="sysDot"/>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solidFill>
                      <a:schemeClr val="bg1"/>
                    </a:solidFill>
                  </a:tcPr>
                </a:tc>
                <a:tc>
                  <a:txBody>
                    <a:bodyPr/>
                    <a:lstStyle/>
                    <a:p>
                      <a:pPr marL="228600" indent="-228600">
                        <a:buFont typeface="Arial" panose="020B0604020202020204" pitchFamily="34" charset="0"/>
                        <a:buChar char="•"/>
                      </a:pPr>
                      <a:r>
                        <a:rPr lang="en-US" sz="1200">
                          <a:latin typeface="+mn-lt"/>
                        </a:rPr>
                        <a:t>Risks remain unaddressed</a:t>
                      </a:r>
                    </a:p>
                    <a:p>
                      <a:pPr marL="228600" indent="-228600">
                        <a:buFont typeface="Arial" panose="020B0604020202020204" pitchFamily="34" charset="0"/>
                        <a:buChar char="•"/>
                      </a:pPr>
                      <a:r>
                        <a:rPr lang="en-US" sz="1200" cap="none" spc="0" noProof="0">
                          <a:solidFill>
                            <a:schemeClr val="tx1"/>
                          </a:solidFill>
                          <a:effectLst/>
                          <a:latin typeface="+mn-lt"/>
                          <a:ea typeface="Arial" panose="020B0604020202020204" pitchFamily="34" charset="0"/>
                        </a:rPr>
                        <a:t>Operation failures</a:t>
                      </a:r>
                    </a:p>
                    <a:p>
                      <a:pPr marL="228600" indent="-228600">
                        <a:buFont typeface="Arial" panose="020B0604020202020204" pitchFamily="34" charset="0"/>
                        <a:buChar char="•"/>
                      </a:pPr>
                      <a:r>
                        <a:rPr lang="en-US" sz="1200" cap="none" spc="0" noProof="0">
                          <a:solidFill>
                            <a:schemeClr val="tx1"/>
                          </a:solidFill>
                          <a:effectLst/>
                          <a:latin typeface="+mn-lt"/>
                          <a:ea typeface="Arial" panose="020B0604020202020204" pitchFamily="34" charset="0"/>
                        </a:rPr>
                        <a:t>Product failures</a:t>
                      </a:r>
                    </a:p>
                    <a:p>
                      <a:pPr marL="228600" indent="-228600">
                        <a:buFont typeface="Arial" panose="020B0604020202020204" pitchFamily="34" charset="0"/>
                        <a:buChar char="•"/>
                      </a:pPr>
                      <a:endParaRPr lang="en-US" sz="1200" cap="none" spc="0" noProof="0">
                        <a:solidFill>
                          <a:schemeClr val="tx1"/>
                        </a:solidFill>
                        <a:effectLst/>
                        <a:latin typeface="+mn-lt"/>
                        <a:ea typeface="Arial" panose="020B0604020202020204" pitchFamily="34" charset="0"/>
                      </a:endParaRPr>
                    </a:p>
                  </a:txBody>
                  <a:tcPr marL="99520" marR="59712" marT="63796" marB="59712" anchor="ctr">
                    <a:lnL w="12700" cap="flat" cmpd="sng" algn="ctr">
                      <a:solidFill>
                        <a:schemeClr val="accent1"/>
                      </a:solidFill>
                      <a:prstDash val="sysDot"/>
                      <a:round/>
                      <a:headEnd type="none" w="med" len="med"/>
                      <a:tailEnd type="none" w="med" len="med"/>
                    </a:lnL>
                    <a:lnR w="12700" cap="flat" cmpd="sng" algn="ctr">
                      <a:solidFill>
                        <a:schemeClr val="accent1"/>
                      </a:solidFill>
                      <a:prstDash val="sysDot"/>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marL="228600" indent="-228600">
                        <a:buFont typeface="Arial" panose="020B0604020202020204" pitchFamily="34" charset="0"/>
                        <a:buChar char="•"/>
                      </a:pPr>
                      <a:r>
                        <a:rPr lang="en-US" sz="1200" cap="none" spc="0" noProof="0">
                          <a:solidFill>
                            <a:schemeClr val="tx1"/>
                          </a:solidFill>
                          <a:effectLst/>
                          <a:latin typeface="+mn-lt"/>
                          <a:ea typeface="Arial" panose="020B0604020202020204" pitchFamily="34" charset="0"/>
                        </a:rPr>
                        <a:t>Technical teams internally</a:t>
                      </a:r>
                    </a:p>
                    <a:p>
                      <a:pPr marL="228600" indent="-228600">
                        <a:buFont typeface="Arial" panose="020B0604020202020204" pitchFamily="34" charset="0"/>
                        <a:buChar char="•"/>
                      </a:pPr>
                      <a:r>
                        <a:rPr lang="en-US" sz="1200" cap="none" spc="0" noProof="0">
                          <a:solidFill>
                            <a:schemeClr val="tx1"/>
                          </a:solidFill>
                          <a:effectLst/>
                          <a:latin typeface="+mn-lt"/>
                          <a:ea typeface="Arial" panose="020B0604020202020204" pitchFamily="34" charset="0"/>
                        </a:rPr>
                        <a:t>Customers as end users</a:t>
                      </a:r>
                    </a:p>
                    <a:p>
                      <a:pPr marL="228600" indent="-228600">
                        <a:buFont typeface="Arial" panose="020B0604020202020204" pitchFamily="34" charset="0"/>
                        <a:buChar char="•"/>
                      </a:pPr>
                      <a:endParaRPr lang="en-US" sz="1200" cap="none" spc="0" noProof="0">
                        <a:solidFill>
                          <a:schemeClr val="tx1"/>
                        </a:solidFill>
                        <a:effectLst/>
                        <a:latin typeface="+mn-lt"/>
                        <a:ea typeface="Arial" panose="020B0604020202020204" pitchFamily="34" charset="0"/>
                      </a:endParaRPr>
                    </a:p>
                  </a:txBody>
                  <a:tcPr marL="99520" marR="59712" marT="63796" marB="59712" anchor="ctr">
                    <a:lnL w="12700" cap="flat" cmpd="sng" algn="ctr">
                      <a:solidFill>
                        <a:schemeClr val="accent1"/>
                      </a:solidFill>
                      <a:prstDash val="sysDot"/>
                      <a:round/>
                      <a:headEnd type="none" w="med" len="med"/>
                      <a:tailEnd type="none" w="med" len="med"/>
                    </a:lnL>
                    <a:lnR w="12700" cap="flat" cmpd="sng" algn="ctr">
                      <a:solidFill>
                        <a:schemeClr val="accent1"/>
                      </a:solidFill>
                      <a:prstDash val="sysDot"/>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marL="171450" indent="-171450">
                        <a:buFont typeface="Arial" panose="020B0604020202020204" pitchFamily="34" charset="0"/>
                        <a:buChar char="•"/>
                      </a:pPr>
                      <a:r>
                        <a:rPr lang="en-US" sz="1200">
                          <a:latin typeface="+mn-lt"/>
                        </a:rPr>
                        <a:t>Treat dissent as valuable insight</a:t>
                      </a:r>
                    </a:p>
                    <a:p>
                      <a:pPr marL="171450" indent="-171450">
                        <a:buFont typeface="Arial" panose="020B0604020202020204" pitchFamily="34" charset="0"/>
                        <a:buChar char="•"/>
                      </a:pPr>
                      <a:r>
                        <a:rPr lang="en-US" sz="1200" cap="none" spc="0" noProof="0">
                          <a:solidFill>
                            <a:schemeClr val="tx1"/>
                          </a:solidFill>
                          <a:effectLst/>
                          <a:latin typeface="+mn-lt"/>
                        </a:rPr>
                        <a:t>Act timely to resolves issues and align with best industry standards</a:t>
                      </a:r>
                    </a:p>
                    <a:p>
                      <a:pPr marL="171450" indent="-171450">
                        <a:buFont typeface="Arial" panose="020B0604020202020204" pitchFamily="34" charset="0"/>
                        <a:buChar char="•"/>
                      </a:pPr>
                      <a:endParaRPr lang="en-US" sz="1200" noProof="0">
                        <a:latin typeface="+mn-lt"/>
                      </a:endParaRPr>
                    </a:p>
                  </a:txBody>
                  <a:tcPr marL="99520" marR="59712" marT="63796" marB="59712" anchor="ctr">
                    <a:lnL w="12700" cap="flat" cmpd="sng" algn="ctr">
                      <a:solidFill>
                        <a:schemeClr val="accent1"/>
                      </a:solidFill>
                      <a:prstDash val="sysDot"/>
                      <a:round/>
                      <a:headEnd type="none" w="med" len="med"/>
                      <a:tailEnd type="none" w="med" len="med"/>
                    </a:lnL>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extLst>
                  <a:ext uri="{0D108BD9-81ED-4DB2-BD59-A6C34878D82A}">
                    <a16:rowId xmlns:a16="http://schemas.microsoft.com/office/drawing/2014/main" val="2710211253"/>
                  </a:ext>
                </a:extLst>
              </a:tr>
              <a:tr h="1031692">
                <a:tc>
                  <a:txBody>
                    <a:bodyPr/>
                    <a:lstStyle/>
                    <a:p>
                      <a:pPr algn="ctr">
                        <a:buNone/>
                      </a:pPr>
                      <a:r>
                        <a:rPr lang="en-US" sz="1200" b="1" cap="none" spc="0" noProof="0">
                          <a:solidFill>
                            <a:schemeClr val="tx1"/>
                          </a:solidFill>
                          <a:effectLst/>
                          <a:latin typeface="+mn-lt"/>
                        </a:rPr>
                        <a:t>Open Feedback Loop</a:t>
                      </a:r>
                      <a:endParaRPr lang="en-US" sz="1200" b="1" cap="none" spc="0" noProof="0">
                        <a:solidFill>
                          <a:schemeClr val="tx1"/>
                        </a:solidFill>
                        <a:effectLst/>
                        <a:latin typeface="+mn-lt"/>
                        <a:ea typeface="Arial" panose="020B0604020202020204" pitchFamily="34" charset="0"/>
                      </a:endParaRPr>
                    </a:p>
                  </a:txBody>
                  <a:tcPr marL="99520" marR="59712" marT="63796" marB="59712" anchor="ctr">
                    <a:lnR w="12700" cap="flat" cmpd="sng" algn="ctr">
                      <a:solidFill>
                        <a:schemeClr val="accent1"/>
                      </a:solidFill>
                      <a:prstDash val="sysDot"/>
                      <a:round/>
                      <a:headEnd type="none" w="med" len="med"/>
                      <a:tailEnd type="none" w="med" len="med"/>
                    </a:lnR>
                    <a:lnT w="12700" cap="flat" cmpd="sng" algn="ctr">
                      <a:solidFill>
                        <a:schemeClr val="accent1"/>
                      </a:solidFill>
                      <a:prstDash val="sysDot"/>
                      <a:round/>
                      <a:headEnd type="none" w="med" len="med"/>
                      <a:tailEnd type="none" w="med" len="med"/>
                    </a:lnT>
                    <a:solidFill>
                      <a:schemeClr val="accent1">
                        <a:lumMod val="20000"/>
                        <a:lumOff val="80000"/>
                      </a:schemeClr>
                    </a:solidFill>
                  </a:tcPr>
                </a:tc>
                <a:tc>
                  <a:txBody>
                    <a:bodyPr/>
                    <a:lstStyle/>
                    <a:p>
                      <a:pPr marL="228600" indent="-228600">
                        <a:buFont typeface="Arial" panose="020B0604020202020204" pitchFamily="34" charset="0"/>
                        <a:buChar char="•"/>
                      </a:pPr>
                      <a:r>
                        <a:rPr lang="fr-FR" sz="1200">
                          <a:latin typeface="+mn-lt"/>
                        </a:rPr>
                        <a:t>Mistrust</a:t>
                      </a:r>
                    </a:p>
                    <a:p>
                      <a:pPr marL="228600" indent="-228600">
                        <a:buFont typeface="Arial" panose="020B0604020202020204" pitchFamily="34" charset="0"/>
                        <a:buChar char="•"/>
                      </a:pPr>
                      <a:r>
                        <a:rPr lang="fr-FR" sz="1200">
                          <a:latin typeface="+mn-lt"/>
                        </a:rPr>
                        <a:t>Decline in future engagement</a:t>
                      </a:r>
                    </a:p>
                  </a:txBody>
                  <a:tcPr marL="99520" marR="59712" marT="63796" marB="59712" anchor="ctr">
                    <a:lnL w="12700" cap="flat" cmpd="sng" algn="ctr">
                      <a:solidFill>
                        <a:schemeClr val="accent1"/>
                      </a:solidFill>
                      <a:prstDash val="sysDot"/>
                      <a:round/>
                      <a:headEnd type="none" w="med" len="med"/>
                      <a:tailEnd type="none" w="med" len="med"/>
                    </a:lnL>
                    <a:lnR w="12700" cap="flat" cmpd="sng" algn="ctr">
                      <a:solidFill>
                        <a:schemeClr val="accent1"/>
                      </a:solidFill>
                      <a:prstDash val="sysDot"/>
                      <a:round/>
                      <a:headEnd type="none" w="med" len="med"/>
                      <a:tailEnd type="none" w="med" len="med"/>
                    </a:lnR>
                    <a:lnT w="12700" cap="flat" cmpd="sng" algn="ctr">
                      <a:solidFill>
                        <a:schemeClr val="accent1"/>
                      </a:solidFill>
                      <a:prstDash val="sysDot"/>
                      <a:round/>
                      <a:headEnd type="none" w="med" len="med"/>
                      <a:tailEnd type="none" w="med" len="med"/>
                    </a:lnT>
                    <a:solidFill>
                      <a:schemeClr val="accent1">
                        <a:lumMod val="20000"/>
                        <a:lumOff val="80000"/>
                      </a:schemeClr>
                    </a:solidFill>
                  </a:tcPr>
                </a:tc>
                <a:tc>
                  <a:txBody>
                    <a:bodyPr/>
                    <a:lstStyle/>
                    <a:p>
                      <a:pPr marL="228600" indent="-228600">
                        <a:buFont typeface="Arial" panose="020B0604020202020204" pitchFamily="34" charset="0"/>
                        <a:buChar char="•"/>
                      </a:pPr>
                      <a:r>
                        <a:rPr lang="en-US" sz="1200" cap="none" spc="0" noProof="0">
                          <a:solidFill>
                            <a:schemeClr val="tx1"/>
                          </a:solidFill>
                          <a:effectLst/>
                          <a:latin typeface="+mn-lt"/>
                        </a:rPr>
                        <a:t>All stakeholders</a:t>
                      </a:r>
                      <a:endParaRPr lang="en-US" sz="1200" cap="none" spc="0" noProof="0">
                        <a:solidFill>
                          <a:schemeClr val="tx1"/>
                        </a:solidFill>
                        <a:effectLst/>
                        <a:latin typeface="+mn-lt"/>
                        <a:ea typeface="Arial" panose="020B0604020202020204" pitchFamily="34" charset="0"/>
                      </a:endParaRPr>
                    </a:p>
                  </a:txBody>
                  <a:tcPr marL="99520" marR="59712" marT="63796" marB="59712" anchor="ctr">
                    <a:lnL w="12700" cap="flat" cmpd="sng" algn="ctr">
                      <a:solidFill>
                        <a:schemeClr val="accent1"/>
                      </a:solidFill>
                      <a:prstDash val="sysDot"/>
                      <a:round/>
                      <a:headEnd type="none" w="med" len="med"/>
                      <a:tailEnd type="none" w="med" len="med"/>
                    </a:lnL>
                    <a:lnR w="12700" cap="flat" cmpd="sng" algn="ctr">
                      <a:solidFill>
                        <a:schemeClr val="accent1"/>
                      </a:solidFill>
                      <a:prstDash val="sysDot"/>
                      <a:round/>
                      <a:headEnd type="none" w="med" len="med"/>
                      <a:tailEnd type="none" w="med" len="med"/>
                    </a:lnR>
                    <a:lnT w="12700" cap="flat" cmpd="sng" algn="ctr">
                      <a:solidFill>
                        <a:schemeClr val="accent1"/>
                      </a:solidFill>
                      <a:prstDash val="sysDot"/>
                      <a:round/>
                      <a:headEnd type="none" w="med" len="med"/>
                      <a:tailEnd type="none" w="med" len="med"/>
                    </a:lnT>
                    <a:solidFill>
                      <a:schemeClr val="accent1">
                        <a:lumMod val="20000"/>
                        <a:lumOff val="80000"/>
                      </a:schemeClr>
                    </a:solidFill>
                  </a:tcPr>
                </a:tc>
                <a:tc>
                  <a:txBody>
                    <a:bodyPr/>
                    <a:lstStyle/>
                    <a:p>
                      <a:pPr marL="171450" indent="-171450">
                        <a:buFont typeface="Arial" panose="020B0604020202020204" pitchFamily="34" charset="0"/>
                        <a:buChar char="•"/>
                      </a:pPr>
                      <a:r>
                        <a:rPr lang="en-US" sz="1200">
                          <a:latin typeface="+mn-lt"/>
                        </a:rPr>
                        <a:t>Show how the stakeholders’ input influenced decision making and final output.</a:t>
                      </a:r>
                    </a:p>
                    <a:p>
                      <a:pPr marL="171450" indent="-171450">
                        <a:buFont typeface="Arial" panose="020B0604020202020204" pitchFamily="34" charset="0"/>
                        <a:buChar char="•"/>
                      </a:pPr>
                      <a:r>
                        <a:rPr lang="en-US" sz="1200" noProof="0">
                          <a:latin typeface="+mn-lt"/>
                        </a:rPr>
                        <a:t>Communicate the value addition </a:t>
                      </a:r>
                    </a:p>
                  </a:txBody>
                  <a:tcPr marL="99520" marR="59712" marT="63796" marB="59712" anchor="ctr">
                    <a:lnL w="12700" cap="flat" cmpd="sng" algn="ctr">
                      <a:solidFill>
                        <a:schemeClr val="accent1"/>
                      </a:solidFill>
                      <a:prstDash val="sysDot"/>
                      <a:round/>
                      <a:headEnd type="none" w="med" len="med"/>
                      <a:tailEnd type="none" w="med" len="med"/>
                    </a:lnL>
                    <a:lnT w="12700" cap="flat" cmpd="sng" algn="ctr">
                      <a:solidFill>
                        <a:schemeClr val="accent1"/>
                      </a:solidFill>
                      <a:prstDash val="sysDot"/>
                      <a:round/>
                      <a:headEnd type="none" w="med" len="med"/>
                      <a:tailEnd type="none" w="med" len="med"/>
                    </a:lnT>
                    <a:solidFill>
                      <a:schemeClr val="accent1">
                        <a:lumMod val="20000"/>
                        <a:lumOff val="80000"/>
                      </a:schemeClr>
                    </a:solidFill>
                  </a:tcPr>
                </a:tc>
                <a:extLst>
                  <a:ext uri="{0D108BD9-81ED-4DB2-BD59-A6C34878D82A}">
                    <a16:rowId xmlns:a16="http://schemas.microsoft.com/office/drawing/2014/main" val="2550826123"/>
                  </a:ext>
                </a:extLst>
              </a:tr>
            </a:tbl>
          </a:graphicData>
        </a:graphic>
      </p:graphicFrame>
      <p:sp>
        <p:nvSpPr>
          <p:cNvPr id="16" name="Rectangle: Rounded Corners 15">
            <a:extLst>
              <a:ext uri="{FF2B5EF4-FFF2-40B4-BE49-F238E27FC236}">
                <a16:creationId xmlns:a16="http://schemas.microsoft.com/office/drawing/2014/main" id="{DAB0CD0A-F71A-029A-0712-F096280A20CA}"/>
              </a:ext>
            </a:extLst>
          </p:cNvPr>
          <p:cNvSpPr/>
          <p:nvPr/>
        </p:nvSpPr>
        <p:spPr>
          <a:xfrm>
            <a:off x="362883" y="866754"/>
            <a:ext cx="11430000" cy="340596"/>
          </a:xfrm>
          <a:prstGeom prst="roundRect">
            <a:avLst/>
          </a:prstGeom>
          <a:solidFill>
            <a:schemeClr val="bg1"/>
          </a:solidFill>
          <a:ln/>
          <a:effectLst>
            <a:outerShdw blurRad="50800" dist="38100" dir="5400000" algn="t" rotWithShape="0">
              <a:prstClr val="black">
                <a:alpha val="40000"/>
              </a:prstClr>
            </a:outerShdw>
          </a:effectLst>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kern="0" noProof="0">
                <a:solidFill>
                  <a:schemeClr val="tx1"/>
                </a:solidFill>
                <a:latin typeface="Arial"/>
              </a:rPr>
              <a:t>Most alignment failures are process failures—not people failures.</a:t>
            </a:r>
          </a:p>
        </p:txBody>
      </p:sp>
    </p:spTree>
    <p:custDataLst>
      <p:custData r:id="rId1"/>
    </p:custDataLst>
    <p:extLst>
      <p:ext uri="{BB962C8B-B14F-4D97-AF65-F5344CB8AC3E}">
        <p14:creationId xmlns:p14="http://schemas.microsoft.com/office/powerpoint/2010/main" val="27665745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A7C58-7267-057B-76B1-3A3DFD5A0C91}"/>
            </a:ext>
          </a:extLst>
        </p:cNvPr>
        <p:cNvGrpSpPr/>
        <p:nvPr/>
      </p:nvGrpSpPr>
      <p:grpSpPr>
        <a:xfrm>
          <a:off x="0" y="0"/>
          <a:ext cx="0" cy="0"/>
          <a:chOff x="0" y="0"/>
          <a:chExt cx="0" cy="0"/>
        </a:xfrm>
      </p:grpSpPr>
      <p:sp>
        <p:nvSpPr>
          <p:cNvPr id="117" name="Rectangle 116">
            <a:extLst>
              <a:ext uri="{FF2B5EF4-FFF2-40B4-BE49-F238E27FC236}">
                <a16:creationId xmlns:a16="http://schemas.microsoft.com/office/drawing/2014/main" id="{11C5E647-F03C-1847-4C4E-468DFEB6CFFB}"/>
              </a:ext>
            </a:extLst>
          </p:cNvPr>
          <p:cNvSpPr/>
          <p:nvPr/>
        </p:nvSpPr>
        <p:spPr>
          <a:xfrm>
            <a:off x="1207007" y="1581912"/>
            <a:ext cx="4261103" cy="534917"/>
          </a:xfrm>
          <a:prstGeom prst="rect">
            <a:avLst/>
          </a:prstGeom>
          <a:solidFill>
            <a:schemeClr val="accent4">
              <a:lumMod val="20000"/>
              <a:lumOff val="80000"/>
            </a:schemeClr>
          </a:solidFill>
          <a:ln/>
          <a:effectLst>
            <a:outerShdw blurRad="50800" dist="38100" dir="5400000" algn="t"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b="1">
                <a:solidFill>
                  <a:schemeClr val="tx1"/>
                </a:solidFill>
              </a:rPr>
              <a:t>Sets</a:t>
            </a:r>
            <a:r>
              <a:rPr lang="en-US" sz="1400">
                <a:solidFill>
                  <a:schemeClr val="tx1"/>
                </a:solidFill>
              </a:rPr>
              <a:t> stakeholder-inclusive purpose, values &amp; long-term direction</a:t>
            </a:r>
          </a:p>
        </p:txBody>
      </p:sp>
      <p:sp>
        <p:nvSpPr>
          <p:cNvPr id="3" name="Slide Number Placeholder 2">
            <a:extLst>
              <a:ext uri="{FF2B5EF4-FFF2-40B4-BE49-F238E27FC236}">
                <a16:creationId xmlns:a16="http://schemas.microsoft.com/office/drawing/2014/main" id="{62F54E36-1F56-272B-04F9-9A3A91846E39}"/>
              </a:ext>
            </a:extLst>
          </p:cNvPr>
          <p:cNvSpPr>
            <a:spLocks noGrp="1"/>
          </p:cNvSpPr>
          <p:nvPr>
            <p:ph type="sldNum" sz="quarter" idx="4"/>
          </p:nvPr>
        </p:nvSpPr>
        <p:spPr>
          <a:xfrm>
            <a:off x="11677554" y="6583680"/>
            <a:ext cx="298209" cy="161583"/>
          </a:xfrm>
        </p:spPr>
        <p:txBody>
          <a:bodyPr/>
          <a:lstStyle/>
          <a:p>
            <a:fld id="{3E6AC032-1535-134B-A583-D5E1DDD0D167}" type="slidenum">
              <a:rPr lang="en-US" smtClean="0"/>
              <a:pPr/>
              <a:t>36</a:t>
            </a:fld>
            <a:endParaRPr lang="en-US"/>
          </a:p>
        </p:txBody>
      </p:sp>
      <p:sp>
        <p:nvSpPr>
          <p:cNvPr id="13" name="Rectangle 12">
            <a:extLst>
              <a:ext uri="{FF2B5EF4-FFF2-40B4-BE49-F238E27FC236}">
                <a16:creationId xmlns:a16="http://schemas.microsoft.com/office/drawing/2014/main" id="{4C8F7F30-0C20-8CE0-D9A5-1B9D7B61D2AE}"/>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spc="-10">
                <a:solidFill>
                  <a:prstClr val="white"/>
                </a:solidFill>
                <a:latin typeface="+mj-lt"/>
              </a:rPr>
              <a:t>Strategic Alignment with Stakeholders – Board vs Management Responsibilities</a:t>
            </a:r>
          </a:p>
        </p:txBody>
      </p:sp>
      <p:sp>
        <p:nvSpPr>
          <p:cNvPr id="118" name="L-Shape 117">
            <a:extLst>
              <a:ext uri="{FF2B5EF4-FFF2-40B4-BE49-F238E27FC236}">
                <a16:creationId xmlns:a16="http://schemas.microsoft.com/office/drawing/2014/main" id="{C1CE4351-6129-5E1E-E2A0-FEE918924254}"/>
              </a:ext>
            </a:extLst>
          </p:cNvPr>
          <p:cNvSpPr/>
          <p:nvPr/>
        </p:nvSpPr>
        <p:spPr>
          <a:xfrm>
            <a:off x="1124712" y="1920241"/>
            <a:ext cx="274320" cy="274320"/>
          </a:xfrm>
          <a:prstGeom prst="corner">
            <a:avLst>
              <a:gd name="adj1" fmla="val 30000"/>
              <a:gd name="adj2" fmla="val 266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8161CD68-F567-EF44-82CB-7521883A7FA8}"/>
              </a:ext>
            </a:extLst>
          </p:cNvPr>
          <p:cNvSpPr/>
          <p:nvPr/>
        </p:nvSpPr>
        <p:spPr>
          <a:xfrm>
            <a:off x="1207007" y="2455166"/>
            <a:ext cx="4261103" cy="534917"/>
          </a:xfrm>
          <a:prstGeom prst="rect">
            <a:avLst/>
          </a:prstGeom>
          <a:solidFill>
            <a:schemeClr val="accent4">
              <a:lumMod val="20000"/>
              <a:lumOff val="80000"/>
            </a:schemeClr>
          </a:solidFill>
          <a:ln/>
          <a:effectLst>
            <a:outerShdw blurRad="50800" dist="38100" dir="5400000" algn="t"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b="1">
                <a:solidFill>
                  <a:schemeClr val="tx1"/>
                </a:solidFill>
              </a:rPr>
              <a:t>Approves</a:t>
            </a:r>
            <a:r>
              <a:rPr lang="en-US" sz="1400">
                <a:solidFill>
                  <a:schemeClr val="tx1"/>
                </a:solidFill>
              </a:rPr>
              <a:t> stakeholder alignment framework &amp; principles</a:t>
            </a:r>
          </a:p>
        </p:txBody>
      </p:sp>
      <p:sp>
        <p:nvSpPr>
          <p:cNvPr id="123" name="L-Shape 122">
            <a:extLst>
              <a:ext uri="{FF2B5EF4-FFF2-40B4-BE49-F238E27FC236}">
                <a16:creationId xmlns:a16="http://schemas.microsoft.com/office/drawing/2014/main" id="{1FE93581-53A1-6143-844E-4EDBBE879A02}"/>
              </a:ext>
            </a:extLst>
          </p:cNvPr>
          <p:cNvSpPr/>
          <p:nvPr/>
        </p:nvSpPr>
        <p:spPr>
          <a:xfrm>
            <a:off x="1124712" y="2793495"/>
            <a:ext cx="274320" cy="274320"/>
          </a:xfrm>
          <a:prstGeom prst="corner">
            <a:avLst>
              <a:gd name="adj1" fmla="val 30000"/>
              <a:gd name="adj2" fmla="val 266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E231A3FD-672A-8F9D-49FE-4E8230693AE2}"/>
              </a:ext>
            </a:extLst>
          </p:cNvPr>
          <p:cNvSpPr/>
          <p:nvPr/>
        </p:nvSpPr>
        <p:spPr>
          <a:xfrm>
            <a:off x="1207007" y="3346708"/>
            <a:ext cx="4261103" cy="534917"/>
          </a:xfrm>
          <a:prstGeom prst="rect">
            <a:avLst/>
          </a:prstGeom>
          <a:solidFill>
            <a:schemeClr val="accent4">
              <a:lumMod val="20000"/>
              <a:lumOff val="80000"/>
            </a:schemeClr>
          </a:solidFill>
          <a:ln/>
          <a:effectLst>
            <a:outerShdw blurRad="50800" dist="38100" dir="5400000" algn="t"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a:solidFill>
                  <a:schemeClr val="tx1"/>
                </a:solidFill>
              </a:rPr>
              <a:t>Ensures stakeholder inputs are </a:t>
            </a:r>
            <a:r>
              <a:rPr lang="en-US" sz="1400" b="1">
                <a:solidFill>
                  <a:schemeClr val="tx1"/>
                </a:solidFill>
              </a:rPr>
              <a:t>considered early </a:t>
            </a:r>
            <a:r>
              <a:rPr lang="en-US" sz="1400">
                <a:solidFill>
                  <a:schemeClr val="tx1"/>
                </a:solidFill>
              </a:rPr>
              <a:t>in strategy &amp; decisions</a:t>
            </a:r>
          </a:p>
        </p:txBody>
      </p:sp>
      <p:sp>
        <p:nvSpPr>
          <p:cNvPr id="125" name="L-Shape 124">
            <a:extLst>
              <a:ext uri="{FF2B5EF4-FFF2-40B4-BE49-F238E27FC236}">
                <a16:creationId xmlns:a16="http://schemas.microsoft.com/office/drawing/2014/main" id="{EF463371-FEC9-C786-E9D2-D4483FBC7B35}"/>
              </a:ext>
            </a:extLst>
          </p:cNvPr>
          <p:cNvSpPr/>
          <p:nvPr/>
        </p:nvSpPr>
        <p:spPr>
          <a:xfrm>
            <a:off x="1124712" y="3685037"/>
            <a:ext cx="274320" cy="274320"/>
          </a:xfrm>
          <a:prstGeom prst="corner">
            <a:avLst>
              <a:gd name="adj1" fmla="val 30000"/>
              <a:gd name="adj2" fmla="val 266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23ED22FA-0F81-AFCD-8E9B-7B679DA8C664}"/>
              </a:ext>
            </a:extLst>
          </p:cNvPr>
          <p:cNvSpPr/>
          <p:nvPr/>
        </p:nvSpPr>
        <p:spPr>
          <a:xfrm>
            <a:off x="1207007" y="4210818"/>
            <a:ext cx="4261103" cy="534917"/>
          </a:xfrm>
          <a:prstGeom prst="rect">
            <a:avLst/>
          </a:prstGeom>
          <a:solidFill>
            <a:schemeClr val="accent4">
              <a:lumMod val="20000"/>
              <a:lumOff val="80000"/>
            </a:schemeClr>
          </a:solidFill>
          <a:ln/>
          <a:effectLst>
            <a:outerShdw blurRad="50800" dist="38100" dir="5400000" algn="t"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b="1">
                <a:solidFill>
                  <a:schemeClr val="tx1"/>
                </a:solidFill>
              </a:rPr>
              <a:t>Guides trade-offs </a:t>
            </a:r>
            <a:r>
              <a:rPr lang="en-US" sz="1400">
                <a:solidFill>
                  <a:schemeClr val="tx1"/>
                </a:solidFill>
              </a:rPr>
              <a:t>between competing stakeholders’ interests</a:t>
            </a:r>
          </a:p>
        </p:txBody>
      </p:sp>
      <p:sp>
        <p:nvSpPr>
          <p:cNvPr id="128" name="L-Shape 127">
            <a:extLst>
              <a:ext uri="{FF2B5EF4-FFF2-40B4-BE49-F238E27FC236}">
                <a16:creationId xmlns:a16="http://schemas.microsoft.com/office/drawing/2014/main" id="{60228BD7-AE5C-21D8-EA78-046CB7C1C062}"/>
              </a:ext>
            </a:extLst>
          </p:cNvPr>
          <p:cNvSpPr/>
          <p:nvPr/>
        </p:nvSpPr>
        <p:spPr>
          <a:xfrm>
            <a:off x="1124712" y="4549147"/>
            <a:ext cx="274320" cy="274320"/>
          </a:xfrm>
          <a:prstGeom prst="corner">
            <a:avLst>
              <a:gd name="adj1" fmla="val 30000"/>
              <a:gd name="adj2" fmla="val 266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4C253323-BAA6-5461-FB83-9B022665FF9F}"/>
              </a:ext>
            </a:extLst>
          </p:cNvPr>
          <p:cNvSpPr/>
          <p:nvPr/>
        </p:nvSpPr>
        <p:spPr>
          <a:xfrm>
            <a:off x="1207007" y="5093216"/>
            <a:ext cx="4261103" cy="534917"/>
          </a:xfrm>
          <a:prstGeom prst="rect">
            <a:avLst/>
          </a:prstGeom>
          <a:solidFill>
            <a:schemeClr val="accent4">
              <a:lumMod val="20000"/>
              <a:lumOff val="80000"/>
            </a:schemeClr>
          </a:solidFill>
          <a:ln/>
          <a:effectLst>
            <a:outerShdw blurRad="50800" dist="38100" dir="5400000" algn="t"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b="1">
                <a:solidFill>
                  <a:schemeClr val="tx1"/>
                </a:solidFill>
              </a:rPr>
              <a:t>Challenges</a:t>
            </a:r>
            <a:r>
              <a:rPr lang="en-US" sz="1400">
                <a:solidFill>
                  <a:schemeClr val="tx1"/>
                </a:solidFill>
              </a:rPr>
              <a:t> any possible assumptions </a:t>
            </a:r>
          </a:p>
        </p:txBody>
      </p:sp>
      <p:sp>
        <p:nvSpPr>
          <p:cNvPr id="130" name="L-Shape 129">
            <a:extLst>
              <a:ext uri="{FF2B5EF4-FFF2-40B4-BE49-F238E27FC236}">
                <a16:creationId xmlns:a16="http://schemas.microsoft.com/office/drawing/2014/main" id="{EAE98207-C74C-D728-0057-2E655B789B9B}"/>
              </a:ext>
            </a:extLst>
          </p:cNvPr>
          <p:cNvSpPr/>
          <p:nvPr/>
        </p:nvSpPr>
        <p:spPr>
          <a:xfrm>
            <a:off x="1124712" y="5431545"/>
            <a:ext cx="274320" cy="274320"/>
          </a:xfrm>
          <a:prstGeom prst="corner">
            <a:avLst>
              <a:gd name="adj1" fmla="val 30000"/>
              <a:gd name="adj2" fmla="val 266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019A9675-0CE6-B4DC-14F8-597F182B45F8}"/>
              </a:ext>
            </a:extLst>
          </p:cNvPr>
          <p:cNvSpPr/>
          <p:nvPr/>
        </p:nvSpPr>
        <p:spPr>
          <a:xfrm>
            <a:off x="1207007" y="5980176"/>
            <a:ext cx="4261103" cy="534917"/>
          </a:xfrm>
          <a:prstGeom prst="rect">
            <a:avLst/>
          </a:prstGeom>
          <a:solidFill>
            <a:schemeClr val="accent4">
              <a:lumMod val="20000"/>
              <a:lumOff val="80000"/>
            </a:schemeClr>
          </a:solidFill>
          <a:ln/>
          <a:effectLst>
            <a:outerShdw blurRad="50800" dist="38100" dir="5400000" algn="t"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b="1">
                <a:solidFill>
                  <a:schemeClr val="tx1"/>
                </a:solidFill>
              </a:rPr>
              <a:t>Reviews</a:t>
            </a:r>
            <a:r>
              <a:rPr lang="en-US" sz="1400">
                <a:solidFill>
                  <a:schemeClr val="tx1"/>
                </a:solidFill>
              </a:rPr>
              <a:t> quality and effectiveness of engagement outcomes</a:t>
            </a:r>
          </a:p>
        </p:txBody>
      </p:sp>
      <p:sp>
        <p:nvSpPr>
          <p:cNvPr id="134" name="L-Shape 133">
            <a:extLst>
              <a:ext uri="{FF2B5EF4-FFF2-40B4-BE49-F238E27FC236}">
                <a16:creationId xmlns:a16="http://schemas.microsoft.com/office/drawing/2014/main" id="{090F8E05-1F0C-A437-81F4-47204F6134F8}"/>
              </a:ext>
            </a:extLst>
          </p:cNvPr>
          <p:cNvSpPr/>
          <p:nvPr/>
        </p:nvSpPr>
        <p:spPr>
          <a:xfrm>
            <a:off x="1124712" y="6318505"/>
            <a:ext cx="274320" cy="274320"/>
          </a:xfrm>
          <a:prstGeom prst="corner">
            <a:avLst>
              <a:gd name="adj1" fmla="val 30000"/>
              <a:gd name="adj2" fmla="val 266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DD8C4BE8-9921-04A2-F0D5-177C969742F1}"/>
              </a:ext>
            </a:extLst>
          </p:cNvPr>
          <p:cNvSpPr/>
          <p:nvPr/>
        </p:nvSpPr>
        <p:spPr>
          <a:xfrm>
            <a:off x="6507480" y="1586492"/>
            <a:ext cx="4264152" cy="534917"/>
          </a:xfrm>
          <a:prstGeom prst="rect">
            <a:avLst/>
          </a:prstGeom>
          <a:solidFill>
            <a:schemeClr val="accent4">
              <a:lumMod val="20000"/>
              <a:lumOff val="80000"/>
            </a:schemeClr>
          </a:solidFill>
          <a:ln/>
          <a:effectLst>
            <a:outerShdw blurRad="50800" dist="38100" dir="5400000" algn="t"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b="1">
                <a:solidFill>
                  <a:schemeClr val="tx1"/>
                </a:solidFill>
              </a:rPr>
              <a:t>Identifies, maps, and prioritizes </a:t>
            </a:r>
            <a:r>
              <a:rPr lang="en-US" sz="1400">
                <a:solidFill>
                  <a:schemeClr val="tx1"/>
                </a:solidFill>
              </a:rPr>
              <a:t>stakeholders</a:t>
            </a:r>
          </a:p>
        </p:txBody>
      </p:sp>
      <p:sp>
        <p:nvSpPr>
          <p:cNvPr id="136" name="L-Shape 135">
            <a:extLst>
              <a:ext uri="{FF2B5EF4-FFF2-40B4-BE49-F238E27FC236}">
                <a16:creationId xmlns:a16="http://schemas.microsoft.com/office/drawing/2014/main" id="{8E6C2D43-57E7-7FED-38D3-7BA4C583A276}"/>
              </a:ext>
            </a:extLst>
          </p:cNvPr>
          <p:cNvSpPr/>
          <p:nvPr/>
        </p:nvSpPr>
        <p:spPr>
          <a:xfrm>
            <a:off x="6425184" y="1924821"/>
            <a:ext cx="274320" cy="274320"/>
          </a:xfrm>
          <a:prstGeom prst="corner">
            <a:avLst>
              <a:gd name="adj1" fmla="val 30000"/>
              <a:gd name="adj2" fmla="val 266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51E8C166-CF85-8BF9-8842-BA4F3D83A7C6}"/>
              </a:ext>
            </a:extLst>
          </p:cNvPr>
          <p:cNvSpPr/>
          <p:nvPr/>
        </p:nvSpPr>
        <p:spPr>
          <a:xfrm>
            <a:off x="6507480" y="2459746"/>
            <a:ext cx="4264152" cy="534917"/>
          </a:xfrm>
          <a:prstGeom prst="rect">
            <a:avLst/>
          </a:prstGeom>
          <a:solidFill>
            <a:schemeClr val="accent4">
              <a:lumMod val="20000"/>
              <a:lumOff val="80000"/>
            </a:schemeClr>
          </a:solidFill>
          <a:ln/>
          <a:effectLst>
            <a:outerShdw blurRad="50800" dist="38100" dir="5400000" algn="t"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b="1">
                <a:solidFill>
                  <a:schemeClr val="tx1"/>
                </a:solidFill>
              </a:rPr>
              <a:t>Designs</a:t>
            </a:r>
            <a:r>
              <a:rPr lang="en-US" sz="1400">
                <a:solidFill>
                  <a:schemeClr val="tx1"/>
                </a:solidFill>
              </a:rPr>
              <a:t> and </a:t>
            </a:r>
            <a:r>
              <a:rPr lang="en-US" sz="1400" b="1">
                <a:solidFill>
                  <a:schemeClr val="tx1"/>
                </a:solidFill>
              </a:rPr>
              <a:t>executes</a:t>
            </a:r>
            <a:r>
              <a:rPr lang="en-US" sz="1400">
                <a:solidFill>
                  <a:schemeClr val="tx1"/>
                </a:solidFill>
              </a:rPr>
              <a:t> stakeholder engagement plans</a:t>
            </a:r>
          </a:p>
        </p:txBody>
      </p:sp>
      <p:sp>
        <p:nvSpPr>
          <p:cNvPr id="138" name="L-Shape 137">
            <a:extLst>
              <a:ext uri="{FF2B5EF4-FFF2-40B4-BE49-F238E27FC236}">
                <a16:creationId xmlns:a16="http://schemas.microsoft.com/office/drawing/2014/main" id="{AF5F8FEC-7F9A-2812-062B-8A67D8D862AC}"/>
              </a:ext>
            </a:extLst>
          </p:cNvPr>
          <p:cNvSpPr/>
          <p:nvPr/>
        </p:nvSpPr>
        <p:spPr>
          <a:xfrm>
            <a:off x="6425184" y="2798075"/>
            <a:ext cx="274320" cy="274320"/>
          </a:xfrm>
          <a:prstGeom prst="corner">
            <a:avLst>
              <a:gd name="adj1" fmla="val 30000"/>
              <a:gd name="adj2" fmla="val 266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8C482C6C-25F8-A7DC-8624-489B83804A7B}"/>
              </a:ext>
            </a:extLst>
          </p:cNvPr>
          <p:cNvSpPr/>
          <p:nvPr/>
        </p:nvSpPr>
        <p:spPr>
          <a:xfrm>
            <a:off x="6507480" y="3351288"/>
            <a:ext cx="4264152" cy="534917"/>
          </a:xfrm>
          <a:prstGeom prst="rect">
            <a:avLst/>
          </a:prstGeom>
          <a:solidFill>
            <a:schemeClr val="accent4">
              <a:lumMod val="20000"/>
              <a:lumOff val="80000"/>
            </a:schemeClr>
          </a:solidFill>
          <a:ln/>
          <a:effectLst>
            <a:outerShdw blurRad="50800" dist="38100" dir="5400000" algn="t"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a:solidFill>
                  <a:schemeClr val="tx1"/>
                </a:solidFill>
              </a:rPr>
              <a:t>Conducts </a:t>
            </a:r>
            <a:r>
              <a:rPr lang="en-US" sz="1400" b="1">
                <a:solidFill>
                  <a:schemeClr val="tx1"/>
                </a:solidFill>
              </a:rPr>
              <a:t>consultations</a:t>
            </a:r>
            <a:r>
              <a:rPr lang="en-US" sz="1400">
                <a:solidFill>
                  <a:schemeClr val="tx1"/>
                </a:solidFill>
              </a:rPr>
              <a:t> and ongoing engagement</a:t>
            </a:r>
          </a:p>
        </p:txBody>
      </p:sp>
      <p:sp>
        <p:nvSpPr>
          <p:cNvPr id="140" name="L-Shape 139">
            <a:extLst>
              <a:ext uri="{FF2B5EF4-FFF2-40B4-BE49-F238E27FC236}">
                <a16:creationId xmlns:a16="http://schemas.microsoft.com/office/drawing/2014/main" id="{AC3AA2E4-AC2C-7E7B-31F8-970152422825}"/>
              </a:ext>
            </a:extLst>
          </p:cNvPr>
          <p:cNvSpPr/>
          <p:nvPr/>
        </p:nvSpPr>
        <p:spPr>
          <a:xfrm>
            <a:off x="6425184" y="3689617"/>
            <a:ext cx="274320" cy="274320"/>
          </a:xfrm>
          <a:prstGeom prst="corner">
            <a:avLst>
              <a:gd name="adj1" fmla="val 30000"/>
              <a:gd name="adj2" fmla="val 266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BB203748-F3AA-EE40-50E4-C00B099E58EB}"/>
              </a:ext>
            </a:extLst>
          </p:cNvPr>
          <p:cNvSpPr/>
          <p:nvPr/>
        </p:nvSpPr>
        <p:spPr>
          <a:xfrm>
            <a:off x="6507480" y="4215398"/>
            <a:ext cx="4264152" cy="534917"/>
          </a:xfrm>
          <a:prstGeom prst="rect">
            <a:avLst/>
          </a:prstGeom>
          <a:solidFill>
            <a:schemeClr val="accent4">
              <a:lumMod val="20000"/>
              <a:lumOff val="80000"/>
            </a:schemeClr>
          </a:solidFill>
          <a:ln/>
          <a:effectLst>
            <a:outerShdw blurRad="50800" dist="38100" dir="5400000" algn="t"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b="1">
                <a:solidFill>
                  <a:schemeClr val="tx1"/>
                </a:solidFill>
              </a:rPr>
              <a:t>Manages</a:t>
            </a:r>
            <a:r>
              <a:rPr lang="en-US" sz="1400">
                <a:solidFill>
                  <a:schemeClr val="tx1"/>
                </a:solidFill>
              </a:rPr>
              <a:t> operational trade-offs within approved strategy</a:t>
            </a:r>
          </a:p>
        </p:txBody>
      </p:sp>
      <p:sp>
        <p:nvSpPr>
          <p:cNvPr id="142" name="L-Shape 141">
            <a:extLst>
              <a:ext uri="{FF2B5EF4-FFF2-40B4-BE49-F238E27FC236}">
                <a16:creationId xmlns:a16="http://schemas.microsoft.com/office/drawing/2014/main" id="{250EA03C-9494-563D-146A-7D8734652CD6}"/>
              </a:ext>
            </a:extLst>
          </p:cNvPr>
          <p:cNvSpPr/>
          <p:nvPr/>
        </p:nvSpPr>
        <p:spPr>
          <a:xfrm>
            <a:off x="6425184" y="4553727"/>
            <a:ext cx="274320" cy="274320"/>
          </a:xfrm>
          <a:prstGeom prst="corner">
            <a:avLst>
              <a:gd name="adj1" fmla="val 30000"/>
              <a:gd name="adj2" fmla="val 266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7D9D7629-C935-72ED-9D2C-2D702E1EE06E}"/>
              </a:ext>
            </a:extLst>
          </p:cNvPr>
          <p:cNvSpPr/>
          <p:nvPr/>
        </p:nvSpPr>
        <p:spPr>
          <a:xfrm>
            <a:off x="6507480" y="5097796"/>
            <a:ext cx="4264152" cy="534917"/>
          </a:xfrm>
          <a:prstGeom prst="rect">
            <a:avLst/>
          </a:prstGeom>
          <a:solidFill>
            <a:schemeClr val="accent4">
              <a:lumMod val="20000"/>
              <a:lumOff val="80000"/>
            </a:schemeClr>
          </a:solidFill>
          <a:ln/>
          <a:effectLst>
            <a:outerShdw blurRad="50800" dist="38100" dir="5400000" algn="t"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a:solidFill>
                  <a:schemeClr val="tx1"/>
                </a:solidFill>
              </a:rPr>
              <a:t>Gathers </a:t>
            </a:r>
            <a:r>
              <a:rPr lang="en-US" sz="1400" b="1">
                <a:solidFill>
                  <a:schemeClr val="tx1"/>
                </a:solidFill>
              </a:rPr>
              <a:t>insights, manages issues, and responds </a:t>
            </a:r>
            <a:r>
              <a:rPr lang="en-US" sz="1400">
                <a:solidFill>
                  <a:schemeClr val="tx1"/>
                </a:solidFill>
              </a:rPr>
              <a:t>to concerns</a:t>
            </a:r>
          </a:p>
        </p:txBody>
      </p:sp>
      <p:sp>
        <p:nvSpPr>
          <p:cNvPr id="144" name="L-Shape 143">
            <a:extLst>
              <a:ext uri="{FF2B5EF4-FFF2-40B4-BE49-F238E27FC236}">
                <a16:creationId xmlns:a16="http://schemas.microsoft.com/office/drawing/2014/main" id="{A56E5805-29ED-1815-DC88-4E25AE956FA5}"/>
              </a:ext>
            </a:extLst>
          </p:cNvPr>
          <p:cNvSpPr/>
          <p:nvPr/>
        </p:nvSpPr>
        <p:spPr>
          <a:xfrm>
            <a:off x="6425184" y="5436125"/>
            <a:ext cx="274320" cy="274320"/>
          </a:xfrm>
          <a:prstGeom prst="corner">
            <a:avLst>
              <a:gd name="adj1" fmla="val 30000"/>
              <a:gd name="adj2" fmla="val 266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E94CEE9C-61AA-043E-EFD2-03439CC9210B}"/>
              </a:ext>
            </a:extLst>
          </p:cNvPr>
          <p:cNvSpPr/>
          <p:nvPr/>
        </p:nvSpPr>
        <p:spPr>
          <a:xfrm>
            <a:off x="6507480" y="5984756"/>
            <a:ext cx="4264152" cy="534917"/>
          </a:xfrm>
          <a:prstGeom prst="rect">
            <a:avLst/>
          </a:prstGeom>
          <a:solidFill>
            <a:schemeClr val="accent4">
              <a:lumMod val="20000"/>
              <a:lumOff val="80000"/>
            </a:schemeClr>
          </a:solidFill>
          <a:ln/>
          <a:effectLst>
            <a:outerShdw blurRad="50800" dist="38100" dir="5400000" algn="t"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b="1">
                <a:solidFill>
                  <a:schemeClr val="tx1"/>
                </a:solidFill>
              </a:rPr>
              <a:t>Documents</a:t>
            </a:r>
            <a:r>
              <a:rPr lang="en-US" sz="1400">
                <a:solidFill>
                  <a:schemeClr val="tx1"/>
                </a:solidFill>
              </a:rPr>
              <a:t> inputs, actions taken, and outcomes</a:t>
            </a:r>
          </a:p>
        </p:txBody>
      </p:sp>
      <p:sp>
        <p:nvSpPr>
          <p:cNvPr id="146" name="L-Shape 145">
            <a:extLst>
              <a:ext uri="{FF2B5EF4-FFF2-40B4-BE49-F238E27FC236}">
                <a16:creationId xmlns:a16="http://schemas.microsoft.com/office/drawing/2014/main" id="{2A45820F-48C9-18F0-4C41-9DF1D8767031}"/>
              </a:ext>
            </a:extLst>
          </p:cNvPr>
          <p:cNvSpPr/>
          <p:nvPr/>
        </p:nvSpPr>
        <p:spPr>
          <a:xfrm>
            <a:off x="6425184" y="6323085"/>
            <a:ext cx="274320" cy="274320"/>
          </a:xfrm>
          <a:prstGeom prst="corner">
            <a:avLst>
              <a:gd name="adj1" fmla="val 30000"/>
              <a:gd name="adj2" fmla="val 266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Arrow: Left-Right 148">
            <a:extLst>
              <a:ext uri="{FF2B5EF4-FFF2-40B4-BE49-F238E27FC236}">
                <a16:creationId xmlns:a16="http://schemas.microsoft.com/office/drawing/2014/main" id="{BCBFE280-7629-47EF-DEB8-6AB8689D985D}"/>
              </a:ext>
            </a:extLst>
          </p:cNvPr>
          <p:cNvSpPr/>
          <p:nvPr/>
        </p:nvSpPr>
        <p:spPr>
          <a:xfrm>
            <a:off x="691900" y="636703"/>
            <a:ext cx="10594840" cy="771479"/>
          </a:xfrm>
          <a:prstGeom prst="lef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0" name="Table 149">
            <a:extLst>
              <a:ext uri="{FF2B5EF4-FFF2-40B4-BE49-F238E27FC236}">
                <a16:creationId xmlns:a16="http://schemas.microsoft.com/office/drawing/2014/main" id="{19CED54A-7AC2-AEFF-C557-C41F510C7B2D}"/>
              </a:ext>
            </a:extLst>
          </p:cNvPr>
          <p:cNvGraphicFramePr>
            <a:graphicFrameLocks noGrp="1"/>
          </p:cNvGraphicFramePr>
          <p:nvPr>
            <p:extLst>
              <p:ext uri="{D42A27DB-BD31-4B8C-83A1-F6EECF244321}">
                <p14:modId xmlns:p14="http://schemas.microsoft.com/office/powerpoint/2010/main" val="506005151"/>
              </p:ext>
            </p:extLst>
          </p:nvPr>
        </p:nvGraphicFramePr>
        <p:xfrm>
          <a:off x="1325880" y="866994"/>
          <a:ext cx="4069080" cy="304800"/>
        </p:xfrm>
        <a:graphic>
          <a:graphicData uri="http://schemas.openxmlformats.org/drawingml/2006/table">
            <a:tbl>
              <a:tblPr/>
              <a:tblGrid>
                <a:gridCol w="4069080">
                  <a:extLst>
                    <a:ext uri="{9D8B030D-6E8A-4147-A177-3AD203B41FA5}">
                      <a16:colId xmlns:a16="http://schemas.microsoft.com/office/drawing/2014/main" val="2745567204"/>
                    </a:ext>
                  </a:extLst>
                </a:gridCol>
              </a:tblGrid>
              <a:tr h="0">
                <a:tc>
                  <a:txBody>
                    <a:bodyPr/>
                    <a:lstStyle/>
                    <a:p>
                      <a:pPr algn="ctr">
                        <a:buNone/>
                      </a:pPr>
                      <a:r>
                        <a:rPr lang="en-US" sz="1400" b="1"/>
                        <a:t>Board of Directors (Governance &amp; Oversight)</a:t>
                      </a:r>
                      <a:endParaRPr lang="en-US" sz="1400"/>
                    </a:p>
                  </a:txBody>
                  <a:tcPr anchor="ctr">
                    <a:lnL>
                      <a:noFill/>
                    </a:lnL>
                    <a:lnR>
                      <a:noFill/>
                    </a:lnR>
                    <a:lnT>
                      <a:noFill/>
                    </a:lnT>
                    <a:lnB>
                      <a:noFill/>
                    </a:lnB>
                    <a:noFill/>
                  </a:tcPr>
                </a:tc>
                <a:extLst>
                  <a:ext uri="{0D108BD9-81ED-4DB2-BD59-A6C34878D82A}">
                    <a16:rowId xmlns:a16="http://schemas.microsoft.com/office/drawing/2014/main" val="1634602993"/>
                  </a:ext>
                </a:extLst>
              </a:tr>
            </a:tbl>
          </a:graphicData>
        </a:graphic>
      </p:graphicFrame>
      <p:graphicFrame>
        <p:nvGraphicFramePr>
          <p:cNvPr id="151" name="Table 150">
            <a:extLst>
              <a:ext uri="{FF2B5EF4-FFF2-40B4-BE49-F238E27FC236}">
                <a16:creationId xmlns:a16="http://schemas.microsoft.com/office/drawing/2014/main" id="{F93C581B-186B-0F34-4EAB-BE036F586931}"/>
              </a:ext>
            </a:extLst>
          </p:cNvPr>
          <p:cNvGraphicFramePr>
            <a:graphicFrameLocks noGrp="1"/>
          </p:cNvGraphicFramePr>
          <p:nvPr>
            <p:extLst>
              <p:ext uri="{D42A27DB-BD31-4B8C-83A1-F6EECF244321}">
                <p14:modId xmlns:p14="http://schemas.microsoft.com/office/powerpoint/2010/main" val="820207873"/>
              </p:ext>
            </p:extLst>
          </p:nvPr>
        </p:nvGraphicFramePr>
        <p:xfrm>
          <a:off x="6571488" y="866994"/>
          <a:ext cx="4069080" cy="304800"/>
        </p:xfrm>
        <a:graphic>
          <a:graphicData uri="http://schemas.openxmlformats.org/drawingml/2006/table">
            <a:tbl>
              <a:tblPr/>
              <a:tblGrid>
                <a:gridCol w="4069080">
                  <a:extLst>
                    <a:ext uri="{9D8B030D-6E8A-4147-A177-3AD203B41FA5}">
                      <a16:colId xmlns:a16="http://schemas.microsoft.com/office/drawing/2014/main" val="2745567204"/>
                    </a:ext>
                  </a:extLst>
                </a:gridCol>
              </a:tblGrid>
              <a:tr h="0">
                <a:tc>
                  <a:txBody>
                    <a:bodyPr/>
                    <a:lstStyle/>
                    <a:p>
                      <a:pPr algn="ctr">
                        <a:buNone/>
                      </a:pPr>
                      <a:r>
                        <a:rPr lang="en-US" sz="1400" b="1"/>
                        <a:t>Management (Execution &amp; Delivery)</a:t>
                      </a:r>
                      <a:endParaRPr lang="en-US" sz="1400"/>
                    </a:p>
                  </a:txBody>
                  <a:tcPr anchor="ctr">
                    <a:lnL>
                      <a:noFill/>
                    </a:lnL>
                    <a:lnR>
                      <a:noFill/>
                    </a:lnR>
                    <a:lnT>
                      <a:noFill/>
                    </a:lnT>
                    <a:lnB>
                      <a:noFill/>
                    </a:lnB>
                    <a:noFill/>
                  </a:tcPr>
                </a:tc>
                <a:extLst>
                  <a:ext uri="{0D108BD9-81ED-4DB2-BD59-A6C34878D82A}">
                    <a16:rowId xmlns:a16="http://schemas.microsoft.com/office/drawing/2014/main" val="1634602993"/>
                  </a:ext>
                </a:extLst>
              </a:tr>
            </a:tbl>
          </a:graphicData>
        </a:graphic>
      </p:graphicFrame>
      <p:cxnSp>
        <p:nvCxnSpPr>
          <p:cNvPr id="148" name="Straight Connector 147">
            <a:extLst>
              <a:ext uri="{FF2B5EF4-FFF2-40B4-BE49-F238E27FC236}">
                <a16:creationId xmlns:a16="http://schemas.microsoft.com/office/drawing/2014/main" id="{F58BCEF4-3FF1-23C2-769D-91304589C49E}"/>
              </a:ext>
            </a:extLst>
          </p:cNvPr>
          <p:cNvCxnSpPr/>
          <p:nvPr/>
        </p:nvCxnSpPr>
        <p:spPr>
          <a:xfrm>
            <a:off x="5989320" y="850392"/>
            <a:ext cx="0" cy="5943600"/>
          </a:xfrm>
          <a:prstGeom prst="line">
            <a:avLst/>
          </a:prstGeom>
          <a:ln w="19050"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ustDataLst>
      <p:custData r:id="rId1"/>
    </p:custDataLst>
    <p:extLst>
      <p:ext uri="{BB962C8B-B14F-4D97-AF65-F5344CB8AC3E}">
        <p14:creationId xmlns:p14="http://schemas.microsoft.com/office/powerpoint/2010/main" val="27189490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9958E-BB28-21D4-FB54-35A02CE2AB7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29BA26C-BA6C-99E7-FF9C-B9308C93CB7D}"/>
              </a:ext>
            </a:extLst>
          </p:cNvPr>
          <p:cNvSpPr/>
          <p:nvPr/>
        </p:nvSpPr>
        <p:spPr>
          <a:xfrm>
            <a:off x="-103633" y="9144"/>
            <a:ext cx="6199633" cy="685800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CD88CCD-4D01-6686-DD05-D5A9A4B7CF34}"/>
              </a:ext>
            </a:extLst>
          </p:cNvPr>
          <p:cNvSpPr/>
          <p:nvPr/>
        </p:nvSpPr>
        <p:spPr>
          <a:xfrm>
            <a:off x="4304144" y="2953512"/>
            <a:ext cx="7887856" cy="1280160"/>
          </a:xfrm>
          <a:prstGeom prst="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2800" i="1">
                <a:ln w="0"/>
                <a:solidFill>
                  <a:schemeClr val="bg1"/>
                </a:solidFill>
                <a:effectLst>
                  <a:outerShdw blurRad="38100" dist="19050" dir="2700000" algn="tl" rotWithShape="0">
                    <a:schemeClr val="dk1">
                      <a:alpha val="40000"/>
                    </a:schemeClr>
                  </a:outerShdw>
                </a:effectLst>
                <a:latin typeface="+mj-lt"/>
              </a:rPr>
              <a:t>         </a:t>
            </a:r>
          </a:p>
          <a:p>
            <a:pPr algn="ctr"/>
            <a:r>
              <a:rPr lang="en-US" sz="2800" i="1">
                <a:ln w="0"/>
                <a:solidFill>
                  <a:schemeClr val="bg1"/>
                </a:solidFill>
                <a:effectLst>
                  <a:outerShdw blurRad="38100" dist="19050" dir="2700000" algn="tl" rotWithShape="0">
                    <a:schemeClr val="dk1">
                      <a:alpha val="40000"/>
                    </a:schemeClr>
                  </a:outerShdw>
                </a:effectLst>
                <a:latin typeface="+mj-lt"/>
              </a:rPr>
              <a:t>Global Regulatory Framework on Stakeholder Engagement</a:t>
            </a:r>
          </a:p>
          <a:p>
            <a:pPr algn="ctr"/>
            <a:endParaRPr lang="en-US" sz="2800" i="1">
              <a:ln w="0"/>
              <a:solidFill>
                <a:schemeClr val="bg1"/>
              </a:solidFill>
              <a:effectLst>
                <a:outerShdw blurRad="38100" dist="19050" dir="2700000" algn="tl" rotWithShape="0">
                  <a:schemeClr val="dk1">
                    <a:alpha val="40000"/>
                  </a:schemeClr>
                </a:outerShdw>
              </a:effectLst>
              <a:latin typeface="+mj-lt"/>
            </a:endParaRPr>
          </a:p>
        </p:txBody>
      </p:sp>
      <p:sp>
        <p:nvSpPr>
          <p:cNvPr id="4" name="Rectangle 3">
            <a:extLst>
              <a:ext uri="{FF2B5EF4-FFF2-40B4-BE49-F238E27FC236}">
                <a16:creationId xmlns:a16="http://schemas.microsoft.com/office/drawing/2014/main" id="{70375051-027F-2F04-AE9E-817E06D6924F}"/>
              </a:ext>
            </a:extLst>
          </p:cNvPr>
          <p:cNvSpPr/>
          <p:nvPr/>
        </p:nvSpPr>
        <p:spPr>
          <a:xfrm>
            <a:off x="11811000" y="-9144"/>
            <a:ext cx="381000" cy="379095"/>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960"/>
          </a:p>
        </p:txBody>
      </p:sp>
      <p:pic>
        <p:nvPicPr>
          <p:cNvPr id="12" name="Picture 11">
            <a:extLst>
              <a:ext uri="{FF2B5EF4-FFF2-40B4-BE49-F238E27FC236}">
                <a16:creationId xmlns:a16="http://schemas.microsoft.com/office/drawing/2014/main" id="{D283E082-9A7F-287A-0597-E1AFDD795929}"/>
              </a:ext>
            </a:extLst>
          </p:cNvPr>
          <p:cNvPicPr>
            <a:picLocks noChangeAspect="1"/>
          </p:cNvPicPr>
          <p:nvPr/>
        </p:nvPicPr>
        <p:blipFill>
          <a:blip r:embed="rId4"/>
          <a:stretch>
            <a:fillRect/>
          </a:stretch>
        </p:blipFill>
        <p:spPr>
          <a:xfrm>
            <a:off x="-74666" y="5324856"/>
            <a:ext cx="1693154" cy="1524000"/>
          </a:xfrm>
          <a:prstGeom prst="rect">
            <a:avLst/>
          </a:prstGeom>
        </p:spPr>
      </p:pic>
    </p:spTree>
    <p:custDataLst>
      <p:custData r:id="rId1"/>
    </p:custDataLst>
    <p:extLst>
      <p:ext uri="{BB962C8B-B14F-4D97-AF65-F5344CB8AC3E}">
        <p14:creationId xmlns:p14="http://schemas.microsoft.com/office/powerpoint/2010/main" val="40801454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03845-6F4C-6507-BF49-404768A22EE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D8CDFD7-78D0-5D58-4EB7-61B5217BA4E4}"/>
              </a:ext>
            </a:extLst>
          </p:cNvPr>
          <p:cNvSpPr>
            <a:spLocks noGrp="1"/>
          </p:cNvSpPr>
          <p:nvPr>
            <p:ph type="sldNum" sz="quarter" idx="4"/>
          </p:nvPr>
        </p:nvSpPr>
        <p:spPr>
          <a:xfrm>
            <a:off x="11677554" y="6583680"/>
            <a:ext cx="298209" cy="161583"/>
          </a:xfrm>
        </p:spPr>
        <p:txBody>
          <a:bodyPr/>
          <a:lstStyle/>
          <a:p>
            <a:fld id="{3E6AC032-1535-134B-A583-D5E1DDD0D167}" type="slidenum">
              <a:rPr lang="en-US" smtClean="0"/>
              <a:pPr/>
              <a:t>38</a:t>
            </a:fld>
            <a:endParaRPr lang="en-US"/>
          </a:p>
        </p:txBody>
      </p:sp>
      <p:sp>
        <p:nvSpPr>
          <p:cNvPr id="13" name="Rectangle 12">
            <a:extLst>
              <a:ext uri="{FF2B5EF4-FFF2-40B4-BE49-F238E27FC236}">
                <a16:creationId xmlns:a16="http://schemas.microsoft.com/office/drawing/2014/main" id="{4082597B-38CB-2E83-FF43-77A43E0A9349}"/>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en-US" sz="2200" b="1" i="0" u="none" strike="noStrike" kern="1200" cap="none" spc="-10" normalizeH="0" baseline="0" noProof="0" err="1">
                <a:ln>
                  <a:noFill/>
                </a:ln>
                <a:solidFill>
                  <a:prstClr val="white"/>
                </a:solidFill>
                <a:effectLst/>
                <a:uLnTx/>
                <a:uFillTx/>
                <a:latin typeface="+mj-lt"/>
                <a:ea typeface="+mn-ea"/>
                <a:cs typeface="+mn-cs"/>
              </a:rPr>
              <a:t>Stakehold</a:t>
            </a:r>
            <a:r>
              <a:rPr lang="en-US" sz="2200" b="1" spc="-10">
                <a:solidFill>
                  <a:prstClr val="white"/>
                </a:solidFill>
                <a:latin typeface="+mj-lt"/>
              </a:rPr>
              <a:t>ers Relationship Committee | Enabling Effective Stakeholder Engagement </a:t>
            </a:r>
            <a:endParaRPr kumimoji="0" lang="en-US" sz="2200" b="1" i="0" u="none" strike="noStrike" kern="1200" cap="none" spc="0" normalizeH="0" baseline="0" noProof="0">
              <a:ln>
                <a:noFill/>
              </a:ln>
              <a:solidFill>
                <a:prstClr val="white"/>
              </a:solidFill>
              <a:effectLst/>
              <a:uLnTx/>
              <a:uFillTx/>
              <a:latin typeface="+mj-lt"/>
              <a:ea typeface="+mn-ea"/>
              <a:cs typeface="+mn-cs"/>
            </a:endParaRPr>
          </a:p>
        </p:txBody>
      </p:sp>
      <p:sp>
        <p:nvSpPr>
          <p:cNvPr id="23" name="Google Shape;1388;p42">
            <a:extLst>
              <a:ext uri="{FF2B5EF4-FFF2-40B4-BE49-F238E27FC236}">
                <a16:creationId xmlns:a16="http://schemas.microsoft.com/office/drawing/2014/main" id="{397DD914-2EAD-0208-1DB5-CE4B1AFA715A}"/>
              </a:ext>
            </a:extLst>
          </p:cNvPr>
          <p:cNvSpPr/>
          <p:nvPr/>
        </p:nvSpPr>
        <p:spPr>
          <a:xfrm>
            <a:off x="5597233" y="2428059"/>
            <a:ext cx="5885200" cy="1220916"/>
          </a:xfrm>
          <a:prstGeom prst="rect">
            <a:avLst/>
          </a:prstGeom>
          <a:ln>
            <a:headEnd type="none" w="sm" len="sm"/>
            <a:tailEnd type="none" w="sm" len="sm"/>
          </a:ln>
        </p:spPr>
        <p:style>
          <a:lnRef idx="3">
            <a:schemeClr val="lt1"/>
          </a:lnRef>
          <a:fillRef idx="1">
            <a:schemeClr val="accent2"/>
          </a:fillRef>
          <a:effectRef idx="1">
            <a:schemeClr val="accent2"/>
          </a:effectRef>
          <a:fontRef idx="minor">
            <a:schemeClr val="lt1"/>
          </a:fontRef>
        </p:style>
        <p:txBody>
          <a:bodyPr spcFirstLastPara="1" wrap="square" lIns="91433" tIns="45700" rIns="91433" bIns="45700" anchor="ctr" anchorCtr="0">
            <a:noAutofit/>
          </a:bodyPr>
          <a:lstStyle/>
          <a:p>
            <a:pPr lvl="0" algn="ctr" defTabSz="622300">
              <a:lnSpc>
                <a:spcPct val="125000"/>
              </a:lnSpc>
              <a:spcBef>
                <a:spcPct val="0"/>
              </a:spcBef>
              <a:spcAft>
                <a:spcPct val="35000"/>
              </a:spcAft>
            </a:pPr>
            <a:r>
              <a:rPr lang="en-US" sz="1200"/>
              <a:t>India is one jurisdiction where the SRC is </a:t>
            </a:r>
            <a:r>
              <a:rPr lang="en-US" sz="1200" b="1">
                <a:solidFill>
                  <a:schemeClr val="tx1"/>
                </a:solidFill>
              </a:rPr>
              <a:t>legally mandated </a:t>
            </a:r>
            <a:r>
              <a:rPr lang="en-US" sz="1200"/>
              <a:t>with a primary focus to consider and resolve grievances of security holders and oversee transfers, dividends, dematerialization, and investor complaints.</a:t>
            </a:r>
          </a:p>
        </p:txBody>
      </p:sp>
      <p:sp>
        <p:nvSpPr>
          <p:cNvPr id="138" name="Rectangle 137">
            <a:extLst>
              <a:ext uri="{FF2B5EF4-FFF2-40B4-BE49-F238E27FC236}">
                <a16:creationId xmlns:a16="http://schemas.microsoft.com/office/drawing/2014/main" id="{64AA3D2D-642A-9B75-3CC5-9711EF8AA5C3}"/>
              </a:ext>
            </a:extLst>
          </p:cNvPr>
          <p:cNvSpPr/>
          <p:nvPr/>
        </p:nvSpPr>
        <p:spPr>
          <a:xfrm>
            <a:off x="424872" y="969300"/>
            <a:ext cx="11166764" cy="1058312"/>
          </a:xfrm>
          <a:prstGeom prst="rect">
            <a:avLst/>
          </a:prstGeom>
          <a:solidFill>
            <a:schemeClr val="bg1"/>
          </a:solidFill>
        </p:spPr>
        <p:style>
          <a:lnRef idx="3">
            <a:schemeClr val="lt1"/>
          </a:lnRef>
          <a:fillRef idx="1">
            <a:schemeClr val="accent2"/>
          </a:fillRef>
          <a:effectRef idx="1">
            <a:schemeClr val="accent2"/>
          </a:effectRef>
          <a:fontRef idx="minor">
            <a:schemeClr val="lt1"/>
          </a:fontRef>
        </p:style>
        <p:txBody>
          <a:bodyPr wrap="square" tIns="91440" bIns="91440" anchor="ctr">
            <a:noAutofit/>
          </a:bodyPr>
          <a:lstStyle/>
          <a:p>
            <a:pPr algn="ctr">
              <a:lnSpc>
                <a:spcPct val="125000"/>
              </a:lnSpc>
            </a:pPr>
            <a:endParaRPr lang="en-US" sz="1400" b="1">
              <a:solidFill>
                <a:schemeClr val="tx1"/>
              </a:solidFill>
            </a:endParaRPr>
          </a:p>
          <a:p>
            <a:pPr algn="ctr">
              <a:lnSpc>
                <a:spcPct val="125000"/>
              </a:lnSpc>
            </a:pPr>
            <a:endParaRPr lang="en-US" sz="1400" b="1">
              <a:solidFill>
                <a:schemeClr val="tx1"/>
              </a:solidFill>
            </a:endParaRPr>
          </a:p>
          <a:p>
            <a:pPr algn="just">
              <a:lnSpc>
                <a:spcPct val="125000"/>
              </a:lnSpc>
            </a:pPr>
            <a:r>
              <a:rPr lang="en-US" sz="1400" b="1">
                <a:solidFill>
                  <a:schemeClr val="accent2">
                    <a:lumMod val="75000"/>
                  </a:schemeClr>
                </a:solidFill>
              </a:rPr>
              <a:t>What is a Stakeholders’ Relationship Committee (SRC)? </a:t>
            </a:r>
          </a:p>
          <a:p>
            <a:pPr algn="ctr">
              <a:lnSpc>
                <a:spcPct val="125000"/>
              </a:lnSpc>
            </a:pPr>
            <a:endParaRPr lang="en-US" sz="1400">
              <a:solidFill>
                <a:schemeClr val="tx1"/>
              </a:solidFill>
            </a:endParaRPr>
          </a:p>
          <a:p>
            <a:pPr algn="just">
              <a:lnSpc>
                <a:spcPct val="125000"/>
              </a:lnSpc>
            </a:pPr>
            <a:r>
              <a:rPr lang="en-US" sz="1400">
                <a:solidFill>
                  <a:schemeClr val="tx1"/>
                </a:solidFill>
              </a:rPr>
              <a:t>The SRC is a delegated body of a company's Board of Directors is established to </a:t>
            </a:r>
            <a:r>
              <a:rPr lang="en-US" sz="1400" b="1">
                <a:solidFill>
                  <a:schemeClr val="tx1"/>
                </a:solidFill>
              </a:rPr>
              <a:t>oversee</a:t>
            </a:r>
            <a:r>
              <a:rPr lang="en-US" sz="1400">
                <a:solidFill>
                  <a:schemeClr val="tx1"/>
                </a:solidFill>
              </a:rPr>
              <a:t> and </a:t>
            </a:r>
            <a:r>
              <a:rPr lang="en-US" sz="1400" b="1">
                <a:solidFill>
                  <a:schemeClr val="tx1"/>
                </a:solidFill>
              </a:rPr>
              <a:t>manage</a:t>
            </a:r>
            <a:r>
              <a:rPr lang="en-US" sz="1400">
                <a:solidFill>
                  <a:schemeClr val="tx1"/>
                </a:solidFill>
              </a:rPr>
              <a:t> the various aspects of interest and grievances of its stakeholders. </a:t>
            </a:r>
          </a:p>
          <a:p>
            <a:pPr algn="ctr">
              <a:lnSpc>
                <a:spcPct val="125000"/>
              </a:lnSpc>
            </a:pPr>
            <a:endParaRPr kumimoji="0" lang="en-US" sz="1400" b="0" i="0" u="none" strike="noStrike" kern="0" cap="none" spc="0" normalizeH="0" baseline="0" noProof="0">
              <a:ln>
                <a:noFill/>
              </a:ln>
              <a:solidFill>
                <a:schemeClr val="tx1"/>
              </a:solidFill>
              <a:effectLst/>
              <a:uLnTx/>
              <a:uFillTx/>
              <a:latin typeface="Arial"/>
              <a:ea typeface="Arial"/>
              <a:cs typeface="Arial"/>
              <a:sym typeface="Arial"/>
            </a:endParaRPr>
          </a:p>
          <a:p>
            <a:pPr algn="ctr">
              <a:lnSpc>
                <a:spcPct val="125000"/>
              </a:lnSpc>
            </a:pPr>
            <a:endParaRPr kumimoji="0" lang="en-US" sz="1400" b="0" i="0" u="none" strike="noStrike" kern="0" cap="none" spc="0" normalizeH="0" baseline="0" noProof="0">
              <a:ln>
                <a:noFill/>
              </a:ln>
              <a:solidFill>
                <a:schemeClr val="tx1"/>
              </a:solidFill>
              <a:effectLst/>
              <a:uLnTx/>
              <a:uFillTx/>
              <a:latin typeface="Arial"/>
              <a:ea typeface="Arial"/>
              <a:cs typeface="Arial"/>
              <a:sym typeface="Arial"/>
            </a:endParaRPr>
          </a:p>
        </p:txBody>
      </p:sp>
      <p:sp>
        <p:nvSpPr>
          <p:cNvPr id="139" name="Content Placeholder 10">
            <a:extLst>
              <a:ext uri="{FF2B5EF4-FFF2-40B4-BE49-F238E27FC236}">
                <a16:creationId xmlns:a16="http://schemas.microsoft.com/office/drawing/2014/main" id="{6B6662B8-FB4A-8004-42AF-6F34A078178C}"/>
              </a:ext>
            </a:extLst>
          </p:cNvPr>
          <p:cNvSpPr txBox="1">
            <a:spLocks/>
          </p:cNvSpPr>
          <p:nvPr/>
        </p:nvSpPr>
        <p:spPr>
          <a:xfrm>
            <a:off x="5597233" y="5603598"/>
            <a:ext cx="5885201" cy="667896"/>
          </a:xfrm>
          <a:prstGeom prst="rect">
            <a:avLst/>
          </a:prstGeom>
          <a:solidFill>
            <a:srgbClr val="FFAA72"/>
          </a:solidFill>
          <a:ln/>
        </p:spPr>
        <p:style>
          <a:lnRef idx="3">
            <a:schemeClr val="lt1"/>
          </a:lnRef>
          <a:fillRef idx="1">
            <a:schemeClr val="accent2"/>
          </a:fillRef>
          <a:effectRef idx="1">
            <a:schemeClr val="accent2"/>
          </a:effectRef>
          <a:fontRef idx="minor">
            <a:schemeClr val="lt1"/>
          </a:fontRef>
        </p:style>
        <p:txBody>
          <a:bodyPr lIns="91440" tIns="91440" rIns="91440" bIns="91440" anchor="ct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200" i="0" u="none" strike="noStrike" kern="0" cap="none" spc="0" normalizeH="0" baseline="0" noProof="0">
                <a:ln>
                  <a:noFill/>
                </a:ln>
                <a:solidFill>
                  <a:srgbClr val="FFFFFF"/>
                </a:solidFill>
                <a:effectLst/>
                <a:uLnTx/>
                <a:uFillTx/>
                <a:latin typeface="+mn-lt"/>
                <a:ea typeface="Arial"/>
                <a:cs typeface="Arial"/>
                <a:sym typeface="Arial"/>
              </a:rPr>
              <a:t>Global industry practices are evolving from a compliance mechanism into a strategic tool for long-term stakeholder value and trust.</a:t>
            </a:r>
          </a:p>
        </p:txBody>
      </p:sp>
      <p:pic>
        <p:nvPicPr>
          <p:cNvPr id="2052" name="Picture 4" descr="Stakeholders relationship committee : governance and management - iPleaders">
            <a:extLst>
              <a:ext uri="{FF2B5EF4-FFF2-40B4-BE49-F238E27FC236}">
                <a16:creationId xmlns:a16="http://schemas.microsoft.com/office/drawing/2014/main" id="{F9FFF66B-CB69-C4A5-0B94-8283EB04FD1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256"/>
          <a:stretch>
            <a:fillRect/>
          </a:stretch>
        </p:blipFill>
        <p:spPr bwMode="auto">
          <a:xfrm>
            <a:off x="613913" y="2428058"/>
            <a:ext cx="4380278" cy="3843436"/>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4" name="Google Shape;1388;p42">
            <a:extLst>
              <a:ext uri="{FF2B5EF4-FFF2-40B4-BE49-F238E27FC236}">
                <a16:creationId xmlns:a16="http://schemas.microsoft.com/office/drawing/2014/main" id="{9B4ECD15-FCCF-010F-23AA-384B8EB49AFC}"/>
              </a:ext>
            </a:extLst>
          </p:cNvPr>
          <p:cNvSpPr/>
          <p:nvPr/>
        </p:nvSpPr>
        <p:spPr>
          <a:xfrm>
            <a:off x="5597233" y="4017071"/>
            <a:ext cx="5885200" cy="1220916"/>
          </a:xfrm>
          <a:prstGeom prst="rect">
            <a:avLst/>
          </a:prstGeom>
          <a:ln>
            <a:headEnd type="none" w="sm" len="sm"/>
            <a:tailEnd type="none" w="sm" len="sm"/>
          </a:ln>
        </p:spPr>
        <p:style>
          <a:lnRef idx="3">
            <a:schemeClr val="lt1"/>
          </a:lnRef>
          <a:fillRef idx="1">
            <a:schemeClr val="accent2"/>
          </a:fillRef>
          <a:effectRef idx="1">
            <a:schemeClr val="accent2"/>
          </a:effectRef>
          <a:fontRef idx="minor">
            <a:schemeClr val="lt1"/>
          </a:fontRef>
        </p:style>
        <p:txBody>
          <a:bodyPr spcFirstLastPara="1" wrap="square" lIns="91433" tIns="45700" rIns="91433" bIns="45700" anchor="ctr" anchorCtr="0">
            <a:noAutofit/>
          </a:bodyPr>
          <a:lstStyle/>
          <a:p>
            <a:pPr lvl="0" algn="ctr" defTabSz="622300">
              <a:lnSpc>
                <a:spcPct val="125000"/>
              </a:lnSpc>
              <a:spcBef>
                <a:spcPct val="0"/>
              </a:spcBef>
              <a:spcAft>
                <a:spcPct val="35000"/>
              </a:spcAft>
            </a:pPr>
            <a:r>
              <a:rPr lang="en-US" sz="1200"/>
              <a:t>The Board of Directors of a company which </a:t>
            </a:r>
            <a:r>
              <a:rPr lang="en-US" sz="1200" b="1">
                <a:solidFill>
                  <a:schemeClr val="tx1"/>
                </a:solidFill>
              </a:rPr>
              <a:t>consists of more than 1000 security holders</a:t>
            </a:r>
            <a:r>
              <a:rPr lang="en-US" sz="1200"/>
              <a:t> at any time during a financial year shall constitute a Stakeholders Relationship Committee consisting of a Chairperson who shall be a non-executive director and such other members as may be decided by the Board.</a:t>
            </a:r>
          </a:p>
        </p:txBody>
      </p:sp>
    </p:spTree>
    <p:custDataLst>
      <p:custData r:id="rId1"/>
    </p:custDataLst>
    <p:extLst>
      <p:ext uri="{BB962C8B-B14F-4D97-AF65-F5344CB8AC3E}">
        <p14:creationId xmlns:p14="http://schemas.microsoft.com/office/powerpoint/2010/main" val="2998038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083D5-1217-EC2B-450C-E843F875392F}"/>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F6A59B97-3BCE-639C-304B-3877FF58B1E7}"/>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en-US" sz="2400" b="1" i="0" u="none" strike="noStrike" kern="1200" cap="none" spc="0" normalizeH="0" baseline="0" noProof="0">
                <a:ln>
                  <a:noFill/>
                </a:ln>
                <a:solidFill>
                  <a:prstClr val="white"/>
                </a:solidFill>
                <a:effectLst/>
                <a:uLnTx/>
                <a:uFillTx/>
                <a:latin typeface="+mj-lt"/>
                <a:ea typeface="+mn-ea"/>
                <a:cs typeface="+mn-cs"/>
              </a:rPr>
              <a:t>AA1000 SES | AccountAbility 1000 Stakeholder Engagement Standard</a:t>
            </a:r>
          </a:p>
        </p:txBody>
      </p:sp>
      <p:cxnSp>
        <p:nvCxnSpPr>
          <p:cNvPr id="108" name="Google Shape;3304;p574">
            <a:extLst>
              <a:ext uri="{FF2B5EF4-FFF2-40B4-BE49-F238E27FC236}">
                <a16:creationId xmlns:a16="http://schemas.microsoft.com/office/drawing/2014/main" id="{3CE23348-9B08-4C03-EEB5-76EC36D0EFE7}"/>
              </a:ext>
            </a:extLst>
          </p:cNvPr>
          <p:cNvCxnSpPr>
            <a:cxnSpLocks/>
          </p:cNvCxnSpPr>
          <p:nvPr/>
        </p:nvCxnSpPr>
        <p:spPr>
          <a:xfrm flipV="1">
            <a:off x="607126" y="917552"/>
            <a:ext cx="10866207" cy="2"/>
          </a:xfrm>
          <a:prstGeom prst="straightConnector1">
            <a:avLst/>
          </a:prstGeom>
          <a:noFill/>
          <a:ln w="12700" cap="flat" cmpd="sng">
            <a:solidFill>
              <a:schemeClr val="accent1"/>
            </a:solidFill>
            <a:prstDash val="dot"/>
            <a:round/>
            <a:headEnd type="none" w="med" len="med"/>
            <a:tailEnd type="oval" w="med" len="med"/>
          </a:ln>
        </p:spPr>
      </p:cxnSp>
      <p:cxnSp>
        <p:nvCxnSpPr>
          <p:cNvPr id="109" name="Google Shape;3305;p574">
            <a:extLst>
              <a:ext uri="{FF2B5EF4-FFF2-40B4-BE49-F238E27FC236}">
                <a16:creationId xmlns:a16="http://schemas.microsoft.com/office/drawing/2014/main" id="{C8B6B8CE-6ADA-34B9-542F-D265CAB13CB8}"/>
              </a:ext>
            </a:extLst>
          </p:cNvPr>
          <p:cNvCxnSpPr>
            <a:cxnSpLocks/>
          </p:cNvCxnSpPr>
          <p:nvPr/>
        </p:nvCxnSpPr>
        <p:spPr>
          <a:xfrm>
            <a:off x="606937" y="1832627"/>
            <a:ext cx="10875669" cy="0"/>
          </a:xfrm>
          <a:prstGeom prst="straightConnector1">
            <a:avLst/>
          </a:prstGeom>
          <a:noFill/>
          <a:ln w="12700" cap="flat" cmpd="sng">
            <a:solidFill>
              <a:schemeClr val="accent1"/>
            </a:solidFill>
            <a:prstDash val="dot"/>
            <a:round/>
            <a:headEnd type="none" w="med" len="med"/>
            <a:tailEnd type="oval" w="med" len="med"/>
          </a:ln>
        </p:spPr>
      </p:cxnSp>
      <p:sp>
        <p:nvSpPr>
          <p:cNvPr id="110" name="TextBox 109">
            <a:extLst>
              <a:ext uri="{FF2B5EF4-FFF2-40B4-BE49-F238E27FC236}">
                <a16:creationId xmlns:a16="http://schemas.microsoft.com/office/drawing/2014/main" id="{43C3B208-93FE-F86C-7B7C-FA4D9FAC4A68}"/>
              </a:ext>
            </a:extLst>
          </p:cNvPr>
          <p:cNvSpPr txBox="1"/>
          <p:nvPr/>
        </p:nvSpPr>
        <p:spPr>
          <a:xfrm>
            <a:off x="457200" y="1065584"/>
            <a:ext cx="11180479" cy="64633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33333"/>
                </a:solidFill>
                <a:effectLst/>
                <a:uLnTx/>
                <a:uFillTx/>
                <a:latin typeface="Arial"/>
                <a:ea typeface="+mn-ea"/>
                <a:cs typeface="Dubai Regular" panose="020B0503030403030204" pitchFamily="34" charset="-78"/>
              </a:rPr>
              <a:t>The </a:t>
            </a:r>
            <a:r>
              <a:rPr kumimoji="0" lang="en-US" sz="1200" b="1" i="0" u="none" strike="noStrike" kern="1200" cap="none" spc="0" normalizeH="0" baseline="0" noProof="0">
                <a:ln>
                  <a:noFill/>
                </a:ln>
                <a:solidFill>
                  <a:srgbClr val="333333"/>
                </a:solidFill>
                <a:effectLst/>
                <a:uLnTx/>
                <a:uFillTx/>
                <a:latin typeface="Arial"/>
                <a:ea typeface="+mn-ea"/>
                <a:cs typeface="Dubai Regular" panose="020B0503030403030204" pitchFamily="34" charset="-78"/>
              </a:rPr>
              <a:t>AA1000 Stakeholder Engagement Standard (AA1000SES) </a:t>
            </a:r>
            <a:r>
              <a:rPr kumimoji="0" lang="en-US" sz="1200" b="0" i="0" u="none" strike="noStrike" kern="1200" cap="none" spc="0" normalizeH="0" baseline="0" noProof="0">
                <a:ln>
                  <a:noFill/>
                </a:ln>
                <a:solidFill>
                  <a:srgbClr val="333333"/>
                </a:solidFill>
                <a:effectLst/>
                <a:uLnTx/>
                <a:uFillTx/>
                <a:latin typeface="Arial"/>
                <a:ea typeface="+mn-ea"/>
                <a:cs typeface="Dubai Regular" panose="020B0503030403030204" pitchFamily="34" charset="-78"/>
              </a:rPr>
              <a:t>is recognized as the </a:t>
            </a:r>
            <a:r>
              <a:rPr kumimoji="0" lang="en-US" sz="1200" b="1" i="0" u="none" strike="noStrike" kern="1200" cap="none" spc="0" normalizeH="0" baseline="0" noProof="0">
                <a:ln>
                  <a:noFill/>
                </a:ln>
                <a:solidFill>
                  <a:srgbClr val="333333"/>
                </a:solidFill>
                <a:effectLst/>
                <a:uLnTx/>
                <a:uFillTx/>
                <a:latin typeface="Arial"/>
                <a:ea typeface="+mn-ea"/>
                <a:cs typeface="Dubai Regular" panose="020B0503030403030204" pitchFamily="34" charset="-78"/>
              </a:rPr>
              <a:t>leading global benchmark </a:t>
            </a:r>
            <a:r>
              <a:rPr kumimoji="0" lang="en-US" sz="1200" b="0" i="0" u="none" strike="noStrike" kern="1200" cap="none" spc="0" normalizeH="0" baseline="0" noProof="0">
                <a:ln>
                  <a:noFill/>
                </a:ln>
                <a:solidFill>
                  <a:srgbClr val="333333"/>
                </a:solidFill>
                <a:effectLst/>
                <a:uLnTx/>
                <a:uFillTx/>
                <a:latin typeface="Arial"/>
                <a:ea typeface="+mn-ea"/>
                <a:cs typeface="Dubai Regular" panose="020B0503030403030204" pitchFamily="34" charset="-78"/>
              </a:rPr>
              <a:t>for effective stakeholder engagement. It provides organizations with a framework that enables stakeholders to play a meaningful role in creating value. By following this standard, organizations embed stakeholder engagement into their governance structures, strategic planning, and daily operations, resulting in more significant and positive impacts.</a:t>
            </a: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grpSp>
        <p:nvGrpSpPr>
          <p:cNvPr id="112" name="Group 111">
            <a:extLst>
              <a:ext uri="{FF2B5EF4-FFF2-40B4-BE49-F238E27FC236}">
                <a16:creationId xmlns:a16="http://schemas.microsoft.com/office/drawing/2014/main" id="{B159E445-26B6-4256-8C5D-1FECD242A007}"/>
              </a:ext>
            </a:extLst>
          </p:cNvPr>
          <p:cNvGrpSpPr/>
          <p:nvPr/>
        </p:nvGrpSpPr>
        <p:grpSpPr>
          <a:xfrm>
            <a:off x="3917261" y="2264901"/>
            <a:ext cx="2248711" cy="1996805"/>
            <a:chOff x="455403" y="2042324"/>
            <a:chExt cx="1682079" cy="1675005"/>
          </a:xfrm>
        </p:grpSpPr>
        <p:sp>
          <p:nvSpPr>
            <p:cNvPr id="3079" name="Freeform 5">
              <a:extLst>
                <a:ext uri="{FF2B5EF4-FFF2-40B4-BE49-F238E27FC236}">
                  <a16:creationId xmlns:a16="http://schemas.microsoft.com/office/drawing/2014/main" id="{441E46C2-199F-4B74-86AF-673A48BA62B3}"/>
                </a:ext>
              </a:extLst>
            </p:cNvPr>
            <p:cNvSpPr>
              <a:spLocks/>
            </p:cNvSpPr>
            <p:nvPr/>
          </p:nvSpPr>
          <p:spPr bwMode="auto">
            <a:xfrm>
              <a:off x="455403" y="2042324"/>
              <a:ext cx="1682079" cy="1675005"/>
            </a:xfrm>
            <a:custGeom>
              <a:avLst/>
              <a:gdLst>
                <a:gd name="T0" fmla="*/ 4861 w 4907"/>
                <a:gd name="T1" fmla="*/ 5375 h 5375"/>
                <a:gd name="T2" fmla="*/ 46 w 4907"/>
                <a:gd name="T3" fmla="*/ 5375 h 5375"/>
                <a:gd name="T4" fmla="*/ 46 w 4907"/>
                <a:gd name="T5" fmla="*/ 5375 h 5375"/>
                <a:gd name="T6" fmla="*/ 36 w 4907"/>
                <a:gd name="T7" fmla="*/ 5373 h 5375"/>
                <a:gd name="T8" fmla="*/ 28 w 4907"/>
                <a:gd name="T9" fmla="*/ 5371 h 5375"/>
                <a:gd name="T10" fmla="*/ 20 w 4907"/>
                <a:gd name="T11" fmla="*/ 5367 h 5375"/>
                <a:gd name="T12" fmla="*/ 12 w 4907"/>
                <a:gd name="T13" fmla="*/ 5361 h 5375"/>
                <a:gd name="T14" fmla="*/ 8 w 4907"/>
                <a:gd name="T15" fmla="*/ 5353 h 5375"/>
                <a:gd name="T16" fmla="*/ 4 w 4907"/>
                <a:gd name="T17" fmla="*/ 5347 h 5375"/>
                <a:gd name="T18" fmla="*/ 0 w 4907"/>
                <a:gd name="T19" fmla="*/ 5337 h 5375"/>
                <a:gd name="T20" fmla="*/ 0 w 4907"/>
                <a:gd name="T21" fmla="*/ 5329 h 5375"/>
                <a:gd name="T22" fmla="*/ 0 w 4907"/>
                <a:gd name="T23" fmla="*/ 44 h 5375"/>
                <a:gd name="T24" fmla="*/ 0 w 4907"/>
                <a:gd name="T25" fmla="*/ 44 h 5375"/>
                <a:gd name="T26" fmla="*/ 0 w 4907"/>
                <a:gd name="T27" fmla="*/ 36 h 5375"/>
                <a:gd name="T28" fmla="*/ 4 w 4907"/>
                <a:gd name="T29" fmla="*/ 26 h 5375"/>
                <a:gd name="T30" fmla="*/ 8 w 4907"/>
                <a:gd name="T31" fmla="*/ 20 h 5375"/>
                <a:gd name="T32" fmla="*/ 12 w 4907"/>
                <a:gd name="T33" fmla="*/ 12 h 5375"/>
                <a:gd name="T34" fmla="*/ 20 w 4907"/>
                <a:gd name="T35" fmla="*/ 6 h 5375"/>
                <a:gd name="T36" fmla="*/ 28 w 4907"/>
                <a:gd name="T37" fmla="*/ 2 h 5375"/>
                <a:gd name="T38" fmla="*/ 36 w 4907"/>
                <a:gd name="T39" fmla="*/ 0 h 5375"/>
                <a:gd name="T40" fmla="*/ 46 w 4907"/>
                <a:gd name="T41" fmla="*/ 0 h 5375"/>
                <a:gd name="T42" fmla="*/ 4861 w 4907"/>
                <a:gd name="T43" fmla="*/ 0 h 5375"/>
                <a:gd name="T44" fmla="*/ 4861 w 4907"/>
                <a:gd name="T45" fmla="*/ 0 h 5375"/>
                <a:gd name="T46" fmla="*/ 4871 w 4907"/>
                <a:gd name="T47" fmla="*/ 0 h 5375"/>
                <a:gd name="T48" fmla="*/ 4879 w 4907"/>
                <a:gd name="T49" fmla="*/ 2 h 5375"/>
                <a:gd name="T50" fmla="*/ 4887 w 4907"/>
                <a:gd name="T51" fmla="*/ 6 h 5375"/>
                <a:gd name="T52" fmla="*/ 4893 w 4907"/>
                <a:gd name="T53" fmla="*/ 12 h 5375"/>
                <a:gd name="T54" fmla="*/ 4899 w 4907"/>
                <a:gd name="T55" fmla="*/ 20 h 5375"/>
                <a:gd name="T56" fmla="*/ 4903 w 4907"/>
                <a:gd name="T57" fmla="*/ 26 h 5375"/>
                <a:gd name="T58" fmla="*/ 4907 w 4907"/>
                <a:gd name="T59" fmla="*/ 36 h 5375"/>
                <a:gd name="T60" fmla="*/ 4907 w 4907"/>
                <a:gd name="T61" fmla="*/ 44 h 5375"/>
                <a:gd name="T62" fmla="*/ 4907 w 4907"/>
                <a:gd name="T63" fmla="*/ 44 h 5375"/>
                <a:gd name="T64" fmla="*/ 4907 w 4907"/>
                <a:gd name="T65" fmla="*/ 54 h 5375"/>
                <a:gd name="T66" fmla="*/ 4903 w 4907"/>
                <a:gd name="T67" fmla="*/ 62 h 5375"/>
                <a:gd name="T68" fmla="*/ 4899 w 4907"/>
                <a:gd name="T69" fmla="*/ 70 h 5375"/>
                <a:gd name="T70" fmla="*/ 4893 w 4907"/>
                <a:gd name="T71" fmla="*/ 76 h 5375"/>
                <a:gd name="T72" fmla="*/ 4887 w 4907"/>
                <a:gd name="T73" fmla="*/ 82 h 5375"/>
                <a:gd name="T74" fmla="*/ 4879 w 4907"/>
                <a:gd name="T75" fmla="*/ 86 h 5375"/>
                <a:gd name="T76" fmla="*/ 4871 w 4907"/>
                <a:gd name="T77" fmla="*/ 90 h 5375"/>
                <a:gd name="T78" fmla="*/ 4861 w 4907"/>
                <a:gd name="T79" fmla="*/ 90 h 5375"/>
                <a:gd name="T80" fmla="*/ 90 w 4907"/>
                <a:gd name="T81" fmla="*/ 90 h 5375"/>
                <a:gd name="T82" fmla="*/ 90 w 4907"/>
                <a:gd name="T83" fmla="*/ 5284 h 5375"/>
                <a:gd name="T84" fmla="*/ 4861 w 4907"/>
                <a:gd name="T85" fmla="*/ 5284 h 5375"/>
                <a:gd name="T86" fmla="*/ 4861 w 4907"/>
                <a:gd name="T87" fmla="*/ 5284 h 5375"/>
                <a:gd name="T88" fmla="*/ 4871 w 4907"/>
                <a:gd name="T89" fmla="*/ 5284 h 5375"/>
                <a:gd name="T90" fmla="*/ 4879 w 4907"/>
                <a:gd name="T91" fmla="*/ 5288 h 5375"/>
                <a:gd name="T92" fmla="*/ 4887 w 4907"/>
                <a:gd name="T93" fmla="*/ 5292 h 5375"/>
                <a:gd name="T94" fmla="*/ 4893 w 4907"/>
                <a:gd name="T95" fmla="*/ 5298 h 5375"/>
                <a:gd name="T96" fmla="*/ 4899 w 4907"/>
                <a:gd name="T97" fmla="*/ 5304 h 5375"/>
                <a:gd name="T98" fmla="*/ 4903 w 4907"/>
                <a:gd name="T99" fmla="*/ 5312 h 5375"/>
                <a:gd name="T100" fmla="*/ 4907 w 4907"/>
                <a:gd name="T101" fmla="*/ 5319 h 5375"/>
                <a:gd name="T102" fmla="*/ 4907 w 4907"/>
                <a:gd name="T103" fmla="*/ 5329 h 5375"/>
                <a:gd name="T104" fmla="*/ 4907 w 4907"/>
                <a:gd name="T105" fmla="*/ 5329 h 5375"/>
                <a:gd name="T106" fmla="*/ 4907 w 4907"/>
                <a:gd name="T107" fmla="*/ 5337 h 5375"/>
                <a:gd name="T108" fmla="*/ 4903 w 4907"/>
                <a:gd name="T109" fmla="*/ 5347 h 5375"/>
                <a:gd name="T110" fmla="*/ 4899 w 4907"/>
                <a:gd name="T111" fmla="*/ 5353 h 5375"/>
                <a:gd name="T112" fmla="*/ 4893 w 4907"/>
                <a:gd name="T113" fmla="*/ 5361 h 5375"/>
                <a:gd name="T114" fmla="*/ 4887 w 4907"/>
                <a:gd name="T115" fmla="*/ 5367 h 5375"/>
                <a:gd name="T116" fmla="*/ 4879 w 4907"/>
                <a:gd name="T117" fmla="*/ 5371 h 5375"/>
                <a:gd name="T118" fmla="*/ 4871 w 4907"/>
                <a:gd name="T119" fmla="*/ 5373 h 5375"/>
                <a:gd name="T120" fmla="*/ 4861 w 4907"/>
                <a:gd name="T121" fmla="*/ 5375 h 5375"/>
                <a:gd name="T122" fmla="*/ 4861 w 4907"/>
                <a:gd name="T123" fmla="*/ 5375 h 5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07" h="5375">
                  <a:moveTo>
                    <a:pt x="4861" y="5375"/>
                  </a:moveTo>
                  <a:lnTo>
                    <a:pt x="46" y="5375"/>
                  </a:lnTo>
                  <a:lnTo>
                    <a:pt x="46" y="5375"/>
                  </a:lnTo>
                  <a:lnTo>
                    <a:pt x="36" y="5373"/>
                  </a:lnTo>
                  <a:lnTo>
                    <a:pt x="28" y="5371"/>
                  </a:lnTo>
                  <a:lnTo>
                    <a:pt x="20" y="5367"/>
                  </a:lnTo>
                  <a:lnTo>
                    <a:pt x="12" y="5361"/>
                  </a:lnTo>
                  <a:lnTo>
                    <a:pt x="8" y="5353"/>
                  </a:lnTo>
                  <a:lnTo>
                    <a:pt x="4" y="5347"/>
                  </a:lnTo>
                  <a:lnTo>
                    <a:pt x="0" y="5337"/>
                  </a:lnTo>
                  <a:lnTo>
                    <a:pt x="0" y="5329"/>
                  </a:lnTo>
                  <a:lnTo>
                    <a:pt x="0" y="44"/>
                  </a:lnTo>
                  <a:lnTo>
                    <a:pt x="0" y="44"/>
                  </a:lnTo>
                  <a:lnTo>
                    <a:pt x="0" y="36"/>
                  </a:lnTo>
                  <a:lnTo>
                    <a:pt x="4" y="26"/>
                  </a:lnTo>
                  <a:lnTo>
                    <a:pt x="8" y="20"/>
                  </a:lnTo>
                  <a:lnTo>
                    <a:pt x="12" y="12"/>
                  </a:lnTo>
                  <a:lnTo>
                    <a:pt x="20" y="6"/>
                  </a:lnTo>
                  <a:lnTo>
                    <a:pt x="28" y="2"/>
                  </a:lnTo>
                  <a:lnTo>
                    <a:pt x="36" y="0"/>
                  </a:lnTo>
                  <a:lnTo>
                    <a:pt x="46" y="0"/>
                  </a:lnTo>
                  <a:lnTo>
                    <a:pt x="4861" y="0"/>
                  </a:lnTo>
                  <a:lnTo>
                    <a:pt x="4861" y="0"/>
                  </a:lnTo>
                  <a:lnTo>
                    <a:pt x="4871" y="0"/>
                  </a:lnTo>
                  <a:lnTo>
                    <a:pt x="4879" y="2"/>
                  </a:lnTo>
                  <a:lnTo>
                    <a:pt x="4887" y="6"/>
                  </a:lnTo>
                  <a:lnTo>
                    <a:pt x="4893" y="12"/>
                  </a:lnTo>
                  <a:lnTo>
                    <a:pt x="4899" y="20"/>
                  </a:lnTo>
                  <a:lnTo>
                    <a:pt x="4903" y="26"/>
                  </a:lnTo>
                  <a:lnTo>
                    <a:pt x="4907" y="36"/>
                  </a:lnTo>
                  <a:lnTo>
                    <a:pt x="4907" y="44"/>
                  </a:lnTo>
                  <a:lnTo>
                    <a:pt x="4907" y="44"/>
                  </a:lnTo>
                  <a:lnTo>
                    <a:pt x="4907" y="54"/>
                  </a:lnTo>
                  <a:lnTo>
                    <a:pt x="4903" y="62"/>
                  </a:lnTo>
                  <a:lnTo>
                    <a:pt x="4899" y="70"/>
                  </a:lnTo>
                  <a:lnTo>
                    <a:pt x="4893" y="76"/>
                  </a:lnTo>
                  <a:lnTo>
                    <a:pt x="4887" y="82"/>
                  </a:lnTo>
                  <a:lnTo>
                    <a:pt x="4879" y="86"/>
                  </a:lnTo>
                  <a:lnTo>
                    <a:pt x="4871" y="90"/>
                  </a:lnTo>
                  <a:lnTo>
                    <a:pt x="4861" y="90"/>
                  </a:lnTo>
                  <a:lnTo>
                    <a:pt x="90" y="90"/>
                  </a:lnTo>
                  <a:lnTo>
                    <a:pt x="90" y="5284"/>
                  </a:lnTo>
                  <a:lnTo>
                    <a:pt x="4861" y="5284"/>
                  </a:lnTo>
                  <a:lnTo>
                    <a:pt x="4861" y="5284"/>
                  </a:lnTo>
                  <a:lnTo>
                    <a:pt x="4871" y="5284"/>
                  </a:lnTo>
                  <a:lnTo>
                    <a:pt x="4879" y="5288"/>
                  </a:lnTo>
                  <a:lnTo>
                    <a:pt x="4887" y="5292"/>
                  </a:lnTo>
                  <a:lnTo>
                    <a:pt x="4893" y="5298"/>
                  </a:lnTo>
                  <a:lnTo>
                    <a:pt x="4899" y="5304"/>
                  </a:lnTo>
                  <a:lnTo>
                    <a:pt x="4903" y="5312"/>
                  </a:lnTo>
                  <a:lnTo>
                    <a:pt x="4907" y="5319"/>
                  </a:lnTo>
                  <a:lnTo>
                    <a:pt x="4907" y="5329"/>
                  </a:lnTo>
                  <a:lnTo>
                    <a:pt x="4907" y="5329"/>
                  </a:lnTo>
                  <a:lnTo>
                    <a:pt x="4907" y="5337"/>
                  </a:lnTo>
                  <a:lnTo>
                    <a:pt x="4903" y="5347"/>
                  </a:lnTo>
                  <a:lnTo>
                    <a:pt x="4899" y="5353"/>
                  </a:lnTo>
                  <a:lnTo>
                    <a:pt x="4893" y="5361"/>
                  </a:lnTo>
                  <a:lnTo>
                    <a:pt x="4887" y="5367"/>
                  </a:lnTo>
                  <a:lnTo>
                    <a:pt x="4879" y="5371"/>
                  </a:lnTo>
                  <a:lnTo>
                    <a:pt x="4871" y="5373"/>
                  </a:lnTo>
                  <a:lnTo>
                    <a:pt x="4861" y="5375"/>
                  </a:lnTo>
                  <a:lnTo>
                    <a:pt x="4861" y="5375"/>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91" tIns="39096" rIns="78191" bIns="3909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1200"/>
            </a:p>
          </p:txBody>
        </p:sp>
        <p:sp>
          <p:nvSpPr>
            <p:cNvPr id="3080" name="Freeform 6">
              <a:extLst>
                <a:ext uri="{FF2B5EF4-FFF2-40B4-BE49-F238E27FC236}">
                  <a16:creationId xmlns:a16="http://schemas.microsoft.com/office/drawing/2014/main" id="{C61E979C-B8E9-40A4-9090-FCBBFE0BAAB3}"/>
                </a:ext>
              </a:extLst>
            </p:cNvPr>
            <p:cNvSpPr>
              <a:spLocks/>
            </p:cNvSpPr>
            <p:nvPr/>
          </p:nvSpPr>
          <p:spPr bwMode="auto">
            <a:xfrm>
              <a:off x="616515" y="2119000"/>
              <a:ext cx="1520967" cy="1521309"/>
            </a:xfrm>
            <a:custGeom>
              <a:avLst/>
              <a:gdLst>
                <a:gd name="T0" fmla="*/ 4391 w 4437"/>
                <a:gd name="T1" fmla="*/ 4438 h 4438"/>
                <a:gd name="T2" fmla="*/ 44 w 4437"/>
                <a:gd name="T3" fmla="*/ 4438 h 4438"/>
                <a:gd name="T4" fmla="*/ 44 w 4437"/>
                <a:gd name="T5" fmla="*/ 4438 h 4438"/>
                <a:gd name="T6" fmla="*/ 36 w 4437"/>
                <a:gd name="T7" fmla="*/ 4436 h 4438"/>
                <a:gd name="T8" fmla="*/ 26 w 4437"/>
                <a:gd name="T9" fmla="*/ 4434 h 4438"/>
                <a:gd name="T10" fmla="*/ 20 w 4437"/>
                <a:gd name="T11" fmla="*/ 4430 h 4438"/>
                <a:gd name="T12" fmla="*/ 12 w 4437"/>
                <a:gd name="T13" fmla="*/ 4424 h 4438"/>
                <a:gd name="T14" fmla="*/ 6 w 4437"/>
                <a:gd name="T15" fmla="*/ 4418 h 4438"/>
                <a:gd name="T16" fmla="*/ 2 w 4437"/>
                <a:gd name="T17" fmla="*/ 4410 h 4438"/>
                <a:gd name="T18" fmla="*/ 0 w 4437"/>
                <a:gd name="T19" fmla="*/ 4402 h 4438"/>
                <a:gd name="T20" fmla="*/ 0 w 4437"/>
                <a:gd name="T21" fmla="*/ 4392 h 4438"/>
                <a:gd name="T22" fmla="*/ 0 w 4437"/>
                <a:gd name="T23" fmla="*/ 4392 h 4438"/>
                <a:gd name="T24" fmla="*/ 0 w 4437"/>
                <a:gd name="T25" fmla="*/ 4382 h 4438"/>
                <a:gd name="T26" fmla="*/ 2 w 4437"/>
                <a:gd name="T27" fmla="*/ 4374 h 4438"/>
                <a:gd name="T28" fmla="*/ 6 w 4437"/>
                <a:gd name="T29" fmla="*/ 4366 h 4438"/>
                <a:gd name="T30" fmla="*/ 12 w 4437"/>
                <a:gd name="T31" fmla="*/ 4360 h 4438"/>
                <a:gd name="T32" fmla="*/ 20 w 4437"/>
                <a:gd name="T33" fmla="*/ 4354 h 4438"/>
                <a:gd name="T34" fmla="*/ 26 w 4437"/>
                <a:gd name="T35" fmla="*/ 4350 h 4438"/>
                <a:gd name="T36" fmla="*/ 36 w 4437"/>
                <a:gd name="T37" fmla="*/ 4348 h 4438"/>
                <a:gd name="T38" fmla="*/ 44 w 4437"/>
                <a:gd name="T39" fmla="*/ 4346 h 4438"/>
                <a:gd name="T40" fmla="*/ 4345 w 4437"/>
                <a:gd name="T41" fmla="*/ 4346 h 4438"/>
                <a:gd name="T42" fmla="*/ 4345 w 4437"/>
                <a:gd name="T43" fmla="*/ 92 h 4438"/>
                <a:gd name="T44" fmla="*/ 44 w 4437"/>
                <a:gd name="T45" fmla="*/ 92 h 4438"/>
                <a:gd name="T46" fmla="*/ 44 w 4437"/>
                <a:gd name="T47" fmla="*/ 92 h 4438"/>
                <a:gd name="T48" fmla="*/ 36 w 4437"/>
                <a:gd name="T49" fmla="*/ 90 h 4438"/>
                <a:gd name="T50" fmla="*/ 26 w 4437"/>
                <a:gd name="T51" fmla="*/ 88 h 4438"/>
                <a:gd name="T52" fmla="*/ 20 w 4437"/>
                <a:gd name="T53" fmla="*/ 84 h 4438"/>
                <a:gd name="T54" fmla="*/ 12 w 4437"/>
                <a:gd name="T55" fmla="*/ 78 h 4438"/>
                <a:gd name="T56" fmla="*/ 6 w 4437"/>
                <a:gd name="T57" fmla="*/ 72 h 4438"/>
                <a:gd name="T58" fmla="*/ 2 w 4437"/>
                <a:gd name="T59" fmla="*/ 64 h 4438"/>
                <a:gd name="T60" fmla="*/ 0 w 4437"/>
                <a:gd name="T61" fmla="*/ 56 h 4438"/>
                <a:gd name="T62" fmla="*/ 0 w 4437"/>
                <a:gd name="T63" fmla="*/ 46 h 4438"/>
                <a:gd name="T64" fmla="*/ 0 w 4437"/>
                <a:gd name="T65" fmla="*/ 46 h 4438"/>
                <a:gd name="T66" fmla="*/ 0 w 4437"/>
                <a:gd name="T67" fmla="*/ 36 h 4438"/>
                <a:gd name="T68" fmla="*/ 2 w 4437"/>
                <a:gd name="T69" fmla="*/ 28 h 4438"/>
                <a:gd name="T70" fmla="*/ 6 w 4437"/>
                <a:gd name="T71" fmla="*/ 20 h 4438"/>
                <a:gd name="T72" fmla="*/ 12 w 4437"/>
                <a:gd name="T73" fmla="*/ 14 h 4438"/>
                <a:gd name="T74" fmla="*/ 20 w 4437"/>
                <a:gd name="T75" fmla="*/ 8 h 4438"/>
                <a:gd name="T76" fmla="*/ 26 w 4437"/>
                <a:gd name="T77" fmla="*/ 4 h 4438"/>
                <a:gd name="T78" fmla="*/ 36 w 4437"/>
                <a:gd name="T79" fmla="*/ 2 h 4438"/>
                <a:gd name="T80" fmla="*/ 44 w 4437"/>
                <a:gd name="T81" fmla="*/ 0 h 4438"/>
                <a:gd name="T82" fmla="*/ 4391 w 4437"/>
                <a:gd name="T83" fmla="*/ 0 h 4438"/>
                <a:gd name="T84" fmla="*/ 4391 w 4437"/>
                <a:gd name="T85" fmla="*/ 0 h 4438"/>
                <a:gd name="T86" fmla="*/ 4401 w 4437"/>
                <a:gd name="T87" fmla="*/ 2 h 4438"/>
                <a:gd name="T88" fmla="*/ 4409 w 4437"/>
                <a:gd name="T89" fmla="*/ 4 h 4438"/>
                <a:gd name="T90" fmla="*/ 4417 w 4437"/>
                <a:gd name="T91" fmla="*/ 8 h 4438"/>
                <a:gd name="T92" fmla="*/ 4423 w 4437"/>
                <a:gd name="T93" fmla="*/ 14 h 4438"/>
                <a:gd name="T94" fmla="*/ 4429 w 4437"/>
                <a:gd name="T95" fmla="*/ 20 h 4438"/>
                <a:gd name="T96" fmla="*/ 4433 w 4437"/>
                <a:gd name="T97" fmla="*/ 28 h 4438"/>
                <a:gd name="T98" fmla="*/ 4437 w 4437"/>
                <a:gd name="T99" fmla="*/ 36 h 4438"/>
                <a:gd name="T100" fmla="*/ 4437 w 4437"/>
                <a:gd name="T101" fmla="*/ 46 h 4438"/>
                <a:gd name="T102" fmla="*/ 4437 w 4437"/>
                <a:gd name="T103" fmla="*/ 4392 h 4438"/>
                <a:gd name="T104" fmla="*/ 4437 w 4437"/>
                <a:gd name="T105" fmla="*/ 4392 h 4438"/>
                <a:gd name="T106" fmla="*/ 4437 w 4437"/>
                <a:gd name="T107" fmla="*/ 4402 h 4438"/>
                <a:gd name="T108" fmla="*/ 4433 w 4437"/>
                <a:gd name="T109" fmla="*/ 4410 h 4438"/>
                <a:gd name="T110" fmla="*/ 4429 w 4437"/>
                <a:gd name="T111" fmla="*/ 4418 h 4438"/>
                <a:gd name="T112" fmla="*/ 4423 w 4437"/>
                <a:gd name="T113" fmla="*/ 4424 h 4438"/>
                <a:gd name="T114" fmla="*/ 4417 w 4437"/>
                <a:gd name="T115" fmla="*/ 4430 h 4438"/>
                <a:gd name="T116" fmla="*/ 4409 w 4437"/>
                <a:gd name="T117" fmla="*/ 4434 h 4438"/>
                <a:gd name="T118" fmla="*/ 4401 w 4437"/>
                <a:gd name="T119" fmla="*/ 4436 h 4438"/>
                <a:gd name="T120" fmla="*/ 4391 w 4437"/>
                <a:gd name="T121" fmla="*/ 4438 h 4438"/>
                <a:gd name="T122" fmla="*/ 4391 w 4437"/>
                <a:gd name="T123" fmla="*/ 4438 h 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437" h="4438">
                  <a:moveTo>
                    <a:pt x="4391" y="4438"/>
                  </a:moveTo>
                  <a:lnTo>
                    <a:pt x="44" y="4438"/>
                  </a:lnTo>
                  <a:lnTo>
                    <a:pt x="44" y="4438"/>
                  </a:lnTo>
                  <a:lnTo>
                    <a:pt x="36" y="4436"/>
                  </a:lnTo>
                  <a:lnTo>
                    <a:pt x="26" y="4434"/>
                  </a:lnTo>
                  <a:lnTo>
                    <a:pt x="20" y="4430"/>
                  </a:lnTo>
                  <a:lnTo>
                    <a:pt x="12" y="4424"/>
                  </a:lnTo>
                  <a:lnTo>
                    <a:pt x="6" y="4418"/>
                  </a:lnTo>
                  <a:lnTo>
                    <a:pt x="2" y="4410"/>
                  </a:lnTo>
                  <a:lnTo>
                    <a:pt x="0" y="4402"/>
                  </a:lnTo>
                  <a:lnTo>
                    <a:pt x="0" y="4392"/>
                  </a:lnTo>
                  <a:lnTo>
                    <a:pt x="0" y="4392"/>
                  </a:lnTo>
                  <a:lnTo>
                    <a:pt x="0" y="4382"/>
                  </a:lnTo>
                  <a:lnTo>
                    <a:pt x="2" y="4374"/>
                  </a:lnTo>
                  <a:lnTo>
                    <a:pt x="6" y="4366"/>
                  </a:lnTo>
                  <a:lnTo>
                    <a:pt x="12" y="4360"/>
                  </a:lnTo>
                  <a:lnTo>
                    <a:pt x="20" y="4354"/>
                  </a:lnTo>
                  <a:lnTo>
                    <a:pt x="26" y="4350"/>
                  </a:lnTo>
                  <a:lnTo>
                    <a:pt x="36" y="4348"/>
                  </a:lnTo>
                  <a:lnTo>
                    <a:pt x="44" y="4346"/>
                  </a:lnTo>
                  <a:lnTo>
                    <a:pt x="4345" y="4346"/>
                  </a:lnTo>
                  <a:lnTo>
                    <a:pt x="4345" y="92"/>
                  </a:lnTo>
                  <a:lnTo>
                    <a:pt x="44" y="92"/>
                  </a:lnTo>
                  <a:lnTo>
                    <a:pt x="44" y="92"/>
                  </a:lnTo>
                  <a:lnTo>
                    <a:pt x="36" y="90"/>
                  </a:lnTo>
                  <a:lnTo>
                    <a:pt x="26" y="88"/>
                  </a:lnTo>
                  <a:lnTo>
                    <a:pt x="20" y="84"/>
                  </a:lnTo>
                  <a:lnTo>
                    <a:pt x="12" y="78"/>
                  </a:lnTo>
                  <a:lnTo>
                    <a:pt x="6" y="72"/>
                  </a:lnTo>
                  <a:lnTo>
                    <a:pt x="2" y="64"/>
                  </a:lnTo>
                  <a:lnTo>
                    <a:pt x="0" y="56"/>
                  </a:lnTo>
                  <a:lnTo>
                    <a:pt x="0" y="46"/>
                  </a:lnTo>
                  <a:lnTo>
                    <a:pt x="0" y="46"/>
                  </a:lnTo>
                  <a:lnTo>
                    <a:pt x="0" y="36"/>
                  </a:lnTo>
                  <a:lnTo>
                    <a:pt x="2" y="28"/>
                  </a:lnTo>
                  <a:lnTo>
                    <a:pt x="6" y="20"/>
                  </a:lnTo>
                  <a:lnTo>
                    <a:pt x="12" y="14"/>
                  </a:lnTo>
                  <a:lnTo>
                    <a:pt x="20" y="8"/>
                  </a:lnTo>
                  <a:lnTo>
                    <a:pt x="26" y="4"/>
                  </a:lnTo>
                  <a:lnTo>
                    <a:pt x="36" y="2"/>
                  </a:lnTo>
                  <a:lnTo>
                    <a:pt x="44" y="0"/>
                  </a:lnTo>
                  <a:lnTo>
                    <a:pt x="4391" y="0"/>
                  </a:lnTo>
                  <a:lnTo>
                    <a:pt x="4391" y="0"/>
                  </a:lnTo>
                  <a:lnTo>
                    <a:pt x="4401" y="2"/>
                  </a:lnTo>
                  <a:lnTo>
                    <a:pt x="4409" y="4"/>
                  </a:lnTo>
                  <a:lnTo>
                    <a:pt x="4417" y="8"/>
                  </a:lnTo>
                  <a:lnTo>
                    <a:pt x="4423" y="14"/>
                  </a:lnTo>
                  <a:lnTo>
                    <a:pt x="4429" y="20"/>
                  </a:lnTo>
                  <a:lnTo>
                    <a:pt x="4433" y="28"/>
                  </a:lnTo>
                  <a:lnTo>
                    <a:pt x="4437" y="36"/>
                  </a:lnTo>
                  <a:lnTo>
                    <a:pt x="4437" y="46"/>
                  </a:lnTo>
                  <a:lnTo>
                    <a:pt x="4437" y="4392"/>
                  </a:lnTo>
                  <a:lnTo>
                    <a:pt x="4437" y="4392"/>
                  </a:lnTo>
                  <a:lnTo>
                    <a:pt x="4437" y="4402"/>
                  </a:lnTo>
                  <a:lnTo>
                    <a:pt x="4433" y="4410"/>
                  </a:lnTo>
                  <a:lnTo>
                    <a:pt x="4429" y="4418"/>
                  </a:lnTo>
                  <a:lnTo>
                    <a:pt x="4423" y="4424"/>
                  </a:lnTo>
                  <a:lnTo>
                    <a:pt x="4417" y="4430"/>
                  </a:lnTo>
                  <a:lnTo>
                    <a:pt x="4409" y="4434"/>
                  </a:lnTo>
                  <a:lnTo>
                    <a:pt x="4401" y="4436"/>
                  </a:lnTo>
                  <a:lnTo>
                    <a:pt x="4391" y="4438"/>
                  </a:lnTo>
                  <a:lnTo>
                    <a:pt x="4391" y="443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91" tIns="39096" rIns="78191" bIns="3909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1200"/>
            </a:p>
          </p:txBody>
        </p:sp>
      </p:grpSp>
      <p:sp>
        <p:nvSpPr>
          <p:cNvPr id="113" name="TextBox 182">
            <a:extLst>
              <a:ext uri="{FF2B5EF4-FFF2-40B4-BE49-F238E27FC236}">
                <a16:creationId xmlns:a16="http://schemas.microsoft.com/office/drawing/2014/main" id="{3B14493E-0749-4759-A4E6-2CDE0FF87FEB}"/>
              </a:ext>
            </a:extLst>
          </p:cNvPr>
          <p:cNvSpPr txBox="1"/>
          <p:nvPr/>
        </p:nvSpPr>
        <p:spPr>
          <a:xfrm>
            <a:off x="3998758" y="2570600"/>
            <a:ext cx="2167214" cy="138499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sz="1200" b="1"/>
              <a:t>Principles-based </a:t>
            </a:r>
          </a:p>
          <a:p>
            <a:pPr lvl="0" algn="ctr"/>
            <a:endParaRPr lang="en-US" sz="1200"/>
          </a:p>
          <a:p>
            <a:pPr lvl="0" algn="ctr"/>
            <a:r>
              <a:rPr lang="en-US" sz="1200"/>
              <a:t>It is a principles-based framework for organizations to design, implement, and assess quality stakeholder engagement processes.</a:t>
            </a:r>
          </a:p>
        </p:txBody>
      </p:sp>
      <p:grpSp>
        <p:nvGrpSpPr>
          <p:cNvPr id="114" name="Group 113">
            <a:extLst>
              <a:ext uri="{FF2B5EF4-FFF2-40B4-BE49-F238E27FC236}">
                <a16:creationId xmlns:a16="http://schemas.microsoft.com/office/drawing/2014/main" id="{4CF50BD2-9372-46A9-829D-FFCFA8338B87}"/>
              </a:ext>
            </a:extLst>
          </p:cNvPr>
          <p:cNvGrpSpPr/>
          <p:nvPr/>
        </p:nvGrpSpPr>
        <p:grpSpPr>
          <a:xfrm>
            <a:off x="6629981" y="2264901"/>
            <a:ext cx="2248711" cy="1996805"/>
            <a:chOff x="455403" y="2042324"/>
            <a:chExt cx="1682079" cy="1675005"/>
          </a:xfrm>
        </p:grpSpPr>
        <p:sp>
          <p:nvSpPr>
            <p:cNvPr id="3077" name="Freeform 5">
              <a:extLst>
                <a:ext uri="{FF2B5EF4-FFF2-40B4-BE49-F238E27FC236}">
                  <a16:creationId xmlns:a16="http://schemas.microsoft.com/office/drawing/2014/main" id="{66B64BAB-7028-4DB0-A363-CFD673463F0D}"/>
                </a:ext>
              </a:extLst>
            </p:cNvPr>
            <p:cNvSpPr>
              <a:spLocks/>
            </p:cNvSpPr>
            <p:nvPr/>
          </p:nvSpPr>
          <p:spPr bwMode="auto">
            <a:xfrm>
              <a:off x="455403" y="2042324"/>
              <a:ext cx="1682079" cy="1675005"/>
            </a:xfrm>
            <a:custGeom>
              <a:avLst/>
              <a:gdLst>
                <a:gd name="T0" fmla="*/ 4861 w 4907"/>
                <a:gd name="T1" fmla="*/ 5375 h 5375"/>
                <a:gd name="T2" fmla="*/ 46 w 4907"/>
                <a:gd name="T3" fmla="*/ 5375 h 5375"/>
                <a:gd name="T4" fmla="*/ 46 w 4907"/>
                <a:gd name="T5" fmla="*/ 5375 h 5375"/>
                <a:gd name="T6" fmla="*/ 36 w 4907"/>
                <a:gd name="T7" fmla="*/ 5373 h 5375"/>
                <a:gd name="T8" fmla="*/ 28 w 4907"/>
                <a:gd name="T9" fmla="*/ 5371 h 5375"/>
                <a:gd name="T10" fmla="*/ 20 w 4907"/>
                <a:gd name="T11" fmla="*/ 5367 h 5375"/>
                <a:gd name="T12" fmla="*/ 12 w 4907"/>
                <a:gd name="T13" fmla="*/ 5361 h 5375"/>
                <a:gd name="T14" fmla="*/ 8 w 4907"/>
                <a:gd name="T15" fmla="*/ 5353 h 5375"/>
                <a:gd name="T16" fmla="*/ 4 w 4907"/>
                <a:gd name="T17" fmla="*/ 5347 h 5375"/>
                <a:gd name="T18" fmla="*/ 0 w 4907"/>
                <a:gd name="T19" fmla="*/ 5337 h 5375"/>
                <a:gd name="T20" fmla="*/ 0 w 4907"/>
                <a:gd name="T21" fmla="*/ 5329 h 5375"/>
                <a:gd name="T22" fmla="*/ 0 w 4907"/>
                <a:gd name="T23" fmla="*/ 44 h 5375"/>
                <a:gd name="T24" fmla="*/ 0 w 4907"/>
                <a:gd name="T25" fmla="*/ 44 h 5375"/>
                <a:gd name="T26" fmla="*/ 0 w 4907"/>
                <a:gd name="T27" fmla="*/ 36 h 5375"/>
                <a:gd name="T28" fmla="*/ 4 w 4907"/>
                <a:gd name="T29" fmla="*/ 26 h 5375"/>
                <a:gd name="T30" fmla="*/ 8 w 4907"/>
                <a:gd name="T31" fmla="*/ 20 h 5375"/>
                <a:gd name="T32" fmla="*/ 12 w 4907"/>
                <a:gd name="T33" fmla="*/ 12 h 5375"/>
                <a:gd name="T34" fmla="*/ 20 w 4907"/>
                <a:gd name="T35" fmla="*/ 6 h 5375"/>
                <a:gd name="T36" fmla="*/ 28 w 4907"/>
                <a:gd name="T37" fmla="*/ 2 h 5375"/>
                <a:gd name="T38" fmla="*/ 36 w 4907"/>
                <a:gd name="T39" fmla="*/ 0 h 5375"/>
                <a:gd name="T40" fmla="*/ 46 w 4907"/>
                <a:gd name="T41" fmla="*/ 0 h 5375"/>
                <a:gd name="T42" fmla="*/ 4861 w 4907"/>
                <a:gd name="T43" fmla="*/ 0 h 5375"/>
                <a:gd name="T44" fmla="*/ 4861 w 4907"/>
                <a:gd name="T45" fmla="*/ 0 h 5375"/>
                <a:gd name="T46" fmla="*/ 4871 w 4907"/>
                <a:gd name="T47" fmla="*/ 0 h 5375"/>
                <a:gd name="T48" fmla="*/ 4879 w 4907"/>
                <a:gd name="T49" fmla="*/ 2 h 5375"/>
                <a:gd name="T50" fmla="*/ 4887 w 4907"/>
                <a:gd name="T51" fmla="*/ 6 h 5375"/>
                <a:gd name="T52" fmla="*/ 4893 w 4907"/>
                <a:gd name="T53" fmla="*/ 12 h 5375"/>
                <a:gd name="T54" fmla="*/ 4899 w 4907"/>
                <a:gd name="T55" fmla="*/ 20 h 5375"/>
                <a:gd name="T56" fmla="*/ 4903 w 4907"/>
                <a:gd name="T57" fmla="*/ 26 h 5375"/>
                <a:gd name="T58" fmla="*/ 4907 w 4907"/>
                <a:gd name="T59" fmla="*/ 36 h 5375"/>
                <a:gd name="T60" fmla="*/ 4907 w 4907"/>
                <a:gd name="T61" fmla="*/ 44 h 5375"/>
                <a:gd name="T62" fmla="*/ 4907 w 4907"/>
                <a:gd name="T63" fmla="*/ 44 h 5375"/>
                <a:gd name="T64" fmla="*/ 4907 w 4907"/>
                <a:gd name="T65" fmla="*/ 54 h 5375"/>
                <a:gd name="T66" fmla="*/ 4903 w 4907"/>
                <a:gd name="T67" fmla="*/ 62 h 5375"/>
                <a:gd name="T68" fmla="*/ 4899 w 4907"/>
                <a:gd name="T69" fmla="*/ 70 h 5375"/>
                <a:gd name="T70" fmla="*/ 4893 w 4907"/>
                <a:gd name="T71" fmla="*/ 76 h 5375"/>
                <a:gd name="T72" fmla="*/ 4887 w 4907"/>
                <a:gd name="T73" fmla="*/ 82 h 5375"/>
                <a:gd name="T74" fmla="*/ 4879 w 4907"/>
                <a:gd name="T75" fmla="*/ 86 h 5375"/>
                <a:gd name="T76" fmla="*/ 4871 w 4907"/>
                <a:gd name="T77" fmla="*/ 90 h 5375"/>
                <a:gd name="T78" fmla="*/ 4861 w 4907"/>
                <a:gd name="T79" fmla="*/ 90 h 5375"/>
                <a:gd name="T80" fmla="*/ 90 w 4907"/>
                <a:gd name="T81" fmla="*/ 90 h 5375"/>
                <a:gd name="T82" fmla="*/ 90 w 4907"/>
                <a:gd name="T83" fmla="*/ 5284 h 5375"/>
                <a:gd name="T84" fmla="*/ 4861 w 4907"/>
                <a:gd name="T85" fmla="*/ 5284 h 5375"/>
                <a:gd name="T86" fmla="*/ 4861 w 4907"/>
                <a:gd name="T87" fmla="*/ 5284 h 5375"/>
                <a:gd name="T88" fmla="*/ 4871 w 4907"/>
                <a:gd name="T89" fmla="*/ 5284 h 5375"/>
                <a:gd name="T90" fmla="*/ 4879 w 4907"/>
                <a:gd name="T91" fmla="*/ 5288 h 5375"/>
                <a:gd name="T92" fmla="*/ 4887 w 4907"/>
                <a:gd name="T93" fmla="*/ 5292 h 5375"/>
                <a:gd name="T94" fmla="*/ 4893 w 4907"/>
                <a:gd name="T95" fmla="*/ 5298 h 5375"/>
                <a:gd name="T96" fmla="*/ 4899 w 4907"/>
                <a:gd name="T97" fmla="*/ 5304 h 5375"/>
                <a:gd name="T98" fmla="*/ 4903 w 4907"/>
                <a:gd name="T99" fmla="*/ 5312 h 5375"/>
                <a:gd name="T100" fmla="*/ 4907 w 4907"/>
                <a:gd name="T101" fmla="*/ 5319 h 5375"/>
                <a:gd name="T102" fmla="*/ 4907 w 4907"/>
                <a:gd name="T103" fmla="*/ 5329 h 5375"/>
                <a:gd name="T104" fmla="*/ 4907 w 4907"/>
                <a:gd name="T105" fmla="*/ 5329 h 5375"/>
                <a:gd name="T106" fmla="*/ 4907 w 4907"/>
                <a:gd name="T107" fmla="*/ 5337 h 5375"/>
                <a:gd name="T108" fmla="*/ 4903 w 4907"/>
                <a:gd name="T109" fmla="*/ 5347 h 5375"/>
                <a:gd name="T110" fmla="*/ 4899 w 4907"/>
                <a:gd name="T111" fmla="*/ 5353 h 5375"/>
                <a:gd name="T112" fmla="*/ 4893 w 4907"/>
                <a:gd name="T113" fmla="*/ 5361 h 5375"/>
                <a:gd name="T114" fmla="*/ 4887 w 4907"/>
                <a:gd name="T115" fmla="*/ 5367 h 5375"/>
                <a:gd name="T116" fmla="*/ 4879 w 4907"/>
                <a:gd name="T117" fmla="*/ 5371 h 5375"/>
                <a:gd name="T118" fmla="*/ 4871 w 4907"/>
                <a:gd name="T119" fmla="*/ 5373 h 5375"/>
                <a:gd name="T120" fmla="*/ 4861 w 4907"/>
                <a:gd name="T121" fmla="*/ 5375 h 5375"/>
                <a:gd name="T122" fmla="*/ 4861 w 4907"/>
                <a:gd name="T123" fmla="*/ 5375 h 5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07" h="5375">
                  <a:moveTo>
                    <a:pt x="4861" y="5375"/>
                  </a:moveTo>
                  <a:lnTo>
                    <a:pt x="46" y="5375"/>
                  </a:lnTo>
                  <a:lnTo>
                    <a:pt x="46" y="5375"/>
                  </a:lnTo>
                  <a:lnTo>
                    <a:pt x="36" y="5373"/>
                  </a:lnTo>
                  <a:lnTo>
                    <a:pt x="28" y="5371"/>
                  </a:lnTo>
                  <a:lnTo>
                    <a:pt x="20" y="5367"/>
                  </a:lnTo>
                  <a:lnTo>
                    <a:pt x="12" y="5361"/>
                  </a:lnTo>
                  <a:lnTo>
                    <a:pt x="8" y="5353"/>
                  </a:lnTo>
                  <a:lnTo>
                    <a:pt x="4" y="5347"/>
                  </a:lnTo>
                  <a:lnTo>
                    <a:pt x="0" y="5337"/>
                  </a:lnTo>
                  <a:lnTo>
                    <a:pt x="0" y="5329"/>
                  </a:lnTo>
                  <a:lnTo>
                    <a:pt x="0" y="44"/>
                  </a:lnTo>
                  <a:lnTo>
                    <a:pt x="0" y="44"/>
                  </a:lnTo>
                  <a:lnTo>
                    <a:pt x="0" y="36"/>
                  </a:lnTo>
                  <a:lnTo>
                    <a:pt x="4" y="26"/>
                  </a:lnTo>
                  <a:lnTo>
                    <a:pt x="8" y="20"/>
                  </a:lnTo>
                  <a:lnTo>
                    <a:pt x="12" y="12"/>
                  </a:lnTo>
                  <a:lnTo>
                    <a:pt x="20" y="6"/>
                  </a:lnTo>
                  <a:lnTo>
                    <a:pt x="28" y="2"/>
                  </a:lnTo>
                  <a:lnTo>
                    <a:pt x="36" y="0"/>
                  </a:lnTo>
                  <a:lnTo>
                    <a:pt x="46" y="0"/>
                  </a:lnTo>
                  <a:lnTo>
                    <a:pt x="4861" y="0"/>
                  </a:lnTo>
                  <a:lnTo>
                    <a:pt x="4861" y="0"/>
                  </a:lnTo>
                  <a:lnTo>
                    <a:pt x="4871" y="0"/>
                  </a:lnTo>
                  <a:lnTo>
                    <a:pt x="4879" y="2"/>
                  </a:lnTo>
                  <a:lnTo>
                    <a:pt x="4887" y="6"/>
                  </a:lnTo>
                  <a:lnTo>
                    <a:pt x="4893" y="12"/>
                  </a:lnTo>
                  <a:lnTo>
                    <a:pt x="4899" y="20"/>
                  </a:lnTo>
                  <a:lnTo>
                    <a:pt x="4903" y="26"/>
                  </a:lnTo>
                  <a:lnTo>
                    <a:pt x="4907" y="36"/>
                  </a:lnTo>
                  <a:lnTo>
                    <a:pt x="4907" y="44"/>
                  </a:lnTo>
                  <a:lnTo>
                    <a:pt x="4907" y="44"/>
                  </a:lnTo>
                  <a:lnTo>
                    <a:pt x="4907" y="54"/>
                  </a:lnTo>
                  <a:lnTo>
                    <a:pt x="4903" y="62"/>
                  </a:lnTo>
                  <a:lnTo>
                    <a:pt x="4899" y="70"/>
                  </a:lnTo>
                  <a:lnTo>
                    <a:pt x="4893" y="76"/>
                  </a:lnTo>
                  <a:lnTo>
                    <a:pt x="4887" y="82"/>
                  </a:lnTo>
                  <a:lnTo>
                    <a:pt x="4879" y="86"/>
                  </a:lnTo>
                  <a:lnTo>
                    <a:pt x="4871" y="90"/>
                  </a:lnTo>
                  <a:lnTo>
                    <a:pt x="4861" y="90"/>
                  </a:lnTo>
                  <a:lnTo>
                    <a:pt x="90" y="90"/>
                  </a:lnTo>
                  <a:lnTo>
                    <a:pt x="90" y="5284"/>
                  </a:lnTo>
                  <a:lnTo>
                    <a:pt x="4861" y="5284"/>
                  </a:lnTo>
                  <a:lnTo>
                    <a:pt x="4861" y="5284"/>
                  </a:lnTo>
                  <a:lnTo>
                    <a:pt x="4871" y="5284"/>
                  </a:lnTo>
                  <a:lnTo>
                    <a:pt x="4879" y="5288"/>
                  </a:lnTo>
                  <a:lnTo>
                    <a:pt x="4887" y="5292"/>
                  </a:lnTo>
                  <a:lnTo>
                    <a:pt x="4893" y="5298"/>
                  </a:lnTo>
                  <a:lnTo>
                    <a:pt x="4899" y="5304"/>
                  </a:lnTo>
                  <a:lnTo>
                    <a:pt x="4903" y="5312"/>
                  </a:lnTo>
                  <a:lnTo>
                    <a:pt x="4907" y="5319"/>
                  </a:lnTo>
                  <a:lnTo>
                    <a:pt x="4907" y="5329"/>
                  </a:lnTo>
                  <a:lnTo>
                    <a:pt x="4907" y="5329"/>
                  </a:lnTo>
                  <a:lnTo>
                    <a:pt x="4907" y="5337"/>
                  </a:lnTo>
                  <a:lnTo>
                    <a:pt x="4903" y="5347"/>
                  </a:lnTo>
                  <a:lnTo>
                    <a:pt x="4899" y="5353"/>
                  </a:lnTo>
                  <a:lnTo>
                    <a:pt x="4893" y="5361"/>
                  </a:lnTo>
                  <a:lnTo>
                    <a:pt x="4887" y="5367"/>
                  </a:lnTo>
                  <a:lnTo>
                    <a:pt x="4879" y="5371"/>
                  </a:lnTo>
                  <a:lnTo>
                    <a:pt x="4871" y="5373"/>
                  </a:lnTo>
                  <a:lnTo>
                    <a:pt x="4861" y="5375"/>
                  </a:lnTo>
                  <a:lnTo>
                    <a:pt x="4861" y="537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91" tIns="39096" rIns="78191" bIns="3909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1200"/>
            </a:p>
          </p:txBody>
        </p:sp>
        <p:sp>
          <p:nvSpPr>
            <p:cNvPr id="3078" name="Freeform 6">
              <a:extLst>
                <a:ext uri="{FF2B5EF4-FFF2-40B4-BE49-F238E27FC236}">
                  <a16:creationId xmlns:a16="http://schemas.microsoft.com/office/drawing/2014/main" id="{D470309A-E498-48D7-AF46-F0BB7F6199D2}"/>
                </a:ext>
              </a:extLst>
            </p:cNvPr>
            <p:cNvSpPr>
              <a:spLocks/>
            </p:cNvSpPr>
            <p:nvPr/>
          </p:nvSpPr>
          <p:spPr bwMode="auto">
            <a:xfrm>
              <a:off x="616515" y="2119000"/>
              <a:ext cx="1520967" cy="1521309"/>
            </a:xfrm>
            <a:custGeom>
              <a:avLst/>
              <a:gdLst>
                <a:gd name="T0" fmla="*/ 4391 w 4437"/>
                <a:gd name="T1" fmla="*/ 4438 h 4438"/>
                <a:gd name="T2" fmla="*/ 44 w 4437"/>
                <a:gd name="T3" fmla="*/ 4438 h 4438"/>
                <a:gd name="T4" fmla="*/ 44 w 4437"/>
                <a:gd name="T5" fmla="*/ 4438 h 4438"/>
                <a:gd name="T6" fmla="*/ 36 w 4437"/>
                <a:gd name="T7" fmla="*/ 4436 h 4438"/>
                <a:gd name="T8" fmla="*/ 26 w 4437"/>
                <a:gd name="T9" fmla="*/ 4434 h 4438"/>
                <a:gd name="T10" fmla="*/ 20 w 4437"/>
                <a:gd name="T11" fmla="*/ 4430 h 4438"/>
                <a:gd name="T12" fmla="*/ 12 w 4437"/>
                <a:gd name="T13" fmla="*/ 4424 h 4438"/>
                <a:gd name="T14" fmla="*/ 6 w 4437"/>
                <a:gd name="T15" fmla="*/ 4418 h 4438"/>
                <a:gd name="T16" fmla="*/ 2 w 4437"/>
                <a:gd name="T17" fmla="*/ 4410 h 4438"/>
                <a:gd name="T18" fmla="*/ 0 w 4437"/>
                <a:gd name="T19" fmla="*/ 4402 h 4438"/>
                <a:gd name="T20" fmla="*/ 0 w 4437"/>
                <a:gd name="T21" fmla="*/ 4392 h 4438"/>
                <a:gd name="T22" fmla="*/ 0 w 4437"/>
                <a:gd name="T23" fmla="*/ 4392 h 4438"/>
                <a:gd name="T24" fmla="*/ 0 w 4437"/>
                <a:gd name="T25" fmla="*/ 4382 h 4438"/>
                <a:gd name="T26" fmla="*/ 2 w 4437"/>
                <a:gd name="T27" fmla="*/ 4374 h 4438"/>
                <a:gd name="T28" fmla="*/ 6 w 4437"/>
                <a:gd name="T29" fmla="*/ 4366 h 4438"/>
                <a:gd name="T30" fmla="*/ 12 w 4437"/>
                <a:gd name="T31" fmla="*/ 4360 h 4438"/>
                <a:gd name="T32" fmla="*/ 20 w 4437"/>
                <a:gd name="T33" fmla="*/ 4354 h 4438"/>
                <a:gd name="T34" fmla="*/ 26 w 4437"/>
                <a:gd name="T35" fmla="*/ 4350 h 4438"/>
                <a:gd name="T36" fmla="*/ 36 w 4437"/>
                <a:gd name="T37" fmla="*/ 4348 h 4438"/>
                <a:gd name="T38" fmla="*/ 44 w 4437"/>
                <a:gd name="T39" fmla="*/ 4346 h 4438"/>
                <a:gd name="T40" fmla="*/ 4345 w 4437"/>
                <a:gd name="T41" fmla="*/ 4346 h 4438"/>
                <a:gd name="T42" fmla="*/ 4345 w 4437"/>
                <a:gd name="T43" fmla="*/ 92 h 4438"/>
                <a:gd name="T44" fmla="*/ 44 w 4437"/>
                <a:gd name="T45" fmla="*/ 92 h 4438"/>
                <a:gd name="T46" fmla="*/ 44 w 4437"/>
                <a:gd name="T47" fmla="*/ 92 h 4438"/>
                <a:gd name="T48" fmla="*/ 36 w 4437"/>
                <a:gd name="T49" fmla="*/ 90 h 4438"/>
                <a:gd name="T50" fmla="*/ 26 w 4437"/>
                <a:gd name="T51" fmla="*/ 88 h 4438"/>
                <a:gd name="T52" fmla="*/ 20 w 4437"/>
                <a:gd name="T53" fmla="*/ 84 h 4438"/>
                <a:gd name="T54" fmla="*/ 12 w 4437"/>
                <a:gd name="T55" fmla="*/ 78 h 4438"/>
                <a:gd name="T56" fmla="*/ 6 w 4437"/>
                <a:gd name="T57" fmla="*/ 72 h 4438"/>
                <a:gd name="T58" fmla="*/ 2 w 4437"/>
                <a:gd name="T59" fmla="*/ 64 h 4438"/>
                <a:gd name="T60" fmla="*/ 0 w 4437"/>
                <a:gd name="T61" fmla="*/ 56 h 4438"/>
                <a:gd name="T62" fmla="*/ 0 w 4437"/>
                <a:gd name="T63" fmla="*/ 46 h 4438"/>
                <a:gd name="T64" fmla="*/ 0 w 4437"/>
                <a:gd name="T65" fmla="*/ 46 h 4438"/>
                <a:gd name="T66" fmla="*/ 0 w 4437"/>
                <a:gd name="T67" fmla="*/ 36 h 4438"/>
                <a:gd name="T68" fmla="*/ 2 w 4437"/>
                <a:gd name="T69" fmla="*/ 28 h 4438"/>
                <a:gd name="T70" fmla="*/ 6 w 4437"/>
                <a:gd name="T71" fmla="*/ 20 h 4438"/>
                <a:gd name="T72" fmla="*/ 12 w 4437"/>
                <a:gd name="T73" fmla="*/ 14 h 4438"/>
                <a:gd name="T74" fmla="*/ 20 w 4437"/>
                <a:gd name="T75" fmla="*/ 8 h 4438"/>
                <a:gd name="T76" fmla="*/ 26 w 4437"/>
                <a:gd name="T77" fmla="*/ 4 h 4438"/>
                <a:gd name="T78" fmla="*/ 36 w 4437"/>
                <a:gd name="T79" fmla="*/ 2 h 4438"/>
                <a:gd name="T80" fmla="*/ 44 w 4437"/>
                <a:gd name="T81" fmla="*/ 0 h 4438"/>
                <a:gd name="T82" fmla="*/ 4391 w 4437"/>
                <a:gd name="T83" fmla="*/ 0 h 4438"/>
                <a:gd name="T84" fmla="*/ 4391 w 4437"/>
                <a:gd name="T85" fmla="*/ 0 h 4438"/>
                <a:gd name="T86" fmla="*/ 4401 w 4437"/>
                <a:gd name="T87" fmla="*/ 2 h 4438"/>
                <a:gd name="T88" fmla="*/ 4409 w 4437"/>
                <a:gd name="T89" fmla="*/ 4 h 4438"/>
                <a:gd name="T90" fmla="*/ 4417 w 4437"/>
                <a:gd name="T91" fmla="*/ 8 h 4438"/>
                <a:gd name="T92" fmla="*/ 4423 w 4437"/>
                <a:gd name="T93" fmla="*/ 14 h 4438"/>
                <a:gd name="T94" fmla="*/ 4429 w 4437"/>
                <a:gd name="T95" fmla="*/ 20 h 4438"/>
                <a:gd name="T96" fmla="*/ 4433 w 4437"/>
                <a:gd name="T97" fmla="*/ 28 h 4438"/>
                <a:gd name="T98" fmla="*/ 4437 w 4437"/>
                <a:gd name="T99" fmla="*/ 36 h 4438"/>
                <a:gd name="T100" fmla="*/ 4437 w 4437"/>
                <a:gd name="T101" fmla="*/ 46 h 4438"/>
                <a:gd name="T102" fmla="*/ 4437 w 4437"/>
                <a:gd name="T103" fmla="*/ 4392 h 4438"/>
                <a:gd name="T104" fmla="*/ 4437 w 4437"/>
                <a:gd name="T105" fmla="*/ 4392 h 4438"/>
                <a:gd name="T106" fmla="*/ 4437 w 4437"/>
                <a:gd name="T107" fmla="*/ 4402 h 4438"/>
                <a:gd name="T108" fmla="*/ 4433 w 4437"/>
                <a:gd name="T109" fmla="*/ 4410 h 4438"/>
                <a:gd name="T110" fmla="*/ 4429 w 4437"/>
                <a:gd name="T111" fmla="*/ 4418 h 4438"/>
                <a:gd name="T112" fmla="*/ 4423 w 4437"/>
                <a:gd name="T113" fmla="*/ 4424 h 4438"/>
                <a:gd name="T114" fmla="*/ 4417 w 4437"/>
                <a:gd name="T115" fmla="*/ 4430 h 4438"/>
                <a:gd name="T116" fmla="*/ 4409 w 4437"/>
                <a:gd name="T117" fmla="*/ 4434 h 4438"/>
                <a:gd name="T118" fmla="*/ 4401 w 4437"/>
                <a:gd name="T119" fmla="*/ 4436 h 4438"/>
                <a:gd name="T120" fmla="*/ 4391 w 4437"/>
                <a:gd name="T121" fmla="*/ 4438 h 4438"/>
                <a:gd name="T122" fmla="*/ 4391 w 4437"/>
                <a:gd name="T123" fmla="*/ 4438 h 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437" h="4438">
                  <a:moveTo>
                    <a:pt x="4391" y="4438"/>
                  </a:moveTo>
                  <a:lnTo>
                    <a:pt x="44" y="4438"/>
                  </a:lnTo>
                  <a:lnTo>
                    <a:pt x="44" y="4438"/>
                  </a:lnTo>
                  <a:lnTo>
                    <a:pt x="36" y="4436"/>
                  </a:lnTo>
                  <a:lnTo>
                    <a:pt x="26" y="4434"/>
                  </a:lnTo>
                  <a:lnTo>
                    <a:pt x="20" y="4430"/>
                  </a:lnTo>
                  <a:lnTo>
                    <a:pt x="12" y="4424"/>
                  </a:lnTo>
                  <a:lnTo>
                    <a:pt x="6" y="4418"/>
                  </a:lnTo>
                  <a:lnTo>
                    <a:pt x="2" y="4410"/>
                  </a:lnTo>
                  <a:lnTo>
                    <a:pt x="0" y="4402"/>
                  </a:lnTo>
                  <a:lnTo>
                    <a:pt x="0" y="4392"/>
                  </a:lnTo>
                  <a:lnTo>
                    <a:pt x="0" y="4392"/>
                  </a:lnTo>
                  <a:lnTo>
                    <a:pt x="0" y="4382"/>
                  </a:lnTo>
                  <a:lnTo>
                    <a:pt x="2" y="4374"/>
                  </a:lnTo>
                  <a:lnTo>
                    <a:pt x="6" y="4366"/>
                  </a:lnTo>
                  <a:lnTo>
                    <a:pt x="12" y="4360"/>
                  </a:lnTo>
                  <a:lnTo>
                    <a:pt x="20" y="4354"/>
                  </a:lnTo>
                  <a:lnTo>
                    <a:pt x="26" y="4350"/>
                  </a:lnTo>
                  <a:lnTo>
                    <a:pt x="36" y="4348"/>
                  </a:lnTo>
                  <a:lnTo>
                    <a:pt x="44" y="4346"/>
                  </a:lnTo>
                  <a:lnTo>
                    <a:pt x="4345" y="4346"/>
                  </a:lnTo>
                  <a:lnTo>
                    <a:pt x="4345" y="92"/>
                  </a:lnTo>
                  <a:lnTo>
                    <a:pt x="44" y="92"/>
                  </a:lnTo>
                  <a:lnTo>
                    <a:pt x="44" y="92"/>
                  </a:lnTo>
                  <a:lnTo>
                    <a:pt x="36" y="90"/>
                  </a:lnTo>
                  <a:lnTo>
                    <a:pt x="26" y="88"/>
                  </a:lnTo>
                  <a:lnTo>
                    <a:pt x="20" y="84"/>
                  </a:lnTo>
                  <a:lnTo>
                    <a:pt x="12" y="78"/>
                  </a:lnTo>
                  <a:lnTo>
                    <a:pt x="6" y="72"/>
                  </a:lnTo>
                  <a:lnTo>
                    <a:pt x="2" y="64"/>
                  </a:lnTo>
                  <a:lnTo>
                    <a:pt x="0" y="56"/>
                  </a:lnTo>
                  <a:lnTo>
                    <a:pt x="0" y="46"/>
                  </a:lnTo>
                  <a:lnTo>
                    <a:pt x="0" y="46"/>
                  </a:lnTo>
                  <a:lnTo>
                    <a:pt x="0" y="36"/>
                  </a:lnTo>
                  <a:lnTo>
                    <a:pt x="2" y="28"/>
                  </a:lnTo>
                  <a:lnTo>
                    <a:pt x="6" y="20"/>
                  </a:lnTo>
                  <a:lnTo>
                    <a:pt x="12" y="14"/>
                  </a:lnTo>
                  <a:lnTo>
                    <a:pt x="20" y="8"/>
                  </a:lnTo>
                  <a:lnTo>
                    <a:pt x="26" y="4"/>
                  </a:lnTo>
                  <a:lnTo>
                    <a:pt x="36" y="2"/>
                  </a:lnTo>
                  <a:lnTo>
                    <a:pt x="44" y="0"/>
                  </a:lnTo>
                  <a:lnTo>
                    <a:pt x="4391" y="0"/>
                  </a:lnTo>
                  <a:lnTo>
                    <a:pt x="4391" y="0"/>
                  </a:lnTo>
                  <a:lnTo>
                    <a:pt x="4401" y="2"/>
                  </a:lnTo>
                  <a:lnTo>
                    <a:pt x="4409" y="4"/>
                  </a:lnTo>
                  <a:lnTo>
                    <a:pt x="4417" y="8"/>
                  </a:lnTo>
                  <a:lnTo>
                    <a:pt x="4423" y="14"/>
                  </a:lnTo>
                  <a:lnTo>
                    <a:pt x="4429" y="20"/>
                  </a:lnTo>
                  <a:lnTo>
                    <a:pt x="4433" y="28"/>
                  </a:lnTo>
                  <a:lnTo>
                    <a:pt x="4437" y="36"/>
                  </a:lnTo>
                  <a:lnTo>
                    <a:pt x="4437" y="46"/>
                  </a:lnTo>
                  <a:lnTo>
                    <a:pt x="4437" y="4392"/>
                  </a:lnTo>
                  <a:lnTo>
                    <a:pt x="4437" y="4392"/>
                  </a:lnTo>
                  <a:lnTo>
                    <a:pt x="4437" y="4402"/>
                  </a:lnTo>
                  <a:lnTo>
                    <a:pt x="4433" y="4410"/>
                  </a:lnTo>
                  <a:lnTo>
                    <a:pt x="4429" y="4418"/>
                  </a:lnTo>
                  <a:lnTo>
                    <a:pt x="4423" y="4424"/>
                  </a:lnTo>
                  <a:lnTo>
                    <a:pt x="4417" y="4430"/>
                  </a:lnTo>
                  <a:lnTo>
                    <a:pt x="4409" y="4434"/>
                  </a:lnTo>
                  <a:lnTo>
                    <a:pt x="4401" y="4436"/>
                  </a:lnTo>
                  <a:lnTo>
                    <a:pt x="4391" y="4438"/>
                  </a:lnTo>
                  <a:lnTo>
                    <a:pt x="4391" y="4438"/>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91" tIns="39096" rIns="78191" bIns="3909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1200"/>
            </a:p>
          </p:txBody>
        </p:sp>
      </p:grpSp>
      <p:sp>
        <p:nvSpPr>
          <p:cNvPr id="115" name="TextBox 188">
            <a:extLst>
              <a:ext uri="{FF2B5EF4-FFF2-40B4-BE49-F238E27FC236}">
                <a16:creationId xmlns:a16="http://schemas.microsoft.com/office/drawing/2014/main" id="{B541F5CC-5CF4-41B9-BD8F-22DBE9E66C1C}"/>
              </a:ext>
            </a:extLst>
          </p:cNvPr>
          <p:cNvSpPr txBox="1"/>
          <p:nvPr/>
        </p:nvSpPr>
        <p:spPr>
          <a:xfrm>
            <a:off x="6703680" y="2495999"/>
            <a:ext cx="2111228" cy="129266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sz="1200" b="1"/>
              <a:t>Inclusivity </a:t>
            </a:r>
          </a:p>
          <a:p>
            <a:pPr lvl="0" algn="ctr"/>
            <a:endParaRPr lang="en-US"/>
          </a:p>
          <a:p>
            <a:pPr lvl="0" algn="ctr"/>
            <a:r>
              <a:rPr lang="en-US" sz="1200"/>
              <a:t>It focuses on the importance of identifying and involving all relevant stakeholders in decision-making processes. </a:t>
            </a:r>
          </a:p>
        </p:txBody>
      </p:sp>
      <p:grpSp>
        <p:nvGrpSpPr>
          <p:cNvPr id="116" name="Group 115">
            <a:extLst>
              <a:ext uri="{FF2B5EF4-FFF2-40B4-BE49-F238E27FC236}">
                <a16:creationId xmlns:a16="http://schemas.microsoft.com/office/drawing/2014/main" id="{FE974E47-4F1E-4F27-AE3F-4290963C1B0B}"/>
              </a:ext>
            </a:extLst>
          </p:cNvPr>
          <p:cNvGrpSpPr/>
          <p:nvPr/>
        </p:nvGrpSpPr>
        <p:grpSpPr>
          <a:xfrm>
            <a:off x="9388968" y="2264901"/>
            <a:ext cx="2248711" cy="1996805"/>
            <a:chOff x="455403" y="2042324"/>
            <a:chExt cx="1682079" cy="1675005"/>
          </a:xfrm>
        </p:grpSpPr>
        <p:sp>
          <p:nvSpPr>
            <p:cNvPr id="3075" name="Freeform 5">
              <a:extLst>
                <a:ext uri="{FF2B5EF4-FFF2-40B4-BE49-F238E27FC236}">
                  <a16:creationId xmlns:a16="http://schemas.microsoft.com/office/drawing/2014/main" id="{532C396B-87FE-4CB3-A4A3-5E7C34F8A6A3}"/>
                </a:ext>
              </a:extLst>
            </p:cNvPr>
            <p:cNvSpPr>
              <a:spLocks/>
            </p:cNvSpPr>
            <p:nvPr/>
          </p:nvSpPr>
          <p:spPr bwMode="auto">
            <a:xfrm>
              <a:off x="455403" y="2042324"/>
              <a:ext cx="1682079" cy="1675005"/>
            </a:xfrm>
            <a:custGeom>
              <a:avLst/>
              <a:gdLst>
                <a:gd name="T0" fmla="*/ 4861 w 4907"/>
                <a:gd name="T1" fmla="*/ 5375 h 5375"/>
                <a:gd name="T2" fmla="*/ 46 w 4907"/>
                <a:gd name="T3" fmla="*/ 5375 h 5375"/>
                <a:gd name="T4" fmla="*/ 46 w 4907"/>
                <a:gd name="T5" fmla="*/ 5375 h 5375"/>
                <a:gd name="T6" fmla="*/ 36 w 4907"/>
                <a:gd name="T7" fmla="*/ 5373 h 5375"/>
                <a:gd name="T8" fmla="*/ 28 w 4907"/>
                <a:gd name="T9" fmla="*/ 5371 h 5375"/>
                <a:gd name="T10" fmla="*/ 20 w 4907"/>
                <a:gd name="T11" fmla="*/ 5367 h 5375"/>
                <a:gd name="T12" fmla="*/ 12 w 4907"/>
                <a:gd name="T13" fmla="*/ 5361 h 5375"/>
                <a:gd name="T14" fmla="*/ 8 w 4907"/>
                <a:gd name="T15" fmla="*/ 5353 h 5375"/>
                <a:gd name="T16" fmla="*/ 4 w 4907"/>
                <a:gd name="T17" fmla="*/ 5347 h 5375"/>
                <a:gd name="T18" fmla="*/ 0 w 4907"/>
                <a:gd name="T19" fmla="*/ 5337 h 5375"/>
                <a:gd name="T20" fmla="*/ 0 w 4907"/>
                <a:gd name="T21" fmla="*/ 5329 h 5375"/>
                <a:gd name="T22" fmla="*/ 0 w 4907"/>
                <a:gd name="T23" fmla="*/ 44 h 5375"/>
                <a:gd name="T24" fmla="*/ 0 w 4907"/>
                <a:gd name="T25" fmla="*/ 44 h 5375"/>
                <a:gd name="T26" fmla="*/ 0 w 4907"/>
                <a:gd name="T27" fmla="*/ 36 h 5375"/>
                <a:gd name="T28" fmla="*/ 4 w 4907"/>
                <a:gd name="T29" fmla="*/ 26 h 5375"/>
                <a:gd name="T30" fmla="*/ 8 w 4907"/>
                <a:gd name="T31" fmla="*/ 20 h 5375"/>
                <a:gd name="T32" fmla="*/ 12 w 4907"/>
                <a:gd name="T33" fmla="*/ 12 h 5375"/>
                <a:gd name="T34" fmla="*/ 20 w 4907"/>
                <a:gd name="T35" fmla="*/ 6 h 5375"/>
                <a:gd name="T36" fmla="*/ 28 w 4907"/>
                <a:gd name="T37" fmla="*/ 2 h 5375"/>
                <a:gd name="T38" fmla="*/ 36 w 4907"/>
                <a:gd name="T39" fmla="*/ 0 h 5375"/>
                <a:gd name="T40" fmla="*/ 46 w 4907"/>
                <a:gd name="T41" fmla="*/ 0 h 5375"/>
                <a:gd name="T42" fmla="*/ 4861 w 4907"/>
                <a:gd name="T43" fmla="*/ 0 h 5375"/>
                <a:gd name="T44" fmla="*/ 4861 w 4907"/>
                <a:gd name="T45" fmla="*/ 0 h 5375"/>
                <a:gd name="T46" fmla="*/ 4871 w 4907"/>
                <a:gd name="T47" fmla="*/ 0 h 5375"/>
                <a:gd name="T48" fmla="*/ 4879 w 4907"/>
                <a:gd name="T49" fmla="*/ 2 h 5375"/>
                <a:gd name="T50" fmla="*/ 4887 w 4907"/>
                <a:gd name="T51" fmla="*/ 6 h 5375"/>
                <a:gd name="T52" fmla="*/ 4893 w 4907"/>
                <a:gd name="T53" fmla="*/ 12 h 5375"/>
                <a:gd name="T54" fmla="*/ 4899 w 4907"/>
                <a:gd name="T55" fmla="*/ 20 h 5375"/>
                <a:gd name="T56" fmla="*/ 4903 w 4907"/>
                <a:gd name="T57" fmla="*/ 26 h 5375"/>
                <a:gd name="T58" fmla="*/ 4907 w 4907"/>
                <a:gd name="T59" fmla="*/ 36 h 5375"/>
                <a:gd name="T60" fmla="*/ 4907 w 4907"/>
                <a:gd name="T61" fmla="*/ 44 h 5375"/>
                <a:gd name="T62" fmla="*/ 4907 w 4907"/>
                <a:gd name="T63" fmla="*/ 44 h 5375"/>
                <a:gd name="T64" fmla="*/ 4907 w 4907"/>
                <a:gd name="T65" fmla="*/ 54 h 5375"/>
                <a:gd name="T66" fmla="*/ 4903 w 4907"/>
                <a:gd name="T67" fmla="*/ 62 h 5375"/>
                <a:gd name="T68" fmla="*/ 4899 w 4907"/>
                <a:gd name="T69" fmla="*/ 70 h 5375"/>
                <a:gd name="T70" fmla="*/ 4893 w 4907"/>
                <a:gd name="T71" fmla="*/ 76 h 5375"/>
                <a:gd name="T72" fmla="*/ 4887 w 4907"/>
                <a:gd name="T73" fmla="*/ 82 h 5375"/>
                <a:gd name="T74" fmla="*/ 4879 w 4907"/>
                <a:gd name="T75" fmla="*/ 86 h 5375"/>
                <a:gd name="T76" fmla="*/ 4871 w 4907"/>
                <a:gd name="T77" fmla="*/ 90 h 5375"/>
                <a:gd name="T78" fmla="*/ 4861 w 4907"/>
                <a:gd name="T79" fmla="*/ 90 h 5375"/>
                <a:gd name="T80" fmla="*/ 90 w 4907"/>
                <a:gd name="T81" fmla="*/ 90 h 5375"/>
                <a:gd name="T82" fmla="*/ 90 w 4907"/>
                <a:gd name="T83" fmla="*/ 5284 h 5375"/>
                <a:gd name="T84" fmla="*/ 4861 w 4907"/>
                <a:gd name="T85" fmla="*/ 5284 h 5375"/>
                <a:gd name="T86" fmla="*/ 4861 w 4907"/>
                <a:gd name="T87" fmla="*/ 5284 h 5375"/>
                <a:gd name="T88" fmla="*/ 4871 w 4907"/>
                <a:gd name="T89" fmla="*/ 5284 h 5375"/>
                <a:gd name="T90" fmla="*/ 4879 w 4907"/>
                <a:gd name="T91" fmla="*/ 5288 h 5375"/>
                <a:gd name="T92" fmla="*/ 4887 w 4907"/>
                <a:gd name="T93" fmla="*/ 5292 h 5375"/>
                <a:gd name="T94" fmla="*/ 4893 w 4907"/>
                <a:gd name="T95" fmla="*/ 5298 h 5375"/>
                <a:gd name="T96" fmla="*/ 4899 w 4907"/>
                <a:gd name="T97" fmla="*/ 5304 h 5375"/>
                <a:gd name="T98" fmla="*/ 4903 w 4907"/>
                <a:gd name="T99" fmla="*/ 5312 h 5375"/>
                <a:gd name="T100" fmla="*/ 4907 w 4907"/>
                <a:gd name="T101" fmla="*/ 5319 h 5375"/>
                <a:gd name="T102" fmla="*/ 4907 w 4907"/>
                <a:gd name="T103" fmla="*/ 5329 h 5375"/>
                <a:gd name="T104" fmla="*/ 4907 w 4907"/>
                <a:gd name="T105" fmla="*/ 5329 h 5375"/>
                <a:gd name="T106" fmla="*/ 4907 w 4907"/>
                <a:gd name="T107" fmla="*/ 5337 h 5375"/>
                <a:gd name="T108" fmla="*/ 4903 w 4907"/>
                <a:gd name="T109" fmla="*/ 5347 h 5375"/>
                <a:gd name="T110" fmla="*/ 4899 w 4907"/>
                <a:gd name="T111" fmla="*/ 5353 h 5375"/>
                <a:gd name="T112" fmla="*/ 4893 w 4907"/>
                <a:gd name="T113" fmla="*/ 5361 h 5375"/>
                <a:gd name="T114" fmla="*/ 4887 w 4907"/>
                <a:gd name="T115" fmla="*/ 5367 h 5375"/>
                <a:gd name="T116" fmla="*/ 4879 w 4907"/>
                <a:gd name="T117" fmla="*/ 5371 h 5375"/>
                <a:gd name="T118" fmla="*/ 4871 w 4907"/>
                <a:gd name="T119" fmla="*/ 5373 h 5375"/>
                <a:gd name="T120" fmla="*/ 4861 w 4907"/>
                <a:gd name="T121" fmla="*/ 5375 h 5375"/>
                <a:gd name="T122" fmla="*/ 4861 w 4907"/>
                <a:gd name="T123" fmla="*/ 5375 h 5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07" h="5375">
                  <a:moveTo>
                    <a:pt x="4861" y="5375"/>
                  </a:moveTo>
                  <a:lnTo>
                    <a:pt x="46" y="5375"/>
                  </a:lnTo>
                  <a:lnTo>
                    <a:pt x="46" y="5375"/>
                  </a:lnTo>
                  <a:lnTo>
                    <a:pt x="36" y="5373"/>
                  </a:lnTo>
                  <a:lnTo>
                    <a:pt x="28" y="5371"/>
                  </a:lnTo>
                  <a:lnTo>
                    <a:pt x="20" y="5367"/>
                  </a:lnTo>
                  <a:lnTo>
                    <a:pt x="12" y="5361"/>
                  </a:lnTo>
                  <a:lnTo>
                    <a:pt x="8" y="5353"/>
                  </a:lnTo>
                  <a:lnTo>
                    <a:pt x="4" y="5347"/>
                  </a:lnTo>
                  <a:lnTo>
                    <a:pt x="0" y="5337"/>
                  </a:lnTo>
                  <a:lnTo>
                    <a:pt x="0" y="5329"/>
                  </a:lnTo>
                  <a:lnTo>
                    <a:pt x="0" y="44"/>
                  </a:lnTo>
                  <a:lnTo>
                    <a:pt x="0" y="44"/>
                  </a:lnTo>
                  <a:lnTo>
                    <a:pt x="0" y="36"/>
                  </a:lnTo>
                  <a:lnTo>
                    <a:pt x="4" y="26"/>
                  </a:lnTo>
                  <a:lnTo>
                    <a:pt x="8" y="20"/>
                  </a:lnTo>
                  <a:lnTo>
                    <a:pt x="12" y="12"/>
                  </a:lnTo>
                  <a:lnTo>
                    <a:pt x="20" y="6"/>
                  </a:lnTo>
                  <a:lnTo>
                    <a:pt x="28" y="2"/>
                  </a:lnTo>
                  <a:lnTo>
                    <a:pt x="36" y="0"/>
                  </a:lnTo>
                  <a:lnTo>
                    <a:pt x="46" y="0"/>
                  </a:lnTo>
                  <a:lnTo>
                    <a:pt x="4861" y="0"/>
                  </a:lnTo>
                  <a:lnTo>
                    <a:pt x="4861" y="0"/>
                  </a:lnTo>
                  <a:lnTo>
                    <a:pt x="4871" y="0"/>
                  </a:lnTo>
                  <a:lnTo>
                    <a:pt x="4879" y="2"/>
                  </a:lnTo>
                  <a:lnTo>
                    <a:pt x="4887" y="6"/>
                  </a:lnTo>
                  <a:lnTo>
                    <a:pt x="4893" y="12"/>
                  </a:lnTo>
                  <a:lnTo>
                    <a:pt x="4899" y="20"/>
                  </a:lnTo>
                  <a:lnTo>
                    <a:pt x="4903" y="26"/>
                  </a:lnTo>
                  <a:lnTo>
                    <a:pt x="4907" y="36"/>
                  </a:lnTo>
                  <a:lnTo>
                    <a:pt x="4907" y="44"/>
                  </a:lnTo>
                  <a:lnTo>
                    <a:pt x="4907" y="44"/>
                  </a:lnTo>
                  <a:lnTo>
                    <a:pt x="4907" y="54"/>
                  </a:lnTo>
                  <a:lnTo>
                    <a:pt x="4903" y="62"/>
                  </a:lnTo>
                  <a:lnTo>
                    <a:pt x="4899" y="70"/>
                  </a:lnTo>
                  <a:lnTo>
                    <a:pt x="4893" y="76"/>
                  </a:lnTo>
                  <a:lnTo>
                    <a:pt x="4887" y="82"/>
                  </a:lnTo>
                  <a:lnTo>
                    <a:pt x="4879" y="86"/>
                  </a:lnTo>
                  <a:lnTo>
                    <a:pt x="4871" y="90"/>
                  </a:lnTo>
                  <a:lnTo>
                    <a:pt x="4861" y="90"/>
                  </a:lnTo>
                  <a:lnTo>
                    <a:pt x="90" y="90"/>
                  </a:lnTo>
                  <a:lnTo>
                    <a:pt x="90" y="5284"/>
                  </a:lnTo>
                  <a:lnTo>
                    <a:pt x="4861" y="5284"/>
                  </a:lnTo>
                  <a:lnTo>
                    <a:pt x="4861" y="5284"/>
                  </a:lnTo>
                  <a:lnTo>
                    <a:pt x="4871" y="5284"/>
                  </a:lnTo>
                  <a:lnTo>
                    <a:pt x="4879" y="5288"/>
                  </a:lnTo>
                  <a:lnTo>
                    <a:pt x="4887" y="5292"/>
                  </a:lnTo>
                  <a:lnTo>
                    <a:pt x="4893" y="5298"/>
                  </a:lnTo>
                  <a:lnTo>
                    <a:pt x="4899" y="5304"/>
                  </a:lnTo>
                  <a:lnTo>
                    <a:pt x="4903" y="5312"/>
                  </a:lnTo>
                  <a:lnTo>
                    <a:pt x="4907" y="5319"/>
                  </a:lnTo>
                  <a:lnTo>
                    <a:pt x="4907" y="5329"/>
                  </a:lnTo>
                  <a:lnTo>
                    <a:pt x="4907" y="5329"/>
                  </a:lnTo>
                  <a:lnTo>
                    <a:pt x="4907" y="5337"/>
                  </a:lnTo>
                  <a:lnTo>
                    <a:pt x="4903" y="5347"/>
                  </a:lnTo>
                  <a:lnTo>
                    <a:pt x="4899" y="5353"/>
                  </a:lnTo>
                  <a:lnTo>
                    <a:pt x="4893" y="5361"/>
                  </a:lnTo>
                  <a:lnTo>
                    <a:pt x="4887" y="5367"/>
                  </a:lnTo>
                  <a:lnTo>
                    <a:pt x="4879" y="5371"/>
                  </a:lnTo>
                  <a:lnTo>
                    <a:pt x="4871" y="5373"/>
                  </a:lnTo>
                  <a:lnTo>
                    <a:pt x="4861" y="5375"/>
                  </a:lnTo>
                  <a:lnTo>
                    <a:pt x="4861" y="537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91" tIns="39096" rIns="78191" bIns="3909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1200"/>
            </a:p>
          </p:txBody>
        </p:sp>
        <p:sp>
          <p:nvSpPr>
            <p:cNvPr id="3076" name="Freeform 6">
              <a:extLst>
                <a:ext uri="{FF2B5EF4-FFF2-40B4-BE49-F238E27FC236}">
                  <a16:creationId xmlns:a16="http://schemas.microsoft.com/office/drawing/2014/main" id="{ECDD7ECB-5D7F-4BC4-81F3-05CA61BD303C}"/>
                </a:ext>
              </a:extLst>
            </p:cNvPr>
            <p:cNvSpPr>
              <a:spLocks/>
            </p:cNvSpPr>
            <p:nvPr/>
          </p:nvSpPr>
          <p:spPr bwMode="auto">
            <a:xfrm>
              <a:off x="616515" y="2119000"/>
              <a:ext cx="1520967" cy="1521309"/>
            </a:xfrm>
            <a:custGeom>
              <a:avLst/>
              <a:gdLst>
                <a:gd name="T0" fmla="*/ 4391 w 4437"/>
                <a:gd name="T1" fmla="*/ 4438 h 4438"/>
                <a:gd name="T2" fmla="*/ 44 w 4437"/>
                <a:gd name="T3" fmla="*/ 4438 h 4438"/>
                <a:gd name="T4" fmla="*/ 44 w 4437"/>
                <a:gd name="T5" fmla="*/ 4438 h 4438"/>
                <a:gd name="T6" fmla="*/ 36 w 4437"/>
                <a:gd name="T7" fmla="*/ 4436 h 4438"/>
                <a:gd name="T8" fmla="*/ 26 w 4437"/>
                <a:gd name="T9" fmla="*/ 4434 h 4438"/>
                <a:gd name="T10" fmla="*/ 20 w 4437"/>
                <a:gd name="T11" fmla="*/ 4430 h 4438"/>
                <a:gd name="T12" fmla="*/ 12 w 4437"/>
                <a:gd name="T13" fmla="*/ 4424 h 4438"/>
                <a:gd name="T14" fmla="*/ 6 w 4437"/>
                <a:gd name="T15" fmla="*/ 4418 h 4438"/>
                <a:gd name="T16" fmla="*/ 2 w 4437"/>
                <a:gd name="T17" fmla="*/ 4410 h 4438"/>
                <a:gd name="T18" fmla="*/ 0 w 4437"/>
                <a:gd name="T19" fmla="*/ 4402 h 4438"/>
                <a:gd name="T20" fmla="*/ 0 w 4437"/>
                <a:gd name="T21" fmla="*/ 4392 h 4438"/>
                <a:gd name="T22" fmla="*/ 0 w 4437"/>
                <a:gd name="T23" fmla="*/ 4392 h 4438"/>
                <a:gd name="T24" fmla="*/ 0 w 4437"/>
                <a:gd name="T25" fmla="*/ 4382 h 4438"/>
                <a:gd name="T26" fmla="*/ 2 w 4437"/>
                <a:gd name="T27" fmla="*/ 4374 h 4438"/>
                <a:gd name="T28" fmla="*/ 6 w 4437"/>
                <a:gd name="T29" fmla="*/ 4366 h 4438"/>
                <a:gd name="T30" fmla="*/ 12 w 4437"/>
                <a:gd name="T31" fmla="*/ 4360 h 4438"/>
                <a:gd name="T32" fmla="*/ 20 w 4437"/>
                <a:gd name="T33" fmla="*/ 4354 h 4438"/>
                <a:gd name="T34" fmla="*/ 26 w 4437"/>
                <a:gd name="T35" fmla="*/ 4350 h 4438"/>
                <a:gd name="T36" fmla="*/ 36 w 4437"/>
                <a:gd name="T37" fmla="*/ 4348 h 4438"/>
                <a:gd name="T38" fmla="*/ 44 w 4437"/>
                <a:gd name="T39" fmla="*/ 4346 h 4438"/>
                <a:gd name="T40" fmla="*/ 4345 w 4437"/>
                <a:gd name="T41" fmla="*/ 4346 h 4438"/>
                <a:gd name="T42" fmla="*/ 4345 w 4437"/>
                <a:gd name="T43" fmla="*/ 92 h 4438"/>
                <a:gd name="T44" fmla="*/ 44 w 4437"/>
                <a:gd name="T45" fmla="*/ 92 h 4438"/>
                <a:gd name="T46" fmla="*/ 44 w 4437"/>
                <a:gd name="T47" fmla="*/ 92 h 4438"/>
                <a:gd name="T48" fmla="*/ 36 w 4437"/>
                <a:gd name="T49" fmla="*/ 90 h 4438"/>
                <a:gd name="T50" fmla="*/ 26 w 4437"/>
                <a:gd name="T51" fmla="*/ 88 h 4438"/>
                <a:gd name="T52" fmla="*/ 20 w 4437"/>
                <a:gd name="T53" fmla="*/ 84 h 4438"/>
                <a:gd name="T54" fmla="*/ 12 w 4437"/>
                <a:gd name="T55" fmla="*/ 78 h 4438"/>
                <a:gd name="T56" fmla="*/ 6 w 4437"/>
                <a:gd name="T57" fmla="*/ 72 h 4438"/>
                <a:gd name="T58" fmla="*/ 2 w 4437"/>
                <a:gd name="T59" fmla="*/ 64 h 4438"/>
                <a:gd name="T60" fmla="*/ 0 w 4437"/>
                <a:gd name="T61" fmla="*/ 56 h 4438"/>
                <a:gd name="T62" fmla="*/ 0 w 4437"/>
                <a:gd name="T63" fmla="*/ 46 h 4438"/>
                <a:gd name="T64" fmla="*/ 0 w 4437"/>
                <a:gd name="T65" fmla="*/ 46 h 4438"/>
                <a:gd name="T66" fmla="*/ 0 w 4437"/>
                <a:gd name="T67" fmla="*/ 36 h 4438"/>
                <a:gd name="T68" fmla="*/ 2 w 4437"/>
                <a:gd name="T69" fmla="*/ 28 h 4438"/>
                <a:gd name="T70" fmla="*/ 6 w 4437"/>
                <a:gd name="T71" fmla="*/ 20 h 4438"/>
                <a:gd name="T72" fmla="*/ 12 w 4437"/>
                <a:gd name="T73" fmla="*/ 14 h 4438"/>
                <a:gd name="T74" fmla="*/ 20 w 4437"/>
                <a:gd name="T75" fmla="*/ 8 h 4438"/>
                <a:gd name="T76" fmla="*/ 26 w 4437"/>
                <a:gd name="T77" fmla="*/ 4 h 4438"/>
                <a:gd name="T78" fmla="*/ 36 w 4437"/>
                <a:gd name="T79" fmla="*/ 2 h 4438"/>
                <a:gd name="T80" fmla="*/ 44 w 4437"/>
                <a:gd name="T81" fmla="*/ 0 h 4438"/>
                <a:gd name="T82" fmla="*/ 4391 w 4437"/>
                <a:gd name="T83" fmla="*/ 0 h 4438"/>
                <a:gd name="T84" fmla="*/ 4391 w 4437"/>
                <a:gd name="T85" fmla="*/ 0 h 4438"/>
                <a:gd name="T86" fmla="*/ 4401 w 4437"/>
                <a:gd name="T87" fmla="*/ 2 h 4438"/>
                <a:gd name="T88" fmla="*/ 4409 w 4437"/>
                <a:gd name="T89" fmla="*/ 4 h 4438"/>
                <a:gd name="T90" fmla="*/ 4417 w 4437"/>
                <a:gd name="T91" fmla="*/ 8 h 4438"/>
                <a:gd name="T92" fmla="*/ 4423 w 4437"/>
                <a:gd name="T93" fmla="*/ 14 h 4438"/>
                <a:gd name="T94" fmla="*/ 4429 w 4437"/>
                <a:gd name="T95" fmla="*/ 20 h 4438"/>
                <a:gd name="T96" fmla="*/ 4433 w 4437"/>
                <a:gd name="T97" fmla="*/ 28 h 4438"/>
                <a:gd name="T98" fmla="*/ 4437 w 4437"/>
                <a:gd name="T99" fmla="*/ 36 h 4438"/>
                <a:gd name="T100" fmla="*/ 4437 w 4437"/>
                <a:gd name="T101" fmla="*/ 46 h 4438"/>
                <a:gd name="T102" fmla="*/ 4437 w 4437"/>
                <a:gd name="T103" fmla="*/ 4392 h 4438"/>
                <a:gd name="T104" fmla="*/ 4437 w 4437"/>
                <a:gd name="T105" fmla="*/ 4392 h 4438"/>
                <a:gd name="T106" fmla="*/ 4437 w 4437"/>
                <a:gd name="T107" fmla="*/ 4402 h 4438"/>
                <a:gd name="T108" fmla="*/ 4433 w 4437"/>
                <a:gd name="T109" fmla="*/ 4410 h 4438"/>
                <a:gd name="T110" fmla="*/ 4429 w 4437"/>
                <a:gd name="T111" fmla="*/ 4418 h 4438"/>
                <a:gd name="T112" fmla="*/ 4423 w 4437"/>
                <a:gd name="T113" fmla="*/ 4424 h 4438"/>
                <a:gd name="T114" fmla="*/ 4417 w 4437"/>
                <a:gd name="T115" fmla="*/ 4430 h 4438"/>
                <a:gd name="T116" fmla="*/ 4409 w 4437"/>
                <a:gd name="T117" fmla="*/ 4434 h 4438"/>
                <a:gd name="T118" fmla="*/ 4401 w 4437"/>
                <a:gd name="T119" fmla="*/ 4436 h 4438"/>
                <a:gd name="T120" fmla="*/ 4391 w 4437"/>
                <a:gd name="T121" fmla="*/ 4438 h 4438"/>
                <a:gd name="T122" fmla="*/ 4391 w 4437"/>
                <a:gd name="T123" fmla="*/ 4438 h 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437" h="4438">
                  <a:moveTo>
                    <a:pt x="4391" y="4438"/>
                  </a:moveTo>
                  <a:lnTo>
                    <a:pt x="44" y="4438"/>
                  </a:lnTo>
                  <a:lnTo>
                    <a:pt x="44" y="4438"/>
                  </a:lnTo>
                  <a:lnTo>
                    <a:pt x="36" y="4436"/>
                  </a:lnTo>
                  <a:lnTo>
                    <a:pt x="26" y="4434"/>
                  </a:lnTo>
                  <a:lnTo>
                    <a:pt x="20" y="4430"/>
                  </a:lnTo>
                  <a:lnTo>
                    <a:pt x="12" y="4424"/>
                  </a:lnTo>
                  <a:lnTo>
                    <a:pt x="6" y="4418"/>
                  </a:lnTo>
                  <a:lnTo>
                    <a:pt x="2" y="4410"/>
                  </a:lnTo>
                  <a:lnTo>
                    <a:pt x="0" y="4402"/>
                  </a:lnTo>
                  <a:lnTo>
                    <a:pt x="0" y="4392"/>
                  </a:lnTo>
                  <a:lnTo>
                    <a:pt x="0" y="4392"/>
                  </a:lnTo>
                  <a:lnTo>
                    <a:pt x="0" y="4382"/>
                  </a:lnTo>
                  <a:lnTo>
                    <a:pt x="2" y="4374"/>
                  </a:lnTo>
                  <a:lnTo>
                    <a:pt x="6" y="4366"/>
                  </a:lnTo>
                  <a:lnTo>
                    <a:pt x="12" y="4360"/>
                  </a:lnTo>
                  <a:lnTo>
                    <a:pt x="20" y="4354"/>
                  </a:lnTo>
                  <a:lnTo>
                    <a:pt x="26" y="4350"/>
                  </a:lnTo>
                  <a:lnTo>
                    <a:pt x="36" y="4348"/>
                  </a:lnTo>
                  <a:lnTo>
                    <a:pt x="44" y="4346"/>
                  </a:lnTo>
                  <a:lnTo>
                    <a:pt x="4345" y="4346"/>
                  </a:lnTo>
                  <a:lnTo>
                    <a:pt x="4345" y="92"/>
                  </a:lnTo>
                  <a:lnTo>
                    <a:pt x="44" y="92"/>
                  </a:lnTo>
                  <a:lnTo>
                    <a:pt x="44" y="92"/>
                  </a:lnTo>
                  <a:lnTo>
                    <a:pt x="36" y="90"/>
                  </a:lnTo>
                  <a:lnTo>
                    <a:pt x="26" y="88"/>
                  </a:lnTo>
                  <a:lnTo>
                    <a:pt x="20" y="84"/>
                  </a:lnTo>
                  <a:lnTo>
                    <a:pt x="12" y="78"/>
                  </a:lnTo>
                  <a:lnTo>
                    <a:pt x="6" y="72"/>
                  </a:lnTo>
                  <a:lnTo>
                    <a:pt x="2" y="64"/>
                  </a:lnTo>
                  <a:lnTo>
                    <a:pt x="0" y="56"/>
                  </a:lnTo>
                  <a:lnTo>
                    <a:pt x="0" y="46"/>
                  </a:lnTo>
                  <a:lnTo>
                    <a:pt x="0" y="46"/>
                  </a:lnTo>
                  <a:lnTo>
                    <a:pt x="0" y="36"/>
                  </a:lnTo>
                  <a:lnTo>
                    <a:pt x="2" y="28"/>
                  </a:lnTo>
                  <a:lnTo>
                    <a:pt x="6" y="20"/>
                  </a:lnTo>
                  <a:lnTo>
                    <a:pt x="12" y="14"/>
                  </a:lnTo>
                  <a:lnTo>
                    <a:pt x="20" y="8"/>
                  </a:lnTo>
                  <a:lnTo>
                    <a:pt x="26" y="4"/>
                  </a:lnTo>
                  <a:lnTo>
                    <a:pt x="36" y="2"/>
                  </a:lnTo>
                  <a:lnTo>
                    <a:pt x="44" y="0"/>
                  </a:lnTo>
                  <a:lnTo>
                    <a:pt x="4391" y="0"/>
                  </a:lnTo>
                  <a:lnTo>
                    <a:pt x="4391" y="0"/>
                  </a:lnTo>
                  <a:lnTo>
                    <a:pt x="4401" y="2"/>
                  </a:lnTo>
                  <a:lnTo>
                    <a:pt x="4409" y="4"/>
                  </a:lnTo>
                  <a:lnTo>
                    <a:pt x="4417" y="8"/>
                  </a:lnTo>
                  <a:lnTo>
                    <a:pt x="4423" y="14"/>
                  </a:lnTo>
                  <a:lnTo>
                    <a:pt x="4429" y="20"/>
                  </a:lnTo>
                  <a:lnTo>
                    <a:pt x="4433" y="28"/>
                  </a:lnTo>
                  <a:lnTo>
                    <a:pt x="4437" y="36"/>
                  </a:lnTo>
                  <a:lnTo>
                    <a:pt x="4437" y="46"/>
                  </a:lnTo>
                  <a:lnTo>
                    <a:pt x="4437" y="4392"/>
                  </a:lnTo>
                  <a:lnTo>
                    <a:pt x="4437" y="4392"/>
                  </a:lnTo>
                  <a:lnTo>
                    <a:pt x="4437" y="4402"/>
                  </a:lnTo>
                  <a:lnTo>
                    <a:pt x="4433" y="4410"/>
                  </a:lnTo>
                  <a:lnTo>
                    <a:pt x="4429" y="4418"/>
                  </a:lnTo>
                  <a:lnTo>
                    <a:pt x="4423" y="4424"/>
                  </a:lnTo>
                  <a:lnTo>
                    <a:pt x="4417" y="4430"/>
                  </a:lnTo>
                  <a:lnTo>
                    <a:pt x="4409" y="4434"/>
                  </a:lnTo>
                  <a:lnTo>
                    <a:pt x="4401" y="4436"/>
                  </a:lnTo>
                  <a:lnTo>
                    <a:pt x="4391" y="4438"/>
                  </a:lnTo>
                  <a:lnTo>
                    <a:pt x="4391" y="44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91" tIns="39096" rIns="78191" bIns="3909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1200"/>
            </a:p>
          </p:txBody>
        </p:sp>
      </p:grpSp>
      <p:sp>
        <p:nvSpPr>
          <p:cNvPr id="117" name="TextBox 193">
            <a:extLst>
              <a:ext uri="{FF2B5EF4-FFF2-40B4-BE49-F238E27FC236}">
                <a16:creationId xmlns:a16="http://schemas.microsoft.com/office/drawing/2014/main" id="{D30CAB87-165E-4914-8B01-5BAE0F82867D}"/>
              </a:ext>
            </a:extLst>
          </p:cNvPr>
          <p:cNvSpPr txBox="1"/>
          <p:nvPr/>
        </p:nvSpPr>
        <p:spPr>
          <a:xfrm>
            <a:off x="9496660" y="2460470"/>
            <a:ext cx="2033327" cy="138499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sz="1200" b="1"/>
              <a:t>Materiality </a:t>
            </a:r>
          </a:p>
          <a:p>
            <a:pPr lvl="0" algn="ctr"/>
            <a:endParaRPr lang="en-US" sz="1200" b="1"/>
          </a:p>
          <a:p>
            <a:pPr lvl="0" algn="ctr"/>
            <a:r>
              <a:rPr lang="en-US" sz="1200"/>
              <a:t>It requires organizations to focus on issues that are most significant to both the organization and its stakeholders.</a:t>
            </a:r>
            <a:endParaRPr lang="en-US" sz="1200">
              <a:sym typeface="Arial"/>
            </a:endParaRPr>
          </a:p>
        </p:txBody>
      </p:sp>
      <p:grpSp>
        <p:nvGrpSpPr>
          <p:cNvPr id="118" name="Group 117">
            <a:extLst>
              <a:ext uri="{FF2B5EF4-FFF2-40B4-BE49-F238E27FC236}">
                <a16:creationId xmlns:a16="http://schemas.microsoft.com/office/drawing/2014/main" id="{2CC4DB2D-EE4A-44DB-AB25-8BA4C1D10788}"/>
              </a:ext>
            </a:extLst>
          </p:cNvPr>
          <p:cNvGrpSpPr/>
          <p:nvPr/>
        </p:nvGrpSpPr>
        <p:grpSpPr>
          <a:xfrm>
            <a:off x="3941703" y="4353113"/>
            <a:ext cx="2248711" cy="1996805"/>
            <a:chOff x="455403" y="2042324"/>
            <a:chExt cx="1682079" cy="1675005"/>
          </a:xfrm>
        </p:grpSpPr>
        <p:sp>
          <p:nvSpPr>
            <p:cNvPr id="3072" name="Freeform 5">
              <a:extLst>
                <a:ext uri="{FF2B5EF4-FFF2-40B4-BE49-F238E27FC236}">
                  <a16:creationId xmlns:a16="http://schemas.microsoft.com/office/drawing/2014/main" id="{26EADDF4-B01B-4AA1-8EBF-08D7CD09CA9F}"/>
                </a:ext>
              </a:extLst>
            </p:cNvPr>
            <p:cNvSpPr>
              <a:spLocks/>
            </p:cNvSpPr>
            <p:nvPr/>
          </p:nvSpPr>
          <p:spPr bwMode="auto">
            <a:xfrm>
              <a:off x="455403" y="2042324"/>
              <a:ext cx="1682079" cy="1675005"/>
            </a:xfrm>
            <a:custGeom>
              <a:avLst/>
              <a:gdLst>
                <a:gd name="T0" fmla="*/ 4861 w 4907"/>
                <a:gd name="T1" fmla="*/ 5375 h 5375"/>
                <a:gd name="T2" fmla="*/ 46 w 4907"/>
                <a:gd name="T3" fmla="*/ 5375 h 5375"/>
                <a:gd name="T4" fmla="*/ 46 w 4907"/>
                <a:gd name="T5" fmla="*/ 5375 h 5375"/>
                <a:gd name="T6" fmla="*/ 36 w 4907"/>
                <a:gd name="T7" fmla="*/ 5373 h 5375"/>
                <a:gd name="T8" fmla="*/ 28 w 4907"/>
                <a:gd name="T9" fmla="*/ 5371 h 5375"/>
                <a:gd name="T10" fmla="*/ 20 w 4907"/>
                <a:gd name="T11" fmla="*/ 5367 h 5375"/>
                <a:gd name="T12" fmla="*/ 12 w 4907"/>
                <a:gd name="T13" fmla="*/ 5361 h 5375"/>
                <a:gd name="T14" fmla="*/ 8 w 4907"/>
                <a:gd name="T15" fmla="*/ 5353 h 5375"/>
                <a:gd name="T16" fmla="*/ 4 w 4907"/>
                <a:gd name="T17" fmla="*/ 5347 h 5375"/>
                <a:gd name="T18" fmla="*/ 0 w 4907"/>
                <a:gd name="T19" fmla="*/ 5337 h 5375"/>
                <a:gd name="T20" fmla="*/ 0 w 4907"/>
                <a:gd name="T21" fmla="*/ 5329 h 5375"/>
                <a:gd name="T22" fmla="*/ 0 w 4907"/>
                <a:gd name="T23" fmla="*/ 44 h 5375"/>
                <a:gd name="T24" fmla="*/ 0 w 4907"/>
                <a:gd name="T25" fmla="*/ 44 h 5375"/>
                <a:gd name="T26" fmla="*/ 0 w 4907"/>
                <a:gd name="T27" fmla="*/ 36 h 5375"/>
                <a:gd name="T28" fmla="*/ 4 w 4907"/>
                <a:gd name="T29" fmla="*/ 26 h 5375"/>
                <a:gd name="T30" fmla="*/ 8 w 4907"/>
                <a:gd name="T31" fmla="*/ 20 h 5375"/>
                <a:gd name="T32" fmla="*/ 12 w 4907"/>
                <a:gd name="T33" fmla="*/ 12 h 5375"/>
                <a:gd name="T34" fmla="*/ 20 w 4907"/>
                <a:gd name="T35" fmla="*/ 6 h 5375"/>
                <a:gd name="T36" fmla="*/ 28 w 4907"/>
                <a:gd name="T37" fmla="*/ 2 h 5375"/>
                <a:gd name="T38" fmla="*/ 36 w 4907"/>
                <a:gd name="T39" fmla="*/ 0 h 5375"/>
                <a:gd name="T40" fmla="*/ 46 w 4907"/>
                <a:gd name="T41" fmla="*/ 0 h 5375"/>
                <a:gd name="T42" fmla="*/ 4861 w 4907"/>
                <a:gd name="T43" fmla="*/ 0 h 5375"/>
                <a:gd name="T44" fmla="*/ 4861 w 4907"/>
                <a:gd name="T45" fmla="*/ 0 h 5375"/>
                <a:gd name="T46" fmla="*/ 4871 w 4907"/>
                <a:gd name="T47" fmla="*/ 0 h 5375"/>
                <a:gd name="T48" fmla="*/ 4879 w 4907"/>
                <a:gd name="T49" fmla="*/ 2 h 5375"/>
                <a:gd name="T50" fmla="*/ 4887 w 4907"/>
                <a:gd name="T51" fmla="*/ 6 h 5375"/>
                <a:gd name="T52" fmla="*/ 4893 w 4907"/>
                <a:gd name="T53" fmla="*/ 12 h 5375"/>
                <a:gd name="T54" fmla="*/ 4899 w 4907"/>
                <a:gd name="T55" fmla="*/ 20 h 5375"/>
                <a:gd name="T56" fmla="*/ 4903 w 4907"/>
                <a:gd name="T57" fmla="*/ 26 h 5375"/>
                <a:gd name="T58" fmla="*/ 4907 w 4907"/>
                <a:gd name="T59" fmla="*/ 36 h 5375"/>
                <a:gd name="T60" fmla="*/ 4907 w 4907"/>
                <a:gd name="T61" fmla="*/ 44 h 5375"/>
                <a:gd name="T62" fmla="*/ 4907 w 4907"/>
                <a:gd name="T63" fmla="*/ 44 h 5375"/>
                <a:gd name="T64" fmla="*/ 4907 w 4907"/>
                <a:gd name="T65" fmla="*/ 54 h 5375"/>
                <a:gd name="T66" fmla="*/ 4903 w 4907"/>
                <a:gd name="T67" fmla="*/ 62 h 5375"/>
                <a:gd name="T68" fmla="*/ 4899 w 4907"/>
                <a:gd name="T69" fmla="*/ 70 h 5375"/>
                <a:gd name="T70" fmla="*/ 4893 w 4907"/>
                <a:gd name="T71" fmla="*/ 76 h 5375"/>
                <a:gd name="T72" fmla="*/ 4887 w 4907"/>
                <a:gd name="T73" fmla="*/ 82 h 5375"/>
                <a:gd name="T74" fmla="*/ 4879 w 4907"/>
                <a:gd name="T75" fmla="*/ 86 h 5375"/>
                <a:gd name="T76" fmla="*/ 4871 w 4907"/>
                <a:gd name="T77" fmla="*/ 90 h 5375"/>
                <a:gd name="T78" fmla="*/ 4861 w 4907"/>
                <a:gd name="T79" fmla="*/ 90 h 5375"/>
                <a:gd name="T80" fmla="*/ 90 w 4907"/>
                <a:gd name="T81" fmla="*/ 90 h 5375"/>
                <a:gd name="T82" fmla="*/ 90 w 4907"/>
                <a:gd name="T83" fmla="*/ 5284 h 5375"/>
                <a:gd name="T84" fmla="*/ 4861 w 4907"/>
                <a:gd name="T85" fmla="*/ 5284 h 5375"/>
                <a:gd name="T86" fmla="*/ 4861 w 4907"/>
                <a:gd name="T87" fmla="*/ 5284 h 5375"/>
                <a:gd name="T88" fmla="*/ 4871 w 4907"/>
                <a:gd name="T89" fmla="*/ 5284 h 5375"/>
                <a:gd name="T90" fmla="*/ 4879 w 4907"/>
                <a:gd name="T91" fmla="*/ 5288 h 5375"/>
                <a:gd name="T92" fmla="*/ 4887 w 4907"/>
                <a:gd name="T93" fmla="*/ 5292 h 5375"/>
                <a:gd name="T94" fmla="*/ 4893 w 4907"/>
                <a:gd name="T95" fmla="*/ 5298 h 5375"/>
                <a:gd name="T96" fmla="*/ 4899 w 4907"/>
                <a:gd name="T97" fmla="*/ 5304 h 5375"/>
                <a:gd name="T98" fmla="*/ 4903 w 4907"/>
                <a:gd name="T99" fmla="*/ 5312 h 5375"/>
                <a:gd name="T100" fmla="*/ 4907 w 4907"/>
                <a:gd name="T101" fmla="*/ 5319 h 5375"/>
                <a:gd name="T102" fmla="*/ 4907 w 4907"/>
                <a:gd name="T103" fmla="*/ 5329 h 5375"/>
                <a:gd name="T104" fmla="*/ 4907 w 4907"/>
                <a:gd name="T105" fmla="*/ 5329 h 5375"/>
                <a:gd name="T106" fmla="*/ 4907 w 4907"/>
                <a:gd name="T107" fmla="*/ 5337 h 5375"/>
                <a:gd name="T108" fmla="*/ 4903 w 4907"/>
                <a:gd name="T109" fmla="*/ 5347 h 5375"/>
                <a:gd name="T110" fmla="*/ 4899 w 4907"/>
                <a:gd name="T111" fmla="*/ 5353 h 5375"/>
                <a:gd name="T112" fmla="*/ 4893 w 4907"/>
                <a:gd name="T113" fmla="*/ 5361 h 5375"/>
                <a:gd name="T114" fmla="*/ 4887 w 4907"/>
                <a:gd name="T115" fmla="*/ 5367 h 5375"/>
                <a:gd name="T116" fmla="*/ 4879 w 4907"/>
                <a:gd name="T117" fmla="*/ 5371 h 5375"/>
                <a:gd name="T118" fmla="*/ 4871 w 4907"/>
                <a:gd name="T119" fmla="*/ 5373 h 5375"/>
                <a:gd name="T120" fmla="*/ 4861 w 4907"/>
                <a:gd name="T121" fmla="*/ 5375 h 5375"/>
                <a:gd name="T122" fmla="*/ 4861 w 4907"/>
                <a:gd name="T123" fmla="*/ 5375 h 5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07" h="5375">
                  <a:moveTo>
                    <a:pt x="4861" y="5375"/>
                  </a:moveTo>
                  <a:lnTo>
                    <a:pt x="46" y="5375"/>
                  </a:lnTo>
                  <a:lnTo>
                    <a:pt x="46" y="5375"/>
                  </a:lnTo>
                  <a:lnTo>
                    <a:pt x="36" y="5373"/>
                  </a:lnTo>
                  <a:lnTo>
                    <a:pt x="28" y="5371"/>
                  </a:lnTo>
                  <a:lnTo>
                    <a:pt x="20" y="5367"/>
                  </a:lnTo>
                  <a:lnTo>
                    <a:pt x="12" y="5361"/>
                  </a:lnTo>
                  <a:lnTo>
                    <a:pt x="8" y="5353"/>
                  </a:lnTo>
                  <a:lnTo>
                    <a:pt x="4" y="5347"/>
                  </a:lnTo>
                  <a:lnTo>
                    <a:pt x="0" y="5337"/>
                  </a:lnTo>
                  <a:lnTo>
                    <a:pt x="0" y="5329"/>
                  </a:lnTo>
                  <a:lnTo>
                    <a:pt x="0" y="44"/>
                  </a:lnTo>
                  <a:lnTo>
                    <a:pt x="0" y="44"/>
                  </a:lnTo>
                  <a:lnTo>
                    <a:pt x="0" y="36"/>
                  </a:lnTo>
                  <a:lnTo>
                    <a:pt x="4" y="26"/>
                  </a:lnTo>
                  <a:lnTo>
                    <a:pt x="8" y="20"/>
                  </a:lnTo>
                  <a:lnTo>
                    <a:pt x="12" y="12"/>
                  </a:lnTo>
                  <a:lnTo>
                    <a:pt x="20" y="6"/>
                  </a:lnTo>
                  <a:lnTo>
                    <a:pt x="28" y="2"/>
                  </a:lnTo>
                  <a:lnTo>
                    <a:pt x="36" y="0"/>
                  </a:lnTo>
                  <a:lnTo>
                    <a:pt x="46" y="0"/>
                  </a:lnTo>
                  <a:lnTo>
                    <a:pt x="4861" y="0"/>
                  </a:lnTo>
                  <a:lnTo>
                    <a:pt x="4861" y="0"/>
                  </a:lnTo>
                  <a:lnTo>
                    <a:pt x="4871" y="0"/>
                  </a:lnTo>
                  <a:lnTo>
                    <a:pt x="4879" y="2"/>
                  </a:lnTo>
                  <a:lnTo>
                    <a:pt x="4887" y="6"/>
                  </a:lnTo>
                  <a:lnTo>
                    <a:pt x="4893" y="12"/>
                  </a:lnTo>
                  <a:lnTo>
                    <a:pt x="4899" y="20"/>
                  </a:lnTo>
                  <a:lnTo>
                    <a:pt x="4903" y="26"/>
                  </a:lnTo>
                  <a:lnTo>
                    <a:pt x="4907" y="36"/>
                  </a:lnTo>
                  <a:lnTo>
                    <a:pt x="4907" y="44"/>
                  </a:lnTo>
                  <a:lnTo>
                    <a:pt x="4907" y="44"/>
                  </a:lnTo>
                  <a:lnTo>
                    <a:pt x="4907" y="54"/>
                  </a:lnTo>
                  <a:lnTo>
                    <a:pt x="4903" y="62"/>
                  </a:lnTo>
                  <a:lnTo>
                    <a:pt x="4899" y="70"/>
                  </a:lnTo>
                  <a:lnTo>
                    <a:pt x="4893" y="76"/>
                  </a:lnTo>
                  <a:lnTo>
                    <a:pt x="4887" y="82"/>
                  </a:lnTo>
                  <a:lnTo>
                    <a:pt x="4879" y="86"/>
                  </a:lnTo>
                  <a:lnTo>
                    <a:pt x="4871" y="90"/>
                  </a:lnTo>
                  <a:lnTo>
                    <a:pt x="4861" y="90"/>
                  </a:lnTo>
                  <a:lnTo>
                    <a:pt x="90" y="90"/>
                  </a:lnTo>
                  <a:lnTo>
                    <a:pt x="90" y="5284"/>
                  </a:lnTo>
                  <a:lnTo>
                    <a:pt x="4861" y="5284"/>
                  </a:lnTo>
                  <a:lnTo>
                    <a:pt x="4861" y="5284"/>
                  </a:lnTo>
                  <a:lnTo>
                    <a:pt x="4871" y="5284"/>
                  </a:lnTo>
                  <a:lnTo>
                    <a:pt x="4879" y="5288"/>
                  </a:lnTo>
                  <a:lnTo>
                    <a:pt x="4887" y="5292"/>
                  </a:lnTo>
                  <a:lnTo>
                    <a:pt x="4893" y="5298"/>
                  </a:lnTo>
                  <a:lnTo>
                    <a:pt x="4899" y="5304"/>
                  </a:lnTo>
                  <a:lnTo>
                    <a:pt x="4903" y="5312"/>
                  </a:lnTo>
                  <a:lnTo>
                    <a:pt x="4907" y="5319"/>
                  </a:lnTo>
                  <a:lnTo>
                    <a:pt x="4907" y="5329"/>
                  </a:lnTo>
                  <a:lnTo>
                    <a:pt x="4907" y="5329"/>
                  </a:lnTo>
                  <a:lnTo>
                    <a:pt x="4907" y="5337"/>
                  </a:lnTo>
                  <a:lnTo>
                    <a:pt x="4903" y="5347"/>
                  </a:lnTo>
                  <a:lnTo>
                    <a:pt x="4899" y="5353"/>
                  </a:lnTo>
                  <a:lnTo>
                    <a:pt x="4893" y="5361"/>
                  </a:lnTo>
                  <a:lnTo>
                    <a:pt x="4887" y="5367"/>
                  </a:lnTo>
                  <a:lnTo>
                    <a:pt x="4879" y="5371"/>
                  </a:lnTo>
                  <a:lnTo>
                    <a:pt x="4871" y="5373"/>
                  </a:lnTo>
                  <a:lnTo>
                    <a:pt x="4861" y="5375"/>
                  </a:lnTo>
                  <a:lnTo>
                    <a:pt x="4861" y="5375"/>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91" tIns="39096" rIns="78191" bIns="3909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1200"/>
            </a:p>
          </p:txBody>
        </p:sp>
        <p:sp>
          <p:nvSpPr>
            <p:cNvPr id="3073" name="Freeform 6">
              <a:extLst>
                <a:ext uri="{FF2B5EF4-FFF2-40B4-BE49-F238E27FC236}">
                  <a16:creationId xmlns:a16="http://schemas.microsoft.com/office/drawing/2014/main" id="{84346846-BB65-4363-BF22-83232CDE2AFE}"/>
                </a:ext>
              </a:extLst>
            </p:cNvPr>
            <p:cNvSpPr>
              <a:spLocks/>
            </p:cNvSpPr>
            <p:nvPr/>
          </p:nvSpPr>
          <p:spPr bwMode="auto">
            <a:xfrm>
              <a:off x="616515" y="2119000"/>
              <a:ext cx="1520967" cy="1521309"/>
            </a:xfrm>
            <a:custGeom>
              <a:avLst/>
              <a:gdLst>
                <a:gd name="T0" fmla="*/ 4391 w 4437"/>
                <a:gd name="T1" fmla="*/ 4438 h 4438"/>
                <a:gd name="T2" fmla="*/ 44 w 4437"/>
                <a:gd name="T3" fmla="*/ 4438 h 4438"/>
                <a:gd name="T4" fmla="*/ 44 w 4437"/>
                <a:gd name="T5" fmla="*/ 4438 h 4438"/>
                <a:gd name="T6" fmla="*/ 36 w 4437"/>
                <a:gd name="T7" fmla="*/ 4436 h 4438"/>
                <a:gd name="T8" fmla="*/ 26 w 4437"/>
                <a:gd name="T9" fmla="*/ 4434 h 4438"/>
                <a:gd name="T10" fmla="*/ 20 w 4437"/>
                <a:gd name="T11" fmla="*/ 4430 h 4438"/>
                <a:gd name="T12" fmla="*/ 12 w 4437"/>
                <a:gd name="T13" fmla="*/ 4424 h 4438"/>
                <a:gd name="T14" fmla="*/ 6 w 4437"/>
                <a:gd name="T15" fmla="*/ 4418 h 4438"/>
                <a:gd name="T16" fmla="*/ 2 w 4437"/>
                <a:gd name="T17" fmla="*/ 4410 h 4438"/>
                <a:gd name="T18" fmla="*/ 0 w 4437"/>
                <a:gd name="T19" fmla="*/ 4402 h 4438"/>
                <a:gd name="T20" fmla="*/ 0 w 4437"/>
                <a:gd name="T21" fmla="*/ 4392 h 4438"/>
                <a:gd name="T22" fmla="*/ 0 w 4437"/>
                <a:gd name="T23" fmla="*/ 4392 h 4438"/>
                <a:gd name="T24" fmla="*/ 0 w 4437"/>
                <a:gd name="T25" fmla="*/ 4382 h 4438"/>
                <a:gd name="T26" fmla="*/ 2 w 4437"/>
                <a:gd name="T27" fmla="*/ 4374 h 4438"/>
                <a:gd name="T28" fmla="*/ 6 w 4437"/>
                <a:gd name="T29" fmla="*/ 4366 h 4438"/>
                <a:gd name="T30" fmla="*/ 12 w 4437"/>
                <a:gd name="T31" fmla="*/ 4360 h 4438"/>
                <a:gd name="T32" fmla="*/ 20 w 4437"/>
                <a:gd name="T33" fmla="*/ 4354 h 4438"/>
                <a:gd name="T34" fmla="*/ 26 w 4437"/>
                <a:gd name="T35" fmla="*/ 4350 h 4438"/>
                <a:gd name="T36" fmla="*/ 36 w 4437"/>
                <a:gd name="T37" fmla="*/ 4348 h 4438"/>
                <a:gd name="T38" fmla="*/ 44 w 4437"/>
                <a:gd name="T39" fmla="*/ 4346 h 4438"/>
                <a:gd name="T40" fmla="*/ 4345 w 4437"/>
                <a:gd name="T41" fmla="*/ 4346 h 4438"/>
                <a:gd name="T42" fmla="*/ 4345 w 4437"/>
                <a:gd name="T43" fmla="*/ 92 h 4438"/>
                <a:gd name="T44" fmla="*/ 44 w 4437"/>
                <a:gd name="T45" fmla="*/ 92 h 4438"/>
                <a:gd name="T46" fmla="*/ 44 w 4437"/>
                <a:gd name="T47" fmla="*/ 92 h 4438"/>
                <a:gd name="T48" fmla="*/ 36 w 4437"/>
                <a:gd name="T49" fmla="*/ 90 h 4438"/>
                <a:gd name="T50" fmla="*/ 26 w 4437"/>
                <a:gd name="T51" fmla="*/ 88 h 4438"/>
                <a:gd name="T52" fmla="*/ 20 w 4437"/>
                <a:gd name="T53" fmla="*/ 84 h 4438"/>
                <a:gd name="T54" fmla="*/ 12 w 4437"/>
                <a:gd name="T55" fmla="*/ 78 h 4438"/>
                <a:gd name="T56" fmla="*/ 6 w 4437"/>
                <a:gd name="T57" fmla="*/ 72 h 4438"/>
                <a:gd name="T58" fmla="*/ 2 w 4437"/>
                <a:gd name="T59" fmla="*/ 64 h 4438"/>
                <a:gd name="T60" fmla="*/ 0 w 4437"/>
                <a:gd name="T61" fmla="*/ 56 h 4438"/>
                <a:gd name="T62" fmla="*/ 0 w 4437"/>
                <a:gd name="T63" fmla="*/ 46 h 4438"/>
                <a:gd name="T64" fmla="*/ 0 w 4437"/>
                <a:gd name="T65" fmla="*/ 46 h 4438"/>
                <a:gd name="T66" fmla="*/ 0 w 4437"/>
                <a:gd name="T67" fmla="*/ 36 h 4438"/>
                <a:gd name="T68" fmla="*/ 2 w 4437"/>
                <a:gd name="T69" fmla="*/ 28 h 4438"/>
                <a:gd name="T70" fmla="*/ 6 w 4437"/>
                <a:gd name="T71" fmla="*/ 20 h 4438"/>
                <a:gd name="T72" fmla="*/ 12 w 4437"/>
                <a:gd name="T73" fmla="*/ 14 h 4438"/>
                <a:gd name="T74" fmla="*/ 20 w 4437"/>
                <a:gd name="T75" fmla="*/ 8 h 4438"/>
                <a:gd name="T76" fmla="*/ 26 w 4437"/>
                <a:gd name="T77" fmla="*/ 4 h 4438"/>
                <a:gd name="T78" fmla="*/ 36 w 4437"/>
                <a:gd name="T79" fmla="*/ 2 h 4438"/>
                <a:gd name="T80" fmla="*/ 44 w 4437"/>
                <a:gd name="T81" fmla="*/ 0 h 4438"/>
                <a:gd name="T82" fmla="*/ 4391 w 4437"/>
                <a:gd name="T83" fmla="*/ 0 h 4438"/>
                <a:gd name="T84" fmla="*/ 4391 w 4437"/>
                <a:gd name="T85" fmla="*/ 0 h 4438"/>
                <a:gd name="T86" fmla="*/ 4401 w 4437"/>
                <a:gd name="T87" fmla="*/ 2 h 4438"/>
                <a:gd name="T88" fmla="*/ 4409 w 4437"/>
                <a:gd name="T89" fmla="*/ 4 h 4438"/>
                <a:gd name="T90" fmla="*/ 4417 w 4437"/>
                <a:gd name="T91" fmla="*/ 8 h 4438"/>
                <a:gd name="T92" fmla="*/ 4423 w 4437"/>
                <a:gd name="T93" fmla="*/ 14 h 4438"/>
                <a:gd name="T94" fmla="*/ 4429 w 4437"/>
                <a:gd name="T95" fmla="*/ 20 h 4438"/>
                <a:gd name="T96" fmla="*/ 4433 w 4437"/>
                <a:gd name="T97" fmla="*/ 28 h 4438"/>
                <a:gd name="T98" fmla="*/ 4437 w 4437"/>
                <a:gd name="T99" fmla="*/ 36 h 4438"/>
                <a:gd name="T100" fmla="*/ 4437 w 4437"/>
                <a:gd name="T101" fmla="*/ 46 h 4438"/>
                <a:gd name="T102" fmla="*/ 4437 w 4437"/>
                <a:gd name="T103" fmla="*/ 4392 h 4438"/>
                <a:gd name="T104" fmla="*/ 4437 w 4437"/>
                <a:gd name="T105" fmla="*/ 4392 h 4438"/>
                <a:gd name="T106" fmla="*/ 4437 w 4437"/>
                <a:gd name="T107" fmla="*/ 4402 h 4438"/>
                <a:gd name="T108" fmla="*/ 4433 w 4437"/>
                <a:gd name="T109" fmla="*/ 4410 h 4438"/>
                <a:gd name="T110" fmla="*/ 4429 w 4437"/>
                <a:gd name="T111" fmla="*/ 4418 h 4438"/>
                <a:gd name="T112" fmla="*/ 4423 w 4437"/>
                <a:gd name="T113" fmla="*/ 4424 h 4438"/>
                <a:gd name="T114" fmla="*/ 4417 w 4437"/>
                <a:gd name="T115" fmla="*/ 4430 h 4438"/>
                <a:gd name="T116" fmla="*/ 4409 w 4437"/>
                <a:gd name="T117" fmla="*/ 4434 h 4438"/>
                <a:gd name="T118" fmla="*/ 4401 w 4437"/>
                <a:gd name="T119" fmla="*/ 4436 h 4438"/>
                <a:gd name="T120" fmla="*/ 4391 w 4437"/>
                <a:gd name="T121" fmla="*/ 4438 h 4438"/>
                <a:gd name="T122" fmla="*/ 4391 w 4437"/>
                <a:gd name="T123" fmla="*/ 4438 h 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437" h="4438">
                  <a:moveTo>
                    <a:pt x="4391" y="4438"/>
                  </a:moveTo>
                  <a:lnTo>
                    <a:pt x="44" y="4438"/>
                  </a:lnTo>
                  <a:lnTo>
                    <a:pt x="44" y="4438"/>
                  </a:lnTo>
                  <a:lnTo>
                    <a:pt x="36" y="4436"/>
                  </a:lnTo>
                  <a:lnTo>
                    <a:pt x="26" y="4434"/>
                  </a:lnTo>
                  <a:lnTo>
                    <a:pt x="20" y="4430"/>
                  </a:lnTo>
                  <a:lnTo>
                    <a:pt x="12" y="4424"/>
                  </a:lnTo>
                  <a:lnTo>
                    <a:pt x="6" y="4418"/>
                  </a:lnTo>
                  <a:lnTo>
                    <a:pt x="2" y="4410"/>
                  </a:lnTo>
                  <a:lnTo>
                    <a:pt x="0" y="4402"/>
                  </a:lnTo>
                  <a:lnTo>
                    <a:pt x="0" y="4392"/>
                  </a:lnTo>
                  <a:lnTo>
                    <a:pt x="0" y="4392"/>
                  </a:lnTo>
                  <a:lnTo>
                    <a:pt x="0" y="4382"/>
                  </a:lnTo>
                  <a:lnTo>
                    <a:pt x="2" y="4374"/>
                  </a:lnTo>
                  <a:lnTo>
                    <a:pt x="6" y="4366"/>
                  </a:lnTo>
                  <a:lnTo>
                    <a:pt x="12" y="4360"/>
                  </a:lnTo>
                  <a:lnTo>
                    <a:pt x="20" y="4354"/>
                  </a:lnTo>
                  <a:lnTo>
                    <a:pt x="26" y="4350"/>
                  </a:lnTo>
                  <a:lnTo>
                    <a:pt x="36" y="4348"/>
                  </a:lnTo>
                  <a:lnTo>
                    <a:pt x="44" y="4346"/>
                  </a:lnTo>
                  <a:lnTo>
                    <a:pt x="4345" y="4346"/>
                  </a:lnTo>
                  <a:lnTo>
                    <a:pt x="4345" y="92"/>
                  </a:lnTo>
                  <a:lnTo>
                    <a:pt x="44" y="92"/>
                  </a:lnTo>
                  <a:lnTo>
                    <a:pt x="44" y="92"/>
                  </a:lnTo>
                  <a:lnTo>
                    <a:pt x="36" y="90"/>
                  </a:lnTo>
                  <a:lnTo>
                    <a:pt x="26" y="88"/>
                  </a:lnTo>
                  <a:lnTo>
                    <a:pt x="20" y="84"/>
                  </a:lnTo>
                  <a:lnTo>
                    <a:pt x="12" y="78"/>
                  </a:lnTo>
                  <a:lnTo>
                    <a:pt x="6" y="72"/>
                  </a:lnTo>
                  <a:lnTo>
                    <a:pt x="2" y="64"/>
                  </a:lnTo>
                  <a:lnTo>
                    <a:pt x="0" y="56"/>
                  </a:lnTo>
                  <a:lnTo>
                    <a:pt x="0" y="46"/>
                  </a:lnTo>
                  <a:lnTo>
                    <a:pt x="0" y="46"/>
                  </a:lnTo>
                  <a:lnTo>
                    <a:pt x="0" y="36"/>
                  </a:lnTo>
                  <a:lnTo>
                    <a:pt x="2" y="28"/>
                  </a:lnTo>
                  <a:lnTo>
                    <a:pt x="6" y="20"/>
                  </a:lnTo>
                  <a:lnTo>
                    <a:pt x="12" y="14"/>
                  </a:lnTo>
                  <a:lnTo>
                    <a:pt x="20" y="8"/>
                  </a:lnTo>
                  <a:lnTo>
                    <a:pt x="26" y="4"/>
                  </a:lnTo>
                  <a:lnTo>
                    <a:pt x="36" y="2"/>
                  </a:lnTo>
                  <a:lnTo>
                    <a:pt x="44" y="0"/>
                  </a:lnTo>
                  <a:lnTo>
                    <a:pt x="4391" y="0"/>
                  </a:lnTo>
                  <a:lnTo>
                    <a:pt x="4391" y="0"/>
                  </a:lnTo>
                  <a:lnTo>
                    <a:pt x="4401" y="2"/>
                  </a:lnTo>
                  <a:lnTo>
                    <a:pt x="4409" y="4"/>
                  </a:lnTo>
                  <a:lnTo>
                    <a:pt x="4417" y="8"/>
                  </a:lnTo>
                  <a:lnTo>
                    <a:pt x="4423" y="14"/>
                  </a:lnTo>
                  <a:lnTo>
                    <a:pt x="4429" y="20"/>
                  </a:lnTo>
                  <a:lnTo>
                    <a:pt x="4433" y="28"/>
                  </a:lnTo>
                  <a:lnTo>
                    <a:pt x="4437" y="36"/>
                  </a:lnTo>
                  <a:lnTo>
                    <a:pt x="4437" y="46"/>
                  </a:lnTo>
                  <a:lnTo>
                    <a:pt x="4437" y="4392"/>
                  </a:lnTo>
                  <a:lnTo>
                    <a:pt x="4437" y="4392"/>
                  </a:lnTo>
                  <a:lnTo>
                    <a:pt x="4437" y="4402"/>
                  </a:lnTo>
                  <a:lnTo>
                    <a:pt x="4433" y="4410"/>
                  </a:lnTo>
                  <a:lnTo>
                    <a:pt x="4429" y="4418"/>
                  </a:lnTo>
                  <a:lnTo>
                    <a:pt x="4423" y="4424"/>
                  </a:lnTo>
                  <a:lnTo>
                    <a:pt x="4417" y="4430"/>
                  </a:lnTo>
                  <a:lnTo>
                    <a:pt x="4409" y="4434"/>
                  </a:lnTo>
                  <a:lnTo>
                    <a:pt x="4401" y="4436"/>
                  </a:lnTo>
                  <a:lnTo>
                    <a:pt x="4391" y="4438"/>
                  </a:lnTo>
                  <a:lnTo>
                    <a:pt x="4391" y="4438"/>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91" tIns="39096" rIns="78191" bIns="3909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1200"/>
            </a:p>
          </p:txBody>
        </p:sp>
      </p:grpSp>
      <p:sp>
        <p:nvSpPr>
          <p:cNvPr id="119" name="TextBox 204">
            <a:extLst>
              <a:ext uri="{FF2B5EF4-FFF2-40B4-BE49-F238E27FC236}">
                <a16:creationId xmlns:a16="http://schemas.microsoft.com/office/drawing/2014/main" id="{1EE84814-301E-418C-8868-FBCE17AD9595}"/>
              </a:ext>
            </a:extLst>
          </p:cNvPr>
          <p:cNvSpPr txBox="1"/>
          <p:nvPr/>
        </p:nvSpPr>
        <p:spPr>
          <a:xfrm>
            <a:off x="4049395" y="4570615"/>
            <a:ext cx="2116577" cy="138499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sz="1200" b="1"/>
              <a:t>Responsiveness</a:t>
            </a:r>
          </a:p>
          <a:p>
            <a:pPr lvl="0" algn="ctr"/>
            <a:endParaRPr lang="en-US" sz="1200" b="1">
              <a:sym typeface="Arial"/>
            </a:endParaRPr>
          </a:p>
          <a:p>
            <a:pPr lvl="0" algn="ctr"/>
            <a:r>
              <a:rPr lang="en-US" sz="1200"/>
              <a:t>The standard highlights that organizations shall respond to stakeholder concerns and feedback in a transparent and timely manner. </a:t>
            </a:r>
            <a:endParaRPr lang="en-US" sz="1200">
              <a:sym typeface="Arial"/>
            </a:endParaRPr>
          </a:p>
        </p:txBody>
      </p:sp>
      <p:grpSp>
        <p:nvGrpSpPr>
          <p:cNvPr id="120" name="Group 119">
            <a:extLst>
              <a:ext uri="{FF2B5EF4-FFF2-40B4-BE49-F238E27FC236}">
                <a16:creationId xmlns:a16="http://schemas.microsoft.com/office/drawing/2014/main" id="{52781074-6A11-4FDA-BC3F-7D5059DFDF77}"/>
              </a:ext>
            </a:extLst>
          </p:cNvPr>
          <p:cNvGrpSpPr/>
          <p:nvPr/>
        </p:nvGrpSpPr>
        <p:grpSpPr>
          <a:xfrm>
            <a:off x="6654423" y="4365211"/>
            <a:ext cx="2248711" cy="1996805"/>
            <a:chOff x="455403" y="2042324"/>
            <a:chExt cx="1682079" cy="1675005"/>
          </a:xfrm>
        </p:grpSpPr>
        <p:sp>
          <p:nvSpPr>
            <p:cNvPr id="126" name="Freeform 5">
              <a:extLst>
                <a:ext uri="{FF2B5EF4-FFF2-40B4-BE49-F238E27FC236}">
                  <a16:creationId xmlns:a16="http://schemas.microsoft.com/office/drawing/2014/main" id="{6ABFD57F-37A3-4EAE-B164-0433B9DBF8C8}"/>
                </a:ext>
              </a:extLst>
            </p:cNvPr>
            <p:cNvSpPr>
              <a:spLocks/>
            </p:cNvSpPr>
            <p:nvPr/>
          </p:nvSpPr>
          <p:spPr bwMode="auto">
            <a:xfrm>
              <a:off x="455403" y="2042324"/>
              <a:ext cx="1682079" cy="1675005"/>
            </a:xfrm>
            <a:custGeom>
              <a:avLst/>
              <a:gdLst>
                <a:gd name="T0" fmla="*/ 4861 w 4907"/>
                <a:gd name="T1" fmla="*/ 5375 h 5375"/>
                <a:gd name="T2" fmla="*/ 46 w 4907"/>
                <a:gd name="T3" fmla="*/ 5375 h 5375"/>
                <a:gd name="T4" fmla="*/ 46 w 4907"/>
                <a:gd name="T5" fmla="*/ 5375 h 5375"/>
                <a:gd name="T6" fmla="*/ 36 w 4907"/>
                <a:gd name="T7" fmla="*/ 5373 h 5375"/>
                <a:gd name="T8" fmla="*/ 28 w 4907"/>
                <a:gd name="T9" fmla="*/ 5371 h 5375"/>
                <a:gd name="T10" fmla="*/ 20 w 4907"/>
                <a:gd name="T11" fmla="*/ 5367 h 5375"/>
                <a:gd name="T12" fmla="*/ 12 w 4907"/>
                <a:gd name="T13" fmla="*/ 5361 h 5375"/>
                <a:gd name="T14" fmla="*/ 8 w 4907"/>
                <a:gd name="T15" fmla="*/ 5353 h 5375"/>
                <a:gd name="T16" fmla="*/ 4 w 4907"/>
                <a:gd name="T17" fmla="*/ 5347 h 5375"/>
                <a:gd name="T18" fmla="*/ 0 w 4907"/>
                <a:gd name="T19" fmla="*/ 5337 h 5375"/>
                <a:gd name="T20" fmla="*/ 0 w 4907"/>
                <a:gd name="T21" fmla="*/ 5329 h 5375"/>
                <a:gd name="T22" fmla="*/ 0 w 4907"/>
                <a:gd name="T23" fmla="*/ 44 h 5375"/>
                <a:gd name="T24" fmla="*/ 0 w 4907"/>
                <a:gd name="T25" fmla="*/ 44 h 5375"/>
                <a:gd name="T26" fmla="*/ 0 w 4907"/>
                <a:gd name="T27" fmla="*/ 36 h 5375"/>
                <a:gd name="T28" fmla="*/ 4 w 4907"/>
                <a:gd name="T29" fmla="*/ 26 h 5375"/>
                <a:gd name="T30" fmla="*/ 8 w 4907"/>
                <a:gd name="T31" fmla="*/ 20 h 5375"/>
                <a:gd name="T32" fmla="*/ 12 w 4907"/>
                <a:gd name="T33" fmla="*/ 12 h 5375"/>
                <a:gd name="T34" fmla="*/ 20 w 4907"/>
                <a:gd name="T35" fmla="*/ 6 h 5375"/>
                <a:gd name="T36" fmla="*/ 28 w 4907"/>
                <a:gd name="T37" fmla="*/ 2 h 5375"/>
                <a:gd name="T38" fmla="*/ 36 w 4907"/>
                <a:gd name="T39" fmla="*/ 0 h 5375"/>
                <a:gd name="T40" fmla="*/ 46 w 4907"/>
                <a:gd name="T41" fmla="*/ 0 h 5375"/>
                <a:gd name="T42" fmla="*/ 4861 w 4907"/>
                <a:gd name="T43" fmla="*/ 0 h 5375"/>
                <a:gd name="T44" fmla="*/ 4861 w 4907"/>
                <a:gd name="T45" fmla="*/ 0 h 5375"/>
                <a:gd name="T46" fmla="*/ 4871 w 4907"/>
                <a:gd name="T47" fmla="*/ 0 h 5375"/>
                <a:gd name="T48" fmla="*/ 4879 w 4907"/>
                <a:gd name="T49" fmla="*/ 2 h 5375"/>
                <a:gd name="T50" fmla="*/ 4887 w 4907"/>
                <a:gd name="T51" fmla="*/ 6 h 5375"/>
                <a:gd name="T52" fmla="*/ 4893 w 4907"/>
                <a:gd name="T53" fmla="*/ 12 h 5375"/>
                <a:gd name="T54" fmla="*/ 4899 w 4907"/>
                <a:gd name="T55" fmla="*/ 20 h 5375"/>
                <a:gd name="T56" fmla="*/ 4903 w 4907"/>
                <a:gd name="T57" fmla="*/ 26 h 5375"/>
                <a:gd name="T58" fmla="*/ 4907 w 4907"/>
                <a:gd name="T59" fmla="*/ 36 h 5375"/>
                <a:gd name="T60" fmla="*/ 4907 w 4907"/>
                <a:gd name="T61" fmla="*/ 44 h 5375"/>
                <a:gd name="T62" fmla="*/ 4907 w 4907"/>
                <a:gd name="T63" fmla="*/ 44 h 5375"/>
                <a:gd name="T64" fmla="*/ 4907 w 4907"/>
                <a:gd name="T65" fmla="*/ 54 h 5375"/>
                <a:gd name="T66" fmla="*/ 4903 w 4907"/>
                <a:gd name="T67" fmla="*/ 62 h 5375"/>
                <a:gd name="T68" fmla="*/ 4899 w 4907"/>
                <a:gd name="T69" fmla="*/ 70 h 5375"/>
                <a:gd name="T70" fmla="*/ 4893 w 4907"/>
                <a:gd name="T71" fmla="*/ 76 h 5375"/>
                <a:gd name="T72" fmla="*/ 4887 w 4907"/>
                <a:gd name="T73" fmla="*/ 82 h 5375"/>
                <a:gd name="T74" fmla="*/ 4879 w 4907"/>
                <a:gd name="T75" fmla="*/ 86 h 5375"/>
                <a:gd name="T76" fmla="*/ 4871 w 4907"/>
                <a:gd name="T77" fmla="*/ 90 h 5375"/>
                <a:gd name="T78" fmla="*/ 4861 w 4907"/>
                <a:gd name="T79" fmla="*/ 90 h 5375"/>
                <a:gd name="T80" fmla="*/ 90 w 4907"/>
                <a:gd name="T81" fmla="*/ 90 h 5375"/>
                <a:gd name="T82" fmla="*/ 90 w 4907"/>
                <a:gd name="T83" fmla="*/ 5284 h 5375"/>
                <a:gd name="T84" fmla="*/ 4861 w 4907"/>
                <a:gd name="T85" fmla="*/ 5284 h 5375"/>
                <a:gd name="T86" fmla="*/ 4861 w 4907"/>
                <a:gd name="T87" fmla="*/ 5284 h 5375"/>
                <a:gd name="T88" fmla="*/ 4871 w 4907"/>
                <a:gd name="T89" fmla="*/ 5284 h 5375"/>
                <a:gd name="T90" fmla="*/ 4879 w 4907"/>
                <a:gd name="T91" fmla="*/ 5288 h 5375"/>
                <a:gd name="T92" fmla="*/ 4887 w 4907"/>
                <a:gd name="T93" fmla="*/ 5292 h 5375"/>
                <a:gd name="T94" fmla="*/ 4893 w 4907"/>
                <a:gd name="T95" fmla="*/ 5298 h 5375"/>
                <a:gd name="T96" fmla="*/ 4899 w 4907"/>
                <a:gd name="T97" fmla="*/ 5304 h 5375"/>
                <a:gd name="T98" fmla="*/ 4903 w 4907"/>
                <a:gd name="T99" fmla="*/ 5312 h 5375"/>
                <a:gd name="T100" fmla="*/ 4907 w 4907"/>
                <a:gd name="T101" fmla="*/ 5319 h 5375"/>
                <a:gd name="T102" fmla="*/ 4907 w 4907"/>
                <a:gd name="T103" fmla="*/ 5329 h 5375"/>
                <a:gd name="T104" fmla="*/ 4907 w 4907"/>
                <a:gd name="T105" fmla="*/ 5329 h 5375"/>
                <a:gd name="T106" fmla="*/ 4907 w 4907"/>
                <a:gd name="T107" fmla="*/ 5337 h 5375"/>
                <a:gd name="T108" fmla="*/ 4903 w 4907"/>
                <a:gd name="T109" fmla="*/ 5347 h 5375"/>
                <a:gd name="T110" fmla="*/ 4899 w 4907"/>
                <a:gd name="T111" fmla="*/ 5353 h 5375"/>
                <a:gd name="T112" fmla="*/ 4893 w 4907"/>
                <a:gd name="T113" fmla="*/ 5361 h 5375"/>
                <a:gd name="T114" fmla="*/ 4887 w 4907"/>
                <a:gd name="T115" fmla="*/ 5367 h 5375"/>
                <a:gd name="T116" fmla="*/ 4879 w 4907"/>
                <a:gd name="T117" fmla="*/ 5371 h 5375"/>
                <a:gd name="T118" fmla="*/ 4871 w 4907"/>
                <a:gd name="T119" fmla="*/ 5373 h 5375"/>
                <a:gd name="T120" fmla="*/ 4861 w 4907"/>
                <a:gd name="T121" fmla="*/ 5375 h 5375"/>
                <a:gd name="T122" fmla="*/ 4861 w 4907"/>
                <a:gd name="T123" fmla="*/ 5375 h 5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07" h="5375">
                  <a:moveTo>
                    <a:pt x="4861" y="5375"/>
                  </a:moveTo>
                  <a:lnTo>
                    <a:pt x="46" y="5375"/>
                  </a:lnTo>
                  <a:lnTo>
                    <a:pt x="46" y="5375"/>
                  </a:lnTo>
                  <a:lnTo>
                    <a:pt x="36" y="5373"/>
                  </a:lnTo>
                  <a:lnTo>
                    <a:pt x="28" y="5371"/>
                  </a:lnTo>
                  <a:lnTo>
                    <a:pt x="20" y="5367"/>
                  </a:lnTo>
                  <a:lnTo>
                    <a:pt x="12" y="5361"/>
                  </a:lnTo>
                  <a:lnTo>
                    <a:pt x="8" y="5353"/>
                  </a:lnTo>
                  <a:lnTo>
                    <a:pt x="4" y="5347"/>
                  </a:lnTo>
                  <a:lnTo>
                    <a:pt x="0" y="5337"/>
                  </a:lnTo>
                  <a:lnTo>
                    <a:pt x="0" y="5329"/>
                  </a:lnTo>
                  <a:lnTo>
                    <a:pt x="0" y="44"/>
                  </a:lnTo>
                  <a:lnTo>
                    <a:pt x="0" y="44"/>
                  </a:lnTo>
                  <a:lnTo>
                    <a:pt x="0" y="36"/>
                  </a:lnTo>
                  <a:lnTo>
                    <a:pt x="4" y="26"/>
                  </a:lnTo>
                  <a:lnTo>
                    <a:pt x="8" y="20"/>
                  </a:lnTo>
                  <a:lnTo>
                    <a:pt x="12" y="12"/>
                  </a:lnTo>
                  <a:lnTo>
                    <a:pt x="20" y="6"/>
                  </a:lnTo>
                  <a:lnTo>
                    <a:pt x="28" y="2"/>
                  </a:lnTo>
                  <a:lnTo>
                    <a:pt x="36" y="0"/>
                  </a:lnTo>
                  <a:lnTo>
                    <a:pt x="46" y="0"/>
                  </a:lnTo>
                  <a:lnTo>
                    <a:pt x="4861" y="0"/>
                  </a:lnTo>
                  <a:lnTo>
                    <a:pt x="4861" y="0"/>
                  </a:lnTo>
                  <a:lnTo>
                    <a:pt x="4871" y="0"/>
                  </a:lnTo>
                  <a:lnTo>
                    <a:pt x="4879" y="2"/>
                  </a:lnTo>
                  <a:lnTo>
                    <a:pt x="4887" y="6"/>
                  </a:lnTo>
                  <a:lnTo>
                    <a:pt x="4893" y="12"/>
                  </a:lnTo>
                  <a:lnTo>
                    <a:pt x="4899" y="20"/>
                  </a:lnTo>
                  <a:lnTo>
                    <a:pt x="4903" y="26"/>
                  </a:lnTo>
                  <a:lnTo>
                    <a:pt x="4907" y="36"/>
                  </a:lnTo>
                  <a:lnTo>
                    <a:pt x="4907" y="44"/>
                  </a:lnTo>
                  <a:lnTo>
                    <a:pt x="4907" y="44"/>
                  </a:lnTo>
                  <a:lnTo>
                    <a:pt x="4907" y="54"/>
                  </a:lnTo>
                  <a:lnTo>
                    <a:pt x="4903" y="62"/>
                  </a:lnTo>
                  <a:lnTo>
                    <a:pt x="4899" y="70"/>
                  </a:lnTo>
                  <a:lnTo>
                    <a:pt x="4893" y="76"/>
                  </a:lnTo>
                  <a:lnTo>
                    <a:pt x="4887" y="82"/>
                  </a:lnTo>
                  <a:lnTo>
                    <a:pt x="4879" y="86"/>
                  </a:lnTo>
                  <a:lnTo>
                    <a:pt x="4871" y="90"/>
                  </a:lnTo>
                  <a:lnTo>
                    <a:pt x="4861" y="90"/>
                  </a:lnTo>
                  <a:lnTo>
                    <a:pt x="90" y="90"/>
                  </a:lnTo>
                  <a:lnTo>
                    <a:pt x="90" y="5284"/>
                  </a:lnTo>
                  <a:lnTo>
                    <a:pt x="4861" y="5284"/>
                  </a:lnTo>
                  <a:lnTo>
                    <a:pt x="4861" y="5284"/>
                  </a:lnTo>
                  <a:lnTo>
                    <a:pt x="4871" y="5284"/>
                  </a:lnTo>
                  <a:lnTo>
                    <a:pt x="4879" y="5288"/>
                  </a:lnTo>
                  <a:lnTo>
                    <a:pt x="4887" y="5292"/>
                  </a:lnTo>
                  <a:lnTo>
                    <a:pt x="4893" y="5298"/>
                  </a:lnTo>
                  <a:lnTo>
                    <a:pt x="4899" y="5304"/>
                  </a:lnTo>
                  <a:lnTo>
                    <a:pt x="4903" y="5312"/>
                  </a:lnTo>
                  <a:lnTo>
                    <a:pt x="4907" y="5319"/>
                  </a:lnTo>
                  <a:lnTo>
                    <a:pt x="4907" y="5329"/>
                  </a:lnTo>
                  <a:lnTo>
                    <a:pt x="4907" y="5329"/>
                  </a:lnTo>
                  <a:lnTo>
                    <a:pt x="4907" y="5337"/>
                  </a:lnTo>
                  <a:lnTo>
                    <a:pt x="4903" y="5347"/>
                  </a:lnTo>
                  <a:lnTo>
                    <a:pt x="4899" y="5353"/>
                  </a:lnTo>
                  <a:lnTo>
                    <a:pt x="4893" y="5361"/>
                  </a:lnTo>
                  <a:lnTo>
                    <a:pt x="4887" y="5367"/>
                  </a:lnTo>
                  <a:lnTo>
                    <a:pt x="4879" y="5371"/>
                  </a:lnTo>
                  <a:lnTo>
                    <a:pt x="4871" y="5373"/>
                  </a:lnTo>
                  <a:lnTo>
                    <a:pt x="4861" y="5375"/>
                  </a:lnTo>
                  <a:lnTo>
                    <a:pt x="4861" y="5375"/>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91" tIns="39096" rIns="78191" bIns="3909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1200"/>
            </a:p>
          </p:txBody>
        </p:sp>
        <p:sp>
          <p:nvSpPr>
            <p:cNvPr id="127" name="Freeform 6">
              <a:extLst>
                <a:ext uri="{FF2B5EF4-FFF2-40B4-BE49-F238E27FC236}">
                  <a16:creationId xmlns:a16="http://schemas.microsoft.com/office/drawing/2014/main" id="{04B6C2A9-3457-480C-81E9-DE7FE98910CA}"/>
                </a:ext>
              </a:extLst>
            </p:cNvPr>
            <p:cNvSpPr>
              <a:spLocks/>
            </p:cNvSpPr>
            <p:nvPr/>
          </p:nvSpPr>
          <p:spPr bwMode="auto">
            <a:xfrm>
              <a:off x="616515" y="2119000"/>
              <a:ext cx="1520967" cy="1521309"/>
            </a:xfrm>
            <a:custGeom>
              <a:avLst/>
              <a:gdLst>
                <a:gd name="T0" fmla="*/ 4391 w 4437"/>
                <a:gd name="T1" fmla="*/ 4438 h 4438"/>
                <a:gd name="T2" fmla="*/ 44 w 4437"/>
                <a:gd name="T3" fmla="*/ 4438 h 4438"/>
                <a:gd name="T4" fmla="*/ 44 w 4437"/>
                <a:gd name="T5" fmla="*/ 4438 h 4438"/>
                <a:gd name="T6" fmla="*/ 36 w 4437"/>
                <a:gd name="T7" fmla="*/ 4436 h 4438"/>
                <a:gd name="T8" fmla="*/ 26 w 4437"/>
                <a:gd name="T9" fmla="*/ 4434 h 4438"/>
                <a:gd name="T10" fmla="*/ 20 w 4437"/>
                <a:gd name="T11" fmla="*/ 4430 h 4438"/>
                <a:gd name="T12" fmla="*/ 12 w 4437"/>
                <a:gd name="T13" fmla="*/ 4424 h 4438"/>
                <a:gd name="T14" fmla="*/ 6 w 4437"/>
                <a:gd name="T15" fmla="*/ 4418 h 4438"/>
                <a:gd name="T16" fmla="*/ 2 w 4437"/>
                <a:gd name="T17" fmla="*/ 4410 h 4438"/>
                <a:gd name="T18" fmla="*/ 0 w 4437"/>
                <a:gd name="T19" fmla="*/ 4402 h 4438"/>
                <a:gd name="T20" fmla="*/ 0 w 4437"/>
                <a:gd name="T21" fmla="*/ 4392 h 4438"/>
                <a:gd name="T22" fmla="*/ 0 w 4437"/>
                <a:gd name="T23" fmla="*/ 4392 h 4438"/>
                <a:gd name="T24" fmla="*/ 0 w 4437"/>
                <a:gd name="T25" fmla="*/ 4382 h 4438"/>
                <a:gd name="T26" fmla="*/ 2 w 4437"/>
                <a:gd name="T27" fmla="*/ 4374 h 4438"/>
                <a:gd name="T28" fmla="*/ 6 w 4437"/>
                <a:gd name="T29" fmla="*/ 4366 h 4438"/>
                <a:gd name="T30" fmla="*/ 12 w 4437"/>
                <a:gd name="T31" fmla="*/ 4360 h 4438"/>
                <a:gd name="T32" fmla="*/ 20 w 4437"/>
                <a:gd name="T33" fmla="*/ 4354 h 4438"/>
                <a:gd name="T34" fmla="*/ 26 w 4437"/>
                <a:gd name="T35" fmla="*/ 4350 h 4438"/>
                <a:gd name="T36" fmla="*/ 36 w 4437"/>
                <a:gd name="T37" fmla="*/ 4348 h 4438"/>
                <a:gd name="T38" fmla="*/ 44 w 4437"/>
                <a:gd name="T39" fmla="*/ 4346 h 4438"/>
                <a:gd name="T40" fmla="*/ 4345 w 4437"/>
                <a:gd name="T41" fmla="*/ 4346 h 4438"/>
                <a:gd name="T42" fmla="*/ 4345 w 4437"/>
                <a:gd name="T43" fmla="*/ 92 h 4438"/>
                <a:gd name="T44" fmla="*/ 44 w 4437"/>
                <a:gd name="T45" fmla="*/ 92 h 4438"/>
                <a:gd name="T46" fmla="*/ 44 w 4437"/>
                <a:gd name="T47" fmla="*/ 92 h 4438"/>
                <a:gd name="T48" fmla="*/ 36 w 4437"/>
                <a:gd name="T49" fmla="*/ 90 h 4438"/>
                <a:gd name="T50" fmla="*/ 26 w 4437"/>
                <a:gd name="T51" fmla="*/ 88 h 4438"/>
                <a:gd name="T52" fmla="*/ 20 w 4437"/>
                <a:gd name="T53" fmla="*/ 84 h 4438"/>
                <a:gd name="T54" fmla="*/ 12 w 4437"/>
                <a:gd name="T55" fmla="*/ 78 h 4438"/>
                <a:gd name="T56" fmla="*/ 6 w 4437"/>
                <a:gd name="T57" fmla="*/ 72 h 4438"/>
                <a:gd name="T58" fmla="*/ 2 w 4437"/>
                <a:gd name="T59" fmla="*/ 64 h 4438"/>
                <a:gd name="T60" fmla="*/ 0 w 4437"/>
                <a:gd name="T61" fmla="*/ 56 h 4438"/>
                <a:gd name="T62" fmla="*/ 0 w 4437"/>
                <a:gd name="T63" fmla="*/ 46 h 4438"/>
                <a:gd name="T64" fmla="*/ 0 w 4437"/>
                <a:gd name="T65" fmla="*/ 46 h 4438"/>
                <a:gd name="T66" fmla="*/ 0 w 4437"/>
                <a:gd name="T67" fmla="*/ 36 h 4438"/>
                <a:gd name="T68" fmla="*/ 2 w 4437"/>
                <a:gd name="T69" fmla="*/ 28 h 4438"/>
                <a:gd name="T70" fmla="*/ 6 w 4437"/>
                <a:gd name="T71" fmla="*/ 20 h 4438"/>
                <a:gd name="T72" fmla="*/ 12 w 4437"/>
                <a:gd name="T73" fmla="*/ 14 h 4438"/>
                <a:gd name="T74" fmla="*/ 20 w 4437"/>
                <a:gd name="T75" fmla="*/ 8 h 4438"/>
                <a:gd name="T76" fmla="*/ 26 w 4437"/>
                <a:gd name="T77" fmla="*/ 4 h 4438"/>
                <a:gd name="T78" fmla="*/ 36 w 4437"/>
                <a:gd name="T79" fmla="*/ 2 h 4438"/>
                <a:gd name="T80" fmla="*/ 44 w 4437"/>
                <a:gd name="T81" fmla="*/ 0 h 4438"/>
                <a:gd name="T82" fmla="*/ 4391 w 4437"/>
                <a:gd name="T83" fmla="*/ 0 h 4438"/>
                <a:gd name="T84" fmla="*/ 4391 w 4437"/>
                <a:gd name="T85" fmla="*/ 0 h 4438"/>
                <a:gd name="T86" fmla="*/ 4401 w 4437"/>
                <a:gd name="T87" fmla="*/ 2 h 4438"/>
                <a:gd name="T88" fmla="*/ 4409 w 4437"/>
                <a:gd name="T89" fmla="*/ 4 h 4438"/>
                <a:gd name="T90" fmla="*/ 4417 w 4437"/>
                <a:gd name="T91" fmla="*/ 8 h 4438"/>
                <a:gd name="T92" fmla="*/ 4423 w 4437"/>
                <a:gd name="T93" fmla="*/ 14 h 4438"/>
                <a:gd name="T94" fmla="*/ 4429 w 4437"/>
                <a:gd name="T95" fmla="*/ 20 h 4438"/>
                <a:gd name="T96" fmla="*/ 4433 w 4437"/>
                <a:gd name="T97" fmla="*/ 28 h 4438"/>
                <a:gd name="T98" fmla="*/ 4437 w 4437"/>
                <a:gd name="T99" fmla="*/ 36 h 4438"/>
                <a:gd name="T100" fmla="*/ 4437 w 4437"/>
                <a:gd name="T101" fmla="*/ 46 h 4438"/>
                <a:gd name="T102" fmla="*/ 4437 w 4437"/>
                <a:gd name="T103" fmla="*/ 4392 h 4438"/>
                <a:gd name="T104" fmla="*/ 4437 w 4437"/>
                <a:gd name="T105" fmla="*/ 4392 h 4438"/>
                <a:gd name="T106" fmla="*/ 4437 w 4437"/>
                <a:gd name="T107" fmla="*/ 4402 h 4438"/>
                <a:gd name="T108" fmla="*/ 4433 w 4437"/>
                <a:gd name="T109" fmla="*/ 4410 h 4438"/>
                <a:gd name="T110" fmla="*/ 4429 w 4437"/>
                <a:gd name="T111" fmla="*/ 4418 h 4438"/>
                <a:gd name="T112" fmla="*/ 4423 w 4437"/>
                <a:gd name="T113" fmla="*/ 4424 h 4438"/>
                <a:gd name="T114" fmla="*/ 4417 w 4437"/>
                <a:gd name="T115" fmla="*/ 4430 h 4438"/>
                <a:gd name="T116" fmla="*/ 4409 w 4437"/>
                <a:gd name="T117" fmla="*/ 4434 h 4438"/>
                <a:gd name="T118" fmla="*/ 4401 w 4437"/>
                <a:gd name="T119" fmla="*/ 4436 h 4438"/>
                <a:gd name="T120" fmla="*/ 4391 w 4437"/>
                <a:gd name="T121" fmla="*/ 4438 h 4438"/>
                <a:gd name="T122" fmla="*/ 4391 w 4437"/>
                <a:gd name="T123" fmla="*/ 4438 h 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437" h="4438">
                  <a:moveTo>
                    <a:pt x="4391" y="4438"/>
                  </a:moveTo>
                  <a:lnTo>
                    <a:pt x="44" y="4438"/>
                  </a:lnTo>
                  <a:lnTo>
                    <a:pt x="44" y="4438"/>
                  </a:lnTo>
                  <a:lnTo>
                    <a:pt x="36" y="4436"/>
                  </a:lnTo>
                  <a:lnTo>
                    <a:pt x="26" y="4434"/>
                  </a:lnTo>
                  <a:lnTo>
                    <a:pt x="20" y="4430"/>
                  </a:lnTo>
                  <a:lnTo>
                    <a:pt x="12" y="4424"/>
                  </a:lnTo>
                  <a:lnTo>
                    <a:pt x="6" y="4418"/>
                  </a:lnTo>
                  <a:lnTo>
                    <a:pt x="2" y="4410"/>
                  </a:lnTo>
                  <a:lnTo>
                    <a:pt x="0" y="4402"/>
                  </a:lnTo>
                  <a:lnTo>
                    <a:pt x="0" y="4392"/>
                  </a:lnTo>
                  <a:lnTo>
                    <a:pt x="0" y="4392"/>
                  </a:lnTo>
                  <a:lnTo>
                    <a:pt x="0" y="4382"/>
                  </a:lnTo>
                  <a:lnTo>
                    <a:pt x="2" y="4374"/>
                  </a:lnTo>
                  <a:lnTo>
                    <a:pt x="6" y="4366"/>
                  </a:lnTo>
                  <a:lnTo>
                    <a:pt x="12" y="4360"/>
                  </a:lnTo>
                  <a:lnTo>
                    <a:pt x="20" y="4354"/>
                  </a:lnTo>
                  <a:lnTo>
                    <a:pt x="26" y="4350"/>
                  </a:lnTo>
                  <a:lnTo>
                    <a:pt x="36" y="4348"/>
                  </a:lnTo>
                  <a:lnTo>
                    <a:pt x="44" y="4346"/>
                  </a:lnTo>
                  <a:lnTo>
                    <a:pt x="4345" y="4346"/>
                  </a:lnTo>
                  <a:lnTo>
                    <a:pt x="4345" y="92"/>
                  </a:lnTo>
                  <a:lnTo>
                    <a:pt x="44" y="92"/>
                  </a:lnTo>
                  <a:lnTo>
                    <a:pt x="44" y="92"/>
                  </a:lnTo>
                  <a:lnTo>
                    <a:pt x="36" y="90"/>
                  </a:lnTo>
                  <a:lnTo>
                    <a:pt x="26" y="88"/>
                  </a:lnTo>
                  <a:lnTo>
                    <a:pt x="20" y="84"/>
                  </a:lnTo>
                  <a:lnTo>
                    <a:pt x="12" y="78"/>
                  </a:lnTo>
                  <a:lnTo>
                    <a:pt x="6" y="72"/>
                  </a:lnTo>
                  <a:lnTo>
                    <a:pt x="2" y="64"/>
                  </a:lnTo>
                  <a:lnTo>
                    <a:pt x="0" y="56"/>
                  </a:lnTo>
                  <a:lnTo>
                    <a:pt x="0" y="46"/>
                  </a:lnTo>
                  <a:lnTo>
                    <a:pt x="0" y="46"/>
                  </a:lnTo>
                  <a:lnTo>
                    <a:pt x="0" y="36"/>
                  </a:lnTo>
                  <a:lnTo>
                    <a:pt x="2" y="28"/>
                  </a:lnTo>
                  <a:lnTo>
                    <a:pt x="6" y="20"/>
                  </a:lnTo>
                  <a:lnTo>
                    <a:pt x="12" y="14"/>
                  </a:lnTo>
                  <a:lnTo>
                    <a:pt x="20" y="8"/>
                  </a:lnTo>
                  <a:lnTo>
                    <a:pt x="26" y="4"/>
                  </a:lnTo>
                  <a:lnTo>
                    <a:pt x="36" y="2"/>
                  </a:lnTo>
                  <a:lnTo>
                    <a:pt x="44" y="0"/>
                  </a:lnTo>
                  <a:lnTo>
                    <a:pt x="4391" y="0"/>
                  </a:lnTo>
                  <a:lnTo>
                    <a:pt x="4391" y="0"/>
                  </a:lnTo>
                  <a:lnTo>
                    <a:pt x="4401" y="2"/>
                  </a:lnTo>
                  <a:lnTo>
                    <a:pt x="4409" y="4"/>
                  </a:lnTo>
                  <a:lnTo>
                    <a:pt x="4417" y="8"/>
                  </a:lnTo>
                  <a:lnTo>
                    <a:pt x="4423" y="14"/>
                  </a:lnTo>
                  <a:lnTo>
                    <a:pt x="4429" y="20"/>
                  </a:lnTo>
                  <a:lnTo>
                    <a:pt x="4433" y="28"/>
                  </a:lnTo>
                  <a:lnTo>
                    <a:pt x="4437" y="36"/>
                  </a:lnTo>
                  <a:lnTo>
                    <a:pt x="4437" y="46"/>
                  </a:lnTo>
                  <a:lnTo>
                    <a:pt x="4437" y="4392"/>
                  </a:lnTo>
                  <a:lnTo>
                    <a:pt x="4437" y="4392"/>
                  </a:lnTo>
                  <a:lnTo>
                    <a:pt x="4437" y="4402"/>
                  </a:lnTo>
                  <a:lnTo>
                    <a:pt x="4433" y="4410"/>
                  </a:lnTo>
                  <a:lnTo>
                    <a:pt x="4429" y="4418"/>
                  </a:lnTo>
                  <a:lnTo>
                    <a:pt x="4423" y="4424"/>
                  </a:lnTo>
                  <a:lnTo>
                    <a:pt x="4417" y="4430"/>
                  </a:lnTo>
                  <a:lnTo>
                    <a:pt x="4409" y="4434"/>
                  </a:lnTo>
                  <a:lnTo>
                    <a:pt x="4401" y="4436"/>
                  </a:lnTo>
                  <a:lnTo>
                    <a:pt x="4391" y="4438"/>
                  </a:lnTo>
                  <a:lnTo>
                    <a:pt x="4391" y="4438"/>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91" tIns="39096" rIns="78191" bIns="3909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1200"/>
            </a:p>
          </p:txBody>
        </p:sp>
      </p:grpSp>
      <p:sp>
        <p:nvSpPr>
          <p:cNvPr id="121" name="TextBox 209">
            <a:extLst>
              <a:ext uri="{FF2B5EF4-FFF2-40B4-BE49-F238E27FC236}">
                <a16:creationId xmlns:a16="http://schemas.microsoft.com/office/drawing/2014/main" id="{35D2C630-0428-4006-915E-2EE5DB70F1DE}"/>
              </a:ext>
            </a:extLst>
          </p:cNvPr>
          <p:cNvSpPr txBox="1"/>
          <p:nvPr/>
        </p:nvSpPr>
        <p:spPr>
          <a:xfrm>
            <a:off x="6717597" y="4696595"/>
            <a:ext cx="2144188" cy="120032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sz="1200" b="1"/>
              <a:t>Continuous Improvement</a:t>
            </a:r>
          </a:p>
          <a:p>
            <a:pPr lvl="0" algn="ctr"/>
            <a:endParaRPr lang="en-US" sz="1200" b="1">
              <a:sym typeface="Arial"/>
            </a:endParaRPr>
          </a:p>
          <a:p>
            <a:pPr lvl="0" algn="ctr"/>
            <a:r>
              <a:rPr lang="en-US" sz="1200"/>
              <a:t>It encourages organizations to regularly review and improve their stakeholder engagement processes.</a:t>
            </a:r>
            <a:endParaRPr lang="en-US" sz="1200">
              <a:sym typeface="Arial"/>
            </a:endParaRPr>
          </a:p>
        </p:txBody>
      </p:sp>
      <p:grpSp>
        <p:nvGrpSpPr>
          <p:cNvPr id="122" name="Group 121">
            <a:extLst>
              <a:ext uri="{FF2B5EF4-FFF2-40B4-BE49-F238E27FC236}">
                <a16:creationId xmlns:a16="http://schemas.microsoft.com/office/drawing/2014/main" id="{919105BC-1AF7-426F-AB32-741C87232E06}"/>
              </a:ext>
            </a:extLst>
          </p:cNvPr>
          <p:cNvGrpSpPr/>
          <p:nvPr/>
        </p:nvGrpSpPr>
        <p:grpSpPr>
          <a:xfrm>
            <a:off x="9388968" y="4366299"/>
            <a:ext cx="2248711" cy="1996805"/>
            <a:chOff x="455403" y="2042324"/>
            <a:chExt cx="1682079" cy="1675005"/>
          </a:xfrm>
        </p:grpSpPr>
        <p:sp>
          <p:nvSpPr>
            <p:cNvPr id="124" name="Freeform 5">
              <a:extLst>
                <a:ext uri="{FF2B5EF4-FFF2-40B4-BE49-F238E27FC236}">
                  <a16:creationId xmlns:a16="http://schemas.microsoft.com/office/drawing/2014/main" id="{3F181A3E-279F-4DEA-B46D-33AC982B1C2B}"/>
                </a:ext>
              </a:extLst>
            </p:cNvPr>
            <p:cNvSpPr>
              <a:spLocks/>
            </p:cNvSpPr>
            <p:nvPr/>
          </p:nvSpPr>
          <p:spPr bwMode="auto">
            <a:xfrm>
              <a:off x="455403" y="2042324"/>
              <a:ext cx="1682079" cy="1675005"/>
            </a:xfrm>
            <a:custGeom>
              <a:avLst/>
              <a:gdLst>
                <a:gd name="T0" fmla="*/ 4861 w 4907"/>
                <a:gd name="T1" fmla="*/ 5375 h 5375"/>
                <a:gd name="T2" fmla="*/ 46 w 4907"/>
                <a:gd name="T3" fmla="*/ 5375 h 5375"/>
                <a:gd name="T4" fmla="*/ 46 w 4907"/>
                <a:gd name="T5" fmla="*/ 5375 h 5375"/>
                <a:gd name="T6" fmla="*/ 36 w 4907"/>
                <a:gd name="T7" fmla="*/ 5373 h 5375"/>
                <a:gd name="T8" fmla="*/ 28 w 4907"/>
                <a:gd name="T9" fmla="*/ 5371 h 5375"/>
                <a:gd name="T10" fmla="*/ 20 w 4907"/>
                <a:gd name="T11" fmla="*/ 5367 h 5375"/>
                <a:gd name="T12" fmla="*/ 12 w 4907"/>
                <a:gd name="T13" fmla="*/ 5361 h 5375"/>
                <a:gd name="T14" fmla="*/ 8 w 4907"/>
                <a:gd name="T15" fmla="*/ 5353 h 5375"/>
                <a:gd name="T16" fmla="*/ 4 w 4907"/>
                <a:gd name="T17" fmla="*/ 5347 h 5375"/>
                <a:gd name="T18" fmla="*/ 0 w 4907"/>
                <a:gd name="T19" fmla="*/ 5337 h 5375"/>
                <a:gd name="T20" fmla="*/ 0 w 4907"/>
                <a:gd name="T21" fmla="*/ 5329 h 5375"/>
                <a:gd name="T22" fmla="*/ 0 w 4907"/>
                <a:gd name="T23" fmla="*/ 44 h 5375"/>
                <a:gd name="T24" fmla="*/ 0 w 4907"/>
                <a:gd name="T25" fmla="*/ 44 h 5375"/>
                <a:gd name="T26" fmla="*/ 0 w 4907"/>
                <a:gd name="T27" fmla="*/ 36 h 5375"/>
                <a:gd name="T28" fmla="*/ 4 w 4907"/>
                <a:gd name="T29" fmla="*/ 26 h 5375"/>
                <a:gd name="T30" fmla="*/ 8 w 4907"/>
                <a:gd name="T31" fmla="*/ 20 h 5375"/>
                <a:gd name="T32" fmla="*/ 12 w 4907"/>
                <a:gd name="T33" fmla="*/ 12 h 5375"/>
                <a:gd name="T34" fmla="*/ 20 w 4907"/>
                <a:gd name="T35" fmla="*/ 6 h 5375"/>
                <a:gd name="T36" fmla="*/ 28 w 4907"/>
                <a:gd name="T37" fmla="*/ 2 h 5375"/>
                <a:gd name="T38" fmla="*/ 36 w 4907"/>
                <a:gd name="T39" fmla="*/ 0 h 5375"/>
                <a:gd name="T40" fmla="*/ 46 w 4907"/>
                <a:gd name="T41" fmla="*/ 0 h 5375"/>
                <a:gd name="T42" fmla="*/ 4861 w 4907"/>
                <a:gd name="T43" fmla="*/ 0 h 5375"/>
                <a:gd name="T44" fmla="*/ 4861 w 4907"/>
                <a:gd name="T45" fmla="*/ 0 h 5375"/>
                <a:gd name="T46" fmla="*/ 4871 w 4907"/>
                <a:gd name="T47" fmla="*/ 0 h 5375"/>
                <a:gd name="T48" fmla="*/ 4879 w 4907"/>
                <a:gd name="T49" fmla="*/ 2 h 5375"/>
                <a:gd name="T50" fmla="*/ 4887 w 4907"/>
                <a:gd name="T51" fmla="*/ 6 h 5375"/>
                <a:gd name="T52" fmla="*/ 4893 w 4907"/>
                <a:gd name="T53" fmla="*/ 12 h 5375"/>
                <a:gd name="T54" fmla="*/ 4899 w 4907"/>
                <a:gd name="T55" fmla="*/ 20 h 5375"/>
                <a:gd name="T56" fmla="*/ 4903 w 4907"/>
                <a:gd name="T57" fmla="*/ 26 h 5375"/>
                <a:gd name="T58" fmla="*/ 4907 w 4907"/>
                <a:gd name="T59" fmla="*/ 36 h 5375"/>
                <a:gd name="T60" fmla="*/ 4907 w 4907"/>
                <a:gd name="T61" fmla="*/ 44 h 5375"/>
                <a:gd name="T62" fmla="*/ 4907 w 4907"/>
                <a:gd name="T63" fmla="*/ 44 h 5375"/>
                <a:gd name="T64" fmla="*/ 4907 w 4907"/>
                <a:gd name="T65" fmla="*/ 54 h 5375"/>
                <a:gd name="T66" fmla="*/ 4903 w 4907"/>
                <a:gd name="T67" fmla="*/ 62 h 5375"/>
                <a:gd name="T68" fmla="*/ 4899 w 4907"/>
                <a:gd name="T69" fmla="*/ 70 h 5375"/>
                <a:gd name="T70" fmla="*/ 4893 w 4907"/>
                <a:gd name="T71" fmla="*/ 76 h 5375"/>
                <a:gd name="T72" fmla="*/ 4887 w 4907"/>
                <a:gd name="T73" fmla="*/ 82 h 5375"/>
                <a:gd name="T74" fmla="*/ 4879 w 4907"/>
                <a:gd name="T75" fmla="*/ 86 h 5375"/>
                <a:gd name="T76" fmla="*/ 4871 w 4907"/>
                <a:gd name="T77" fmla="*/ 90 h 5375"/>
                <a:gd name="T78" fmla="*/ 4861 w 4907"/>
                <a:gd name="T79" fmla="*/ 90 h 5375"/>
                <a:gd name="T80" fmla="*/ 90 w 4907"/>
                <a:gd name="T81" fmla="*/ 90 h 5375"/>
                <a:gd name="T82" fmla="*/ 90 w 4907"/>
                <a:gd name="T83" fmla="*/ 5284 h 5375"/>
                <a:gd name="T84" fmla="*/ 4861 w 4907"/>
                <a:gd name="T85" fmla="*/ 5284 h 5375"/>
                <a:gd name="T86" fmla="*/ 4861 w 4907"/>
                <a:gd name="T87" fmla="*/ 5284 h 5375"/>
                <a:gd name="T88" fmla="*/ 4871 w 4907"/>
                <a:gd name="T89" fmla="*/ 5284 h 5375"/>
                <a:gd name="T90" fmla="*/ 4879 w 4907"/>
                <a:gd name="T91" fmla="*/ 5288 h 5375"/>
                <a:gd name="T92" fmla="*/ 4887 w 4907"/>
                <a:gd name="T93" fmla="*/ 5292 h 5375"/>
                <a:gd name="T94" fmla="*/ 4893 w 4907"/>
                <a:gd name="T95" fmla="*/ 5298 h 5375"/>
                <a:gd name="T96" fmla="*/ 4899 w 4907"/>
                <a:gd name="T97" fmla="*/ 5304 h 5375"/>
                <a:gd name="T98" fmla="*/ 4903 w 4907"/>
                <a:gd name="T99" fmla="*/ 5312 h 5375"/>
                <a:gd name="T100" fmla="*/ 4907 w 4907"/>
                <a:gd name="T101" fmla="*/ 5319 h 5375"/>
                <a:gd name="T102" fmla="*/ 4907 w 4907"/>
                <a:gd name="T103" fmla="*/ 5329 h 5375"/>
                <a:gd name="T104" fmla="*/ 4907 w 4907"/>
                <a:gd name="T105" fmla="*/ 5329 h 5375"/>
                <a:gd name="T106" fmla="*/ 4907 w 4907"/>
                <a:gd name="T107" fmla="*/ 5337 h 5375"/>
                <a:gd name="T108" fmla="*/ 4903 w 4907"/>
                <a:gd name="T109" fmla="*/ 5347 h 5375"/>
                <a:gd name="T110" fmla="*/ 4899 w 4907"/>
                <a:gd name="T111" fmla="*/ 5353 h 5375"/>
                <a:gd name="T112" fmla="*/ 4893 w 4907"/>
                <a:gd name="T113" fmla="*/ 5361 h 5375"/>
                <a:gd name="T114" fmla="*/ 4887 w 4907"/>
                <a:gd name="T115" fmla="*/ 5367 h 5375"/>
                <a:gd name="T116" fmla="*/ 4879 w 4907"/>
                <a:gd name="T117" fmla="*/ 5371 h 5375"/>
                <a:gd name="T118" fmla="*/ 4871 w 4907"/>
                <a:gd name="T119" fmla="*/ 5373 h 5375"/>
                <a:gd name="T120" fmla="*/ 4861 w 4907"/>
                <a:gd name="T121" fmla="*/ 5375 h 5375"/>
                <a:gd name="T122" fmla="*/ 4861 w 4907"/>
                <a:gd name="T123" fmla="*/ 5375 h 5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07" h="5375">
                  <a:moveTo>
                    <a:pt x="4861" y="5375"/>
                  </a:moveTo>
                  <a:lnTo>
                    <a:pt x="46" y="5375"/>
                  </a:lnTo>
                  <a:lnTo>
                    <a:pt x="46" y="5375"/>
                  </a:lnTo>
                  <a:lnTo>
                    <a:pt x="36" y="5373"/>
                  </a:lnTo>
                  <a:lnTo>
                    <a:pt x="28" y="5371"/>
                  </a:lnTo>
                  <a:lnTo>
                    <a:pt x="20" y="5367"/>
                  </a:lnTo>
                  <a:lnTo>
                    <a:pt x="12" y="5361"/>
                  </a:lnTo>
                  <a:lnTo>
                    <a:pt x="8" y="5353"/>
                  </a:lnTo>
                  <a:lnTo>
                    <a:pt x="4" y="5347"/>
                  </a:lnTo>
                  <a:lnTo>
                    <a:pt x="0" y="5337"/>
                  </a:lnTo>
                  <a:lnTo>
                    <a:pt x="0" y="5329"/>
                  </a:lnTo>
                  <a:lnTo>
                    <a:pt x="0" y="44"/>
                  </a:lnTo>
                  <a:lnTo>
                    <a:pt x="0" y="44"/>
                  </a:lnTo>
                  <a:lnTo>
                    <a:pt x="0" y="36"/>
                  </a:lnTo>
                  <a:lnTo>
                    <a:pt x="4" y="26"/>
                  </a:lnTo>
                  <a:lnTo>
                    <a:pt x="8" y="20"/>
                  </a:lnTo>
                  <a:lnTo>
                    <a:pt x="12" y="12"/>
                  </a:lnTo>
                  <a:lnTo>
                    <a:pt x="20" y="6"/>
                  </a:lnTo>
                  <a:lnTo>
                    <a:pt x="28" y="2"/>
                  </a:lnTo>
                  <a:lnTo>
                    <a:pt x="36" y="0"/>
                  </a:lnTo>
                  <a:lnTo>
                    <a:pt x="46" y="0"/>
                  </a:lnTo>
                  <a:lnTo>
                    <a:pt x="4861" y="0"/>
                  </a:lnTo>
                  <a:lnTo>
                    <a:pt x="4861" y="0"/>
                  </a:lnTo>
                  <a:lnTo>
                    <a:pt x="4871" y="0"/>
                  </a:lnTo>
                  <a:lnTo>
                    <a:pt x="4879" y="2"/>
                  </a:lnTo>
                  <a:lnTo>
                    <a:pt x="4887" y="6"/>
                  </a:lnTo>
                  <a:lnTo>
                    <a:pt x="4893" y="12"/>
                  </a:lnTo>
                  <a:lnTo>
                    <a:pt x="4899" y="20"/>
                  </a:lnTo>
                  <a:lnTo>
                    <a:pt x="4903" y="26"/>
                  </a:lnTo>
                  <a:lnTo>
                    <a:pt x="4907" y="36"/>
                  </a:lnTo>
                  <a:lnTo>
                    <a:pt x="4907" y="44"/>
                  </a:lnTo>
                  <a:lnTo>
                    <a:pt x="4907" y="44"/>
                  </a:lnTo>
                  <a:lnTo>
                    <a:pt x="4907" y="54"/>
                  </a:lnTo>
                  <a:lnTo>
                    <a:pt x="4903" y="62"/>
                  </a:lnTo>
                  <a:lnTo>
                    <a:pt x="4899" y="70"/>
                  </a:lnTo>
                  <a:lnTo>
                    <a:pt x="4893" y="76"/>
                  </a:lnTo>
                  <a:lnTo>
                    <a:pt x="4887" y="82"/>
                  </a:lnTo>
                  <a:lnTo>
                    <a:pt x="4879" y="86"/>
                  </a:lnTo>
                  <a:lnTo>
                    <a:pt x="4871" y="90"/>
                  </a:lnTo>
                  <a:lnTo>
                    <a:pt x="4861" y="90"/>
                  </a:lnTo>
                  <a:lnTo>
                    <a:pt x="90" y="90"/>
                  </a:lnTo>
                  <a:lnTo>
                    <a:pt x="90" y="5284"/>
                  </a:lnTo>
                  <a:lnTo>
                    <a:pt x="4861" y="5284"/>
                  </a:lnTo>
                  <a:lnTo>
                    <a:pt x="4861" y="5284"/>
                  </a:lnTo>
                  <a:lnTo>
                    <a:pt x="4871" y="5284"/>
                  </a:lnTo>
                  <a:lnTo>
                    <a:pt x="4879" y="5288"/>
                  </a:lnTo>
                  <a:lnTo>
                    <a:pt x="4887" y="5292"/>
                  </a:lnTo>
                  <a:lnTo>
                    <a:pt x="4893" y="5298"/>
                  </a:lnTo>
                  <a:lnTo>
                    <a:pt x="4899" y="5304"/>
                  </a:lnTo>
                  <a:lnTo>
                    <a:pt x="4903" y="5312"/>
                  </a:lnTo>
                  <a:lnTo>
                    <a:pt x="4907" y="5319"/>
                  </a:lnTo>
                  <a:lnTo>
                    <a:pt x="4907" y="5329"/>
                  </a:lnTo>
                  <a:lnTo>
                    <a:pt x="4907" y="5329"/>
                  </a:lnTo>
                  <a:lnTo>
                    <a:pt x="4907" y="5337"/>
                  </a:lnTo>
                  <a:lnTo>
                    <a:pt x="4903" y="5347"/>
                  </a:lnTo>
                  <a:lnTo>
                    <a:pt x="4899" y="5353"/>
                  </a:lnTo>
                  <a:lnTo>
                    <a:pt x="4893" y="5361"/>
                  </a:lnTo>
                  <a:lnTo>
                    <a:pt x="4887" y="5367"/>
                  </a:lnTo>
                  <a:lnTo>
                    <a:pt x="4879" y="5371"/>
                  </a:lnTo>
                  <a:lnTo>
                    <a:pt x="4871" y="5373"/>
                  </a:lnTo>
                  <a:lnTo>
                    <a:pt x="4861" y="5375"/>
                  </a:lnTo>
                  <a:lnTo>
                    <a:pt x="4861" y="5375"/>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91" tIns="39096" rIns="78191" bIns="3909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1200"/>
            </a:p>
          </p:txBody>
        </p:sp>
        <p:sp>
          <p:nvSpPr>
            <p:cNvPr id="125" name="Freeform 6">
              <a:extLst>
                <a:ext uri="{FF2B5EF4-FFF2-40B4-BE49-F238E27FC236}">
                  <a16:creationId xmlns:a16="http://schemas.microsoft.com/office/drawing/2014/main" id="{140F203C-44EA-4B81-8A7F-914246E0F9F9}"/>
                </a:ext>
              </a:extLst>
            </p:cNvPr>
            <p:cNvSpPr>
              <a:spLocks/>
            </p:cNvSpPr>
            <p:nvPr/>
          </p:nvSpPr>
          <p:spPr bwMode="auto">
            <a:xfrm>
              <a:off x="616515" y="2119000"/>
              <a:ext cx="1520967" cy="1521309"/>
            </a:xfrm>
            <a:custGeom>
              <a:avLst/>
              <a:gdLst>
                <a:gd name="T0" fmla="*/ 4391 w 4437"/>
                <a:gd name="T1" fmla="*/ 4438 h 4438"/>
                <a:gd name="T2" fmla="*/ 44 w 4437"/>
                <a:gd name="T3" fmla="*/ 4438 h 4438"/>
                <a:gd name="T4" fmla="*/ 44 w 4437"/>
                <a:gd name="T5" fmla="*/ 4438 h 4438"/>
                <a:gd name="T6" fmla="*/ 36 w 4437"/>
                <a:gd name="T7" fmla="*/ 4436 h 4438"/>
                <a:gd name="T8" fmla="*/ 26 w 4437"/>
                <a:gd name="T9" fmla="*/ 4434 h 4438"/>
                <a:gd name="T10" fmla="*/ 20 w 4437"/>
                <a:gd name="T11" fmla="*/ 4430 h 4438"/>
                <a:gd name="T12" fmla="*/ 12 w 4437"/>
                <a:gd name="T13" fmla="*/ 4424 h 4438"/>
                <a:gd name="T14" fmla="*/ 6 w 4437"/>
                <a:gd name="T15" fmla="*/ 4418 h 4438"/>
                <a:gd name="T16" fmla="*/ 2 w 4437"/>
                <a:gd name="T17" fmla="*/ 4410 h 4438"/>
                <a:gd name="T18" fmla="*/ 0 w 4437"/>
                <a:gd name="T19" fmla="*/ 4402 h 4438"/>
                <a:gd name="T20" fmla="*/ 0 w 4437"/>
                <a:gd name="T21" fmla="*/ 4392 h 4438"/>
                <a:gd name="T22" fmla="*/ 0 w 4437"/>
                <a:gd name="T23" fmla="*/ 4392 h 4438"/>
                <a:gd name="T24" fmla="*/ 0 w 4437"/>
                <a:gd name="T25" fmla="*/ 4382 h 4438"/>
                <a:gd name="T26" fmla="*/ 2 w 4437"/>
                <a:gd name="T27" fmla="*/ 4374 h 4438"/>
                <a:gd name="T28" fmla="*/ 6 w 4437"/>
                <a:gd name="T29" fmla="*/ 4366 h 4438"/>
                <a:gd name="T30" fmla="*/ 12 w 4437"/>
                <a:gd name="T31" fmla="*/ 4360 h 4438"/>
                <a:gd name="T32" fmla="*/ 20 w 4437"/>
                <a:gd name="T33" fmla="*/ 4354 h 4438"/>
                <a:gd name="T34" fmla="*/ 26 w 4437"/>
                <a:gd name="T35" fmla="*/ 4350 h 4438"/>
                <a:gd name="T36" fmla="*/ 36 w 4437"/>
                <a:gd name="T37" fmla="*/ 4348 h 4438"/>
                <a:gd name="T38" fmla="*/ 44 w 4437"/>
                <a:gd name="T39" fmla="*/ 4346 h 4438"/>
                <a:gd name="T40" fmla="*/ 4345 w 4437"/>
                <a:gd name="T41" fmla="*/ 4346 h 4438"/>
                <a:gd name="T42" fmla="*/ 4345 w 4437"/>
                <a:gd name="T43" fmla="*/ 92 h 4438"/>
                <a:gd name="T44" fmla="*/ 44 w 4437"/>
                <a:gd name="T45" fmla="*/ 92 h 4438"/>
                <a:gd name="T46" fmla="*/ 44 w 4437"/>
                <a:gd name="T47" fmla="*/ 92 h 4438"/>
                <a:gd name="T48" fmla="*/ 36 w 4437"/>
                <a:gd name="T49" fmla="*/ 90 h 4438"/>
                <a:gd name="T50" fmla="*/ 26 w 4437"/>
                <a:gd name="T51" fmla="*/ 88 h 4438"/>
                <a:gd name="T52" fmla="*/ 20 w 4437"/>
                <a:gd name="T53" fmla="*/ 84 h 4438"/>
                <a:gd name="T54" fmla="*/ 12 w 4437"/>
                <a:gd name="T55" fmla="*/ 78 h 4438"/>
                <a:gd name="T56" fmla="*/ 6 w 4437"/>
                <a:gd name="T57" fmla="*/ 72 h 4438"/>
                <a:gd name="T58" fmla="*/ 2 w 4437"/>
                <a:gd name="T59" fmla="*/ 64 h 4438"/>
                <a:gd name="T60" fmla="*/ 0 w 4437"/>
                <a:gd name="T61" fmla="*/ 56 h 4438"/>
                <a:gd name="T62" fmla="*/ 0 w 4437"/>
                <a:gd name="T63" fmla="*/ 46 h 4438"/>
                <a:gd name="T64" fmla="*/ 0 w 4437"/>
                <a:gd name="T65" fmla="*/ 46 h 4438"/>
                <a:gd name="T66" fmla="*/ 0 w 4437"/>
                <a:gd name="T67" fmla="*/ 36 h 4438"/>
                <a:gd name="T68" fmla="*/ 2 w 4437"/>
                <a:gd name="T69" fmla="*/ 28 h 4438"/>
                <a:gd name="T70" fmla="*/ 6 w 4437"/>
                <a:gd name="T71" fmla="*/ 20 h 4438"/>
                <a:gd name="T72" fmla="*/ 12 w 4437"/>
                <a:gd name="T73" fmla="*/ 14 h 4438"/>
                <a:gd name="T74" fmla="*/ 20 w 4437"/>
                <a:gd name="T75" fmla="*/ 8 h 4438"/>
                <a:gd name="T76" fmla="*/ 26 w 4437"/>
                <a:gd name="T77" fmla="*/ 4 h 4438"/>
                <a:gd name="T78" fmla="*/ 36 w 4437"/>
                <a:gd name="T79" fmla="*/ 2 h 4438"/>
                <a:gd name="T80" fmla="*/ 44 w 4437"/>
                <a:gd name="T81" fmla="*/ 0 h 4438"/>
                <a:gd name="T82" fmla="*/ 4391 w 4437"/>
                <a:gd name="T83" fmla="*/ 0 h 4438"/>
                <a:gd name="T84" fmla="*/ 4391 w 4437"/>
                <a:gd name="T85" fmla="*/ 0 h 4438"/>
                <a:gd name="T86" fmla="*/ 4401 w 4437"/>
                <a:gd name="T87" fmla="*/ 2 h 4438"/>
                <a:gd name="T88" fmla="*/ 4409 w 4437"/>
                <a:gd name="T89" fmla="*/ 4 h 4438"/>
                <a:gd name="T90" fmla="*/ 4417 w 4437"/>
                <a:gd name="T91" fmla="*/ 8 h 4438"/>
                <a:gd name="T92" fmla="*/ 4423 w 4437"/>
                <a:gd name="T93" fmla="*/ 14 h 4438"/>
                <a:gd name="T94" fmla="*/ 4429 w 4437"/>
                <a:gd name="T95" fmla="*/ 20 h 4438"/>
                <a:gd name="T96" fmla="*/ 4433 w 4437"/>
                <a:gd name="T97" fmla="*/ 28 h 4438"/>
                <a:gd name="T98" fmla="*/ 4437 w 4437"/>
                <a:gd name="T99" fmla="*/ 36 h 4438"/>
                <a:gd name="T100" fmla="*/ 4437 w 4437"/>
                <a:gd name="T101" fmla="*/ 46 h 4438"/>
                <a:gd name="T102" fmla="*/ 4437 w 4437"/>
                <a:gd name="T103" fmla="*/ 4392 h 4438"/>
                <a:gd name="T104" fmla="*/ 4437 w 4437"/>
                <a:gd name="T105" fmla="*/ 4392 h 4438"/>
                <a:gd name="T106" fmla="*/ 4437 w 4437"/>
                <a:gd name="T107" fmla="*/ 4402 h 4438"/>
                <a:gd name="T108" fmla="*/ 4433 w 4437"/>
                <a:gd name="T109" fmla="*/ 4410 h 4438"/>
                <a:gd name="T110" fmla="*/ 4429 w 4437"/>
                <a:gd name="T111" fmla="*/ 4418 h 4438"/>
                <a:gd name="T112" fmla="*/ 4423 w 4437"/>
                <a:gd name="T113" fmla="*/ 4424 h 4438"/>
                <a:gd name="T114" fmla="*/ 4417 w 4437"/>
                <a:gd name="T115" fmla="*/ 4430 h 4438"/>
                <a:gd name="T116" fmla="*/ 4409 w 4437"/>
                <a:gd name="T117" fmla="*/ 4434 h 4438"/>
                <a:gd name="T118" fmla="*/ 4401 w 4437"/>
                <a:gd name="T119" fmla="*/ 4436 h 4438"/>
                <a:gd name="T120" fmla="*/ 4391 w 4437"/>
                <a:gd name="T121" fmla="*/ 4438 h 4438"/>
                <a:gd name="T122" fmla="*/ 4391 w 4437"/>
                <a:gd name="T123" fmla="*/ 4438 h 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437" h="4438">
                  <a:moveTo>
                    <a:pt x="4391" y="4438"/>
                  </a:moveTo>
                  <a:lnTo>
                    <a:pt x="44" y="4438"/>
                  </a:lnTo>
                  <a:lnTo>
                    <a:pt x="44" y="4438"/>
                  </a:lnTo>
                  <a:lnTo>
                    <a:pt x="36" y="4436"/>
                  </a:lnTo>
                  <a:lnTo>
                    <a:pt x="26" y="4434"/>
                  </a:lnTo>
                  <a:lnTo>
                    <a:pt x="20" y="4430"/>
                  </a:lnTo>
                  <a:lnTo>
                    <a:pt x="12" y="4424"/>
                  </a:lnTo>
                  <a:lnTo>
                    <a:pt x="6" y="4418"/>
                  </a:lnTo>
                  <a:lnTo>
                    <a:pt x="2" y="4410"/>
                  </a:lnTo>
                  <a:lnTo>
                    <a:pt x="0" y="4402"/>
                  </a:lnTo>
                  <a:lnTo>
                    <a:pt x="0" y="4392"/>
                  </a:lnTo>
                  <a:lnTo>
                    <a:pt x="0" y="4392"/>
                  </a:lnTo>
                  <a:lnTo>
                    <a:pt x="0" y="4382"/>
                  </a:lnTo>
                  <a:lnTo>
                    <a:pt x="2" y="4374"/>
                  </a:lnTo>
                  <a:lnTo>
                    <a:pt x="6" y="4366"/>
                  </a:lnTo>
                  <a:lnTo>
                    <a:pt x="12" y="4360"/>
                  </a:lnTo>
                  <a:lnTo>
                    <a:pt x="20" y="4354"/>
                  </a:lnTo>
                  <a:lnTo>
                    <a:pt x="26" y="4350"/>
                  </a:lnTo>
                  <a:lnTo>
                    <a:pt x="36" y="4348"/>
                  </a:lnTo>
                  <a:lnTo>
                    <a:pt x="44" y="4346"/>
                  </a:lnTo>
                  <a:lnTo>
                    <a:pt x="4345" y="4346"/>
                  </a:lnTo>
                  <a:lnTo>
                    <a:pt x="4345" y="92"/>
                  </a:lnTo>
                  <a:lnTo>
                    <a:pt x="44" y="92"/>
                  </a:lnTo>
                  <a:lnTo>
                    <a:pt x="44" y="92"/>
                  </a:lnTo>
                  <a:lnTo>
                    <a:pt x="36" y="90"/>
                  </a:lnTo>
                  <a:lnTo>
                    <a:pt x="26" y="88"/>
                  </a:lnTo>
                  <a:lnTo>
                    <a:pt x="20" y="84"/>
                  </a:lnTo>
                  <a:lnTo>
                    <a:pt x="12" y="78"/>
                  </a:lnTo>
                  <a:lnTo>
                    <a:pt x="6" y="72"/>
                  </a:lnTo>
                  <a:lnTo>
                    <a:pt x="2" y="64"/>
                  </a:lnTo>
                  <a:lnTo>
                    <a:pt x="0" y="56"/>
                  </a:lnTo>
                  <a:lnTo>
                    <a:pt x="0" y="46"/>
                  </a:lnTo>
                  <a:lnTo>
                    <a:pt x="0" y="46"/>
                  </a:lnTo>
                  <a:lnTo>
                    <a:pt x="0" y="36"/>
                  </a:lnTo>
                  <a:lnTo>
                    <a:pt x="2" y="28"/>
                  </a:lnTo>
                  <a:lnTo>
                    <a:pt x="6" y="20"/>
                  </a:lnTo>
                  <a:lnTo>
                    <a:pt x="12" y="14"/>
                  </a:lnTo>
                  <a:lnTo>
                    <a:pt x="20" y="8"/>
                  </a:lnTo>
                  <a:lnTo>
                    <a:pt x="26" y="4"/>
                  </a:lnTo>
                  <a:lnTo>
                    <a:pt x="36" y="2"/>
                  </a:lnTo>
                  <a:lnTo>
                    <a:pt x="44" y="0"/>
                  </a:lnTo>
                  <a:lnTo>
                    <a:pt x="4391" y="0"/>
                  </a:lnTo>
                  <a:lnTo>
                    <a:pt x="4391" y="0"/>
                  </a:lnTo>
                  <a:lnTo>
                    <a:pt x="4401" y="2"/>
                  </a:lnTo>
                  <a:lnTo>
                    <a:pt x="4409" y="4"/>
                  </a:lnTo>
                  <a:lnTo>
                    <a:pt x="4417" y="8"/>
                  </a:lnTo>
                  <a:lnTo>
                    <a:pt x="4423" y="14"/>
                  </a:lnTo>
                  <a:lnTo>
                    <a:pt x="4429" y="20"/>
                  </a:lnTo>
                  <a:lnTo>
                    <a:pt x="4433" y="28"/>
                  </a:lnTo>
                  <a:lnTo>
                    <a:pt x="4437" y="36"/>
                  </a:lnTo>
                  <a:lnTo>
                    <a:pt x="4437" y="46"/>
                  </a:lnTo>
                  <a:lnTo>
                    <a:pt x="4437" y="4392"/>
                  </a:lnTo>
                  <a:lnTo>
                    <a:pt x="4437" y="4392"/>
                  </a:lnTo>
                  <a:lnTo>
                    <a:pt x="4437" y="4402"/>
                  </a:lnTo>
                  <a:lnTo>
                    <a:pt x="4433" y="4410"/>
                  </a:lnTo>
                  <a:lnTo>
                    <a:pt x="4429" y="4418"/>
                  </a:lnTo>
                  <a:lnTo>
                    <a:pt x="4423" y="4424"/>
                  </a:lnTo>
                  <a:lnTo>
                    <a:pt x="4417" y="4430"/>
                  </a:lnTo>
                  <a:lnTo>
                    <a:pt x="4409" y="4434"/>
                  </a:lnTo>
                  <a:lnTo>
                    <a:pt x="4401" y="4436"/>
                  </a:lnTo>
                  <a:lnTo>
                    <a:pt x="4391" y="4438"/>
                  </a:lnTo>
                  <a:lnTo>
                    <a:pt x="4391" y="4438"/>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91" tIns="39096" rIns="78191" bIns="3909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1200"/>
            </a:p>
          </p:txBody>
        </p:sp>
      </p:grpSp>
      <p:sp>
        <p:nvSpPr>
          <p:cNvPr id="123" name="TextBox 214">
            <a:extLst>
              <a:ext uri="{FF2B5EF4-FFF2-40B4-BE49-F238E27FC236}">
                <a16:creationId xmlns:a16="http://schemas.microsoft.com/office/drawing/2014/main" id="{67049326-4C76-4BC7-88E2-99FBB5C9AFFD}"/>
              </a:ext>
            </a:extLst>
          </p:cNvPr>
          <p:cNvSpPr txBox="1"/>
          <p:nvPr/>
        </p:nvSpPr>
        <p:spPr>
          <a:xfrm>
            <a:off x="9520255" y="4538937"/>
            <a:ext cx="2088549" cy="156966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sz="1200" b="1"/>
              <a:t>Integration with Governance &amp; Strategy</a:t>
            </a:r>
          </a:p>
          <a:p>
            <a:pPr lvl="0" algn="ctr"/>
            <a:endParaRPr lang="en-US" sz="1200" b="1">
              <a:sym typeface="Arial"/>
            </a:endParaRPr>
          </a:p>
          <a:p>
            <a:pPr lvl="0" algn="ctr"/>
            <a:r>
              <a:rPr lang="en-US" sz="1200"/>
              <a:t>The standard advocates for embedding the concept into the organization’s governance structures and strategic planning. </a:t>
            </a:r>
            <a:endParaRPr lang="en-US" sz="1200">
              <a:sym typeface="Arial"/>
            </a:endParaRPr>
          </a:p>
        </p:txBody>
      </p:sp>
      <p:pic>
        <p:nvPicPr>
          <p:cNvPr id="3082" name="Picture 3081">
            <a:extLst>
              <a:ext uri="{FF2B5EF4-FFF2-40B4-BE49-F238E27FC236}">
                <a16:creationId xmlns:a16="http://schemas.microsoft.com/office/drawing/2014/main" id="{166F3F04-E96E-BEBE-F76B-C382CF0708A6}"/>
              </a:ext>
            </a:extLst>
          </p:cNvPr>
          <p:cNvPicPr>
            <a:picLocks noChangeAspect="1"/>
          </p:cNvPicPr>
          <p:nvPr/>
        </p:nvPicPr>
        <p:blipFill>
          <a:blip r:embed="rId3">
            <a:grayscl/>
          </a:blip>
          <a:srcRect l="12927" r="14562"/>
          <a:stretch>
            <a:fillRect/>
          </a:stretch>
        </p:blipFill>
        <p:spPr>
          <a:xfrm>
            <a:off x="369598" y="2597400"/>
            <a:ext cx="3252772" cy="3616969"/>
          </a:xfrm>
          <a:prstGeom prst="rect">
            <a:avLst/>
          </a:prstGeom>
        </p:spPr>
      </p:pic>
      <p:sp>
        <p:nvSpPr>
          <p:cNvPr id="3086" name="TextBox 3085">
            <a:extLst>
              <a:ext uri="{FF2B5EF4-FFF2-40B4-BE49-F238E27FC236}">
                <a16:creationId xmlns:a16="http://schemas.microsoft.com/office/drawing/2014/main" id="{6C9CB61B-6255-D0A6-88FB-889F9411F1BF}"/>
              </a:ext>
            </a:extLst>
          </p:cNvPr>
          <p:cNvSpPr txBox="1"/>
          <p:nvPr/>
        </p:nvSpPr>
        <p:spPr>
          <a:xfrm>
            <a:off x="618119" y="2191056"/>
            <a:ext cx="2856345" cy="461665"/>
          </a:xfrm>
          <a:prstGeom prst="rect">
            <a:avLst/>
          </a:prstGeom>
          <a:noFill/>
        </p:spPr>
        <p:txBody>
          <a:bodyPr wrap="square">
            <a:spAutoFit/>
          </a:bodyPr>
          <a:lstStyle/>
          <a:p>
            <a:pPr algn="ctr"/>
            <a:r>
              <a:rPr lang="en-US" sz="1200" b="1">
                <a:solidFill>
                  <a:schemeClr val="accent2">
                    <a:lumMod val="75000"/>
                  </a:schemeClr>
                </a:solidFill>
                <a:latin typeface="Arial (Body)"/>
              </a:rPr>
              <a:t>AA1000 SES: Stakeholder Engagement Process</a:t>
            </a:r>
          </a:p>
        </p:txBody>
      </p:sp>
    </p:spTree>
    <p:custDataLst>
      <p:custData r:id="rId1"/>
    </p:custDataLst>
    <p:extLst>
      <p:ext uri="{BB962C8B-B14F-4D97-AF65-F5344CB8AC3E}">
        <p14:creationId xmlns:p14="http://schemas.microsoft.com/office/powerpoint/2010/main" val="22592769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D78647-938D-9654-40EC-2BD50843150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2871AB6-86B9-456C-138A-4FC363C999AC}"/>
              </a:ext>
            </a:extLst>
          </p:cNvPr>
          <p:cNvSpPr/>
          <p:nvPr/>
        </p:nvSpPr>
        <p:spPr>
          <a:xfrm>
            <a:off x="6194613" y="-73891"/>
            <a:ext cx="5997387" cy="6931892"/>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2D27B107-AA83-21A7-78CA-D1B2F64BE899}"/>
              </a:ext>
            </a:extLst>
          </p:cNvPr>
          <p:cNvCxnSpPr>
            <a:cxnSpLocks/>
          </p:cNvCxnSpPr>
          <p:nvPr/>
        </p:nvCxnSpPr>
        <p:spPr>
          <a:xfrm>
            <a:off x="5997388" y="0"/>
            <a:ext cx="0" cy="6858000"/>
          </a:xfrm>
          <a:prstGeom prst="line">
            <a:avLst/>
          </a:prstGeom>
          <a:ln/>
        </p:spPr>
        <p:style>
          <a:lnRef idx="1">
            <a:schemeClr val="accent2"/>
          </a:lnRef>
          <a:fillRef idx="0">
            <a:schemeClr val="accent2"/>
          </a:fillRef>
          <a:effectRef idx="0">
            <a:schemeClr val="accent2"/>
          </a:effectRef>
          <a:fontRef idx="minor">
            <a:schemeClr val="tx1"/>
          </a:fontRef>
        </p:style>
      </p:cxnSp>
      <p:sp>
        <p:nvSpPr>
          <p:cNvPr id="5" name="TextBox 4">
            <a:extLst>
              <a:ext uri="{FF2B5EF4-FFF2-40B4-BE49-F238E27FC236}">
                <a16:creationId xmlns:a16="http://schemas.microsoft.com/office/drawing/2014/main" id="{49D602D6-562B-DF6A-7508-DD2AB33D29CE}"/>
              </a:ext>
            </a:extLst>
          </p:cNvPr>
          <p:cNvSpPr txBox="1"/>
          <p:nvPr/>
        </p:nvSpPr>
        <p:spPr>
          <a:xfrm>
            <a:off x="6338049" y="3395383"/>
            <a:ext cx="5540186" cy="1846729"/>
          </a:xfrm>
          <a:prstGeom prst="rect">
            <a:avLst/>
          </a:prstGeom>
          <a:noFill/>
          <a:effectLst>
            <a:glow rad="63500">
              <a:schemeClr val="accent1">
                <a:satMod val="175000"/>
                <a:alpha val="40000"/>
              </a:schemeClr>
            </a:glow>
          </a:effectLst>
        </p:spPr>
        <p:txBody>
          <a:bodyPr wrap="square" lIns="0" tIns="0" rIns="0" bIns="0" rtlCol="0" anchor="ctr">
            <a:noAutofit/>
          </a:bodyPr>
          <a:lstStyle/>
          <a:p>
            <a:pPr algn="ctr"/>
            <a:r>
              <a:rPr lang="en-US" sz="3200">
                <a:latin typeface="+mj-lt"/>
              </a:rPr>
              <a:t>A Real-World Scenario</a:t>
            </a:r>
          </a:p>
        </p:txBody>
      </p:sp>
      <p:pic>
        <p:nvPicPr>
          <p:cNvPr id="10" name="Graphic 9" descr="Thought bubble outline">
            <a:extLst>
              <a:ext uri="{FF2B5EF4-FFF2-40B4-BE49-F238E27FC236}">
                <a16:creationId xmlns:a16="http://schemas.microsoft.com/office/drawing/2014/main" id="{594FC2A6-6C81-2010-2C21-226C1D5F2B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25971" y="1766049"/>
            <a:ext cx="2478743" cy="2478743"/>
          </a:xfrm>
          <a:prstGeom prst="rect">
            <a:avLst/>
          </a:prstGeom>
          <a:effectLst/>
        </p:spPr>
      </p:pic>
      <p:sp>
        <p:nvSpPr>
          <p:cNvPr id="16" name="TextBox 15">
            <a:extLst>
              <a:ext uri="{FF2B5EF4-FFF2-40B4-BE49-F238E27FC236}">
                <a16:creationId xmlns:a16="http://schemas.microsoft.com/office/drawing/2014/main" id="{559C81A2-EB2A-63E0-CA98-05E4FED66FE9}"/>
              </a:ext>
            </a:extLst>
          </p:cNvPr>
          <p:cNvSpPr txBox="1"/>
          <p:nvPr/>
        </p:nvSpPr>
        <p:spPr>
          <a:xfrm>
            <a:off x="313765" y="4005755"/>
            <a:ext cx="5127810" cy="615553"/>
          </a:xfrm>
          <a:prstGeom prst="rect">
            <a:avLst/>
          </a:prstGeom>
          <a:noFill/>
          <a:effectLst>
            <a:glow rad="63500">
              <a:schemeClr val="accent1">
                <a:satMod val="175000"/>
                <a:alpha val="40000"/>
              </a:schemeClr>
            </a:glow>
          </a:effectLst>
        </p:spPr>
        <p:txBody>
          <a:bodyPr wrap="square" lIns="0" tIns="0" rIns="0" bIns="0" rtlCol="0" anchor="ctr">
            <a:noAutofit/>
          </a:bodyPr>
          <a:lstStyle>
            <a:defPPr>
              <a:defRPr lang="en-US"/>
            </a:defPPr>
            <a:lvl1pPr>
              <a:defRPr sz="3400">
                <a:latin typeface="+mj-lt"/>
              </a:defRPr>
            </a:lvl1pPr>
          </a:lstStyle>
          <a:p>
            <a:pPr algn="ctr"/>
            <a:r>
              <a:rPr lang="en-US" sz="3200"/>
              <a:t>From Concept to Reality  </a:t>
            </a:r>
          </a:p>
        </p:txBody>
      </p:sp>
      <p:pic>
        <p:nvPicPr>
          <p:cNvPr id="18" name="Graphic 17" descr="Open book outline">
            <a:extLst>
              <a:ext uri="{FF2B5EF4-FFF2-40B4-BE49-F238E27FC236}">
                <a16:creationId xmlns:a16="http://schemas.microsoft.com/office/drawing/2014/main" id="{B84DF663-D559-8249-8194-CCE4442B856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88728" y="1975250"/>
            <a:ext cx="2030505" cy="2030505"/>
          </a:xfrm>
          <a:prstGeom prst="rect">
            <a:avLst/>
          </a:prstGeom>
        </p:spPr>
      </p:pic>
      <p:cxnSp>
        <p:nvCxnSpPr>
          <p:cNvPr id="20" name="Straight Connector 19">
            <a:extLst>
              <a:ext uri="{FF2B5EF4-FFF2-40B4-BE49-F238E27FC236}">
                <a16:creationId xmlns:a16="http://schemas.microsoft.com/office/drawing/2014/main" id="{83A998F4-E940-FD8F-8143-E27B6E990CD4}"/>
              </a:ext>
            </a:extLst>
          </p:cNvPr>
          <p:cNvCxnSpPr/>
          <p:nvPr/>
        </p:nvCxnSpPr>
        <p:spPr>
          <a:xfrm>
            <a:off x="9802009" y="4655735"/>
            <a:ext cx="1299882" cy="0"/>
          </a:xfrm>
          <a:prstGeom prst="line">
            <a:avLst/>
          </a:prstGeom>
          <a:ln/>
        </p:spPr>
        <p:style>
          <a:lnRef idx="1">
            <a:schemeClr val="accent2"/>
          </a:lnRef>
          <a:fillRef idx="0">
            <a:schemeClr val="accent2"/>
          </a:fillRef>
          <a:effectRef idx="0">
            <a:schemeClr val="accent2"/>
          </a:effectRef>
          <a:fontRef idx="minor">
            <a:schemeClr val="tx1"/>
          </a:fontRef>
        </p:style>
      </p:cxnSp>
      <p:sp>
        <p:nvSpPr>
          <p:cNvPr id="22" name="Callout: Right Arrow 21">
            <a:extLst>
              <a:ext uri="{FF2B5EF4-FFF2-40B4-BE49-F238E27FC236}">
                <a16:creationId xmlns:a16="http://schemas.microsoft.com/office/drawing/2014/main" id="{32B01134-8ED6-5163-3C96-E3BCFC9024D4}"/>
              </a:ext>
            </a:extLst>
          </p:cNvPr>
          <p:cNvSpPr/>
          <p:nvPr/>
        </p:nvSpPr>
        <p:spPr>
          <a:xfrm>
            <a:off x="5374621" y="0"/>
            <a:ext cx="1274668" cy="6858000"/>
          </a:xfrm>
          <a:prstGeom prst="rightArrowCallout">
            <a:avLst/>
          </a:prstGeom>
          <a:solidFill>
            <a:schemeClr val="accent4"/>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c 24" descr="City with solid fill">
            <a:extLst>
              <a:ext uri="{FF2B5EF4-FFF2-40B4-BE49-F238E27FC236}">
                <a16:creationId xmlns:a16="http://schemas.microsoft.com/office/drawing/2014/main" id="{09EAFA53-49BC-09D4-0FBE-15CF02DCF69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89941" y="2263590"/>
            <a:ext cx="914400" cy="914400"/>
          </a:xfrm>
          <a:prstGeom prst="rect">
            <a:avLst/>
          </a:prstGeom>
        </p:spPr>
      </p:pic>
    </p:spTree>
    <p:custDataLst>
      <p:custData r:id="rId1"/>
    </p:custDataLst>
    <p:extLst>
      <p:ext uri="{BB962C8B-B14F-4D97-AF65-F5344CB8AC3E}">
        <p14:creationId xmlns:p14="http://schemas.microsoft.com/office/powerpoint/2010/main" val="3021539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350E4-5034-340A-1D1A-D35DE7F8180A}"/>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33D9F03B-3319-76F4-82C3-5A530B3152D1}"/>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A Successful Stakeholder Engagement Strategy !</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grpSp>
        <p:nvGrpSpPr>
          <p:cNvPr id="2" name="Group 1">
            <a:extLst>
              <a:ext uri="{FF2B5EF4-FFF2-40B4-BE49-F238E27FC236}">
                <a16:creationId xmlns:a16="http://schemas.microsoft.com/office/drawing/2014/main" id="{C8C2A82C-0C28-39CF-D1B9-33EEB1E3C0AD}"/>
              </a:ext>
            </a:extLst>
          </p:cNvPr>
          <p:cNvGrpSpPr/>
          <p:nvPr/>
        </p:nvGrpSpPr>
        <p:grpSpPr>
          <a:xfrm>
            <a:off x="843828" y="1180711"/>
            <a:ext cx="10504344" cy="5247167"/>
            <a:chOff x="737386" y="2138939"/>
            <a:chExt cx="9217826" cy="4681132"/>
          </a:xfrm>
        </p:grpSpPr>
        <p:sp>
          <p:nvSpPr>
            <p:cNvPr id="3" name="Freeform 156">
              <a:extLst>
                <a:ext uri="{FF2B5EF4-FFF2-40B4-BE49-F238E27FC236}">
                  <a16:creationId xmlns:a16="http://schemas.microsoft.com/office/drawing/2014/main" id="{7592808F-1532-1201-B042-031DAD94B6DF}"/>
                </a:ext>
              </a:extLst>
            </p:cNvPr>
            <p:cNvSpPr>
              <a:spLocks/>
            </p:cNvSpPr>
            <p:nvPr/>
          </p:nvSpPr>
          <p:spPr bwMode="auto">
            <a:xfrm rot="10800000">
              <a:off x="5865710" y="2138939"/>
              <a:ext cx="4089502" cy="698912"/>
            </a:xfrm>
            <a:custGeom>
              <a:avLst/>
              <a:gdLst>
                <a:gd name="connsiteX0" fmla="*/ 0 w 10000"/>
                <a:gd name="connsiteY0" fmla="*/ 0 h 10000"/>
                <a:gd name="connsiteX1" fmla="*/ 0 w 10000"/>
                <a:gd name="connsiteY1" fmla="*/ 10000 h 10000"/>
                <a:gd name="connsiteX2" fmla="*/ 10000 w 10000"/>
                <a:gd name="connsiteY2" fmla="*/ 10000 h 10000"/>
                <a:gd name="connsiteX3" fmla="*/ 8704 w 10000"/>
                <a:gd name="connsiteY3" fmla="*/ 26 h 10000"/>
                <a:gd name="connsiteX4" fmla="*/ 0 w 10000"/>
                <a:gd name="connsiteY4" fmla="*/ 0 h 10000"/>
                <a:gd name="connsiteX5" fmla="*/ 0 w 10000"/>
                <a:gd name="connsiteY5" fmla="*/ 0 h 10000"/>
                <a:gd name="connsiteX0" fmla="*/ 0 w 10000"/>
                <a:gd name="connsiteY0" fmla="*/ 0 h 10000"/>
                <a:gd name="connsiteX1" fmla="*/ 0 w 10000"/>
                <a:gd name="connsiteY1" fmla="*/ 10000 h 10000"/>
                <a:gd name="connsiteX2" fmla="*/ 10000 w 10000"/>
                <a:gd name="connsiteY2" fmla="*/ 10000 h 10000"/>
                <a:gd name="connsiteX3" fmla="*/ 8916 w 10000"/>
                <a:gd name="connsiteY3" fmla="*/ 151 h 10000"/>
                <a:gd name="connsiteX4" fmla="*/ 0 w 10000"/>
                <a:gd name="connsiteY4" fmla="*/ 0 h 10000"/>
                <a:gd name="connsiteX5" fmla="*/ 0 w 10000"/>
                <a:gd name="connsiteY5" fmla="*/ 0 h 10000"/>
                <a:gd name="connsiteX0" fmla="*/ 0 w 10000"/>
                <a:gd name="connsiteY0" fmla="*/ 98 h 10098"/>
                <a:gd name="connsiteX1" fmla="*/ 0 w 10000"/>
                <a:gd name="connsiteY1" fmla="*/ 10098 h 10098"/>
                <a:gd name="connsiteX2" fmla="*/ 10000 w 10000"/>
                <a:gd name="connsiteY2" fmla="*/ 10098 h 10098"/>
                <a:gd name="connsiteX3" fmla="*/ 8937 w 10000"/>
                <a:gd name="connsiteY3" fmla="*/ 0 h 10098"/>
                <a:gd name="connsiteX4" fmla="*/ 0 w 10000"/>
                <a:gd name="connsiteY4" fmla="*/ 98 h 10098"/>
                <a:gd name="connsiteX5" fmla="*/ 0 w 10000"/>
                <a:gd name="connsiteY5" fmla="*/ 98 h 10098"/>
                <a:gd name="connsiteX0" fmla="*/ 0 w 10000"/>
                <a:gd name="connsiteY0" fmla="*/ 98 h 10098"/>
                <a:gd name="connsiteX1" fmla="*/ 0 w 10000"/>
                <a:gd name="connsiteY1" fmla="*/ 10098 h 10098"/>
                <a:gd name="connsiteX2" fmla="*/ 10000 w 10000"/>
                <a:gd name="connsiteY2" fmla="*/ 10098 h 10098"/>
                <a:gd name="connsiteX3" fmla="*/ 8980 w 10000"/>
                <a:gd name="connsiteY3" fmla="*/ 0 h 10098"/>
                <a:gd name="connsiteX4" fmla="*/ 0 w 10000"/>
                <a:gd name="connsiteY4" fmla="*/ 98 h 10098"/>
                <a:gd name="connsiteX5" fmla="*/ 0 w 10000"/>
                <a:gd name="connsiteY5" fmla="*/ 98 h 10098"/>
                <a:gd name="connsiteX0" fmla="*/ 0 w 10000"/>
                <a:gd name="connsiteY0" fmla="*/ 0 h 10000"/>
                <a:gd name="connsiteX1" fmla="*/ 0 w 10000"/>
                <a:gd name="connsiteY1" fmla="*/ 10000 h 10000"/>
                <a:gd name="connsiteX2" fmla="*/ 10000 w 10000"/>
                <a:gd name="connsiteY2" fmla="*/ 10000 h 10000"/>
                <a:gd name="connsiteX3" fmla="*/ 9001 w 10000"/>
                <a:gd name="connsiteY3" fmla="*/ 27 h 10000"/>
                <a:gd name="connsiteX4" fmla="*/ 0 w 10000"/>
                <a:gd name="connsiteY4" fmla="*/ 0 h 10000"/>
                <a:gd name="connsiteX5" fmla="*/ 0 w 10000"/>
                <a:gd name="connsiteY5"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0"/>
                  </a:moveTo>
                  <a:lnTo>
                    <a:pt x="0" y="10000"/>
                  </a:lnTo>
                  <a:lnTo>
                    <a:pt x="10000" y="10000"/>
                  </a:lnTo>
                  <a:lnTo>
                    <a:pt x="9001" y="27"/>
                  </a:lnTo>
                  <a:lnTo>
                    <a:pt x="0" y="0"/>
                  </a:lnTo>
                  <a:lnTo>
                    <a:pt x="0" y="0"/>
                  </a:lnTo>
                  <a:close/>
                </a:path>
              </a:pathLst>
            </a:custGeom>
            <a:noFill/>
            <a:ln w="9525">
              <a:solidFill>
                <a:schemeClr val="accent6">
                  <a:lumMod val="50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b="0" i="0" u="none" strike="noStrike" kern="1200" cap="none" spc="0" normalizeH="0" baseline="0" noProof="0">
                <a:ln>
                  <a:noFill/>
                </a:ln>
                <a:solidFill>
                  <a:prstClr val="black"/>
                </a:solidFill>
                <a:effectLst/>
                <a:uLnTx/>
                <a:uFillTx/>
                <a:ea typeface="+mn-ea"/>
                <a:cs typeface="+mn-cs"/>
              </a:endParaRPr>
            </a:p>
          </p:txBody>
        </p:sp>
        <p:sp>
          <p:nvSpPr>
            <p:cNvPr id="4" name="Freeform 186">
              <a:extLst>
                <a:ext uri="{FF2B5EF4-FFF2-40B4-BE49-F238E27FC236}">
                  <a16:creationId xmlns:a16="http://schemas.microsoft.com/office/drawing/2014/main" id="{32481644-677B-DF00-6146-D84A2EDB7CF9}"/>
                </a:ext>
              </a:extLst>
            </p:cNvPr>
            <p:cNvSpPr>
              <a:spLocks/>
            </p:cNvSpPr>
            <p:nvPr/>
          </p:nvSpPr>
          <p:spPr bwMode="auto">
            <a:xfrm rot="10800000">
              <a:off x="7196395" y="4451271"/>
              <a:ext cx="2758817" cy="1458000"/>
            </a:xfrm>
            <a:custGeom>
              <a:avLst/>
              <a:gdLst>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7730 w 10000"/>
                <a:gd name="connsiteY4" fmla="*/ 5000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03 w 10000"/>
                <a:gd name="connsiteY4" fmla="*/ 5047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529 w 10000"/>
                <a:gd name="connsiteY4" fmla="*/ 5047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363 w 10000"/>
                <a:gd name="connsiteY4" fmla="*/ 5153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89 w 10000"/>
                <a:gd name="connsiteY4" fmla="*/ 5093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291 w 10000"/>
                <a:gd name="connsiteY4" fmla="*/ 4919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17 w 10000"/>
                <a:gd name="connsiteY4" fmla="*/ 4979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575 w 10000"/>
                <a:gd name="connsiteY4" fmla="*/ 4979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80 w 10000"/>
                <a:gd name="connsiteY4" fmla="*/ 4860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48 w 10000"/>
                <a:gd name="connsiteY4" fmla="*/ 5159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16 w 10000"/>
                <a:gd name="connsiteY4" fmla="*/ 4920 h 10000"/>
                <a:gd name="connsiteX5" fmla="*/ 10000 w 10000"/>
                <a:gd name="connsiteY5" fmla="*/ 0 h 10000"/>
                <a:gd name="connsiteX6" fmla="*/ 0 w 10000"/>
                <a:gd name="connsiteY6" fmla="*/ 0 h 10000"/>
                <a:gd name="connsiteX7" fmla="*/ 0 w 10000"/>
                <a:gd name="connsiteY7"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00">
                  <a:moveTo>
                    <a:pt x="0" y="0"/>
                  </a:moveTo>
                  <a:lnTo>
                    <a:pt x="0" y="10000"/>
                  </a:lnTo>
                  <a:lnTo>
                    <a:pt x="10000" y="10000"/>
                  </a:lnTo>
                  <a:lnTo>
                    <a:pt x="10000" y="10000"/>
                  </a:lnTo>
                  <a:lnTo>
                    <a:pt x="8416" y="4920"/>
                  </a:lnTo>
                  <a:lnTo>
                    <a:pt x="10000" y="0"/>
                  </a:lnTo>
                  <a:lnTo>
                    <a:pt x="0" y="0"/>
                  </a:lnTo>
                  <a:lnTo>
                    <a:pt x="0" y="0"/>
                  </a:lnTo>
                  <a:close/>
                </a:path>
              </a:pathLst>
            </a:custGeom>
            <a:noFill/>
            <a:ln w="9525">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b="0" i="0" u="none" strike="noStrike" kern="1200" cap="none" spc="0" normalizeH="0" baseline="0" noProof="0">
                <a:ln>
                  <a:noFill/>
                </a:ln>
                <a:solidFill>
                  <a:prstClr val="black"/>
                </a:solidFill>
                <a:effectLst/>
                <a:uLnTx/>
                <a:uFillTx/>
                <a:ea typeface="+mn-ea"/>
                <a:cs typeface="+mn-cs"/>
              </a:endParaRPr>
            </a:p>
          </p:txBody>
        </p:sp>
        <p:sp>
          <p:nvSpPr>
            <p:cNvPr id="5" name="Freeform 186">
              <a:extLst>
                <a:ext uri="{FF2B5EF4-FFF2-40B4-BE49-F238E27FC236}">
                  <a16:creationId xmlns:a16="http://schemas.microsoft.com/office/drawing/2014/main" id="{4DFA7537-CD8E-156F-5B00-39A2C42BDA64}"/>
                </a:ext>
              </a:extLst>
            </p:cNvPr>
            <p:cNvSpPr>
              <a:spLocks/>
            </p:cNvSpPr>
            <p:nvPr/>
          </p:nvSpPr>
          <p:spPr bwMode="auto">
            <a:xfrm rot="10800000">
              <a:off x="7196395" y="2912430"/>
              <a:ext cx="2758817" cy="1458000"/>
            </a:xfrm>
            <a:custGeom>
              <a:avLst/>
              <a:gdLst>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7730 w 10000"/>
                <a:gd name="connsiteY4" fmla="*/ 5000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03 w 10000"/>
                <a:gd name="connsiteY4" fmla="*/ 5047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529 w 10000"/>
                <a:gd name="connsiteY4" fmla="*/ 5047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363 w 10000"/>
                <a:gd name="connsiteY4" fmla="*/ 5153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89 w 10000"/>
                <a:gd name="connsiteY4" fmla="*/ 5093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291 w 10000"/>
                <a:gd name="connsiteY4" fmla="*/ 4919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17 w 10000"/>
                <a:gd name="connsiteY4" fmla="*/ 4979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575 w 10000"/>
                <a:gd name="connsiteY4" fmla="*/ 4979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80 w 10000"/>
                <a:gd name="connsiteY4" fmla="*/ 4860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48 w 10000"/>
                <a:gd name="connsiteY4" fmla="*/ 5159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16 w 10000"/>
                <a:gd name="connsiteY4" fmla="*/ 4920 h 10000"/>
                <a:gd name="connsiteX5" fmla="*/ 10000 w 10000"/>
                <a:gd name="connsiteY5" fmla="*/ 0 h 10000"/>
                <a:gd name="connsiteX6" fmla="*/ 0 w 10000"/>
                <a:gd name="connsiteY6" fmla="*/ 0 h 10000"/>
                <a:gd name="connsiteX7" fmla="*/ 0 w 10000"/>
                <a:gd name="connsiteY7"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00">
                  <a:moveTo>
                    <a:pt x="0" y="0"/>
                  </a:moveTo>
                  <a:lnTo>
                    <a:pt x="0" y="10000"/>
                  </a:lnTo>
                  <a:lnTo>
                    <a:pt x="10000" y="10000"/>
                  </a:lnTo>
                  <a:lnTo>
                    <a:pt x="10000" y="10000"/>
                  </a:lnTo>
                  <a:lnTo>
                    <a:pt x="8416" y="4920"/>
                  </a:lnTo>
                  <a:lnTo>
                    <a:pt x="10000" y="0"/>
                  </a:lnTo>
                  <a:lnTo>
                    <a:pt x="0" y="0"/>
                  </a:lnTo>
                  <a:lnTo>
                    <a:pt x="0" y="0"/>
                  </a:lnTo>
                  <a:close/>
                </a:path>
              </a:pathLst>
            </a:custGeom>
            <a:noFill/>
            <a:ln w="9525">
              <a:solidFill>
                <a:schemeClr val="accent4">
                  <a:lumMod val="50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b="0" i="0" u="none" strike="noStrike" kern="1200" cap="none" spc="0" normalizeH="0" baseline="0" noProof="0">
                <a:ln>
                  <a:noFill/>
                </a:ln>
                <a:solidFill>
                  <a:prstClr val="black"/>
                </a:solidFill>
                <a:effectLst/>
                <a:uLnTx/>
                <a:uFillTx/>
                <a:ea typeface="+mn-ea"/>
                <a:cs typeface="+mn-cs"/>
              </a:endParaRPr>
            </a:p>
          </p:txBody>
        </p:sp>
        <p:sp>
          <p:nvSpPr>
            <p:cNvPr id="6" name="Freeform 28">
              <a:extLst>
                <a:ext uri="{FF2B5EF4-FFF2-40B4-BE49-F238E27FC236}">
                  <a16:creationId xmlns:a16="http://schemas.microsoft.com/office/drawing/2014/main" id="{DA692282-D94C-79DE-E253-726805E7F1A0}"/>
                </a:ext>
              </a:extLst>
            </p:cNvPr>
            <p:cNvSpPr>
              <a:spLocks/>
            </p:cNvSpPr>
            <p:nvPr/>
          </p:nvSpPr>
          <p:spPr bwMode="auto">
            <a:xfrm>
              <a:off x="4483642" y="2138939"/>
              <a:ext cx="1710000" cy="1458000"/>
            </a:xfrm>
            <a:custGeom>
              <a:avLst/>
              <a:gdLst/>
              <a:ahLst/>
              <a:cxnLst>
                <a:cxn ang="0">
                  <a:pos x="545" y="0"/>
                </a:cxn>
                <a:cxn ang="0">
                  <a:pos x="181" y="0"/>
                </a:cxn>
                <a:cxn ang="0">
                  <a:pos x="0" y="313"/>
                </a:cxn>
                <a:cxn ang="0">
                  <a:pos x="181" y="626"/>
                </a:cxn>
                <a:cxn ang="0">
                  <a:pos x="545" y="626"/>
                </a:cxn>
                <a:cxn ang="0">
                  <a:pos x="726" y="313"/>
                </a:cxn>
                <a:cxn ang="0">
                  <a:pos x="545" y="0"/>
                </a:cxn>
                <a:cxn ang="0">
                  <a:pos x="545" y="0"/>
                </a:cxn>
              </a:cxnLst>
              <a:rect l="0" t="0" r="r" b="b"/>
              <a:pathLst>
                <a:path w="726" h="626">
                  <a:moveTo>
                    <a:pt x="545" y="0"/>
                  </a:moveTo>
                  <a:lnTo>
                    <a:pt x="181" y="0"/>
                  </a:lnTo>
                  <a:lnTo>
                    <a:pt x="0" y="313"/>
                  </a:lnTo>
                  <a:lnTo>
                    <a:pt x="181" y="626"/>
                  </a:lnTo>
                  <a:lnTo>
                    <a:pt x="545" y="626"/>
                  </a:lnTo>
                  <a:lnTo>
                    <a:pt x="726" y="313"/>
                  </a:lnTo>
                  <a:lnTo>
                    <a:pt x="545" y="0"/>
                  </a:lnTo>
                  <a:lnTo>
                    <a:pt x="545" y="0"/>
                  </a:lnTo>
                  <a:close/>
                </a:path>
              </a:pathLst>
            </a:custGeom>
            <a:ln>
              <a:headEnd/>
              <a:tailEnd/>
            </a:ln>
          </p:spPr>
          <p:style>
            <a:lnRef idx="3">
              <a:schemeClr val="lt1"/>
            </a:lnRef>
            <a:fillRef idx="1">
              <a:schemeClr val="accent4"/>
            </a:fillRef>
            <a:effectRef idx="1">
              <a:schemeClr val="accent4"/>
            </a:effectRef>
            <a:fontRef idx="minor">
              <a:schemeClr val="lt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b="0" i="0" u="none" strike="noStrike" kern="1200" cap="none" spc="0" normalizeH="0" baseline="0" noProof="0">
                <a:ln>
                  <a:noFill/>
                </a:ln>
                <a:solidFill>
                  <a:prstClr val="black"/>
                </a:solidFill>
                <a:effectLst/>
                <a:uLnTx/>
                <a:uFillTx/>
                <a:ea typeface="+mn-ea"/>
                <a:cs typeface="+mn-cs"/>
              </a:endParaRPr>
            </a:p>
          </p:txBody>
        </p:sp>
        <p:sp>
          <p:nvSpPr>
            <p:cNvPr id="7" name="Freeform 30">
              <a:extLst>
                <a:ext uri="{FF2B5EF4-FFF2-40B4-BE49-F238E27FC236}">
                  <a16:creationId xmlns:a16="http://schemas.microsoft.com/office/drawing/2014/main" id="{A8D28D2A-76DE-D685-750A-951B81355FD3}"/>
                </a:ext>
              </a:extLst>
            </p:cNvPr>
            <p:cNvSpPr>
              <a:spLocks/>
            </p:cNvSpPr>
            <p:nvPr/>
          </p:nvSpPr>
          <p:spPr bwMode="auto">
            <a:xfrm>
              <a:off x="5832190" y="2918245"/>
              <a:ext cx="1708286" cy="1458714"/>
            </a:xfrm>
            <a:custGeom>
              <a:avLst/>
              <a:gdLst/>
              <a:ahLst/>
              <a:cxnLst>
                <a:cxn ang="0">
                  <a:pos x="545" y="0"/>
                </a:cxn>
                <a:cxn ang="0">
                  <a:pos x="182" y="0"/>
                </a:cxn>
                <a:cxn ang="0">
                  <a:pos x="0" y="313"/>
                </a:cxn>
                <a:cxn ang="0">
                  <a:pos x="182" y="628"/>
                </a:cxn>
                <a:cxn ang="0">
                  <a:pos x="545" y="628"/>
                </a:cxn>
                <a:cxn ang="0">
                  <a:pos x="727" y="313"/>
                </a:cxn>
                <a:cxn ang="0">
                  <a:pos x="545" y="0"/>
                </a:cxn>
                <a:cxn ang="0">
                  <a:pos x="545" y="0"/>
                </a:cxn>
              </a:cxnLst>
              <a:rect l="0" t="0" r="r" b="b"/>
              <a:pathLst>
                <a:path w="727" h="628">
                  <a:moveTo>
                    <a:pt x="545" y="0"/>
                  </a:moveTo>
                  <a:lnTo>
                    <a:pt x="182" y="0"/>
                  </a:lnTo>
                  <a:lnTo>
                    <a:pt x="0" y="313"/>
                  </a:lnTo>
                  <a:lnTo>
                    <a:pt x="182" y="628"/>
                  </a:lnTo>
                  <a:lnTo>
                    <a:pt x="545" y="628"/>
                  </a:lnTo>
                  <a:lnTo>
                    <a:pt x="727" y="313"/>
                  </a:lnTo>
                  <a:lnTo>
                    <a:pt x="545" y="0"/>
                  </a:lnTo>
                  <a:lnTo>
                    <a:pt x="545" y="0"/>
                  </a:lnTo>
                  <a:close/>
                </a:path>
              </a:pathLst>
            </a:custGeom>
            <a:ln>
              <a:headEnd/>
              <a:tailEn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ea typeface="+mn-ea"/>
                <a:cs typeface="+mn-cs"/>
              </a:endParaRPr>
            </a:p>
          </p:txBody>
        </p:sp>
        <p:sp>
          <p:nvSpPr>
            <p:cNvPr id="9" name="Freeform 34">
              <a:extLst>
                <a:ext uri="{FF2B5EF4-FFF2-40B4-BE49-F238E27FC236}">
                  <a16:creationId xmlns:a16="http://schemas.microsoft.com/office/drawing/2014/main" id="{70C571BE-4D71-5604-995F-796160FC9EE2}"/>
                </a:ext>
              </a:extLst>
            </p:cNvPr>
            <p:cNvSpPr>
              <a:spLocks/>
            </p:cNvSpPr>
            <p:nvPr/>
          </p:nvSpPr>
          <p:spPr bwMode="auto">
            <a:xfrm>
              <a:off x="5832190" y="4457086"/>
              <a:ext cx="1710000" cy="1458000"/>
            </a:xfrm>
            <a:custGeom>
              <a:avLst/>
              <a:gdLst/>
              <a:ahLst/>
              <a:cxnLst>
                <a:cxn ang="0">
                  <a:pos x="546" y="0"/>
                </a:cxn>
                <a:cxn ang="0">
                  <a:pos x="182" y="0"/>
                </a:cxn>
                <a:cxn ang="0">
                  <a:pos x="0" y="313"/>
                </a:cxn>
                <a:cxn ang="0">
                  <a:pos x="182" y="626"/>
                </a:cxn>
                <a:cxn ang="0">
                  <a:pos x="546" y="626"/>
                </a:cxn>
                <a:cxn ang="0">
                  <a:pos x="728" y="313"/>
                </a:cxn>
                <a:cxn ang="0">
                  <a:pos x="546" y="0"/>
                </a:cxn>
                <a:cxn ang="0">
                  <a:pos x="546" y="0"/>
                </a:cxn>
              </a:cxnLst>
              <a:rect l="0" t="0" r="r" b="b"/>
              <a:pathLst>
                <a:path w="728" h="626">
                  <a:moveTo>
                    <a:pt x="546" y="0"/>
                  </a:moveTo>
                  <a:lnTo>
                    <a:pt x="182" y="0"/>
                  </a:lnTo>
                  <a:lnTo>
                    <a:pt x="0" y="313"/>
                  </a:lnTo>
                  <a:lnTo>
                    <a:pt x="182" y="626"/>
                  </a:lnTo>
                  <a:lnTo>
                    <a:pt x="546" y="626"/>
                  </a:lnTo>
                  <a:lnTo>
                    <a:pt x="728" y="313"/>
                  </a:lnTo>
                  <a:lnTo>
                    <a:pt x="546" y="0"/>
                  </a:lnTo>
                  <a:lnTo>
                    <a:pt x="546" y="0"/>
                  </a:lnTo>
                  <a:close/>
                </a:path>
              </a:pathLst>
            </a:custGeom>
            <a:ln>
              <a:headEnd/>
              <a:tailEnd/>
            </a:ln>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ea typeface="+mn-ea"/>
                <a:cs typeface="+mn-cs"/>
              </a:endParaRPr>
            </a:p>
          </p:txBody>
        </p:sp>
        <p:sp>
          <p:nvSpPr>
            <p:cNvPr id="10" name="Freeform 36">
              <a:extLst>
                <a:ext uri="{FF2B5EF4-FFF2-40B4-BE49-F238E27FC236}">
                  <a16:creationId xmlns:a16="http://schemas.microsoft.com/office/drawing/2014/main" id="{CF43B18C-DE3D-43AC-546C-C301013C73D2}"/>
                </a:ext>
              </a:extLst>
            </p:cNvPr>
            <p:cNvSpPr>
              <a:spLocks/>
            </p:cNvSpPr>
            <p:nvPr/>
          </p:nvSpPr>
          <p:spPr bwMode="auto">
            <a:xfrm>
              <a:off x="3142022" y="4457086"/>
              <a:ext cx="1710000" cy="1458000"/>
            </a:xfrm>
            <a:custGeom>
              <a:avLst/>
              <a:gdLst/>
              <a:ahLst/>
              <a:cxnLst>
                <a:cxn ang="0">
                  <a:pos x="545" y="0"/>
                </a:cxn>
                <a:cxn ang="0">
                  <a:pos x="182" y="0"/>
                </a:cxn>
                <a:cxn ang="0">
                  <a:pos x="0" y="313"/>
                </a:cxn>
                <a:cxn ang="0">
                  <a:pos x="182" y="627"/>
                </a:cxn>
                <a:cxn ang="0">
                  <a:pos x="545" y="627"/>
                </a:cxn>
                <a:cxn ang="0">
                  <a:pos x="727" y="313"/>
                </a:cxn>
                <a:cxn ang="0">
                  <a:pos x="545" y="0"/>
                </a:cxn>
                <a:cxn ang="0">
                  <a:pos x="545" y="0"/>
                </a:cxn>
              </a:cxnLst>
              <a:rect l="0" t="0" r="r" b="b"/>
              <a:pathLst>
                <a:path w="727" h="627">
                  <a:moveTo>
                    <a:pt x="545" y="0"/>
                  </a:moveTo>
                  <a:lnTo>
                    <a:pt x="182" y="0"/>
                  </a:lnTo>
                  <a:lnTo>
                    <a:pt x="0" y="313"/>
                  </a:lnTo>
                  <a:lnTo>
                    <a:pt x="182" y="627"/>
                  </a:lnTo>
                  <a:lnTo>
                    <a:pt x="545" y="627"/>
                  </a:lnTo>
                  <a:lnTo>
                    <a:pt x="727" y="313"/>
                  </a:lnTo>
                  <a:lnTo>
                    <a:pt x="545" y="0"/>
                  </a:lnTo>
                  <a:lnTo>
                    <a:pt x="545" y="0"/>
                  </a:lnTo>
                  <a:close/>
                </a:path>
              </a:pathLst>
            </a:custGeom>
            <a:ln>
              <a:headEnd/>
              <a:tailEnd/>
            </a:ln>
          </p:spPr>
          <p:style>
            <a:lnRef idx="3">
              <a:schemeClr val="lt1"/>
            </a:lnRef>
            <a:fillRef idx="1">
              <a:schemeClr val="accent3"/>
            </a:fillRef>
            <a:effectRef idx="1">
              <a:schemeClr val="accent3"/>
            </a:effectRef>
            <a:fontRef idx="minor">
              <a:schemeClr val="lt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b="0" i="0" u="none" strike="noStrike" kern="1200" cap="none" spc="0" normalizeH="0" baseline="0" noProof="0">
                <a:ln>
                  <a:noFill/>
                </a:ln>
                <a:solidFill>
                  <a:prstClr val="black"/>
                </a:solidFill>
                <a:effectLst/>
                <a:uLnTx/>
                <a:uFillTx/>
                <a:ea typeface="+mn-ea"/>
                <a:cs typeface="+mn-cs"/>
              </a:endParaRPr>
            </a:p>
          </p:txBody>
        </p:sp>
        <p:sp>
          <p:nvSpPr>
            <p:cNvPr id="14" name="Freeform 38">
              <a:extLst>
                <a:ext uri="{FF2B5EF4-FFF2-40B4-BE49-F238E27FC236}">
                  <a16:creationId xmlns:a16="http://schemas.microsoft.com/office/drawing/2014/main" id="{DD211501-5C45-54BE-8844-E6389F159F6B}"/>
                </a:ext>
              </a:extLst>
            </p:cNvPr>
            <p:cNvSpPr>
              <a:spLocks/>
            </p:cNvSpPr>
            <p:nvPr/>
          </p:nvSpPr>
          <p:spPr bwMode="auto">
            <a:xfrm>
              <a:off x="4484686" y="5230577"/>
              <a:ext cx="1710000" cy="1458000"/>
            </a:xfrm>
            <a:custGeom>
              <a:avLst/>
              <a:gdLst/>
              <a:ahLst/>
              <a:cxnLst>
                <a:cxn ang="0">
                  <a:pos x="545" y="0"/>
                </a:cxn>
                <a:cxn ang="0">
                  <a:pos x="181" y="0"/>
                </a:cxn>
                <a:cxn ang="0">
                  <a:pos x="0" y="315"/>
                </a:cxn>
                <a:cxn ang="0">
                  <a:pos x="181" y="628"/>
                </a:cxn>
                <a:cxn ang="0">
                  <a:pos x="545" y="628"/>
                </a:cxn>
                <a:cxn ang="0">
                  <a:pos x="726" y="315"/>
                </a:cxn>
                <a:cxn ang="0">
                  <a:pos x="545" y="0"/>
                </a:cxn>
                <a:cxn ang="0">
                  <a:pos x="545" y="0"/>
                </a:cxn>
              </a:cxnLst>
              <a:rect l="0" t="0" r="r" b="b"/>
              <a:pathLst>
                <a:path w="726" h="628">
                  <a:moveTo>
                    <a:pt x="545" y="0"/>
                  </a:moveTo>
                  <a:lnTo>
                    <a:pt x="181" y="0"/>
                  </a:lnTo>
                  <a:lnTo>
                    <a:pt x="0" y="315"/>
                  </a:lnTo>
                  <a:lnTo>
                    <a:pt x="181" y="628"/>
                  </a:lnTo>
                  <a:lnTo>
                    <a:pt x="545" y="628"/>
                  </a:lnTo>
                  <a:lnTo>
                    <a:pt x="726" y="315"/>
                  </a:lnTo>
                  <a:lnTo>
                    <a:pt x="545" y="0"/>
                  </a:lnTo>
                  <a:lnTo>
                    <a:pt x="545" y="0"/>
                  </a:lnTo>
                  <a:close/>
                </a:path>
              </a:pathLst>
            </a:custGeom>
            <a:ln>
              <a:headEnd/>
              <a:tailEnd/>
            </a:ln>
          </p:spPr>
          <p:style>
            <a:lnRef idx="3">
              <a:schemeClr val="lt1"/>
            </a:lnRef>
            <a:fillRef idx="1">
              <a:schemeClr val="accent2"/>
            </a:fillRef>
            <a:effectRef idx="1">
              <a:schemeClr val="accent2"/>
            </a:effectRef>
            <a:fontRef idx="minor">
              <a:schemeClr val="lt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b="0" i="0" u="none" strike="noStrike" kern="1200" cap="none" spc="0" normalizeH="0" baseline="0" noProof="0">
                <a:ln>
                  <a:noFill/>
                </a:ln>
                <a:solidFill>
                  <a:prstClr val="black"/>
                </a:solidFill>
                <a:effectLst/>
                <a:uLnTx/>
                <a:uFillTx/>
                <a:ea typeface="+mn-ea"/>
                <a:cs typeface="+mn-cs"/>
              </a:endParaRPr>
            </a:p>
          </p:txBody>
        </p:sp>
        <p:sp>
          <p:nvSpPr>
            <p:cNvPr id="24" name="Freeform 156">
              <a:extLst>
                <a:ext uri="{FF2B5EF4-FFF2-40B4-BE49-F238E27FC236}">
                  <a16:creationId xmlns:a16="http://schemas.microsoft.com/office/drawing/2014/main" id="{888CDB3B-4BFA-668C-3A96-018C712408F5}"/>
                </a:ext>
              </a:extLst>
            </p:cNvPr>
            <p:cNvSpPr>
              <a:spLocks/>
            </p:cNvSpPr>
            <p:nvPr/>
          </p:nvSpPr>
          <p:spPr bwMode="auto">
            <a:xfrm>
              <a:off x="737386" y="5989665"/>
              <a:ext cx="4089502" cy="698912"/>
            </a:xfrm>
            <a:custGeom>
              <a:avLst/>
              <a:gdLst>
                <a:gd name="connsiteX0" fmla="*/ 0 w 10000"/>
                <a:gd name="connsiteY0" fmla="*/ 0 h 10000"/>
                <a:gd name="connsiteX1" fmla="*/ 0 w 10000"/>
                <a:gd name="connsiteY1" fmla="*/ 10000 h 10000"/>
                <a:gd name="connsiteX2" fmla="*/ 10000 w 10000"/>
                <a:gd name="connsiteY2" fmla="*/ 10000 h 10000"/>
                <a:gd name="connsiteX3" fmla="*/ 8704 w 10000"/>
                <a:gd name="connsiteY3" fmla="*/ 26 h 10000"/>
                <a:gd name="connsiteX4" fmla="*/ 0 w 10000"/>
                <a:gd name="connsiteY4" fmla="*/ 0 h 10000"/>
                <a:gd name="connsiteX5" fmla="*/ 0 w 10000"/>
                <a:gd name="connsiteY5" fmla="*/ 0 h 10000"/>
                <a:gd name="connsiteX0" fmla="*/ 0 w 10000"/>
                <a:gd name="connsiteY0" fmla="*/ 0 h 10000"/>
                <a:gd name="connsiteX1" fmla="*/ 0 w 10000"/>
                <a:gd name="connsiteY1" fmla="*/ 10000 h 10000"/>
                <a:gd name="connsiteX2" fmla="*/ 10000 w 10000"/>
                <a:gd name="connsiteY2" fmla="*/ 10000 h 10000"/>
                <a:gd name="connsiteX3" fmla="*/ 8916 w 10000"/>
                <a:gd name="connsiteY3" fmla="*/ 151 h 10000"/>
                <a:gd name="connsiteX4" fmla="*/ 0 w 10000"/>
                <a:gd name="connsiteY4" fmla="*/ 0 h 10000"/>
                <a:gd name="connsiteX5" fmla="*/ 0 w 10000"/>
                <a:gd name="connsiteY5" fmla="*/ 0 h 10000"/>
                <a:gd name="connsiteX0" fmla="*/ 0 w 10000"/>
                <a:gd name="connsiteY0" fmla="*/ 98 h 10098"/>
                <a:gd name="connsiteX1" fmla="*/ 0 w 10000"/>
                <a:gd name="connsiteY1" fmla="*/ 10098 h 10098"/>
                <a:gd name="connsiteX2" fmla="*/ 10000 w 10000"/>
                <a:gd name="connsiteY2" fmla="*/ 10098 h 10098"/>
                <a:gd name="connsiteX3" fmla="*/ 8937 w 10000"/>
                <a:gd name="connsiteY3" fmla="*/ 0 h 10098"/>
                <a:gd name="connsiteX4" fmla="*/ 0 w 10000"/>
                <a:gd name="connsiteY4" fmla="*/ 98 h 10098"/>
                <a:gd name="connsiteX5" fmla="*/ 0 w 10000"/>
                <a:gd name="connsiteY5" fmla="*/ 98 h 10098"/>
                <a:gd name="connsiteX0" fmla="*/ 0 w 10000"/>
                <a:gd name="connsiteY0" fmla="*/ 98 h 10098"/>
                <a:gd name="connsiteX1" fmla="*/ 0 w 10000"/>
                <a:gd name="connsiteY1" fmla="*/ 10098 h 10098"/>
                <a:gd name="connsiteX2" fmla="*/ 10000 w 10000"/>
                <a:gd name="connsiteY2" fmla="*/ 10098 h 10098"/>
                <a:gd name="connsiteX3" fmla="*/ 8980 w 10000"/>
                <a:gd name="connsiteY3" fmla="*/ 0 h 10098"/>
                <a:gd name="connsiteX4" fmla="*/ 0 w 10000"/>
                <a:gd name="connsiteY4" fmla="*/ 98 h 10098"/>
                <a:gd name="connsiteX5" fmla="*/ 0 w 10000"/>
                <a:gd name="connsiteY5" fmla="*/ 98 h 10098"/>
                <a:gd name="connsiteX0" fmla="*/ 0 w 10000"/>
                <a:gd name="connsiteY0" fmla="*/ 0 h 10000"/>
                <a:gd name="connsiteX1" fmla="*/ 0 w 10000"/>
                <a:gd name="connsiteY1" fmla="*/ 10000 h 10000"/>
                <a:gd name="connsiteX2" fmla="*/ 10000 w 10000"/>
                <a:gd name="connsiteY2" fmla="*/ 10000 h 10000"/>
                <a:gd name="connsiteX3" fmla="*/ 9001 w 10000"/>
                <a:gd name="connsiteY3" fmla="*/ 27 h 10000"/>
                <a:gd name="connsiteX4" fmla="*/ 0 w 10000"/>
                <a:gd name="connsiteY4" fmla="*/ 0 h 10000"/>
                <a:gd name="connsiteX5" fmla="*/ 0 w 10000"/>
                <a:gd name="connsiteY5"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0"/>
                  </a:moveTo>
                  <a:lnTo>
                    <a:pt x="0" y="10000"/>
                  </a:lnTo>
                  <a:lnTo>
                    <a:pt x="10000" y="10000"/>
                  </a:lnTo>
                  <a:lnTo>
                    <a:pt x="9001" y="27"/>
                  </a:lnTo>
                  <a:lnTo>
                    <a:pt x="0" y="0"/>
                  </a:lnTo>
                  <a:lnTo>
                    <a:pt x="0" y="0"/>
                  </a:lnTo>
                  <a:close/>
                </a:path>
              </a:pathLst>
            </a:custGeom>
            <a:noFill/>
            <a:ln w="9525">
              <a:solidFill>
                <a:schemeClr val="accent3">
                  <a:lumMod val="50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b="0" i="0" u="none" strike="noStrike" kern="1200" cap="none" spc="0" normalizeH="0" baseline="0" noProof="0">
                <a:ln>
                  <a:noFill/>
                </a:ln>
                <a:solidFill>
                  <a:prstClr val="black"/>
                </a:solidFill>
                <a:effectLst/>
                <a:uLnTx/>
                <a:uFillTx/>
                <a:ea typeface="+mn-ea"/>
                <a:cs typeface="+mn-cs"/>
              </a:endParaRPr>
            </a:p>
          </p:txBody>
        </p:sp>
        <p:sp>
          <p:nvSpPr>
            <p:cNvPr id="26" name="Text Box 17">
              <a:extLst>
                <a:ext uri="{FF2B5EF4-FFF2-40B4-BE49-F238E27FC236}">
                  <a16:creationId xmlns:a16="http://schemas.microsoft.com/office/drawing/2014/main" id="{810905F6-4F8F-A7D4-DFEC-2A21A9B68C71}"/>
                </a:ext>
              </a:extLst>
            </p:cNvPr>
            <p:cNvSpPr txBox="1">
              <a:spLocks noChangeArrowheads="1"/>
            </p:cNvSpPr>
            <p:nvPr/>
          </p:nvSpPr>
          <p:spPr bwMode="blackWhite">
            <a:xfrm>
              <a:off x="4474231" y="2591488"/>
              <a:ext cx="1710000" cy="384405"/>
            </a:xfrm>
            <a:prstGeom prst="rect">
              <a:avLst/>
            </a:prstGeom>
            <a:noFill/>
            <a:ln w="9525" algn="ctr">
              <a:noFill/>
              <a:miter lim="800000"/>
              <a:headEnd/>
              <a:tailEnd/>
            </a:ln>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white"/>
                  </a:solidFill>
                  <a:effectLst/>
                  <a:uLnTx/>
                  <a:uFillTx/>
                  <a:ea typeface="+mn-ea"/>
                  <a:cs typeface="+mn-cs"/>
                </a:rPr>
                <a:t>Key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white"/>
                  </a:solidFill>
                  <a:effectLst/>
                  <a:uLnTx/>
                  <a:uFillTx/>
                  <a:ea typeface="+mn-ea"/>
                  <a:cs typeface="+mn-cs"/>
                </a:rPr>
                <a:t>Stakeholders</a:t>
              </a:r>
            </a:p>
          </p:txBody>
        </p:sp>
        <p:sp>
          <p:nvSpPr>
            <p:cNvPr id="31" name="Text Box 18">
              <a:extLst>
                <a:ext uri="{FF2B5EF4-FFF2-40B4-BE49-F238E27FC236}">
                  <a16:creationId xmlns:a16="http://schemas.microsoft.com/office/drawing/2014/main" id="{5D105965-797E-AD71-5B68-42E0FDFB4D11}"/>
                </a:ext>
              </a:extLst>
            </p:cNvPr>
            <p:cNvSpPr txBox="1">
              <a:spLocks noChangeArrowheads="1"/>
            </p:cNvSpPr>
            <p:nvPr/>
          </p:nvSpPr>
          <p:spPr bwMode="blackWhite">
            <a:xfrm>
              <a:off x="5832190" y="3425411"/>
              <a:ext cx="1728566" cy="384405"/>
            </a:xfrm>
            <a:prstGeom prst="rect">
              <a:avLst/>
            </a:prstGeom>
            <a:noFill/>
            <a:ln w="9525" algn="ctr">
              <a:noFill/>
              <a:miter lim="800000"/>
              <a:headEnd/>
              <a:tailEnd/>
            </a:ln>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white"/>
                  </a:solidFill>
                  <a:effectLst/>
                  <a:uLnTx/>
                  <a:uFillTx/>
                  <a:ea typeface="+mn-ea"/>
                  <a:cs typeface="+mn-cs"/>
                </a:rPr>
                <a:t>Identification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white"/>
                  </a:solidFill>
                  <a:effectLst/>
                  <a:uLnTx/>
                  <a:uFillTx/>
                  <a:ea typeface="+mn-ea"/>
                  <a:cs typeface="+mn-cs"/>
                </a:rPr>
                <a:t>Criteria</a:t>
              </a:r>
            </a:p>
          </p:txBody>
        </p:sp>
        <p:sp>
          <p:nvSpPr>
            <p:cNvPr id="32" name="Text Box 19">
              <a:extLst>
                <a:ext uri="{FF2B5EF4-FFF2-40B4-BE49-F238E27FC236}">
                  <a16:creationId xmlns:a16="http://schemas.microsoft.com/office/drawing/2014/main" id="{BB8A6EB2-0A29-4889-3301-E747568CDC95}"/>
                </a:ext>
              </a:extLst>
            </p:cNvPr>
            <p:cNvSpPr txBox="1">
              <a:spLocks noChangeArrowheads="1"/>
            </p:cNvSpPr>
            <p:nvPr/>
          </p:nvSpPr>
          <p:spPr bwMode="blackWhite">
            <a:xfrm>
              <a:off x="5863517" y="4914161"/>
              <a:ext cx="1678110" cy="384405"/>
            </a:xfrm>
            <a:prstGeom prst="rect">
              <a:avLst/>
            </a:prstGeom>
            <a:noFill/>
            <a:ln w="9525" algn="ctr">
              <a:noFill/>
              <a:miter lim="800000"/>
              <a:headEnd/>
              <a:tailEnd/>
            </a:ln>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white"/>
                  </a:solidFill>
                  <a:effectLst/>
                  <a:uLnTx/>
                  <a:uFillTx/>
                  <a:ea typeface="+mn-ea"/>
                  <a:cs typeface="+mn-cs"/>
                </a:rPr>
                <a:t>Engagement Approach</a:t>
              </a:r>
            </a:p>
          </p:txBody>
        </p:sp>
        <p:sp>
          <p:nvSpPr>
            <p:cNvPr id="33" name="Text Box 20">
              <a:extLst>
                <a:ext uri="{FF2B5EF4-FFF2-40B4-BE49-F238E27FC236}">
                  <a16:creationId xmlns:a16="http://schemas.microsoft.com/office/drawing/2014/main" id="{C1977B1A-355B-1484-3627-510EAE6E31C3}"/>
                </a:ext>
              </a:extLst>
            </p:cNvPr>
            <p:cNvSpPr txBox="1">
              <a:spLocks noChangeArrowheads="1"/>
            </p:cNvSpPr>
            <p:nvPr/>
          </p:nvSpPr>
          <p:spPr bwMode="blackWhite">
            <a:xfrm>
              <a:off x="4489626" y="5700156"/>
              <a:ext cx="1712112" cy="384405"/>
            </a:xfrm>
            <a:prstGeom prst="rect">
              <a:avLst/>
            </a:prstGeom>
            <a:noFill/>
            <a:ln w="9525" algn="ctr">
              <a:noFill/>
              <a:miter lim="800000"/>
              <a:headEnd/>
              <a:tailEnd/>
            </a:ln>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white"/>
                  </a:solidFill>
                  <a:effectLst/>
                  <a:uLnTx/>
                  <a:uFillTx/>
                  <a:ea typeface="+mn-ea"/>
                  <a:cs typeface="+mn-cs"/>
                </a:rPr>
                <a:t>Strategy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white"/>
                  </a:solidFill>
                  <a:effectLst/>
                  <a:uLnTx/>
                  <a:uFillTx/>
                  <a:ea typeface="+mn-ea"/>
                  <a:cs typeface="+mn-cs"/>
                </a:rPr>
                <a:t>Highlights</a:t>
              </a:r>
            </a:p>
          </p:txBody>
        </p:sp>
        <p:sp>
          <p:nvSpPr>
            <p:cNvPr id="35" name="Text Box 21">
              <a:extLst>
                <a:ext uri="{FF2B5EF4-FFF2-40B4-BE49-F238E27FC236}">
                  <a16:creationId xmlns:a16="http://schemas.microsoft.com/office/drawing/2014/main" id="{D310486A-2A7B-06B2-D69D-53344AA1E84E}"/>
                </a:ext>
              </a:extLst>
            </p:cNvPr>
            <p:cNvSpPr txBox="1">
              <a:spLocks noChangeArrowheads="1"/>
            </p:cNvSpPr>
            <p:nvPr/>
          </p:nvSpPr>
          <p:spPr bwMode="blackWhite">
            <a:xfrm>
              <a:off x="3260335" y="5046957"/>
              <a:ext cx="1475868" cy="192203"/>
            </a:xfrm>
            <a:prstGeom prst="rect">
              <a:avLst/>
            </a:prstGeom>
            <a:noFill/>
            <a:ln w="9525" algn="ctr">
              <a:noFill/>
              <a:miter lim="800000"/>
              <a:headEnd/>
              <a:tailEnd/>
            </a:ln>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white"/>
                  </a:solidFill>
                  <a:effectLst/>
                  <a:uLnTx/>
                  <a:uFillTx/>
                  <a:ea typeface="+mn-ea"/>
                  <a:cs typeface="+mn-cs"/>
                </a:rPr>
                <a:t>Outcomes</a:t>
              </a:r>
            </a:p>
          </p:txBody>
        </p:sp>
        <p:sp>
          <p:nvSpPr>
            <p:cNvPr id="39" name="Rectangle 6">
              <a:extLst>
                <a:ext uri="{FF2B5EF4-FFF2-40B4-BE49-F238E27FC236}">
                  <a16:creationId xmlns:a16="http://schemas.microsoft.com/office/drawing/2014/main" id="{25D5633B-EA35-13B2-76F0-804A17EBF39A}"/>
                </a:ext>
              </a:extLst>
            </p:cNvPr>
            <p:cNvSpPr>
              <a:spLocks noChangeArrowheads="1"/>
            </p:cNvSpPr>
            <p:nvPr/>
          </p:nvSpPr>
          <p:spPr bwMode="blackWhite">
            <a:xfrm>
              <a:off x="833909" y="4663019"/>
              <a:ext cx="2407763" cy="1021006"/>
            </a:xfrm>
            <a:prstGeom prst="rect">
              <a:avLst/>
            </a:prstGeom>
            <a:noFill/>
            <a:ln w="9525" algn="ctr">
              <a:noFill/>
              <a:miter lim="800000"/>
              <a:headEnd/>
              <a:tailEnd/>
            </a:ln>
          </p:spPr>
          <p:txBody>
            <a:bodyPr wrap="square" lIns="0" tIns="0" rIns="0" bIns="0">
              <a:noAutofit/>
            </a:bodyPr>
            <a:lstStyle/>
            <a:p>
              <a:pPr marL="285750" indent="-285750" fontAlgn="base">
                <a:buFont typeface="Wingdings" panose="05000000000000000000" pitchFamily="2" charset="2"/>
                <a:buChar char="§"/>
              </a:pPr>
              <a:r>
                <a:rPr lang="en-US" sz="1400"/>
                <a:t>Fosters trust, mutual respect, &amp; collective action.</a:t>
              </a:r>
            </a:p>
            <a:p>
              <a:pPr marL="285750" indent="-285750" fontAlgn="base">
                <a:buFont typeface="Wingdings" panose="05000000000000000000" pitchFamily="2" charset="2"/>
                <a:buChar char="§"/>
              </a:pPr>
              <a:endParaRPr lang="en-US" sz="1400"/>
            </a:p>
            <a:p>
              <a:pPr marL="285750" indent="-285750" fontAlgn="base">
                <a:buFont typeface="Wingdings" panose="05000000000000000000" pitchFamily="2" charset="2"/>
                <a:buChar char="§"/>
              </a:pPr>
              <a:r>
                <a:rPr lang="en-US" sz="1400"/>
                <a:t>Strengthens relationships &amp; supports continuous improvement</a:t>
              </a:r>
            </a:p>
          </p:txBody>
        </p:sp>
        <p:sp>
          <p:nvSpPr>
            <p:cNvPr id="40" name="Rectangle 6">
              <a:extLst>
                <a:ext uri="{FF2B5EF4-FFF2-40B4-BE49-F238E27FC236}">
                  <a16:creationId xmlns:a16="http://schemas.microsoft.com/office/drawing/2014/main" id="{ECFD32B0-D1D0-5FD9-F00A-EAFE99BEB87D}"/>
                </a:ext>
              </a:extLst>
            </p:cNvPr>
            <p:cNvSpPr>
              <a:spLocks noChangeArrowheads="1"/>
            </p:cNvSpPr>
            <p:nvPr/>
          </p:nvSpPr>
          <p:spPr bwMode="blackWhite">
            <a:xfrm>
              <a:off x="782555" y="6059761"/>
              <a:ext cx="3953648" cy="760310"/>
            </a:xfrm>
            <a:prstGeom prst="rect">
              <a:avLst/>
            </a:prstGeom>
            <a:noFill/>
            <a:ln w="9525" algn="ctr">
              <a:noFill/>
              <a:miter lim="800000"/>
              <a:headEnd/>
              <a:tailEnd/>
            </a:ln>
          </p:spPr>
          <p:txBody>
            <a:bodyPr wrap="square" lIns="0" tIns="0" rIns="0" bIns="0">
              <a:noAutofit/>
            </a:bodyPr>
            <a:lstStyle/>
            <a:p>
              <a:pPr marL="285750" indent="-285750" fontAlgn="base">
                <a:buFont typeface="Wingdings" panose="05000000000000000000" pitchFamily="2" charset="2"/>
                <a:buChar char="§"/>
              </a:pPr>
              <a:r>
                <a:rPr lang="en-US" sz="1400"/>
                <a:t>Tailored engagement strategy.</a:t>
              </a:r>
            </a:p>
            <a:p>
              <a:pPr marL="285750" indent="-285750" fontAlgn="base">
                <a:buFont typeface="Wingdings" panose="05000000000000000000" pitchFamily="2" charset="2"/>
                <a:buChar char="§"/>
              </a:pPr>
              <a:r>
                <a:rPr lang="en-US" sz="1400"/>
                <a:t>Feedback used to validate performance &amp; uncover new opportunities.</a:t>
              </a:r>
            </a:p>
          </p:txBody>
        </p:sp>
        <p:sp>
          <p:nvSpPr>
            <p:cNvPr id="42" name="Text Box 24">
              <a:extLst>
                <a:ext uri="{FF2B5EF4-FFF2-40B4-BE49-F238E27FC236}">
                  <a16:creationId xmlns:a16="http://schemas.microsoft.com/office/drawing/2014/main" id="{A4A67F42-A872-4C31-6958-3CAE02C59AF0}"/>
                </a:ext>
              </a:extLst>
            </p:cNvPr>
            <p:cNvSpPr txBox="1">
              <a:spLocks noChangeArrowheads="1"/>
            </p:cNvSpPr>
            <p:nvPr/>
          </p:nvSpPr>
          <p:spPr bwMode="blackWhite">
            <a:xfrm>
              <a:off x="4424146" y="3925559"/>
              <a:ext cx="1830140" cy="922200"/>
            </a:xfrm>
            <a:prstGeom prst="rect">
              <a:avLst/>
            </a:prstGeom>
            <a:noFill/>
            <a:ln w="9525" algn="ctr">
              <a:noFill/>
              <a:miter lim="800000"/>
              <a:headEnd/>
              <a:tailEnd/>
            </a:ln>
          </p:spPr>
          <p:txBody>
            <a:bodyPr wrap="square" lIns="0" tIns="0" rIns="0" bIns="0" anchor="ctr" anchorCtr="0">
              <a:noAutofit/>
            </a:bodyPr>
            <a:lstStyle/>
            <a:p>
              <a:pPr lvl="0" algn="ctr">
                <a:defRPr/>
              </a:pPr>
              <a:r>
                <a:rPr lang="en-US" sz="1400" b="1" spc="-10"/>
                <a:t>A Stakeholder Connection Story</a:t>
              </a:r>
              <a:endParaRPr kumimoji="0" lang="en-GB" sz="1400" b="1" i="0" u="none" strike="noStrike" kern="1200" cap="none" spc="0" normalizeH="0" baseline="0" noProof="0">
                <a:ln>
                  <a:noFill/>
                </a:ln>
                <a:solidFill>
                  <a:srgbClr val="0989B1">
                    <a:lumMod val="50000"/>
                  </a:srgbClr>
                </a:solidFill>
                <a:effectLst/>
                <a:uLnTx/>
                <a:uFillTx/>
                <a:ea typeface="+mn-ea"/>
                <a:cs typeface="+mn-cs"/>
              </a:endParaRPr>
            </a:p>
          </p:txBody>
        </p:sp>
        <p:sp>
          <p:nvSpPr>
            <p:cNvPr id="45" name="Rectangle 6">
              <a:extLst>
                <a:ext uri="{FF2B5EF4-FFF2-40B4-BE49-F238E27FC236}">
                  <a16:creationId xmlns:a16="http://schemas.microsoft.com/office/drawing/2014/main" id="{C97C9C51-184E-245A-D83D-B481B4FF9621}"/>
                </a:ext>
              </a:extLst>
            </p:cNvPr>
            <p:cNvSpPr>
              <a:spLocks noChangeArrowheads="1"/>
            </p:cNvSpPr>
            <p:nvPr/>
          </p:nvSpPr>
          <p:spPr bwMode="blackWhite">
            <a:xfrm>
              <a:off x="6354812" y="2461131"/>
              <a:ext cx="3324747" cy="334290"/>
            </a:xfrm>
            <a:prstGeom prst="rect">
              <a:avLst/>
            </a:prstGeom>
            <a:noFill/>
            <a:ln w="9525" algn="ctr">
              <a:noFill/>
              <a:miter lim="800000"/>
              <a:headEnd/>
              <a:tailEnd/>
            </a:ln>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ysClr val="windowText" lastClr="000000"/>
                </a:solidFill>
                <a:effectLst/>
                <a:uLnTx/>
                <a:uFillTx/>
                <a:ea typeface="+mn-ea"/>
                <a:cs typeface="+mn-cs"/>
              </a:endParaRPr>
            </a:p>
          </p:txBody>
        </p:sp>
        <p:sp>
          <p:nvSpPr>
            <p:cNvPr id="46" name="Rectangle 6">
              <a:extLst>
                <a:ext uri="{FF2B5EF4-FFF2-40B4-BE49-F238E27FC236}">
                  <a16:creationId xmlns:a16="http://schemas.microsoft.com/office/drawing/2014/main" id="{9E995351-1143-5DBF-C56C-8C7D02721489}"/>
                </a:ext>
              </a:extLst>
            </p:cNvPr>
            <p:cNvSpPr>
              <a:spLocks noChangeArrowheads="1"/>
            </p:cNvSpPr>
            <p:nvPr/>
          </p:nvSpPr>
          <p:spPr bwMode="blackWhite">
            <a:xfrm>
              <a:off x="7662330" y="2972397"/>
              <a:ext cx="2292882" cy="1472345"/>
            </a:xfrm>
            <a:prstGeom prst="rect">
              <a:avLst/>
            </a:prstGeom>
            <a:noFill/>
            <a:ln w="9525" algn="ctr">
              <a:noFill/>
              <a:miter lim="800000"/>
              <a:headEnd/>
              <a:tailEnd/>
            </a:ln>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C00000"/>
                </a:solidFill>
                <a:effectLst/>
                <a:uLnTx/>
                <a:uFillTx/>
                <a:ea typeface="+mn-ea"/>
                <a:cs typeface="+mn-cs"/>
              </a:endParaRPr>
            </a:p>
            <a:p>
              <a:pPr marL="285750" indent="-285750" fontAlgn="base">
                <a:buFont typeface="Wingdings" panose="05000000000000000000" pitchFamily="2" charset="2"/>
                <a:buChar char="§"/>
              </a:pPr>
              <a:r>
                <a:rPr lang="en-US" sz="1400"/>
                <a:t>Impact on company operations</a:t>
              </a:r>
            </a:p>
            <a:p>
              <a:pPr marL="285750" indent="-285750" fontAlgn="base">
                <a:buFont typeface="Wingdings" panose="05000000000000000000" pitchFamily="2" charset="2"/>
                <a:buChar char="§"/>
              </a:pPr>
              <a:endParaRPr lang="en-US" sz="1400"/>
            </a:p>
            <a:p>
              <a:pPr marL="285750" indent="-285750" fontAlgn="base">
                <a:buFont typeface="Wingdings" panose="05000000000000000000" pitchFamily="2" charset="2"/>
                <a:buChar char="§"/>
              </a:pPr>
              <a:r>
                <a:rPr lang="en-US" sz="1400"/>
                <a:t>Potential to influence company decisions</a:t>
              </a:r>
            </a:p>
          </p:txBody>
        </p:sp>
        <p:sp>
          <p:nvSpPr>
            <p:cNvPr id="47" name="Rectangle 6">
              <a:extLst>
                <a:ext uri="{FF2B5EF4-FFF2-40B4-BE49-F238E27FC236}">
                  <a16:creationId xmlns:a16="http://schemas.microsoft.com/office/drawing/2014/main" id="{28C8B7DE-306B-7D92-361F-2C7C2F1D078C}"/>
                </a:ext>
              </a:extLst>
            </p:cNvPr>
            <p:cNvSpPr>
              <a:spLocks noChangeArrowheads="1"/>
            </p:cNvSpPr>
            <p:nvPr/>
          </p:nvSpPr>
          <p:spPr bwMode="blackWhite">
            <a:xfrm>
              <a:off x="7599707" y="4530219"/>
              <a:ext cx="2212712" cy="1303716"/>
            </a:xfrm>
            <a:prstGeom prst="rect">
              <a:avLst/>
            </a:prstGeom>
            <a:noFill/>
            <a:ln w="9525" algn="ctr">
              <a:noFill/>
              <a:miter lim="800000"/>
              <a:headEnd/>
              <a:tailEnd/>
            </a:ln>
          </p:spPr>
          <p:txBody>
            <a:bodyPr wrap="square" lIns="0" tIns="0" rIns="0" bIns="0">
              <a:noAutofit/>
            </a:bodyPr>
            <a:lstStyle/>
            <a:p>
              <a:pPr marL="285750" indent="-285750" fontAlgn="base">
                <a:buFont typeface="Wingdings" panose="05000000000000000000" pitchFamily="2" charset="2"/>
                <a:buChar char="§"/>
              </a:pPr>
              <a:r>
                <a:rPr lang="en-US" sz="1400"/>
                <a:t>Open communication channels to address concerns</a:t>
              </a:r>
            </a:p>
            <a:p>
              <a:pPr marL="285750" indent="-285750" fontAlgn="base">
                <a:buFont typeface="Wingdings" panose="05000000000000000000" pitchFamily="2" charset="2"/>
                <a:buChar char="§"/>
              </a:pPr>
              <a:endParaRPr lang="en-US" sz="1400"/>
            </a:p>
            <a:p>
              <a:pPr marL="285750" indent="-285750" fontAlgn="base">
                <a:buFont typeface="Wingdings" panose="05000000000000000000" pitchFamily="2" charset="2"/>
                <a:buChar char="§"/>
              </a:pPr>
              <a:r>
                <a:rPr lang="en-US" sz="1400"/>
                <a:t>Regular meetings, workshops, and events for dialogue</a:t>
              </a:r>
            </a:p>
          </p:txBody>
        </p:sp>
        <p:sp>
          <p:nvSpPr>
            <p:cNvPr id="49" name="Freeform 186">
              <a:extLst>
                <a:ext uri="{FF2B5EF4-FFF2-40B4-BE49-F238E27FC236}">
                  <a16:creationId xmlns:a16="http://schemas.microsoft.com/office/drawing/2014/main" id="{063803E1-6648-463F-3010-152C8A99485F}"/>
                </a:ext>
              </a:extLst>
            </p:cNvPr>
            <p:cNvSpPr>
              <a:spLocks/>
            </p:cNvSpPr>
            <p:nvPr/>
          </p:nvSpPr>
          <p:spPr bwMode="auto">
            <a:xfrm>
              <a:off x="737386" y="4457086"/>
              <a:ext cx="2758817" cy="1458000"/>
            </a:xfrm>
            <a:custGeom>
              <a:avLst/>
              <a:gdLst>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7730 w 10000"/>
                <a:gd name="connsiteY4" fmla="*/ 5000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03 w 10000"/>
                <a:gd name="connsiteY4" fmla="*/ 5047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529 w 10000"/>
                <a:gd name="connsiteY4" fmla="*/ 5047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363 w 10000"/>
                <a:gd name="connsiteY4" fmla="*/ 5153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89 w 10000"/>
                <a:gd name="connsiteY4" fmla="*/ 5093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291 w 10000"/>
                <a:gd name="connsiteY4" fmla="*/ 4919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17 w 10000"/>
                <a:gd name="connsiteY4" fmla="*/ 4979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575 w 10000"/>
                <a:gd name="connsiteY4" fmla="*/ 4979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80 w 10000"/>
                <a:gd name="connsiteY4" fmla="*/ 4860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48 w 10000"/>
                <a:gd name="connsiteY4" fmla="*/ 5159 h 10000"/>
                <a:gd name="connsiteX5" fmla="*/ 10000 w 10000"/>
                <a:gd name="connsiteY5" fmla="*/ 0 h 10000"/>
                <a:gd name="connsiteX6" fmla="*/ 0 w 10000"/>
                <a:gd name="connsiteY6" fmla="*/ 0 h 10000"/>
                <a:gd name="connsiteX7" fmla="*/ 0 w 10000"/>
                <a:gd name="connsiteY7" fmla="*/ 0 h 10000"/>
                <a:gd name="connsiteX0" fmla="*/ 0 w 10000"/>
                <a:gd name="connsiteY0" fmla="*/ 0 h 10000"/>
                <a:gd name="connsiteX1" fmla="*/ 0 w 10000"/>
                <a:gd name="connsiteY1" fmla="*/ 10000 h 10000"/>
                <a:gd name="connsiteX2" fmla="*/ 10000 w 10000"/>
                <a:gd name="connsiteY2" fmla="*/ 10000 h 10000"/>
                <a:gd name="connsiteX3" fmla="*/ 10000 w 10000"/>
                <a:gd name="connsiteY3" fmla="*/ 10000 h 10000"/>
                <a:gd name="connsiteX4" fmla="*/ 8416 w 10000"/>
                <a:gd name="connsiteY4" fmla="*/ 4920 h 10000"/>
                <a:gd name="connsiteX5" fmla="*/ 10000 w 10000"/>
                <a:gd name="connsiteY5" fmla="*/ 0 h 10000"/>
                <a:gd name="connsiteX6" fmla="*/ 0 w 10000"/>
                <a:gd name="connsiteY6" fmla="*/ 0 h 10000"/>
                <a:gd name="connsiteX7" fmla="*/ 0 w 10000"/>
                <a:gd name="connsiteY7"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00">
                  <a:moveTo>
                    <a:pt x="0" y="0"/>
                  </a:moveTo>
                  <a:lnTo>
                    <a:pt x="0" y="10000"/>
                  </a:lnTo>
                  <a:lnTo>
                    <a:pt x="10000" y="10000"/>
                  </a:lnTo>
                  <a:lnTo>
                    <a:pt x="10000" y="10000"/>
                  </a:lnTo>
                  <a:lnTo>
                    <a:pt x="8416" y="4920"/>
                  </a:lnTo>
                  <a:lnTo>
                    <a:pt x="10000" y="0"/>
                  </a:lnTo>
                  <a:lnTo>
                    <a:pt x="0" y="0"/>
                  </a:lnTo>
                  <a:lnTo>
                    <a:pt x="0" y="0"/>
                  </a:lnTo>
                  <a:close/>
                </a:path>
              </a:pathLst>
            </a:custGeom>
            <a:noFill/>
            <a:ln w="9525">
              <a:solidFill>
                <a:schemeClr val="tx2">
                  <a:lumMod val="75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b="0" i="0" u="none" strike="noStrike" kern="1200" cap="none" spc="0" normalizeH="0" baseline="0" noProof="0">
                <a:ln>
                  <a:noFill/>
                </a:ln>
                <a:solidFill>
                  <a:prstClr val="black"/>
                </a:solidFill>
                <a:effectLst/>
                <a:uLnTx/>
                <a:uFillTx/>
                <a:ea typeface="+mn-ea"/>
                <a:cs typeface="+mn-cs"/>
              </a:endParaRPr>
            </a:p>
          </p:txBody>
        </p:sp>
      </p:grpSp>
      <p:sp>
        <p:nvSpPr>
          <p:cNvPr id="54" name="TextBox 53">
            <a:extLst>
              <a:ext uri="{FF2B5EF4-FFF2-40B4-BE49-F238E27FC236}">
                <a16:creationId xmlns:a16="http://schemas.microsoft.com/office/drawing/2014/main" id="{810A5DD3-FE3E-D28C-B73D-E53A4C0429AA}"/>
              </a:ext>
            </a:extLst>
          </p:cNvPr>
          <p:cNvSpPr txBox="1"/>
          <p:nvPr/>
        </p:nvSpPr>
        <p:spPr>
          <a:xfrm>
            <a:off x="7061605" y="1218528"/>
            <a:ext cx="4286567" cy="738664"/>
          </a:xfrm>
          <a:prstGeom prst="rect">
            <a:avLst/>
          </a:prstGeom>
          <a:noFill/>
        </p:spPr>
        <p:txBody>
          <a:bodyPr wrap="square">
            <a:spAutoFit/>
          </a:bodyPr>
          <a:lstStyle/>
          <a:p>
            <a:r>
              <a:rPr lang="en-US" sz="1400" b="0" i="0">
                <a:solidFill>
                  <a:srgbClr val="000000"/>
                </a:solidFill>
                <a:effectLst/>
              </a:rPr>
              <a:t>Individuals or groups who are either impacted by its operations or have the potential to influence its activities.</a:t>
            </a:r>
          </a:p>
        </p:txBody>
      </p:sp>
      <p:sp>
        <p:nvSpPr>
          <p:cNvPr id="61" name="Rectangle 60">
            <a:extLst>
              <a:ext uri="{FF2B5EF4-FFF2-40B4-BE49-F238E27FC236}">
                <a16:creationId xmlns:a16="http://schemas.microsoft.com/office/drawing/2014/main" id="{6F9A6E9F-29B0-B081-CB57-C8205EC913C1}"/>
              </a:ext>
            </a:extLst>
          </p:cNvPr>
          <p:cNvSpPr/>
          <p:nvPr/>
        </p:nvSpPr>
        <p:spPr>
          <a:xfrm>
            <a:off x="870450" y="1211658"/>
            <a:ext cx="3951267" cy="2351999"/>
          </a:xfrm>
          <a:prstGeom prst="rect">
            <a:avLst/>
          </a:prstGeom>
          <a:solidFill>
            <a:schemeClr val="accent1">
              <a:lumMod val="20000"/>
              <a:lumOff val="80000"/>
            </a:schemeClr>
          </a:solidFill>
          <a:ln>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t"/>
          <a:lstStyle/>
          <a:p>
            <a:pPr algn="ctr"/>
            <a:endParaRPr lang="en-US" sz="1050"/>
          </a:p>
          <a:p>
            <a:pPr algn="ctr">
              <a:lnSpc>
                <a:spcPct val="125000"/>
              </a:lnSpc>
            </a:pPr>
            <a:endParaRPr lang="en-US" sz="1400"/>
          </a:p>
          <a:p>
            <a:pPr algn="ctr">
              <a:lnSpc>
                <a:spcPct val="125000"/>
              </a:lnSpc>
            </a:pPr>
            <a:r>
              <a:rPr lang="en-US" sz="1400">
                <a:solidFill>
                  <a:schemeClr val="tx1"/>
                </a:solidFill>
              </a:rPr>
              <a:t>As an illustration, let’s look at how a leading FMCG company has developed &amp; implemented a comprehensive strategy to </a:t>
            </a:r>
            <a:r>
              <a:rPr lang="en-US" sz="1400" b="1">
                <a:solidFill>
                  <a:schemeClr val="tx1"/>
                </a:solidFill>
              </a:rPr>
              <a:t>identify, engage, and collaborate </a:t>
            </a:r>
            <a:r>
              <a:rPr lang="en-US" sz="1400">
                <a:solidFill>
                  <a:schemeClr val="tx1"/>
                </a:solidFill>
              </a:rPr>
              <a:t>with its key stakeholders.</a:t>
            </a:r>
          </a:p>
        </p:txBody>
      </p:sp>
      <p:grpSp>
        <p:nvGrpSpPr>
          <p:cNvPr id="62" name="Group 61">
            <a:extLst>
              <a:ext uri="{FF2B5EF4-FFF2-40B4-BE49-F238E27FC236}">
                <a16:creationId xmlns:a16="http://schemas.microsoft.com/office/drawing/2014/main" id="{927CA6CA-DA4A-55BD-CE48-82DEA9342F0C}"/>
              </a:ext>
            </a:extLst>
          </p:cNvPr>
          <p:cNvGrpSpPr/>
          <p:nvPr/>
        </p:nvGrpSpPr>
        <p:grpSpPr>
          <a:xfrm>
            <a:off x="3370889" y="3084545"/>
            <a:ext cx="1322238" cy="344610"/>
            <a:chOff x="1102914" y="4217210"/>
            <a:chExt cx="1099933" cy="472666"/>
          </a:xfrm>
        </p:grpSpPr>
        <p:sp>
          <p:nvSpPr>
            <p:cNvPr id="63" name="Arrow: Chevron 62">
              <a:extLst>
                <a:ext uri="{FF2B5EF4-FFF2-40B4-BE49-F238E27FC236}">
                  <a16:creationId xmlns:a16="http://schemas.microsoft.com/office/drawing/2014/main" id="{5AEE9410-DEDD-82EF-C273-E992340E0128}"/>
                </a:ext>
              </a:extLst>
            </p:cNvPr>
            <p:cNvSpPr/>
            <p:nvPr/>
          </p:nvSpPr>
          <p:spPr>
            <a:xfrm>
              <a:off x="1102914" y="4217210"/>
              <a:ext cx="283164" cy="460461"/>
            </a:xfrm>
            <a:prstGeom prst="chevron">
              <a:avLst/>
            </a:prstGeom>
            <a:noFill/>
            <a:ln w="3175">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eorgia" panose="02040502050405020303"/>
                <a:ea typeface="+mn-ea"/>
                <a:cs typeface="+mn-cs"/>
              </a:endParaRPr>
            </a:p>
          </p:txBody>
        </p:sp>
        <p:sp>
          <p:nvSpPr>
            <p:cNvPr id="64" name="Arrow: Chevron 63">
              <a:extLst>
                <a:ext uri="{FF2B5EF4-FFF2-40B4-BE49-F238E27FC236}">
                  <a16:creationId xmlns:a16="http://schemas.microsoft.com/office/drawing/2014/main" id="{EB4A56B6-1DCC-27E9-D194-924E07F1E9D8}"/>
                </a:ext>
              </a:extLst>
            </p:cNvPr>
            <p:cNvSpPr/>
            <p:nvPr/>
          </p:nvSpPr>
          <p:spPr>
            <a:xfrm>
              <a:off x="1372057" y="4217210"/>
              <a:ext cx="283164" cy="460461"/>
            </a:xfrm>
            <a:prstGeom prst="chevron">
              <a:avLst/>
            </a:prstGeom>
            <a:noFill/>
            <a:ln w="3175">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eorgia" panose="02040502050405020303"/>
                <a:ea typeface="+mn-ea"/>
                <a:cs typeface="+mn-cs"/>
              </a:endParaRPr>
            </a:p>
          </p:txBody>
        </p:sp>
        <p:sp>
          <p:nvSpPr>
            <p:cNvPr id="65" name="Arrow: Chevron 64">
              <a:extLst>
                <a:ext uri="{FF2B5EF4-FFF2-40B4-BE49-F238E27FC236}">
                  <a16:creationId xmlns:a16="http://schemas.microsoft.com/office/drawing/2014/main" id="{85B56653-E467-1DEA-24CF-EE6428BCCA91}"/>
                </a:ext>
              </a:extLst>
            </p:cNvPr>
            <p:cNvSpPr/>
            <p:nvPr/>
          </p:nvSpPr>
          <p:spPr>
            <a:xfrm>
              <a:off x="1655221" y="4217210"/>
              <a:ext cx="283164" cy="460461"/>
            </a:xfrm>
            <a:prstGeom prst="chevron">
              <a:avLst/>
            </a:prstGeom>
            <a:noFill/>
            <a:ln w="3175">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eorgia" panose="02040502050405020303"/>
                <a:ea typeface="+mn-ea"/>
                <a:cs typeface="+mn-cs"/>
              </a:endParaRPr>
            </a:p>
          </p:txBody>
        </p:sp>
        <p:sp>
          <p:nvSpPr>
            <p:cNvPr id="66" name="Arrow: Chevron 65">
              <a:extLst>
                <a:ext uri="{FF2B5EF4-FFF2-40B4-BE49-F238E27FC236}">
                  <a16:creationId xmlns:a16="http://schemas.microsoft.com/office/drawing/2014/main" id="{2B5FB7F6-2049-A90D-ABE0-000B34B19FA0}"/>
                </a:ext>
              </a:extLst>
            </p:cNvPr>
            <p:cNvSpPr/>
            <p:nvPr/>
          </p:nvSpPr>
          <p:spPr>
            <a:xfrm>
              <a:off x="1919683" y="4229415"/>
              <a:ext cx="283164" cy="460461"/>
            </a:xfrm>
            <a:prstGeom prst="chevron">
              <a:avLst/>
            </a:prstGeom>
            <a:noFill/>
            <a:ln w="3175">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eorgia" panose="02040502050405020303"/>
                <a:ea typeface="+mn-ea"/>
                <a:cs typeface="+mn-cs"/>
              </a:endParaRPr>
            </a:p>
          </p:txBody>
        </p:sp>
      </p:grpSp>
    </p:spTree>
    <p:custDataLst>
      <p:custData r:id="rId1"/>
    </p:custDataLst>
    <p:extLst>
      <p:ext uri="{BB962C8B-B14F-4D97-AF65-F5344CB8AC3E}">
        <p14:creationId xmlns:p14="http://schemas.microsoft.com/office/powerpoint/2010/main" val="36546853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2FC79-2CFE-A8F0-2EB3-D31B3E58A48D}"/>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3CEACCF8-B7E7-794A-CBEA-4353EC911311}"/>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Internal &amp; External Stakeholder Alignment Strategy | Best Practice</a:t>
            </a:r>
          </a:p>
        </p:txBody>
      </p:sp>
      <p:sp>
        <p:nvSpPr>
          <p:cNvPr id="8" name="Subtitle 2">
            <a:extLst>
              <a:ext uri="{FF2B5EF4-FFF2-40B4-BE49-F238E27FC236}">
                <a16:creationId xmlns:a16="http://schemas.microsoft.com/office/drawing/2014/main" id="{1AA61930-8226-B07E-D4E1-D02684746ACE}"/>
              </a:ext>
            </a:extLst>
          </p:cNvPr>
          <p:cNvSpPr txBox="1">
            <a:spLocks/>
          </p:cNvSpPr>
          <p:nvPr/>
        </p:nvSpPr>
        <p:spPr>
          <a:xfrm>
            <a:off x="434287" y="847382"/>
            <a:ext cx="11306173" cy="700407"/>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a:defRPr/>
            </a:pPr>
            <a:r>
              <a:rPr lang="en-US" sz="1200" b="0"/>
              <a:t>A tech Company’s stakeholder engagement strategy focuses on satisfying diverse groups—</a:t>
            </a:r>
            <a:r>
              <a:rPr lang="en-US" sz="1200"/>
              <a:t>customers, employees, investors, suppliers, governments, and communities</a:t>
            </a:r>
            <a:r>
              <a:rPr lang="en-US" sz="1200" b="0"/>
              <a:t>—through innovation, CSR, transparent communication, and robust governance, balancing profit with social responsibility by addressing concerns like labour-related matters and sustainability (supply chain)</a:t>
            </a:r>
            <a:endParaRPr kumimoji="0" lang="en-US" sz="1200" b="0" i="0" u="none" strike="noStrike" kern="1200" cap="none" spc="0" normalizeH="0" baseline="0" noProof="0">
              <a:ln>
                <a:noFill/>
              </a:ln>
              <a:solidFill>
                <a:srgbClr val="FD5108"/>
              </a:solidFill>
              <a:effectLst/>
              <a:uLnTx/>
              <a:uFillTx/>
              <a:latin typeface="Arial"/>
              <a:ea typeface="+mn-ea"/>
              <a:cs typeface="+mn-cs"/>
            </a:endParaRPr>
          </a:p>
        </p:txBody>
      </p:sp>
      <p:sp>
        <p:nvSpPr>
          <p:cNvPr id="30" name="Plaque 29">
            <a:extLst>
              <a:ext uri="{FF2B5EF4-FFF2-40B4-BE49-F238E27FC236}">
                <a16:creationId xmlns:a16="http://schemas.microsoft.com/office/drawing/2014/main" id="{CC1C1564-1609-A622-53E5-1D32F038867D}"/>
              </a:ext>
            </a:extLst>
          </p:cNvPr>
          <p:cNvSpPr/>
          <p:nvPr/>
        </p:nvSpPr>
        <p:spPr>
          <a:xfrm>
            <a:off x="526472" y="2164927"/>
            <a:ext cx="3532906" cy="3179793"/>
          </a:xfrm>
          <a:prstGeom prst="plaque">
            <a:avLst/>
          </a:prstGeom>
          <a:ln/>
          <a:effectLst>
            <a:innerShdw blurRad="114300">
              <a:prstClr val="black"/>
            </a:inn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sz="1200"/>
          </a:p>
          <a:p>
            <a:pPr algn="ctr"/>
            <a:r>
              <a:rPr lang="en-US" sz="1200"/>
              <a:t>The Directors receive training relevant to their role, including on Directors’ duties, to support their consideration of stakeholder impact.</a:t>
            </a:r>
          </a:p>
          <a:p>
            <a:pPr algn="ctr"/>
            <a:endParaRPr lang="en-US" sz="1200">
              <a:solidFill>
                <a:schemeClr val="bg1"/>
              </a:solidFill>
            </a:endParaRPr>
          </a:p>
          <a:p>
            <a:pPr algn="ctr"/>
            <a:r>
              <a:rPr lang="en-US" sz="1200"/>
              <a:t>They have </a:t>
            </a:r>
            <a:r>
              <a:rPr lang="en-US" sz="1200" b="1"/>
              <a:t>delegated</a:t>
            </a:r>
            <a:r>
              <a:rPr lang="en-US" sz="1200"/>
              <a:t> </a:t>
            </a:r>
            <a:r>
              <a:rPr lang="en-US" sz="1200" b="1"/>
              <a:t>day-to-day engagement </a:t>
            </a:r>
            <a:r>
              <a:rPr lang="en-US" sz="1200"/>
              <a:t>with stakeholders to management with relevant subject matter expertise.</a:t>
            </a:r>
          </a:p>
          <a:p>
            <a:pPr algn="ctr"/>
            <a:endParaRPr lang="en-US" sz="1200"/>
          </a:p>
          <a:p>
            <a:pPr algn="ctr"/>
            <a:r>
              <a:rPr lang="en-US" sz="1200"/>
              <a:t>They </a:t>
            </a:r>
            <a:r>
              <a:rPr lang="en-US" sz="1200" b="1"/>
              <a:t>oversee</a:t>
            </a:r>
            <a:r>
              <a:rPr lang="en-US" sz="1200"/>
              <a:t> this engagement and </a:t>
            </a:r>
            <a:r>
              <a:rPr lang="en-US" sz="1200" b="1"/>
              <a:t>consider stakeholder impacts </a:t>
            </a:r>
            <a:r>
              <a:rPr lang="en-US" sz="1200"/>
              <a:t>in relation to key decisions that are escalated to the board. </a:t>
            </a:r>
            <a:endParaRPr lang="en-US" sz="1200">
              <a:solidFill>
                <a:schemeClr val="bg1"/>
              </a:solidFill>
            </a:endParaRPr>
          </a:p>
        </p:txBody>
      </p:sp>
      <p:sp>
        <p:nvSpPr>
          <p:cNvPr id="36" name="Rectangle: Top Corners Rounded 35">
            <a:extLst>
              <a:ext uri="{FF2B5EF4-FFF2-40B4-BE49-F238E27FC236}">
                <a16:creationId xmlns:a16="http://schemas.microsoft.com/office/drawing/2014/main" id="{A71948F3-3CCC-1D71-8388-979124E1310B}"/>
              </a:ext>
            </a:extLst>
          </p:cNvPr>
          <p:cNvSpPr/>
          <p:nvPr/>
        </p:nvSpPr>
        <p:spPr>
          <a:xfrm>
            <a:off x="1131106" y="1795472"/>
            <a:ext cx="2318734" cy="478158"/>
          </a:xfrm>
          <a:prstGeom prst="round2Same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a:t>Directors’ Role in Stakeholders’ Engagement</a:t>
            </a:r>
            <a:endParaRPr lang="en-US" sz="1200">
              <a:solidFill>
                <a:schemeClr val="bg1"/>
              </a:solidFill>
            </a:endParaRPr>
          </a:p>
        </p:txBody>
      </p:sp>
      <p:sp>
        <p:nvSpPr>
          <p:cNvPr id="57" name="TextBox 56">
            <a:extLst>
              <a:ext uri="{FF2B5EF4-FFF2-40B4-BE49-F238E27FC236}">
                <a16:creationId xmlns:a16="http://schemas.microsoft.com/office/drawing/2014/main" id="{56748971-A0A7-9B50-F202-DFB1116D9B2D}"/>
              </a:ext>
            </a:extLst>
          </p:cNvPr>
          <p:cNvSpPr txBox="1"/>
          <p:nvPr/>
        </p:nvSpPr>
        <p:spPr>
          <a:xfrm>
            <a:off x="655782" y="5762448"/>
            <a:ext cx="11009746" cy="622235"/>
          </a:xfrm>
          <a:prstGeom prst="rect">
            <a:avLst/>
          </a:prstGeom>
          <a:solidFill>
            <a:schemeClr val="accent1">
              <a:lumMod val="20000"/>
              <a:lumOff val="80000"/>
            </a:schemeClr>
          </a:solidFill>
          <a:effectLst>
            <a:innerShdw blurRad="63500" dist="50800" dir="5400000">
              <a:prstClr val="black">
                <a:alpha val="50000"/>
              </a:prstClr>
            </a:innerShdw>
          </a:effectLst>
        </p:spPr>
        <p:style>
          <a:lnRef idx="3">
            <a:schemeClr val="lt1"/>
          </a:lnRef>
          <a:fillRef idx="1">
            <a:schemeClr val="accent1"/>
          </a:fillRef>
          <a:effectRef idx="1">
            <a:schemeClr val="accent1"/>
          </a:effectRef>
          <a:fontRef idx="minor">
            <a:schemeClr val="lt1"/>
          </a:fontRef>
        </p:style>
        <p:txBody>
          <a:bodyPr wrap="square" lIns="91440" tIns="0" rIns="91440" bIns="0" rtlCol="0" anchor="ctr">
            <a:noAutofit/>
          </a:bodyPr>
          <a:lstStyle/>
          <a:p>
            <a:pPr algn="just"/>
            <a:r>
              <a:rPr lang="en-US" sz="1200">
                <a:solidFill>
                  <a:schemeClr val="tx1"/>
                </a:solidFill>
              </a:rPr>
              <a:t>In essence, the Company uses a </a:t>
            </a:r>
            <a:r>
              <a:rPr lang="en-US" sz="1200" b="1">
                <a:solidFill>
                  <a:schemeClr val="tx1"/>
                </a:solidFill>
              </a:rPr>
              <a:t>top-down</a:t>
            </a:r>
            <a:r>
              <a:rPr lang="en-US" sz="1200">
                <a:solidFill>
                  <a:schemeClr val="tx1"/>
                </a:solidFill>
              </a:rPr>
              <a:t> (Board/Management) and </a:t>
            </a:r>
            <a:r>
              <a:rPr lang="en-US" sz="1200" b="1">
                <a:solidFill>
                  <a:schemeClr val="tx1"/>
                </a:solidFill>
              </a:rPr>
              <a:t>bottom-up</a:t>
            </a:r>
            <a:r>
              <a:rPr lang="en-US" sz="1200">
                <a:solidFill>
                  <a:schemeClr val="tx1"/>
                </a:solidFill>
              </a:rPr>
              <a:t> (employee/community) approach, underpinned by strong governance and transparent communication, to balance diverse stakeholder interests with its long-term strategic vision. </a:t>
            </a:r>
            <a:endParaRPr lang="en-US" sz="1200">
              <a:solidFill>
                <a:schemeClr val="tx1"/>
              </a:solidFill>
              <a:latin typeface="+mj-lt"/>
            </a:endParaRPr>
          </a:p>
        </p:txBody>
      </p:sp>
      <p:sp>
        <p:nvSpPr>
          <p:cNvPr id="58" name="Plaque 57">
            <a:extLst>
              <a:ext uri="{FF2B5EF4-FFF2-40B4-BE49-F238E27FC236}">
                <a16:creationId xmlns:a16="http://schemas.microsoft.com/office/drawing/2014/main" id="{82839E12-6D2F-52EC-3F6D-7B16510AC400}"/>
              </a:ext>
            </a:extLst>
          </p:cNvPr>
          <p:cNvSpPr/>
          <p:nvPr/>
        </p:nvSpPr>
        <p:spPr>
          <a:xfrm>
            <a:off x="4329547" y="2164926"/>
            <a:ext cx="3532906" cy="3179793"/>
          </a:xfrm>
          <a:prstGeom prst="plaque">
            <a:avLst/>
          </a:prstGeom>
          <a:ln/>
          <a:effectLst>
            <a:innerShdw blurRad="114300">
              <a:prstClr val="black"/>
            </a:inn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1200"/>
              <a:t>The Company conducts </a:t>
            </a:r>
            <a:r>
              <a:rPr lang="en-US" sz="1200" b="1"/>
              <a:t>labour related due diligence </a:t>
            </a:r>
            <a:r>
              <a:rPr lang="en-US" sz="1200"/>
              <a:t>to identify salient labour related risks and works to mitigate them. </a:t>
            </a:r>
          </a:p>
          <a:p>
            <a:pPr algn="ctr"/>
            <a:endParaRPr lang="en-US" sz="1200"/>
          </a:p>
          <a:p>
            <a:pPr algn="ctr"/>
            <a:r>
              <a:rPr lang="en-US" sz="1200"/>
              <a:t>It also seek to remedy adverse impacts, track and measure their progress, and report their findings.</a:t>
            </a:r>
            <a:endParaRPr lang="en-US" sz="1200">
              <a:solidFill>
                <a:schemeClr val="bg1"/>
              </a:solidFill>
            </a:endParaRPr>
          </a:p>
        </p:txBody>
      </p:sp>
      <p:sp>
        <p:nvSpPr>
          <p:cNvPr id="59" name="Rectangle: Top Corners Rounded 58">
            <a:extLst>
              <a:ext uri="{FF2B5EF4-FFF2-40B4-BE49-F238E27FC236}">
                <a16:creationId xmlns:a16="http://schemas.microsoft.com/office/drawing/2014/main" id="{7F6B0AF1-E8E6-3032-90A5-233A199877BD}"/>
              </a:ext>
            </a:extLst>
          </p:cNvPr>
          <p:cNvSpPr/>
          <p:nvPr/>
        </p:nvSpPr>
        <p:spPr>
          <a:xfrm>
            <a:off x="4934181" y="1795471"/>
            <a:ext cx="2318734" cy="478158"/>
          </a:xfrm>
          <a:prstGeom prst="round2Same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a:solidFill>
                  <a:schemeClr val="bg1"/>
                </a:solidFill>
              </a:rPr>
              <a:t>Risk Management</a:t>
            </a:r>
            <a:endParaRPr lang="en-US" sz="1200">
              <a:solidFill>
                <a:schemeClr val="bg1"/>
              </a:solidFill>
            </a:endParaRPr>
          </a:p>
        </p:txBody>
      </p:sp>
      <p:sp>
        <p:nvSpPr>
          <p:cNvPr id="60" name="Plaque 59">
            <a:extLst>
              <a:ext uri="{FF2B5EF4-FFF2-40B4-BE49-F238E27FC236}">
                <a16:creationId xmlns:a16="http://schemas.microsoft.com/office/drawing/2014/main" id="{F1C6876F-0963-34BB-1502-416291035A56}"/>
              </a:ext>
            </a:extLst>
          </p:cNvPr>
          <p:cNvSpPr/>
          <p:nvPr/>
        </p:nvSpPr>
        <p:spPr>
          <a:xfrm>
            <a:off x="8132622" y="2164926"/>
            <a:ext cx="3532906" cy="3179793"/>
          </a:xfrm>
          <a:prstGeom prst="plaque">
            <a:avLst/>
          </a:prstGeom>
          <a:ln/>
          <a:effectLst>
            <a:innerShdw blurRad="114300">
              <a:prstClr val="black"/>
            </a:inn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1200"/>
              <a:t>The Company </a:t>
            </a:r>
            <a:r>
              <a:rPr lang="en-US" sz="1200" b="1"/>
              <a:t>engages with and supports</a:t>
            </a:r>
            <a:r>
              <a:rPr lang="en-US" sz="1200"/>
              <a:t> a broad range of </a:t>
            </a:r>
            <a:r>
              <a:rPr lang="en-US" sz="1200" b="1"/>
              <a:t>multistakeholder</a:t>
            </a:r>
            <a:r>
              <a:rPr lang="en-US" sz="1200"/>
              <a:t> and </a:t>
            </a:r>
            <a:r>
              <a:rPr lang="en-US" sz="1200" b="1"/>
              <a:t>community initiatives</a:t>
            </a:r>
            <a:r>
              <a:rPr lang="en-US" sz="1200"/>
              <a:t>.</a:t>
            </a:r>
          </a:p>
          <a:p>
            <a:pPr algn="ctr"/>
            <a:endParaRPr lang="en-US" sz="1200"/>
          </a:p>
          <a:p>
            <a:pPr algn="ctr"/>
            <a:r>
              <a:rPr lang="en-US" sz="1200"/>
              <a:t> Input from the stakeholders strengthens the Company’s robust due diligence program and drives industry-wide progress. </a:t>
            </a:r>
            <a:endParaRPr lang="en-US" sz="1200">
              <a:solidFill>
                <a:schemeClr val="bg1"/>
              </a:solidFill>
            </a:endParaRPr>
          </a:p>
        </p:txBody>
      </p:sp>
      <p:sp>
        <p:nvSpPr>
          <p:cNvPr id="67" name="Rectangle: Top Corners Rounded 66">
            <a:extLst>
              <a:ext uri="{FF2B5EF4-FFF2-40B4-BE49-F238E27FC236}">
                <a16:creationId xmlns:a16="http://schemas.microsoft.com/office/drawing/2014/main" id="{BDD77EA4-5169-6A36-A3E7-C2C1F507CE5E}"/>
              </a:ext>
            </a:extLst>
          </p:cNvPr>
          <p:cNvSpPr/>
          <p:nvPr/>
        </p:nvSpPr>
        <p:spPr>
          <a:xfrm>
            <a:off x="8728630" y="1795471"/>
            <a:ext cx="2318734" cy="478158"/>
          </a:xfrm>
          <a:prstGeom prst="round2Same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a:solidFill>
                  <a:schemeClr val="bg1"/>
                </a:solidFill>
              </a:rPr>
              <a:t>Commitment to Responsible Conduct</a:t>
            </a:r>
            <a:endParaRPr lang="en-US" sz="1200">
              <a:solidFill>
                <a:schemeClr val="bg1"/>
              </a:solidFill>
            </a:endParaRPr>
          </a:p>
        </p:txBody>
      </p:sp>
    </p:spTree>
    <p:custDataLst>
      <p:custData r:id="rId1"/>
    </p:custDataLst>
    <p:extLst>
      <p:ext uri="{BB962C8B-B14F-4D97-AF65-F5344CB8AC3E}">
        <p14:creationId xmlns:p14="http://schemas.microsoft.com/office/powerpoint/2010/main" val="21547597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17557-16A7-9C91-BA6E-81D7ACEA479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0ADEA24-D835-A76B-C95A-F136261B30D2}"/>
              </a:ext>
            </a:extLst>
          </p:cNvPr>
          <p:cNvSpPr/>
          <p:nvPr/>
        </p:nvSpPr>
        <p:spPr>
          <a:xfrm>
            <a:off x="-103633" y="9144"/>
            <a:ext cx="6199633" cy="685800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02E281D-7390-996F-5BD7-38E0546E5BD8}"/>
              </a:ext>
            </a:extLst>
          </p:cNvPr>
          <p:cNvSpPr/>
          <p:nvPr/>
        </p:nvSpPr>
        <p:spPr>
          <a:xfrm>
            <a:off x="4304144" y="2953512"/>
            <a:ext cx="7887856" cy="1280160"/>
          </a:xfrm>
          <a:prstGeom prst="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2800" i="1">
                <a:ln w="0"/>
                <a:solidFill>
                  <a:schemeClr val="bg1"/>
                </a:solidFill>
                <a:effectLst>
                  <a:outerShdw blurRad="38100" dist="19050" dir="2700000" algn="tl" rotWithShape="0">
                    <a:schemeClr val="dk1">
                      <a:alpha val="40000"/>
                    </a:schemeClr>
                  </a:outerShdw>
                </a:effectLst>
                <a:latin typeface="+mj-lt"/>
              </a:rPr>
              <a:t>         </a:t>
            </a:r>
          </a:p>
          <a:p>
            <a:pPr algn="ctr"/>
            <a:r>
              <a:rPr lang="en-US" sz="2800" i="1">
                <a:ln w="0"/>
                <a:solidFill>
                  <a:schemeClr val="bg1"/>
                </a:solidFill>
                <a:effectLst>
                  <a:outerShdw blurRad="38100" dist="19050" dir="2700000" algn="tl" rotWithShape="0">
                    <a:schemeClr val="dk1">
                      <a:alpha val="40000"/>
                    </a:schemeClr>
                  </a:outerShdw>
                </a:effectLst>
                <a:latin typeface="+mj-lt"/>
              </a:rPr>
              <a:t>Investor Relations</a:t>
            </a:r>
          </a:p>
          <a:p>
            <a:pPr algn="ctr"/>
            <a:endParaRPr lang="en-US" sz="2800" i="1">
              <a:ln w="0"/>
              <a:solidFill>
                <a:schemeClr val="bg1"/>
              </a:solidFill>
              <a:effectLst>
                <a:outerShdw blurRad="38100" dist="19050" dir="2700000" algn="tl" rotWithShape="0">
                  <a:schemeClr val="dk1">
                    <a:alpha val="40000"/>
                  </a:schemeClr>
                </a:outerShdw>
              </a:effectLst>
              <a:latin typeface="+mj-lt"/>
            </a:endParaRPr>
          </a:p>
        </p:txBody>
      </p:sp>
      <p:sp>
        <p:nvSpPr>
          <p:cNvPr id="4" name="Rectangle 3">
            <a:extLst>
              <a:ext uri="{FF2B5EF4-FFF2-40B4-BE49-F238E27FC236}">
                <a16:creationId xmlns:a16="http://schemas.microsoft.com/office/drawing/2014/main" id="{515623B9-1BA3-CE55-31DC-4F5C118285E0}"/>
              </a:ext>
            </a:extLst>
          </p:cNvPr>
          <p:cNvSpPr/>
          <p:nvPr/>
        </p:nvSpPr>
        <p:spPr>
          <a:xfrm>
            <a:off x="11811000" y="-9144"/>
            <a:ext cx="381000" cy="379095"/>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960"/>
          </a:p>
        </p:txBody>
      </p:sp>
      <p:pic>
        <p:nvPicPr>
          <p:cNvPr id="12" name="Picture 11">
            <a:extLst>
              <a:ext uri="{FF2B5EF4-FFF2-40B4-BE49-F238E27FC236}">
                <a16:creationId xmlns:a16="http://schemas.microsoft.com/office/drawing/2014/main" id="{42DAF347-A3C6-A29E-8ECC-4570E60CDA5C}"/>
              </a:ext>
            </a:extLst>
          </p:cNvPr>
          <p:cNvPicPr>
            <a:picLocks noChangeAspect="1"/>
          </p:cNvPicPr>
          <p:nvPr/>
        </p:nvPicPr>
        <p:blipFill>
          <a:blip r:embed="rId4"/>
          <a:stretch>
            <a:fillRect/>
          </a:stretch>
        </p:blipFill>
        <p:spPr>
          <a:xfrm>
            <a:off x="-74666" y="5324856"/>
            <a:ext cx="1693154" cy="1524000"/>
          </a:xfrm>
          <a:prstGeom prst="rect">
            <a:avLst/>
          </a:prstGeom>
        </p:spPr>
      </p:pic>
    </p:spTree>
    <p:custDataLst>
      <p:custData r:id="rId1"/>
    </p:custDataLst>
    <p:extLst>
      <p:ext uri="{BB962C8B-B14F-4D97-AF65-F5344CB8AC3E}">
        <p14:creationId xmlns:p14="http://schemas.microsoft.com/office/powerpoint/2010/main" val="1730445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EA1A2-EB7A-7CAF-6D84-FF242652CE00}"/>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2A3518FB-B7C7-9A8C-D2FF-557B4B8F013B}"/>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Who is an Investor and What are the Types? </a:t>
            </a:r>
          </a:p>
        </p:txBody>
      </p:sp>
      <p:grpSp>
        <p:nvGrpSpPr>
          <p:cNvPr id="48" name="Group 47">
            <a:extLst>
              <a:ext uri="{FF2B5EF4-FFF2-40B4-BE49-F238E27FC236}">
                <a16:creationId xmlns:a16="http://schemas.microsoft.com/office/drawing/2014/main" id="{4C6EC3F4-3EB2-1D9C-16DB-60A5983FF77F}"/>
              </a:ext>
            </a:extLst>
          </p:cNvPr>
          <p:cNvGrpSpPr/>
          <p:nvPr/>
        </p:nvGrpSpPr>
        <p:grpSpPr>
          <a:xfrm>
            <a:off x="295037" y="1941468"/>
            <a:ext cx="11601922" cy="4487157"/>
            <a:chOff x="332406" y="838347"/>
            <a:chExt cx="8475118" cy="3631237"/>
          </a:xfrm>
        </p:grpSpPr>
        <p:sp>
          <p:nvSpPr>
            <p:cNvPr id="50" name="Google Shape;1759;g2a7ab5773e8_1_1499">
              <a:extLst>
                <a:ext uri="{FF2B5EF4-FFF2-40B4-BE49-F238E27FC236}">
                  <a16:creationId xmlns:a16="http://schemas.microsoft.com/office/drawing/2014/main" id="{19838E0E-6648-758A-3F17-2EDFE1B5D155}"/>
                </a:ext>
              </a:extLst>
            </p:cNvPr>
            <p:cNvSpPr>
              <a:spLocks/>
            </p:cNvSpPr>
            <p:nvPr/>
          </p:nvSpPr>
          <p:spPr>
            <a:xfrm>
              <a:off x="332406" y="3636790"/>
              <a:ext cx="2523300" cy="832794"/>
            </a:xfrm>
            <a:prstGeom prst="snip2DiagRect">
              <a:avLst>
                <a:gd name="adj1" fmla="val 0"/>
                <a:gd name="adj2" fmla="val 16667"/>
              </a:avLst>
            </a:prstGeom>
            <a:noFill/>
            <a:ln w="9525" cap="flat" cmpd="sng">
              <a:solidFill>
                <a:schemeClr val="accent1">
                  <a:lumMod val="20000"/>
                  <a:lumOff val="80000"/>
                </a:schemeClr>
              </a:solidFill>
              <a:prstDash val="solid"/>
              <a:round/>
              <a:headEnd type="none" w="sm" len="sm"/>
              <a:tailEnd type="none" w="sm" len="sm"/>
            </a:ln>
          </p:spPr>
          <p:txBody>
            <a:bodyPr spcFirstLastPara="1" wrap="square" lIns="0" tIns="68575" rIns="0" bIns="68575" anchor="ctr" anchorCtr="0">
              <a:noAutofit/>
            </a:bodyPr>
            <a:lstStyle/>
            <a:p>
              <a:pPr lvl="0" algn="ctr" rtl="1">
                <a:buClr>
                  <a:srgbClr val="000000"/>
                </a:buClr>
                <a:buSzPts val="900"/>
                <a:defRPr/>
              </a:pPr>
              <a:endParaRPr lang="en-US" sz="1200"/>
            </a:p>
            <a:p>
              <a:pPr lvl="0" algn="ctr" rtl="1">
                <a:buClr>
                  <a:srgbClr val="000000"/>
                </a:buClr>
                <a:buSzPts val="900"/>
                <a:defRPr/>
              </a:pPr>
              <a:r>
                <a:rPr lang="en-US" sz="1200"/>
                <a:t>Investors meeting specified wealth or expertise criteria and permitted to invest in complex or higher-risk instruments.</a:t>
              </a:r>
              <a:br>
                <a:rPr lang="en-US" sz="1200"/>
              </a:br>
              <a:endParaRPr kumimoji="0" lang="en-US" sz="120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cxnSp>
          <p:nvCxnSpPr>
            <p:cNvPr id="51" name="Google Shape;1760;g2a7ab5773e8_1_1499">
              <a:extLst>
                <a:ext uri="{FF2B5EF4-FFF2-40B4-BE49-F238E27FC236}">
                  <a16:creationId xmlns:a16="http://schemas.microsoft.com/office/drawing/2014/main" id="{464FFACD-FCCC-EEC8-D481-AB9D956AA5DA}"/>
                </a:ext>
              </a:extLst>
            </p:cNvPr>
            <p:cNvCxnSpPr/>
            <p:nvPr/>
          </p:nvCxnSpPr>
          <p:spPr>
            <a:xfrm>
              <a:off x="1479463" y="3403721"/>
              <a:ext cx="0" cy="235800"/>
            </a:xfrm>
            <a:prstGeom prst="straightConnector1">
              <a:avLst/>
            </a:prstGeom>
            <a:noFill/>
            <a:ln w="9525" cap="flat" cmpd="sng">
              <a:solidFill>
                <a:schemeClr val="accent1">
                  <a:lumMod val="20000"/>
                  <a:lumOff val="80000"/>
                </a:schemeClr>
              </a:solidFill>
              <a:prstDash val="dash"/>
              <a:round/>
              <a:headEnd type="none" w="sm" len="sm"/>
              <a:tailEnd type="oval" w="med" len="med"/>
            </a:ln>
          </p:spPr>
        </p:cxnSp>
        <p:cxnSp>
          <p:nvCxnSpPr>
            <p:cNvPr id="52" name="Google Shape;1761;g2a7ab5773e8_1_1499">
              <a:extLst>
                <a:ext uri="{FF2B5EF4-FFF2-40B4-BE49-F238E27FC236}">
                  <a16:creationId xmlns:a16="http://schemas.microsoft.com/office/drawing/2014/main" id="{7BA2FD2D-6909-5816-877C-785D43789470}"/>
                </a:ext>
              </a:extLst>
            </p:cNvPr>
            <p:cNvCxnSpPr/>
            <p:nvPr/>
          </p:nvCxnSpPr>
          <p:spPr>
            <a:xfrm>
              <a:off x="1476219" y="3413028"/>
              <a:ext cx="1821300" cy="0"/>
            </a:xfrm>
            <a:prstGeom prst="straightConnector1">
              <a:avLst/>
            </a:prstGeom>
            <a:noFill/>
            <a:ln w="9525" cap="flat" cmpd="sng">
              <a:solidFill>
                <a:schemeClr val="accent1">
                  <a:lumMod val="20000"/>
                  <a:lumOff val="80000"/>
                </a:schemeClr>
              </a:solidFill>
              <a:prstDash val="dash"/>
              <a:round/>
              <a:headEnd type="none" w="sm" len="sm"/>
              <a:tailEnd type="none" w="sm" len="sm"/>
            </a:ln>
          </p:spPr>
        </p:cxnSp>
        <p:cxnSp>
          <p:nvCxnSpPr>
            <p:cNvPr id="53" name="Google Shape;1762;g2a7ab5773e8_1_1499">
              <a:extLst>
                <a:ext uri="{FF2B5EF4-FFF2-40B4-BE49-F238E27FC236}">
                  <a16:creationId xmlns:a16="http://schemas.microsoft.com/office/drawing/2014/main" id="{2E2D7A06-1321-D830-5520-95D9C09419DC}"/>
                </a:ext>
              </a:extLst>
            </p:cNvPr>
            <p:cNvCxnSpPr>
              <a:cxnSpLocks/>
            </p:cNvCxnSpPr>
            <p:nvPr/>
          </p:nvCxnSpPr>
          <p:spPr>
            <a:xfrm flipH="1">
              <a:off x="4921313" y="3906298"/>
              <a:ext cx="1371422" cy="0"/>
            </a:xfrm>
            <a:prstGeom prst="straightConnector1">
              <a:avLst/>
            </a:prstGeom>
            <a:noFill/>
            <a:ln w="9525" cap="flat" cmpd="sng">
              <a:solidFill>
                <a:srgbClr val="2D2D2D"/>
              </a:solidFill>
              <a:prstDash val="dash"/>
              <a:round/>
              <a:headEnd type="oval" w="med" len="med"/>
              <a:tailEnd type="none" w="sm" len="sm"/>
            </a:ln>
          </p:spPr>
        </p:cxnSp>
        <p:cxnSp>
          <p:nvCxnSpPr>
            <p:cNvPr id="55" name="Google Shape;1763;g2a7ab5773e8_1_1499">
              <a:extLst>
                <a:ext uri="{FF2B5EF4-FFF2-40B4-BE49-F238E27FC236}">
                  <a16:creationId xmlns:a16="http://schemas.microsoft.com/office/drawing/2014/main" id="{71D0628F-CC7C-DB05-1805-AB164A6B263F}"/>
                </a:ext>
              </a:extLst>
            </p:cNvPr>
            <p:cNvCxnSpPr/>
            <p:nvPr/>
          </p:nvCxnSpPr>
          <p:spPr>
            <a:xfrm rot="10800000">
              <a:off x="7648369" y="2923125"/>
              <a:ext cx="0" cy="255600"/>
            </a:xfrm>
            <a:prstGeom prst="straightConnector1">
              <a:avLst/>
            </a:prstGeom>
            <a:noFill/>
            <a:ln w="9525" cap="flat" cmpd="sng">
              <a:solidFill>
                <a:schemeClr val="accent1">
                  <a:lumMod val="20000"/>
                  <a:lumOff val="80000"/>
                </a:schemeClr>
              </a:solidFill>
              <a:prstDash val="dash"/>
              <a:round/>
              <a:headEnd type="none" w="sm" len="sm"/>
              <a:tailEnd type="oval" w="med" len="med"/>
            </a:ln>
          </p:spPr>
        </p:cxnSp>
        <p:cxnSp>
          <p:nvCxnSpPr>
            <p:cNvPr id="56" name="Google Shape;1764;g2a7ab5773e8_1_1499">
              <a:extLst>
                <a:ext uri="{FF2B5EF4-FFF2-40B4-BE49-F238E27FC236}">
                  <a16:creationId xmlns:a16="http://schemas.microsoft.com/office/drawing/2014/main" id="{66ADEC26-25C2-88B8-3CFF-9D6F82185AF1}"/>
                </a:ext>
              </a:extLst>
            </p:cNvPr>
            <p:cNvCxnSpPr/>
            <p:nvPr/>
          </p:nvCxnSpPr>
          <p:spPr>
            <a:xfrm rot="10800000">
              <a:off x="5830312" y="3174033"/>
              <a:ext cx="1821300" cy="0"/>
            </a:xfrm>
            <a:prstGeom prst="straightConnector1">
              <a:avLst/>
            </a:prstGeom>
            <a:noFill/>
            <a:ln w="9525" cap="flat" cmpd="sng">
              <a:solidFill>
                <a:schemeClr val="accent1">
                  <a:lumMod val="20000"/>
                  <a:lumOff val="80000"/>
                </a:schemeClr>
              </a:solidFill>
              <a:prstDash val="dash"/>
              <a:round/>
              <a:headEnd type="none" w="sm" len="sm"/>
              <a:tailEnd type="none" w="sm" len="sm"/>
            </a:ln>
          </p:spPr>
        </p:cxnSp>
        <p:sp>
          <p:nvSpPr>
            <p:cNvPr id="57" name="Google Shape;1765;g2a7ab5773e8_1_1499">
              <a:extLst>
                <a:ext uri="{FF2B5EF4-FFF2-40B4-BE49-F238E27FC236}">
                  <a16:creationId xmlns:a16="http://schemas.microsoft.com/office/drawing/2014/main" id="{E88F0E46-BEF9-DA77-DFC3-7A70F41C06E6}"/>
                </a:ext>
              </a:extLst>
            </p:cNvPr>
            <p:cNvSpPr/>
            <p:nvPr/>
          </p:nvSpPr>
          <p:spPr>
            <a:xfrm>
              <a:off x="6284224" y="966359"/>
              <a:ext cx="2523300" cy="832794"/>
            </a:xfrm>
            <a:prstGeom prst="snip2DiagRect">
              <a:avLst>
                <a:gd name="adj1" fmla="val 0"/>
                <a:gd name="adj2" fmla="val 16667"/>
              </a:avLst>
            </a:prstGeom>
            <a:noFill/>
            <a:ln w="9525" cap="flat" cmpd="sng">
              <a:solidFill>
                <a:srgbClr val="2D2D2D"/>
              </a:solidFill>
              <a:prstDash val="solid"/>
              <a:round/>
              <a:headEnd type="none" w="sm" len="sm"/>
              <a:tailEnd type="none" w="sm" len="sm"/>
            </a:ln>
          </p:spPr>
          <p:txBody>
            <a:bodyPr spcFirstLastPara="1" wrap="square" lIns="0" tIns="68575" rIns="0" bIns="68575" anchor="ctr" anchorCtr="0">
              <a:noAutofit/>
            </a:bodyPr>
            <a:lstStyle/>
            <a:p>
              <a:pPr lvl="0" algn="ctr" rtl="1">
                <a:buClr>
                  <a:srgbClr val="000000"/>
                </a:buClr>
                <a:buSzPts val="900"/>
                <a:defRPr/>
              </a:pPr>
              <a:r>
                <a:rPr lang="en-US" sz="1200"/>
                <a:t>Companies that invest in other businesses for strategic objectives, beyond financial returns (such as new technology or market access).</a:t>
              </a:r>
              <a:endParaRPr kumimoji="0" lang="en-US" sz="120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58" name="Google Shape;1766;g2a7ab5773e8_1_1499">
              <a:extLst>
                <a:ext uri="{FF2B5EF4-FFF2-40B4-BE49-F238E27FC236}">
                  <a16:creationId xmlns:a16="http://schemas.microsoft.com/office/drawing/2014/main" id="{5C0F1CCF-6A40-D170-6483-7566CA34D38D}"/>
                </a:ext>
              </a:extLst>
            </p:cNvPr>
            <p:cNvSpPr/>
            <p:nvPr/>
          </p:nvSpPr>
          <p:spPr>
            <a:xfrm>
              <a:off x="6284224" y="2152305"/>
              <a:ext cx="2523300" cy="832794"/>
            </a:xfrm>
            <a:prstGeom prst="snip2DiagRect">
              <a:avLst>
                <a:gd name="adj1" fmla="val 0"/>
                <a:gd name="adj2" fmla="val 16667"/>
              </a:avLst>
            </a:prstGeom>
            <a:noFill/>
            <a:ln w="9525" cap="flat" cmpd="sng">
              <a:solidFill>
                <a:schemeClr val="accent1">
                  <a:lumMod val="20000"/>
                  <a:lumOff val="80000"/>
                </a:schemeClr>
              </a:solidFill>
              <a:prstDash val="solid"/>
              <a:round/>
              <a:headEnd type="none" w="sm" len="sm"/>
              <a:tailEnd type="none" w="sm" len="sm"/>
            </a:ln>
          </p:spPr>
          <p:txBody>
            <a:bodyPr spcFirstLastPara="1" wrap="square" lIns="0" tIns="68575" rIns="0" bIns="68575" anchor="ctr" anchorCtr="0">
              <a:noAutofit/>
            </a:bodyPr>
            <a:lstStyle/>
            <a:p>
              <a:pPr lvl="0" algn="ctr" rtl="1">
                <a:buClr>
                  <a:srgbClr val="000000"/>
                </a:buClr>
                <a:buSzPts val="900"/>
                <a:defRPr/>
              </a:pPr>
              <a:r>
                <a:rPr lang="en-US" sz="1200"/>
                <a:t>State-owned or government-backed entities that invest public funds for long-term economic or strategic purposes.</a:t>
              </a:r>
              <a:endParaRPr kumimoji="0" lang="en-US" sz="120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59" name="Google Shape;1767;g2a7ab5773e8_1_1499">
              <a:extLst>
                <a:ext uri="{FF2B5EF4-FFF2-40B4-BE49-F238E27FC236}">
                  <a16:creationId xmlns:a16="http://schemas.microsoft.com/office/drawing/2014/main" id="{178731CE-244B-4492-E4E1-10C590C31C70}"/>
                </a:ext>
              </a:extLst>
            </p:cNvPr>
            <p:cNvSpPr>
              <a:spLocks/>
            </p:cNvSpPr>
            <p:nvPr/>
          </p:nvSpPr>
          <p:spPr>
            <a:xfrm>
              <a:off x="6284224" y="3636790"/>
              <a:ext cx="2523300" cy="832794"/>
            </a:xfrm>
            <a:prstGeom prst="snip2DiagRect">
              <a:avLst>
                <a:gd name="adj1" fmla="val 0"/>
                <a:gd name="adj2" fmla="val 16667"/>
              </a:avLst>
            </a:prstGeom>
            <a:noFill/>
            <a:ln w="9525" cap="flat" cmpd="sng">
              <a:solidFill>
                <a:srgbClr val="2D2D2D"/>
              </a:solidFill>
              <a:prstDash val="solid"/>
              <a:round/>
              <a:headEnd type="none" w="sm" len="sm"/>
              <a:tailEnd type="none" w="sm" len="sm"/>
            </a:ln>
          </p:spPr>
          <p:txBody>
            <a:bodyPr spcFirstLastPara="1" wrap="square" lIns="0" tIns="68575" rIns="0" bIns="68575" anchor="ctr" anchorCtr="0">
              <a:noAutofit/>
            </a:bodyPr>
            <a:lstStyle/>
            <a:p>
              <a:pPr lvl="0" algn="ctr" rtl="1">
                <a:buClr>
                  <a:srgbClr val="000000"/>
                </a:buClr>
                <a:buSzPts val="900"/>
                <a:defRPr/>
              </a:pPr>
              <a:r>
                <a:rPr lang="en-US" sz="1200"/>
                <a:t>Investors based outside a country who invest in its capital markets or businesses.</a:t>
              </a:r>
              <a:br>
                <a:rPr lang="en-US" sz="800"/>
              </a:br>
              <a:endParaRPr kumimoji="0" lang="en-US" sz="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60" name="Google Shape;1768;g2a7ab5773e8_1_1499">
              <a:extLst>
                <a:ext uri="{FF2B5EF4-FFF2-40B4-BE49-F238E27FC236}">
                  <a16:creationId xmlns:a16="http://schemas.microsoft.com/office/drawing/2014/main" id="{8F45BF66-F8FF-3C30-7064-853D5931ABAE}"/>
                </a:ext>
              </a:extLst>
            </p:cNvPr>
            <p:cNvSpPr/>
            <p:nvPr/>
          </p:nvSpPr>
          <p:spPr>
            <a:xfrm>
              <a:off x="332406" y="838347"/>
              <a:ext cx="2523300" cy="1065509"/>
            </a:xfrm>
            <a:prstGeom prst="snip2DiagRect">
              <a:avLst>
                <a:gd name="adj1" fmla="val 0"/>
                <a:gd name="adj2" fmla="val 16667"/>
              </a:avLst>
            </a:prstGeom>
            <a:noFill/>
            <a:ln w="9525" cap="flat" cmpd="sng">
              <a:solidFill>
                <a:schemeClr val="accent1">
                  <a:lumMod val="20000"/>
                  <a:lumOff val="80000"/>
                </a:schemeClr>
              </a:solidFill>
              <a:prstDash val="solid"/>
              <a:round/>
              <a:headEnd type="none" w="sm" len="sm"/>
              <a:tailEnd type="none" w="sm" len="sm"/>
            </a:ln>
          </p:spPr>
          <p:txBody>
            <a:bodyPr spcFirstLastPara="1" wrap="square" lIns="0" tIns="68575" rIns="0" bIns="68575" anchor="ctr" anchorCtr="0">
              <a:noAutofit/>
            </a:bodyPr>
            <a:lstStyle/>
            <a:p>
              <a:pPr lvl="0" algn="ctr" rtl="1">
                <a:buClr>
                  <a:srgbClr val="000000"/>
                </a:buClr>
                <a:buSzPts val="900"/>
                <a:defRPr/>
              </a:pPr>
              <a:r>
                <a:rPr lang="en-US" sz="1200"/>
                <a:t>Everyday individuals who buy and sell financial securities for their own personal accounts, usually with smaller trade amounts.</a:t>
              </a:r>
              <a:endParaRPr kumimoji="0" lang="en-US" sz="120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67" name="Google Shape;1769;g2a7ab5773e8_1_1499">
              <a:extLst>
                <a:ext uri="{FF2B5EF4-FFF2-40B4-BE49-F238E27FC236}">
                  <a16:creationId xmlns:a16="http://schemas.microsoft.com/office/drawing/2014/main" id="{8D939C12-635C-0EEC-ADEC-5C71CEC44612}"/>
                </a:ext>
              </a:extLst>
            </p:cNvPr>
            <p:cNvSpPr/>
            <p:nvPr/>
          </p:nvSpPr>
          <p:spPr>
            <a:xfrm>
              <a:off x="332406" y="2289211"/>
              <a:ext cx="2523300" cy="911735"/>
            </a:xfrm>
            <a:prstGeom prst="snip2DiagRect">
              <a:avLst>
                <a:gd name="adj1" fmla="val 0"/>
                <a:gd name="adj2" fmla="val 16667"/>
              </a:avLst>
            </a:prstGeom>
            <a:noFill/>
            <a:ln w="9525" cap="flat" cmpd="sng">
              <a:solidFill>
                <a:srgbClr val="2D2D2D"/>
              </a:solidFill>
              <a:prstDash val="solid"/>
              <a:round/>
              <a:headEnd type="none" w="sm" len="sm"/>
              <a:tailEnd type="none" w="sm" len="sm"/>
            </a:ln>
          </p:spPr>
          <p:txBody>
            <a:bodyPr spcFirstLastPara="1" wrap="square" lIns="0" tIns="68575" rIns="0" bIns="68575" anchor="ctr" anchorCtr="0">
              <a:noAutofit/>
            </a:bodyPr>
            <a:lstStyle/>
            <a:p>
              <a:pPr lvl="0" algn="ctr" rtl="1">
                <a:buClr>
                  <a:srgbClr val="000000"/>
                </a:buClr>
                <a:buSzPts val="900"/>
                <a:defRPr/>
              </a:pPr>
              <a:r>
                <a:rPr lang="en-US" sz="1200"/>
                <a:t>Organisations that invest large pools of capital on behalf of others, such as pension funds, insurance companies, and mutual funds.</a:t>
              </a:r>
              <a:endParaRPr kumimoji="0" lang="en-US" sz="120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cxnSp>
          <p:nvCxnSpPr>
            <p:cNvPr id="68" name="Google Shape;1770;g2a7ab5773e8_1_1499">
              <a:extLst>
                <a:ext uri="{FF2B5EF4-FFF2-40B4-BE49-F238E27FC236}">
                  <a16:creationId xmlns:a16="http://schemas.microsoft.com/office/drawing/2014/main" id="{C45A71BC-8386-F0F4-EE9D-B282BFFADEE9}"/>
                </a:ext>
              </a:extLst>
            </p:cNvPr>
            <p:cNvCxnSpPr/>
            <p:nvPr/>
          </p:nvCxnSpPr>
          <p:spPr>
            <a:xfrm>
              <a:off x="1479463" y="2063516"/>
              <a:ext cx="0" cy="235800"/>
            </a:xfrm>
            <a:prstGeom prst="straightConnector1">
              <a:avLst/>
            </a:prstGeom>
            <a:noFill/>
            <a:ln w="9525" cap="flat" cmpd="sng">
              <a:solidFill>
                <a:srgbClr val="2D2D2D"/>
              </a:solidFill>
              <a:prstDash val="dash"/>
              <a:round/>
              <a:headEnd type="none" w="sm" len="sm"/>
              <a:tailEnd type="oval" w="med" len="med"/>
            </a:ln>
          </p:spPr>
        </p:cxnSp>
        <p:cxnSp>
          <p:nvCxnSpPr>
            <p:cNvPr id="69" name="Google Shape;1771;g2a7ab5773e8_1_1499">
              <a:extLst>
                <a:ext uri="{FF2B5EF4-FFF2-40B4-BE49-F238E27FC236}">
                  <a16:creationId xmlns:a16="http://schemas.microsoft.com/office/drawing/2014/main" id="{A450F189-1599-0E21-6CD2-F41CB397620A}"/>
                </a:ext>
              </a:extLst>
            </p:cNvPr>
            <p:cNvCxnSpPr/>
            <p:nvPr/>
          </p:nvCxnSpPr>
          <p:spPr>
            <a:xfrm>
              <a:off x="1476219" y="2072823"/>
              <a:ext cx="1821300" cy="0"/>
            </a:xfrm>
            <a:prstGeom prst="straightConnector1">
              <a:avLst/>
            </a:prstGeom>
            <a:noFill/>
            <a:ln w="9525" cap="flat" cmpd="sng">
              <a:solidFill>
                <a:srgbClr val="2D2D2D"/>
              </a:solidFill>
              <a:prstDash val="dash"/>
              <a:round/>
              <a:headEnd type="none" w="sm" len="sm"/>
              <a:tailEnd type="none" w="sm" len="sm"/>
            </a:ln>
          </p:spPr>
        </p:cxnSp>
        <p:cxnSp>
          <p:nvCxnSpPr>
            <p:cNvPr id="70" name="Google Shape;1772;g2a7ab5773e8_1_1499">
              <a:extLst>
                <a:ext uri="{FF2B5EF4-FFF2-40B4-BE49-F238E27FC236}">
                  <a16:creationId xmlns:a16="http://schemas.microsoft.com/office/drawing/2014/main" id="{19C2EBB3-4DD7-5590-9C5E-AC728381B55A}"/>
                </a:ext>
              </a:extLst>
            </p:cNvPr>
            <p:cNvCxnSpPr/>
            <p:nvPr/>
          </p:nvCxnSpPr>
          <p:spPr>
            <a:xfrm rot="10800000">
              <a:off x="5683274" y="1164397"/>
              <a:ext cx="600600" cy="0"/>
            </a:xfrm>
            <a:prstGeom prst="straightConnector1">
              <a:avLst/>
            </a:prstGeom>
            <a:noFill/>
            <a:ln w="9525" cap="flat" cmpd="sng">
              <a:solidFill>
                <a:srgbClr val="2D2D2D"/>
              </a:solidFill>
              <a:prstDash val="dash"/>
              <a:round/>
              <a:headEnd type="oval" w="med" len="med"/>
              <a:tailEnd type="none" w="sm" len="sm"/>
            </a:ln>
          </p:spPr>
        </p:cxnSp>
        <p:sp>
          <p:nvSpPr>
            <p:cNvPr id="71" name="Google Shape;1787;g2a7ab5773e8_1_1499">
              <a:extLst>
                <a:ext uri="{FF2B5EF4-FFF2-40B4-BE49-F238E27FC236}">
                  <a16:creationId xmlns:a16="http://schemas.microsoft.com/office/drawing/2014/main" id="{080CF7D3-E83B-F35E-2BE8-72CE49D15B92}"/>
                </a:ext>
              </a:extLst>
            </p:cNvPr>
            <p:cNvSpPr/>
            <p:nvPr/>
          </p:nvSpPr>
          <p:spPr>
            <a:xfrm>
              <a:off x="3788959" y="1636637"/>
              <a:ext cx="491100" cy="423000"/>
            </a:xfrm>
            <a:prstGeom prst="hexagon">
              <a:avLst>
                <a:gd name="adj" fmla="val 28900"/>
                <a:gd name="vf" fmla="val 115470"/>
              </a:avLst>
            </a:prstGeom>
            <a:solidFill>
              <a:srgbClr val="DEDEDE"/>
            </a:solidFill>
            <a:ln>
              <a:noFill/>
            </a:ln>
          </p:spPr>
          <p:txBody>
            <a:bodyPr spcFirstLastPara="1" wrap="square" lIns="68575" tIns="68575" rIns="68575" bIns="68575"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72" name="Google Shape;1788;g2a7ab5773e8_1_1499">
              <a:extLst>
                <a:ext uri="{FF2B5EF4-FFF2-40B4-BE49-F238E27FC236}">
                  <a16:creationId xmlns:a16="http://schemas.microsoft.com/office/drawing/2014/main" id="{5E2306BC-006B-0172-71FF-A6311807CF06}"/>
                </a:ext>
              </a:extLst>
            </p:cNvPr>
            <p:cNvSpPr/>
            <p:nvPr/>
          </p:nvSpPr>
          <p:spPr>
            <a:xfrm>
              <a:off x="3983420" y="2075347"/>
              <a:ext cx="1301100" cy="1125600"/>
            </a:xfrm>
            <a:prstGeom prst="hexagon">
              <a:avLst>
                <a:gd name="adj" fmla="val 28570"/>
                <a:gd name="vf" fmla="val 115470"/>
              </a:avLst>
            </a:prstGeom>
            <a:solidFill>
              <a:srgbClr val="595959"/>
            </a:solidFill>
            <a:ln w="25400" cap="flat" cmpd="sng">
              <a:solidFill>
                <a:srgbClr val="FFFFFF"/>
              </a:solidFill>
              <a:prstDash val="solid"/>
              <a:round/>
              <a:headEnd type="none" w="sm" len="sm"/>
              <a:tailEnd type="none" w="sm" len="sm"/>
            </a:ln>
          </p:spPr>
          <p:txBody>
            <a:bodyPr spcFirstLastPara="1" wrap="square" lIns="68575" tIns="68575" rIns="68575" bIns="68575"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lang="en-US" sz="1800" b="0" i="0" u="none" strike="noStrike" kern="0" cap="none" spc="0" normalizeH="0" baseline="0" noProof="0">
                <a:ln>
                  <a:noFill/>
                </a:ln>
                <a:solidFill>
                  <a:srgbClr val="000000"/>
                </a:solidFill>
                <a:effectLst/>
                <a:uLnTx/>
                <a:uFillTx/>
                <a:latin typeface="Georgia" panose="02040502050405020303" pitchFamily="18" charset="0"/>
                <a:cs typeface="Arial" panose="020B0604020202020204" pitchFamily="34" charset="0"/>
                <a:sym typeface="Arial"/>
              </a:endParaRPr>
            </a:p>
          </p:txBody>
        </p:sp>
        <p:sp>
          <p:nvSpPr>
            <p:cNvPr id="73" name="Google Shape;1789;g2a7ab5773e8_1_1499">
              <a:extLst>
                <a:ext uri="{FF2B5EF4-FFF2-40B4-BE49-F238E27FC236}">
                  <a16:creationId xmlns:a16="http://schemas.microsoft.com/office/drawing/2014/main" id="{F76BD1FB-D801-D207-108B-6AD832109BB6}"/>
                </a:ext>
              </a:extLst>
            </p:cNvPr>
            <p:cNvSpPr txBox="1"/>
            <p:nvPr/>
          </p:nvSpPr>
          <p:spPr>
            <a:xfrm>
              <a:off x="4117830" y="2325118"/>
              <a:ext cx="1052700" cy="616800"/>
            </a:xfrm>
            <a:prstGeom prst="rect">
              <a:avLst/>
            </a:prstGeom>
            <a:noFill/>
            <a:ln>
              <a:noFill/>
            </a:ln>
          </p:spPr>
          <p:txBody>
            <a:bodyPr spcFirstLastPara="1" wrap="square" lIns="10475" tIns="10475" rIns="10475" bIns="10475" anchor="ctr" anchorCtr="0">
              <a:noAutofit/>
            </a:bodyPr>
            <a:lstStyle/>
            <a:p>
              <a:pPr marL="0" marR="0" lvl="0" indent="0" algn="ctr" defTabSz="914400" rtl="1" eaLnBrk="1" fontAlgn="auto" latinLnBrk="0" hangingPunct="1">
                <a:lnSpc>
                  <a:spcPct val="90000"/>
                </a:lnSpc>
                <a:spcBef>
                  <a:spcPts val="0"/>
                </a:spcBef>
                <a:spcAft>
                  <a:spcPts val="0"/>
                </a:spcAft>
                <a:buClr>
                  <a:srgbClr val="000000"/>
                </a:buClr>
                <a:buSzPts val="1100"/>
                <a:buFont typeface="Arial"/>
                <a:buNone/>
                <a:tabLst/>
                <a:defRPr/>
              </a:pPr>
              <a:r>
                <a:rPr kumimoji="0" lang="en-US" sz="1600" i="0" u="none" strike="noStrike" kern="0" cap="none" spc="0" normalizeH="0" baseline="0" noProof="0">
                  <a:ln>
                    <a:noFill/>
                  </a:ln>
                  <a:solidFill>
                    <a:srgbClr val="FFFFFF"/>
                  </a:solidFill>
                  <a:effectLst/>
                  <a:uLnTx/>
                  <a:uFillTx/>
                  <a:cs typeface="Arial" panose="020B0604020202020204" pitchFamily="34" charset="0"/>
                  <a:sym typeface="Arial"/>
                </a:rPr>
                <a:t>Types of Investors</a:t>
              </a:r>
            </a:p>
          </p:txBody>
        </p:sp>
        <p:sp>
          <p:nvSpPr>
            <p:cNvPr id="74" name="Google Shape;1790;g2a7ab5773e8_1_1499">
              <a:extLst>
                <a:ext uri="{FF2B5EF4-FFF2-40B4-BE49-F238E27FC236}">
                  <a16:creationId xmlns:a16="http://schemas.microsoft.com/office/drawing/2014/main" id="{C0BB0ADD-C138-AC68-6F91-08ACC4D20CB8}"/>
                </a:ext>
              </a:extLst>
            </p:cNvPr>
            <p:cNvSpPr/>
            <p:nvPr/>
          </p:nvSpPr>
          <p:spPr>
            <a:xfrm>
              <a:off x="4798106" y="1536903"/>
              <a:ext cx="490800" cy="422700"/>
            </a:xfrm>
            <a:prstGeom prst="hexagon">
              <a:avLst>
                <a:gd name="adj" fmla="val 28900"/>
                <a:gd name="vf" fmla="val 115470"/>
              </a:avLst>
            </a:prstGeom>
            <a:solidFill>
              <a:srgbClr val="DEDEDE"/>
            </a:solidFill>
            <a:ln>
              <a:noFill/>
            </a:ln>
          </p:spPr>
          <p:txBody>
            <a:bodyPr spcFirstLastPara="1" wrap="square" lIns="68575" tIns="68575" rIns="68575" bIns="68575"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75" name="Google Shape;1791;g2a7ab5773e8_1_1499">
              <a:extLst>
                <a:ext uri="{FF2B5EF4-FFF2-40B4-BE49-F238E27FC236}">
                  <a16:creationId xmlns:a16="http://schemas.microsoft.com/office/drawing/2014/main" id="{77F014D3-9784-755E-476F-3CA1F1AB225D}"/>
                </a:ext>
              </a:extLst>
            </p:cNvPr>
            <p:cNvSpPr/>
            <p:nvPr/>
          </p:nvSpPr>
          <p:spPr>
            <a:xfrm>
              <a:off x="4103262" y="1051766"/>
              <a:ext cx="1066200" cy="922200"/>
            </a:xfrm>
            <a:prstGeom prst="hexagon">
              <a:avLst>
                <a:gd name="adj" fmla="val 28570"/>
                <a:gd name="vf" fmla="val 115470"/>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25400" cap="flat" cmpd="sng">
              <a:solidFill>
                <a:srgbClr val="FFFFFF"/>
              </a:solidFill>
              <a:prstDash val="solid"/>
              <a:round/>
              <a:headEnd type="none" w="sm" len="sm"/>
              <a:tailEnd type="none" w="sm" len="sm"/>
            </a:ln>
          </p:spPr>
          <p:txBody>
            <a:bodyPr spcFirstLastPara="1" wrap="square" lIns="68575" tIns="68575" rIns="68575" bIns="68575"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76" name="Google Shape;1792;g2a7ab5773e8_1_1499">
              <a:extLst>
                <a:ext uri="{FF2B5EF4-FFF2-40B4-BE49-F238E27FC236}">
                  <a16:creationId xmlns:a16="http://schemas.microsoft.com/office/drawing/2014/main" id="{8869CDD5-9101-1062-E8E6-F02DA4142F39}"/>
                </a:ext>
              </a:extLst>
            </p:cNvPr>
            <p:cNvSpPr txBox="1"/>
            <p:nvPr/>
          </p:nvSpPr>
          <p:spPr>
            <a:xfrm>
              <a:off x="4279949" y="1204621"/>
              <a:ext cx="712800" cy="6168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p:spPr>
          <p:txBody>
            <a:bodyPr spcFirstLastPara="1" wrap="square" lIns="11425" tIns="11425" rIns="11425" bIns="11425" anchor="ctr" anchorCtr="0">
              <a:noAutofit/>
            </a:bodyPr>
            <a:lstStyle/>
            <a:p>
              <a:pPr lvl="0" algn="ctr" rtl="1">
                <a:lnSpc>
                  <a:spcPct val="90000"/>
                </a:lnSpc>
                <a:buClr>
                  <a:srgbClr val="000000"/>
                </a:buClr>
                <a:buSzPts val="1100"/>
                <a:defRPr/>
              </a:pPr>
              <a:r>
                <a:rPr lang="en-US" sz="1200" b="1"/>
                <a:t>Retail </a:t>
              </a:r>
            </a:p>
            <a:p>
              <a:pPr lvl="0" algn="ctr" rtl="1">
                <a:lnSpc>
                  <a:spcPct val="90000"/>
                </a:lnSpc>
                <a:buClr>
                  <a:srgbClr val="000000"/>
                </a:buClr>
                <a:buSzPts val="1100"/>
                <a:defRPr/>
              </a:pPr>
              <a:r>
                <a:rPr lang="en-US" sz="1200" b="1"/>
                <a:t>Investors</a:t>
              </a:r>
              <a:endParaRPr kumimoji="0" lang="en-US" sz="1200" b="1" i="0" u="none" strike="noStrike" kern="0" cap="none" spc="0" normalizeH="0" baseline="0" noProof="0">
                <a:ln>
                  <a:noFill/>
                </a:ln>
                <a:solidFill>
                  <a:schemeClr val="tx1"/>
                </a:solidFill>
                <a:effectLst/>
                <a:uLnTx/>
                <a:uFillTx/>
                <a:latin typeface="Arial" panose="020B0604020202020204" pitchFamily="34" charset="0"/>
                <a:cs typeface="Arial" panose="020B0604020202020204" pitchFamily="34" charset="0"/>
                <a:sym typeface="Arial"/>
              </a:endParaRPr>
            </a:p>
          </p:txBody>
        </p:sp>
        <p:sp>
          <p:nvSpPr>
            <p:cNvPr id="77" name="Google Shape;1793;g2a7ab5773e8_1_1499">
              <a:extLst>
                <a:ext uri="{FF2B5EF4-FFF2-40B4-BE49-F238E27FC236}">
                  <a16:creationId xmlns:a16="http://schemas.microsoft.com/office/drawing/2014/main" id="{7342AFE9-05D2-9AA2-9358-E84EF0F23CC9}"/>
                </a:ext>
              </a:extLst>
            </p:cNvPr>
            <p:cNvSpPr/>
            <p:nvPr/>
          </p:nvSpPr>
          <p:spPr>
            <a:xfrm>
              <a:off x="5370988" y="2327593"/>
              <a:ext cx="490800" cy="422700"/>
            </a:xfrm>
            <a:prstGeom prst="hexagon">
              <a:avLst>
                <a:gd name="adj" fmla="val 28900"/>
                <a:gd name="vf" fmla="val 115470"/>
              </a:avLst>
            </a:prstGeom>
            <a:solidFill>
              <a:srgbClr val="DEDEDE"/>
            </a:solidFill>
            <a:ln>
              <a:noFill/>
            </a:ln>
          </p:spPr>
          <p:txBody>
            <a:bodyPr spcFirstLastPara="1" wrap="square" lIns="68575" tIns="68575" rIns="68575" bIns="68575"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78" name="Google Shape;1794;g2a7ab5773e8_1_1499">
              <a:extLst>
                <a:ext uri="{FF2B5EF4-FFF2-40B4-BE49-F238E27FC236}">
                  <a16:creationId xmlns:a16="http://schemas.microsoft.com/office/drawing/2014/main" id="{1ECACD63-1963-8C23-E342-32C8077A7588}"/>
                </a:ext>
              </a:extLst>
            </p:cNvPr>
            <p:cNvSpPr/>
            <p:nvPr/>
          </p:nvSpPr>
          <p:spPr>
            <a:xfrm>
              <a:off x="5081067" y="1619081"/>
              <a:ext cx="1066200" cy="922200"/>
            </a:xfrm>
            <a:prstGeom prst="hexagon">
              <a:avLst>
                <a:gd name="adj" fmla="val 28570"/>
                <a:gd name="vf" fmla="val 115470"/>
              </a:avLst>
            </a:prstGeom>
            <a:solidFill>
              <a:srgbClr val="2D2D2D"/>
            </a:solidFill>
            <a:ln w="25400" cap="flat" cmpd="sng">
              <a:solidFill>
                <a:srgbClr val="FFFFFF"/>
              </a:solidFill>
              <a:prstDash val="solid"/>
              <a:round/>
              <a:headEnd type="none" w="sm" len="sm"/>
              <a:tailEnd type="none" w="sm" len="sm"/>
            </a:ln>
          </p:spPr>
          <p:txBody>
            <a:bodyPr spcFirstLastPara="1" wrap="square" lIns="68575" tIns="68575" rIns="68575" bIns="68575"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79" name="Google Shape;1795;g2a7ab5773e8_1_1499">
              <a:extLst>
                <a:ext uri="{FF2B5EF4-FFF2-40B4-BE49-F238E27FC236}">
                  <a16:creationId xmlns:a16="http://schemas.microsoft.com/office/drawing/2014/main" id="{F960B261-27A8-5656-5BF9-1CFAE72D2261}"/>
                </a:ext>
              </a:extLst>
            </p:cNvPr>
            <p:cNvSpPr txBox="1"/>
            <p:nvPr/>
          </p:nvSpPr>
          <p:spPr>
            <a:xfrm>
              <a:off x="5231739" y="1771937"/>
              <a:ext cx="784080" cy="616800"/>
            </a:xfrm>
            <a:prstGeom prst="rect">
              <a:avLst/>
            </a:prstGeom>
            <a:noFill/>
            <a:ln>
              <a:noFill/>
            </a:ln>
          </p:spPr>
          <p:txBody>
            <a:bodyPr spcFirstLastPara="1" wrap="square" lIns="11425" tIns="11425" rIns="11425" bIns="11425" anchor="ctr" anchorCtr="0">
              <a:noAutofit/>
            </a:bodyPr>
            <a:lstStyle/>
            <a:p>
              <a:pPr lvl="0" algn="ctr" rtl="1">
                <a:lnSpc>
                  <a:spcPct val="90000"/>
                </a:lnSpc>
                <a:buClr>
                  <a:srgbClr val="000000"/>
                </a:buClr>
                <a:buSzPts val="1100"/>
                <a:defRPr/>
              </a:pPr>
              <a:r>
                <a:rPr lang="en-US" sz="1200" b="1">
                  <a:solidFill>
                    <a:schemeClr val="bg1"/>
                  </a:solidFill>
                </a:rPr>
                <a:t>Corporate / Strategic Investors</a:t>
              </a:r>
              <a:endParaRPr kumimoji="0" lang="en-US" sz="1200" b="1" i="0" u="none" strike="noStrike" kern="0" cap="none" spc="0" normalizeH="0" baseline="0" noProof="0">
                <a:ln>
                  <a:noFill/>
                </a:ln>
                <a:solidFill>
                  <a:schemeClr val="bg1"/>
                </a:solidFill>
                <a:effectLst/>
                <a:uLnTx/>
                <a:uFillTx/>
                <a:latin typeface="Arial" panose="020B0604020202020204" pitchFamily="34" charset="0"/>
                <a:cs typeface="Arial" panose="020B0604020202020204" pitchFamily="34" charset="0"/>
                <a:sym typeface="Arial"/>
              </a:endParaRPr>
            </a:p>
          </p:txBody>
        </p:sp>
        <p:sp>
          <p:nvSpPr>
            <p:cNvPr id="80" name="Google Shape;1796;g2a7ab5773e8_1_1499">
              <a:extLst>
                <a:ext uri="{FF2B5EF4-FFF2-40B4-BE49-F238E27FC236}">
                  <a16:creationId xmlns:a16="http://schemas.microsoft.com/office/drawing/2014/main" id="{8A37D65B-7902-079F-5876-5625E851A190}"/>
                </a:ext>
              </a:extLst>
            </p:cNvPr>
            <p:cNvSpPr/>
            <p:nvPr/>
          </p:nvSpPr>
          <p:spPr>
            <a:xfrm>
              <a:off x="4973027" y="3220133"/>
              <a:ext cx="490800" cy="422700"/>
            </a:xfrm>
            <a:prstGeom prst="hexagon">
              <a:avLst>
                <a:gd name="adj" fmla="val 28900"/>
                <a:gd name="vf" fmla="val 115470"/>
              </a:avLst>
            </a:prstGeom>
            <a:solidFill>
              <a:srgbClr val="DEDEDE"/>
            </a:solidFill>
            <a:ln>
              <a:noFill/>
            </a:ln>
          </p:spPr>
          <p:txBody>
            <a:bodyPr spcFirstLastPara="1" wrap="square" lIns="68575" tIns="68575" rIns="68575" bIns="68575"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81" name="Google Shape;1797;g2a7ab5773e8_1_1499">
              <a:extLst>
                <a:ext uri="{FF2B5EF4-FFF2-40B4-BE49-F238E27FC236}">
                  <a16:creationId xmlns:a16="http://schemas.microsoft.com/office/drawing/2014/main" id="{D23A7111-EACA-687F-B2C9-6D3954FB65D5}"/>
                </a:ext>
              </a:extLst>
            </p:cNvPr>
            <p:cNvSpPr/>
            <p:nvPr/>
          </p:nvSpPr>
          <p:spPr>
            <a:xfrm>
              <a:off x="5081067" y="2734360"/>
              <a:ext cx="1066200" cy="922200"/>
            </a:xfrm>
            <a:prstGeom prst="hexagon">
              <a:avLst>
                <a:gd name="adj" fmla="val 28570"/>
                <a:gd name="vf" fmla="val 115470"/>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25400" cap="flat" cmpd="sng">
              <a:solidFill>
                <a:srgbClr val="FFFFFF"/>
              </a:solidFill>
              <a:prstDash val="solid"/>
              <a:round/>
              <a:headEnd type="none" w="sm" len="sm"/>
              <a:tailEnd type="none" w="sm" len="sm"/>
            </a:ln>
          </p:spPr>
          <p:txBody>
            <a:bodyPr spcFirstLastPara="1" wrap="square" lIns="68575" tIns="68575" rIns="68575" bIns="68575"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82" name="Google Shape;1798;g2a7ab5773e8_1_1499">
              <a:extLst>
                <a:ext uri="{FF2B5EF4-FFF2-40B4-BE49-F238E27FC236}">
                  <a16:creationId xmlns:a16="http://schemas.microsoft.com/office/drawing/2014/main" id="{A376A276-908C-D076-1094-7492DDC38025}"/>
                </a:ext>
              </a:extLst>
            </p:cNvPr>
            <p:cNvSpPr txBox="1"/>
            <p:nvPr/>
          </p:nvSpPr>
          <p:spPr>
            <a:xfrm>
              <a:off x="5257754" y="2887215"/>
              <a:ext cx="712800" cy="616800"/>
            </a:xfrm>
            <a:prstGeom prst="rect">
              <a:avLst/>
            </a:prstGeom>
            <a:noFill/>
            <a:ln>
              <a:noFill/>
            </a:ln>
          </p:spPr>
          <p:txBody>
            <a:bodyPr spcFirstLastPara="1" wrap="square" lIns="11425" tIns="11425" rIns="11425" bIns="11425" anchor="ctr" anchorCtr="0">
              <a:noAutofit/>
            </a:bodyPr>
            <a:lstStyle/>
            <a:p>
              <a:pPr lvl="0" algn="ctr" rtl="1">
                <a:lnSpc>
                  <a:spcPct val="90000"/>
                </a:lnSpc>
                <a:buClr>
                  <a:srgbClr val="000000"/>
                </a:buClr>
                <a:buSzPts val="1100"/>
                <a:defRPr/>
              </a:pPr>
              <a:r>
                <a:rPr lang="en-US" sz="1200" b="1"/>
                <a:t>Government &amp; Sovereign Investors</a:t>
              </a:r>
              <a:endParaRPr kumimoji="0" lang="en-US" sz="1200" b="1" i="0" u="none" strike="noStrike" kern="0" cap="none" spc="0" normalizeH="0" baseline="0" noProof="0">
                <a:ln>
                  <a:noFill/>
                </a:ln>
                <a:solidFill>
                  <a:schemeClr val="tx1"/>
                </a:solidFill>
                <a:effectLst/>
                <a:uLnTx/>
                <a:uFillTx/>
                <a:latin typeface="Arial" panose="020B0604020202020204" pitchFamily="34" charset="0"/>
                <a:cs typeface="Arial" panose="020B0604020202020204" pitchFamily="34" charset="0"/>
                <a:sym typeface="Arial"/>
              </a:endParaRPr>
            </a:p>
          </p:txBody>
        </p:sp>
        <p:sp>
          <p:nvSpPr>
            <p:cNvPr id="83" name="Google Shape;1799;g2a7ab5773e8_1_1499">
              <a:extLst>
                <a:ext uri="{FF2B5EF4-FFF2-40B4-BE49-F238E27FC236}">
                  <a16:creationId xmlns:a16="http://schemas.microsoft.com/office/drawing/2014/main" id="{96A90A22-37B6-C521-589D-709F09EB4D42}"/>
                </a:ext>
              </a:extLst>
            </p:cNvPr>
            <p:cNvSpPr/>
            <p:nvPr/>
          </p:nvSpPr>
          <p:spPr>
            <a:xfrm>
              <a:off x="3985840" y="3312781"/>
              <a:ext cx="490800" cy="422700"/>
            </a:xfrm>
            <a:prstGeom prst="hexagon">
              <a:avLst>
                <a:gd name="adj" fmla="val 28900"/>
                <a:gd name="vf" fmla="val 115470"/>
              </a:avLst>
            </a:prstGeom>
            <a:solidFill>
              <a:srgbClr val="DEDEDE"/>
            </a:solidFill>
            <a:ln>
              <a:noFill/>
            </a:ln>
          </p:spPr>
          <p:txBody>
            <a:bodyPr spcFirstLastPara="1" wrap="square" lIns="68575" tIns="68575" rIns="68575" bIns="68575"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84" name="Google Shape;1800;g2a7ab5773e8_1_1499">
              <a:extLst>
                <a:ext uri="{FF2B5EF4-FFF2-40B4-BE49-F238E27FC236}">
                  <a16:creationId xmlns:a16="http://schemas.microsoft.com/office/drawing/2014/main" id="{F180E2AC-EB7B-830B-8185-A2F754CE6FCF}"/>
                </a:ext>
              </a:extLst>
            </p:cNvPr>
            <p:cNvSpPr/>
            <p:nvPr/>
          </p:nvSpPr>
          <p:spPr>
            <a:xfrm>
              <a:off x="4103262" y="3302311"/>
              <a:ext cx="1066200" cy="922200"/>
            </a:xfrm>
            <a:prstGeom prst="hexagon">
              <a:avLst>
                <a:gd name="adj" fmla="val 28570"/>
                <a:gd name="vf" fmla="val 115470"/>
              </a:avLst>
            </a:prstGeom>
            <a:solidFill>
              <a:srgbClr val="323232"/>
            </a:solidFill>
            <a:ln w="25400" cap="flat" cmpd="sng">
              <a:solidFill>
                <a:srgbClr val="FFFFFF"/>
              </a:solidFill>
              <a:prstDash val="solid"/>
              <a:round/>
              <a:headEnd type="none" w="sm" len="sm"/>
              <a:tailEnd type="none" w="sm" len="sm"/>
            </a:ln>
          </p:spPr>
          <p:txBody>
            <a:bodyPr spcFirstLastPara="1" wrap="square" lIns="68575" tIns="68575" rIns="68575" bIns="68575"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85" name="Google Shape;1801;g2a7ab5773e8_1_1499">
              <a:extLst>
                <a:ext uri="{FF2B5EF4-FFF2-40B4-BE49-F238E27FC236}">
                  <a16:creationId xmlns:a16="http://schemas.microsoft.com/office/drawing/2014/main" id="{C4934B94-4A95-CECD-9003-B9497CC74A95}"/>
                </a:ext>
              </a:extLst>
            </p:cNvPr>
            <p:cNvSpPr txBox="1"/>
            <p:nvPr/>
          </p:nvSpPr>
          <p:spPr>
            <a:xfrm>
              <a:off x="4279949" y="3484041"/>
              <a:ext cx="712800" cy="616800"/>
            </a:xfrm>
            <a:prstGeom prst="rect">
              <a:avLst/>
            </a:prstGeom>
            <a:noFill/>
            <a:ln>
              <a:noFill/>
            </a:ln>
          </p:spPr>
          <p:txBody>
            <a:bodyPr spcFirstLastPara="1" wrap="square" lIns="11425" tIns="11425" rIns="11425" bIns="11425" anchor="ctr" anchorCtr="0">
              <a:noAutofit/>
            </a:bodyPr>
            <a:lstStyle/>
            <a:p>
              <a:pPr lvl="0" algn="ctr" rtl="1">
                <a:lnSpc>
                  <a:spcPct val="90000"/>
                </a:lnSpc>
                <a:buClr>
                  <a:srgbClr val="000000"/>
                </a:buClr>
                <a:buSzPts val="1100"/>
                <a:defRPr/>
              </a:pPr>
              <a:r>
                <a:rPr lang="en-US" sz="1200" b="1">
                  <a:solidFill>
                    <a:schemeClr val="bg1"/>
                  </a:solidFill>
                </a:rPr>
                <a:t>Foreign Investors</a:t>
              </a:r>
              <a:endParaRPr kumimoji="0" lang="en-US" sz="1200" b="1" i="0" u="none" strike="noStrike" kern="0" cap="none" spc="0" normalizeH="0" baseline="0" noProof="0">
                <a:ln>
                  <a:noFill/>
                </a:ln>
                <a:solidFill>
                  <a:schemeClr val="bg1"/>
                </a:solidFill>
                <a:effectLst/>
                <a:uLnTx/>
                <a:uFillTx/>
                <a:latin typeface="Arial" panose="020B0604020202020204" pitchFamily="34" charset="0"/>
                <a:cs typeface="Arial" panose="020B0604020202020204" pitchFamily="34" charset="0"/>
                <a:sym typeface="Arial"/>
              </a:endParaRPr>
            </a:p>
          </p:txBody>
        </p:sp>
        <p:sp>
          <p:nvSpPr>
            <p:cNvPr id="86" name="Google Shape;1802;g2a7ab5773e8_1_1499">
              <a:extLst>
                <a:ext uri="{FF2B5EF4-FFF2-40B4-BE49-F238E27FC236}">
                  <a16:creationId xmlns:a16="http://schemas.microsoft.com/office/drawing/2014/main" id="{36D3E16C-6383-3B3B-E1A5-62AB78274413}"/>
                </a:ext>
              </a:extLst>
            </p:cNvPr>
            <p:cNvSpPr/>
            <p:nvPr/>
          </p:nvSpPr>
          <p:spPr>
            <a:xfrm>
              <a:off x="3403576" y="2522409"/>
              <a:ext cx="490800" cy="422700"/>
            </a:xfrm>
            <a:prstGeom prst="hexagon">
              <a:avLst>
                <a:gd name="adj" fmla="val 28900"/>
                <a:gd name="vf" fmla="val 115470"/>
              </a:avLst>
            </a:prstGeom>
            <a:solidFill>
              <a:srgbClr val="DEDEDE"/>
            </a:solidFill>
            <a:ln>
              <a:noFill/>
            </a:ln>
          </p:spPr>
          <p:txBody>
            <a:bodyPr spcFirstLastPara="1" wrap="square" lIns="68575" tIns="68575" rIns="68575" bIns="68575"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87" name="Google Shape;1803;g2a7ab5773e8_1_1499">
              <a:extLst>
                <a:ext uri="{FF2B5EF4-FFF2-40B4-BE49-F238E27FC236}">
                  <a16:creationId xmlns:a16="http://schemas.microsoft.com/office/drawing/2014/main" id="{DD8C8184-9644-F5D7-B8E5-388E636BFCDC}"/>
                </a:ext>
              </a:extLst>
            </p:cNvPr>
            <p:cNvSpPr/>
            <p:nvPr/>
          </p:nvSpPr>
          <p:spPr>
            <a:xfrm>
              <a:off x="3120918" y="2734994"/>
              <a:ext cx="1066200" cy="922200"/>
            </a:xfrm>
            <a:prstGeom prst="hexagon">
              <a:avLst>
                <a:gd name="adj" fmla="val 28570"/>
                <a:gd name="vf" fmla="val 115470"/>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25400" cap="flat" cmpd="sng">
              <a:solidFill>
                <a:srgbClr val="FFFFFF"/>
              </a:solidFill>
              <a:prstDash val="solid"/>
              <a:round/>
              <a:headEnd type="none" w="sm" len="sm"/>
              <a:tailEnd type="none" w="sm" len="sm"/>
            </a:ln>
          </p:spPr>
          <p:txBody>
            <a:bodyPr spcFirstLastPara="1" wrap="square" lIns="68575" tIns="68575" rIns="68575" bIns="68575"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88" name="Google Shape;1804;g2a7ab5773e8_1_1499">
              <a:extLst>
                <a:ext uri="{FF2B5EF4-FFF2-40B4-BE49-F238E27FC236}">
                  <a16:creationId xmlns:a16="http://schemas.microsoft.com/office/drawing/2014/main" id="{62E10906-D63A-14C4-99FC-998ECE971CEF}"/>
                </a:ext>
              </a:extLst>
            </p:cNvPr>
            <p:cNvSpPr txBox="1"/>
            <p:nvPr/>
          </p:nvSpPr>
          <p:spPr>
            <a:xfrm>
              <a:off x="3297605" y="2941918"/>
              <a:ext cx="800995" cy="616800"/>
            </a:xfrm>
            <a:prstGeom prst="rect">
              <a:avLst/>
            </a:prstGeom>
            <a:noFill/>
            <a:ln>
              <a:noFill/>
            </a:ln>
          </p:spPr>
          <p:txBody>
            <a:bodyPr spcFirstLastPara="1" wrap="square" lIns="11425" tIns="11425" rIns="11425" bIns="11425" anchor="ctr" anchorCtr="0">
              <a:noAutofit/>
            </a:bodyPr>
            <a:lstStyle/>
            <a:p>
              <a:pPr lvl="0" algn="ctr" rtl="1">
                <a:lnSpc>
                  <a:spcPct val="90000"/>
                </a:lnSpc>
                <a:buClr>
                  <a:srgbClr val="000000"/>
                </a:buClr>
                <a:buSzPts val="1100"/>
                <a:defRPr/>
              </a:pPr>
              <a:r>
                <a:rPr lang="en-US" sz="1200" b="1"/>
                <a:t>Professional / Accredited Investors</a:t>
              </a:r>
              <a:endParaRPr kumimoji="0" lang="en-US" sz="1200" b="1" i="0" u="none" strike="noStrike" kern="0" cap="none" spc="0" normalizeH="0" baseline="0" noProof="0">
                <a:ln>
                  <a:noFill/>
                </a:ln>
                <a:solidFill>
                  <a:schemeClr val="tx1"/>
                </a:solidFill>
                <a:effectLst/>
                <a:uLnTx/>
                <a:uFillTx/>
                <a:latin typeface="Arial" panose="020B0604020202020204" pitchFamily="34" charset="0"/>
                <a:cs typeface="Arial" panose="020B0604020202020204" pitchFamily="34" charset="0"/>
                <a:sym typeface="Arial"/>
              </a:endParaRPr>
            </a:p>
          </p:txBody>
        </p:sp>
        <p:sp>
          <p:nvSpPr>
            <p:cNvPr id="89" name="Google Shape;1805;g2a7ab5773e8_1_1499">
              <a:extLst>
                <a:ext uri="{FF2B5EF4-FFF2-40B4-BE49-F238E27FC236}">
                  <a16:creationId xmlns:a16="http://schemas.microsoft.com/office/drawing/2014/main" id="{D20BF875-B0F9-2828-436D-C1895D5DE3C8}"/>
                </a:ext>
              </a:extLst>
            </p:cNvPr>
            <p:cNvSpPr/>
            <p:nvPr/>
          </p:nvSpPr>
          <p:spPr>
            <a:xfrm>
              <a:off x="3120918" y="1617813"/>
              <a:ext cx="1066200" cy="922200"/>
            </a:xfrm>
            <a:prstGeom prst="hexagon">
              <a:avLst>
                <a:gd name="adj" fmla="val 28570"/>
                <a:gd name="vf" fmla="val 115470"/>
              </a:avLst>
            </a:prstGeom>
            <a:solidFill>
              <a:srgbClr val="323232"/>
            </a:solidFill>
            <a:ln w="25400" cap="flat" cmpd="sng">
              <a:solidFill>
                <a:srgbClr val="FFFFFF"/>
              </a:solidFill>
              <a:prstDash val="solid"/>
              <a:round/>
              <a:headEnd type="none" w="sm" len="sm"/>
              <a:tailEnd type="none" w="sm" len="sm"/>
            </a:ln>
          </p:spPr>
          <p:txBody>
            <a:bodyPr spcFirstLastPara="1" wrap="square" lIns="68575" tIns="68575" rIns="68575" bIns="68575"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90" name="Google Shape;1806;g2a7ab5773e8_1_1499">
              <a:extLst>
                <a:ext uri="{FF2B5EF4-FFF2-40B4-BE49-F238E27FC236}">
                  <a16:creationId xmlns:a16="http://schemas.microsoft.com/office/drawing/2014/main" id="{996927A7-18DE-2F37-4CA3-E0644CEC26E6}"/>
                </a:ext>
              </a:extLst>
            </p:cNvPr>
            <p:cNvSpPr txBox="1"/>
            <p:nvPr/>
          </p:nvSpPr>
          <p:spPr>
            <a:xfrm>
              <a:off x="3304147" y="1821421"/>
              <a:ext cx="759017" cy="616800"/>
            </a:xfrm>
            <a:prstGeom prst="rect">
              <a:avLst/>
            </a:prstGeom>
            <a:noFill/>
            <a:ln>
              <a:noFill/>
            </a:ln>
          </p:spPr>
          <p:txBody>
            <a:bodyPr spcFirstLastPara="1" wrap="square" lIns="11425" tIns="11425" rIns="11425" bIns="11425" anchor="ctr" anchorCtr="0">
              <a:noAutofit/>
            </a:bodyPr>
            <a:lstStyle/>
            <a:p>
              <a:pPr lvl="0" algn="ctr" rtl="1">
                <a:lnSpc>
                  <a:spcPct val="90000"/>
                </a:lnSpc>
                <a:buClr>
                  <a:srgbClr val="000000"/>
                </a:buClr>
                <a:buSzPts val="1100"/>
                <a:defRPr/>
              </a:pPr>
              <a:r>
                <a:rPr lang="en-US" sz="1200" b="1">
                  <a:solidFill>
                    <a:schemeClr val="bg1"/>
                  </a:solidFill>
                </a:rPr>
                <a:t>Institutional Investors</a:t>
              </a:r>
              <a:endParaRPr kumimoji="0" lang="en-US" sz="1200" b="1" i="0" u="none" strike="noStrike" kern="0" cap="none" spc="0" normalizeH="0" baseline="0" noProof="0">
                <a:ln>
                  <a:noFill/>
                </a:ln>
                <a:solidFill>
                  <a:schemeClr val="bg1"/>
                </a:solidFill>
                <a:effectLst/>
                <a:uLnTx/>
                <a:uFillTx/>
                <a:latin typeface="Arial" panose="020B0604020202020204" pitchFamily="34" charset="0"/>
                <a:cs typeface="Arial" panose="020B0604020202020204" pitchFamily="34" charset="0"/>
                <a:sym typeface="Arial"/>
              </a:endParaRPr>
            </a:p>
          </p:txBody>
        </p:sp>
        <p:cxnSp>
          <p:nvCxnSpPr>
            <p:cNvPr id="91" name="Google Shape;1810;g2a7ab5773e8_1_1499">
              <a:extLst>
                <a:ext uri="{FF2B5EF4-FFF2-40B4-BE49-F238E27FC236}">
                  <a16:creationId xmlns:a16="http://schemas.microsoft.com/office/drawing/2014/main" id="{EB5D5664-921E-557F-0E42-ECC1FC65FCEB}"/>
                </a:ext>
              </a:extLst>
            </p:cNvPr>
            <p:cNvCxnSpPr/>
            <p:nvPr/>
          </p:nvCxnSpPr>
          <p:spPr>
            <a:xfrm rot="10800000">
              <a:off x="5688393" y="1172081"/>
              <a:ext cx="0" cy="589500"/>
            </a:xfrm>
            <a:prstGeom prst="straightConnector1">
              <a:avLst/>
            </a:prstGeom>
            <a:noFill/>
            <a:ln w="9525" cap="flat" cmpd="sng">
              <a:solidFill>
                <a:srgbClr val="2D2D2D"/>
              </a:solidFill>
              <a:prstDash val="dash"/>
              <a:round/>
              <a:headEnd type="none" w="sm" len="sm"/>
              <a:tailEnd type="none" w="sm" len="sm"/>
            </a:ln>
          </p:spPr>
        </p:cxnSp>
        <p:cxnSp>
          <p:nvCxnSpPr>
            <p:cNvPr id="92" name="Google Shape;1811;g2a7ab5773e8_1_1499">
              <a:extLst>
                <a:ext uri="{FF2B5EF4-FFF2-40B4-BE49-F238E27FC236}">
                  <a16:creationId xmlns:a16="http://schemas.microsoft.com/office/drawing/2014/main" id="{A3EF890D-F267-471F-771B-FDF2C181DFBC}"/>
                </a:ext>
              </a:extLst>
            </p:cNvPr>
            <p:cNvCxnSpPr>
              <a:cxnSpLocks/>
            </p:cNvCxnSpPr>
            <p:nvPr/>
          </p:nvCxnSpPr>
          <p:spPr>
            <a:xfrm>
              <a:off x="2867891" y="1181006"/>
              <a:ext cx="1483600" cy="0"/>
            </a:xfrm>
            <a:prstGeom prst="straightConnector1">
              <a:avLst/>
            </a:prstGeom>
            <a:noFill/>
            <a:ln w="9525" cap="flat" cmpd="sng">
              <a:solidFill>
                <a:schemeClr val="accent1">
                  <a:lumMod val="20000"/>
                  <a:lumOff val="80000"/>
                </a:schemeClr>
              </a:solidFill>
              <a:prstDash val="dash"/>
              <a:round/>
              <a:headEnd type="oval" w="med" len="med"/>
              <a:tailEnd type="none" w="sm" len="sm"/>
            </a:ln>
          </p:spPr>
        </p:cxnSp>
      </p:grpSp>
      <p:sp>
        <p:nvSpPr>
          <p:cNvPr id="94" name="TextBox 93">
            <a:extLst>
              <a:ext uri="{FF2B5EF4-FFF2-40B4-BE49-F238E27FC236}">
                <a16:creationId xmlns:a16="http://schemas.microsoft.com/office/drawing/2014/main" id="{36671AEB-D870-0EE3-15CF-FF491684A6F1}"/>
              </a:ext>
            </a:extLst>
          </p:cNvPr>
          <p:cNvSpPr txBox="1"/>
          <p:nvPr/>
        </p:nvSpPr>
        <p:spPr>
          <a:xfrm>
            <a:off x="245792" y="1003335"/>
            <a:ext cx="11875651" cy="523220"/>
          </a:xfrm>
          <a:prstGeom prst="rect">
            <a:avLst/>
          </a:prstGeom>
          <a:noFill/>
        </p:spPr>
        <p:txBody>
          <a:bodyPr wrap="square">
            <a:spAutoFit/>
          </a:bodyPr>
          <a:lstStyle/>
          <a:p>
            <a:r>
              <a:rPr lang="en-US" sz="1400" i="1"/>
              <a:t>An investor is a person or entity that </a:t>
            </a:r>
            <a:r>
              <a:rPr lang="en-US" sz="1400" b="1" i="1"/>
              <a:t>commits capital </a:t>
            </a:r>
            <a:r>
              <a:rPr lang="en-US" sz="1400" i="1"/>
              <a:t>into a business with the expectation of earning financial returns and/or strategic, social or economic value.</a:t>
            </a:r>
            <a:endParaRPr lang="en-GB" sz="1400" i="1"/>
          </a:p>
        </p:txBody>
      </p:sp>
      <p:cxnSp>
        <p:nvCxnSpPr>
          <p:cNvPr id="95" name="Google Shape;5391;g2a70d0f154a_1_4015">
            <a:extLst>
              <a:ext uri="{FF2B5EF4-FFF2-40B4-BE49-F238E27FC236}">
                <a16:creationId xmlns:a16="http://schemas.microsoft.com/office/drawing/2014/main" id="{A7C152AE-A48A-BEFD-0520-228C86954AE9}"/>
              </a:ext>
            </a:extLst>
          </p:cNvPr>
          <p:cNvCxnSpPr/>
          <p:nvPr/>
        </p:nvCxnSpPr>
        <p:spPr>
          <a:xfrm>
            <a:off x="295037" y="919420"/>
            <a:ext cx="11612880" cy="0"/>
          </a:xfrm>
          <a:prstGeom prst="straightConnector1">
            <a:avLst/>
          </a:prstGeom>
          <a:ln w="19050">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96" name="Google Shape;5391;g2a70d0f154a_1_4015">
            <a:extLst>
              <a:ext uri="{FF2B5EF4-FFF2-40B4-BE49-F238E27FC236}">
                <a16:creationId xmlns:a16="http://schemas.microsoft.com/office/drawing/2014/main" id="{C0D655B7-FCE1-36B4-F8BC-6506A50FAB1A}"/>
              </a:ext>
            </a:extLst>
          </p:cNvPr>
          <p:cNvCxnSpPr/>
          <p:nvPr/>
        </p:nvCxnSpPr>
        <p:spPr>
          <a:xfrm>
            <a:off x="295037" y="1572152"/>
            <a:ext cx="11612880" cy="0"/>
          </a:xfrm>
          <a:prstGeom prst="straightConnector1">
            <a:avLst/>
          </a:prstGeom>
          <a:ln w="19050">
            <a:headEnd type="none" w="sm" len="sm"/>
            <a:tailEnd type="none" w="sm" len="sm"/>
          </a:ln>
        </p:spPr>
        <p:style>
          <a:lnRef idx="1">
            <a:schemeClr val="accent1"/>
          </a:lnRef>
          <a:fillRef idx="0">
            <a:schemeClr val="accent1"/>
          </a:fillRef>
          <a:effectRef idx="0">
            <a:schemeClr val="accent1"/>
          </a:effectRef>
          <a:fontRef idx="minor">
            <a:schemeClr val="tx1"/>
          </a:fontRef>
        </p:style>
      </p:cxnSp>
    </p:spTree>
    <p:custDataLst>
      <p:custData r:id="rId1"/>
    </p:custDataLst>
    <p:extLst>
      <p:ext uri="{BB962C8B-B14F-4D97-AF65-F5344CB8AC3E}">
        <p14:creationId xmlns:p14="http://schemas.microsoft.com/office/powerpoint/2010/main" val="21317106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61">
            <a:extLst>
              <a:ext uri="{FF2B5EF4-FFF2-40B4-BE49-F238E27FC236}">
                <a16:creationId xmlns:a16="http://schemas.microsoft.com/office/drawing/2014/main" id="{741E8C0F-950B-BEB3-1C81-C335DF3ED459}"/>
              </a:ext>
            </a:extLst>
          </p:cNvPr>
          <p:cNvSpPr/>
          <p:nvPr/>
        </p:nvSpPr>
        <p:spPr>
          <a:xfrm>
            <a:off x="3776472" y="980721"/>
            <a:ext cx="8415528" cy="534924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65" name="Rectangle 2064">
            <a:extLst>
              <a:ext uri="{FF2B5EF4-FFF2-40B4-BE49-F238E27FC236}">
                <a16:creationId xmlns:a16="http://schemas.microsoft.com/office/drawing/2014/main" id="{766D21AF-144A-03F6-240A-EFC86E4E6C7F}"/>
              </a:ext>
            </a:extLst>
          </p:cNvPr>
          <p:cNvSpPr/>
          <p:nvPr/>
        </p:nvSpPr>
        <p:spPr>
          <a:xfrm>
            <a:off x="4639157" y="3933121"/>
            <a:ext cx="7552843" cy="41257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a:solidFill>
                  <a:schemeClr val="bg1"/>
                </a:solidFill>
              </a:rPr>
              <a:t>Who does Investor Relations (IR) Team engage with?</a:t>
            </a:r>
          </a:p>
        </p:txBody>
      </p:sp>
      <p:sp>
        <p:nvSpPr>
          <p:cNvPr id="56" name="Rectangle 55">
            <a:extLst>
              <a:ext uri="{FF2B5EF4-FFF2-40B4-BE49-F238E27FC236}">
                <a16:creationId xmlns:a16="http://schemas.microsoft.com/office/drawing/2014/main" id="{84A05D7E-C6AF-F021-4D00-15CA33A54539}"/>
              </a:ext>
            </a:extLst>
          </p:cNvPr>
          <p:cNvSpPr/>
          <p:nvPr/>
        </p:nvSpPr>
        <p:spPr>
          <a:xfrm>
            <a:off x="3597500" y="699449"/>
            <a:ext cx="8594500" cy="41257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a:solidFill>
                  <a:schemeClr val="bg1"/>
                </a:solidFill>
              </a:rPr>
              <a:t>Core </a:t>
            </a:r>
            <a:r>
              <a:rPr lang="en-GB" sz="1600" b="1">
                <a:solidFill>
                  <a:schemeClr val="bg1"/>
                </a:solidFill>
              </a:rPr>
              <a:t>Objectives</a:t>
            </a:r>
            <a:r>
              <a:rPr lang="en-GB" sz="1600">
                <a:solidFill>
                  <a:schemeClr val="bg1"/>
                </a:solidFill>
              </a:rPr>
              <a:t> of Investor Relations </a:t>
            </a:r>
          </a:p>
        </p:txBody>
      </p:sp>
      <p:sp>
        <p:nvSpPr>
          <p:cNvPr id="3" name="Flowchart: Delay 2"/>
          <p:cNvSpPr/>
          <p:nvPr/>
        </p:nvSpPr>
        <p:spPr>
          <a:xfrm>
            <a:off x="0" y="0"/>
            <a:ext cx="5001768" cy="6858000"/>
          </a:xfrm>
          <a:prstGeom prst="flowChartDelay">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3"/>
          </a:p>
        </p:txBody>
      </p:sp>
      <p:sp>
        <p:nvSpPr>
          <p:cNvPr id="16" name="TextBox 15">
            <a:extLst>
              <a:ext uri="{FF2B5EF4-FFF2-40B4-BE49-F238E27FC236}">
                <a16:creationId xmlns:a16="http://schemas.microsoft.com/office/drawing/2014/main" id="{B26E5981-6242-4885-F12D-0861258DAE75}"/>
              </a:ext>
            </a:extLst>
          </p:cNvPr>
          <p:cNvSpPr txBox="1"/>
          <p:nvPr/>
        </p:nvSpPr>
        <p:spPr>
          <a:xfrm>
            <a:off x="499260" y="2939393"/>
            <a:ext cx="3823517" cy="2945381"/>
          </a:xfrm>
          <a:prstGeom prst="rect">
            <a:avLst/>
          </a:prstGeom>
          <a:noFill/>
        </p:spPr>
        <p:txBody>
          <a:bodyPr wrap="square" lIns="0" tIns="0" rIns="0" bIns="0" rtlCol="0">
            <a:noAutofit/>
          </a:bodyPr>
          <a:lstStyle/>
          <a:p>
            <a:r>
              <a:rPr lang="en-US" sz="2000">
                <a:solidFill>
                  <a:schemeClr val="bg1"/>
                </a:solidFill>
                <a:latin typeface="+mj-lt"/>
              </a:rPr>
              <a:t>Investor Relations (IR) is a </a:t>
            </a:r>
            <a:r>
              <a:rPr lang="en-US" sz="2000" b="1">
                <a:solidFill>
                  <a:schemeClr val="bg1"/>
                </a:solidFill>
                <a:latin typeface="+mj-lt"/>
              </a:rPr>
              <a:t>strategic management function </a:t>
            </a:r>
            <a:r>
              <a:rPr lang="en-US" sz="2000">
                <a:solidFill>
                  <a:schemeClr val="bg1"/>
                </a:solidFill>
                <a:latin typeface="+mj-lt"/>
              </a:rPr>
              <a:t>that enables transparent, timely and consistent communication between a company and its investors, analysts and capital markets.</a:t>
            </a:r>
            <a:endParaRPr lang="en-GB" sz="2000" err="1">
              <a:solidFill>
                <a:schemeClr val="bg1"/>
              </a:solidFill>
              <a:latin typeface="+mj-lt"/>
            </a:endParaRPr>
          </a:p>
        </p:txBody>
      </p:sp>
      <p:sp>
        <p:nvSpPr>
          <p:cNvPr id="17" name="Rectangle 16">
            <a:extLst>
              <a:ext uri="{FF2B5EF4-FFF2-40B4-BE49-F238E27FC236}">
                <a16:creationId xmlns:a16="http://schemas.microsoft.com/office/drawing/2014/main" id="{038D6800-3667-DDDC-1F16-F9AF57E859AC}"/>
              </a:ext>
            </a:extLst>
          </p:cNvPr>
          <p:cNvSpPr/>
          <p:nvPr/>
        </p:nvSpPr>
        <p:spPr>
          <a:xfrm>
            <a:off x="64008" y="0"/>
            <a:ext cx="11887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1C12AE16-FC83-3278-5B33-5A854A587377}"/>
              </a:ext>
            </a:extLst>
          </p:cNvPr>
          <p:cNvSpPr txBox="1"/>
          <p:nvPr/>
        </p:nvSpPr>
        <p:spPr>
          <a:xfrm>
            <a:off x="499260" y="1537009"/>
            <a:ext cx="3509721" cy="794515"/>
          </a:xfrm>
          <a:prstGeom prst="rect">
            <a:avLst/>
          </a:prstGeom>
          <a:noFill/>
        </p:spPr>
        <p:txBody>
          <a:bodyPr wrap="square" lIns="0" tIns="0" rIns="0" bIns="0" rtlCol="0">
            <a:noAutofit/>
          </a:bodyPr>
          <a:lstStyle/>
          <a:p>
            <a:r>
              <a:rPr lang="en-GB" sz="2400" b="1">
                <a:solidFill>
                  <a:schemeClr val="bg1"/>
                </a:solidFill>
                <a:latin typeface="+mj-lt"/>
              </a:rPr>
              <a:t>What is Investor Relations?</a:t>
            </a:r>
          </a:p>
          <a:p>
            <a:pPr algn="l"/>
            <a:r>
              <a:rPr lang="en-GB" sz="1600">
                <a:latin typeface="+mj-lt"/>
              </a:rPr>
              <a:t> </a:t>
            </a:r>
          </a:p>
        </p:txBody>
      </p:sp>
      <p:sp>
        <p:nvSpPr>
          <p:cNvPr id="2068" name="TextBox 2067">
            <a:extLst>
              <a:ext uri="{FF2B5EF4-FFF2-40B4-BE49-F238E27FC236}">
                <a16:creationId xmlns:a16="http://schemas.microsoft.com/office/drawing/2014/main" id="{DF1D40CA-795A-52CC-6E68-C8C6C3DFF672}"/>
              </a:ext>
            </a:extLst>
          </p:cNvPr>
          <p:cNvSpPr txBox="1"/>
          <p:nvPr/>
        </p:nvSpPr>
        <p:spPr>
          <a:xfrm>
            <a:off x="6033516" y="1255849"/>
            <a:ext cx="6094476" cy="2179892"/>
          </a:xfrm>
          <a:prstGeom prst="rect">
            <a:avLst/>
          </a:prstGeom>
          <a:noFill/>
        </p:spPr>
        <p:txBody>
          <a:bodyPr wrap="square">
            <a:spAutoFit/>
          </a:bodyPr>
          <a:lstStyle/>
          <a:p>
            <a:pPr marL="285750" indent="-285750">
              <a:lnSpc>
                <a:spcPct val="200000"/>
              </a:lnSpc>
              <a:buFont typeface="Wingdings" panose="05000000000000000000" pitchFamily="2" charset="2"/>
              <a:buChar char="§"/>
            </a:pPr>
            <a:r>
              <a:rPr lang="en-US" sz="1400" b="1"/>
              <a:t>Ensure</a:t>
            </a:r>
            <a:r>
              <a:rPr lang="en-US" sz="1400"/>
              <a:t> fair, accurate, and timely disclosure</a:t>
            </a:r>
          </a:p>
          <a:p>
            <a:pPr marL="285750" indent="-285750">
              <a:lnSpc>
                <a:spcPct val="200000"/>
              </a:lnSpc>
              <a:buFont typeface="Wingdings" panose="05000000000000000000" pitchFamily="2" charset="2"/>
              <a:buChar char="§"/>
            </a:pPr>
            <a:r>
              <a:rPr lang="en-US" sz="1400" b="1"/>
              <a:t>Communicate</a:t>
            </a:r>
            <a:r>
              <a:rPr lang="en-US" sz="1400"/>
              <a:t> strategy, performance, and risks clearly</a:t>
            </a:r>
          </a:p>
          <a:p>
            <a:pPr marL="285750" indent="-285750">
              <a:lnSpc>
                <a:spcPct val="200000"/>
              </a:lnSpc>
              <a:buFont typeface="Wingdings" panose="05000000000000000000" pitchFamily="2" charset="2"/>
              <a:buChar char="§"/>
            </a:pPr>
            <a:r>
              <a:rPr lang="en-US" sz="1400" b="1"/>
              <a:t>Build</a:t>
            </a:r>
            <a:r>
              <a:rPr lang="en-US" sz="1400"/>
              <a:t> long-term relationships with investors</a:t>
            </a:r>
          </a:p>
          <a:p>
            <a:pPr marL="285750" indent="-285750">
              <a:lnSpc>
                <a:spcPct val="200000"/>
              </a:lnSpc>
              <a:buFont typeface="Wingdings" panose="05000000000000000000" pitchFamily="2" charset="2"/>
              <a:buChar char="§"/>
            </a:pPr>
            <a:r>
              <a:rPr lang="en-US" sz="1400" b="1"/>
              <a:t>Address</a:t>
            </a:r>
            <a:r>
              <a:rPr lang="en-US" sz="1400"/>
              <a:t> investor concerns and expectations</a:t>
            </a:r>
          </a:p>
          <a:p>
            <a:pPr marL="285750" indent="-285750">
              <a:lnSpc>
                <a:spcPct val="200000"/>
              </a:lnSpc>
              <a:buFont typeface="Wingdings" panose="05000000000000000000" pitchFamily="2" charset="2"/>
              <a:buChar char="§"/>
            </a:pPr>
            <a:r>
              <a:rPr lang="en-US" sz="1400" b="1"/>
              <a:t>Align</a:t>
            </a:r>
            <a:r>
              <a:rPr lang="en-US" sz="1400"/>
              <a:t> market perception with business reality</a:t>
            </a:r>
            <a:endParaRPr lang="en-GB" sz="1400"/>
          </a:p>
        </p:txBody>
      </p:sp>
      <p:sp>
        <p:nvSpPr>
          <p:cNvPr id="2069" name="Flowchart: Alternate Process 2068">
            <a:extLst>
              <a:ext uri="{FF2B5EF4-FFF2-40B4-BE49-F238E27FC236}">
                <a16:creationId xmlns:a16="http://schemas.microsoft.com/office/drawing/2014/main" id="{7D3A8FF7-EA86-DFF1-740D-DC4E61747502}"/>
              </a:ext>
            </a:extLst>
          </p:cNvPr>
          <p:cNvSpPr/>
          <p:nvPr/>
        </p:nvSpPr>
        <p:spPr>
          <a:xfrm>
            <a:off x="5009388" y="4901184"/>
            <a:ext cx="1691640" cy="512064"/>
          </a:xfrm>
          <a:prstGeom prst="flowChartAlternateProcess">
            <a:avLst/>
          </a:prstGeom>
          <a:solidFill>
            <a:schemeClr val="bg1"/>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Investors</a:t>
            </a:r>
          </a:p>
        </p:txBody>
      </p:sp>
      <p:sp>
        <p:nvSpPr>
          <p:cNvPr id="2070" name="Flowchart: Alternate Process 2069">
            <a:extLst>
              <a:ext uri="{FF2B5EF4-FFF2-40B4-BE49-F238E27FC236}">
                <a16:creationId xmlns:a16="http://schemas.microsoft.com/office/drawing/2014/main" id="{AD4ABA03-6200-F9B3-3CB1-A90F2E3E2A32}"/>
              </a:ext>
            </a:extLst>
          </p:cNvPr>
          <p:cNvSpPr/>
          <p:nvPr/>
        </p:nvSpPr>
        <p:spPr>
          <a:xfrm>
            <a:off x="6794042" y="4901184"/>
            <a:ext cx="1691640" cy="512064"/>
          </a:xfrm>
          <a:prstGeom prst="flowChartAlternateProcess">
            <a:avLst/>
          </a:prstGeom>
          <a:solidFill>
            <a:schemeClr val="bg1"/>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Regulators &amp; Stock Exchange</a:t>
            </a:r>
          </a:p>
        </p:txBody>
      </p:sp>
      <p:sp>
        <p:nvSpPr>
          <p:cNvPr id="2071" name="Flowchart: Alternate Process 2070">
            <a:extLst>
              <a:ext uri="{FF2B5EF4-FFF2-40B4-BE49-F238E27FC236}">
                <a16:creationId xmlns:a16="http://schemas.microsoft.com/office/drawing/2014/main" id="{87E80ED6-F210-2F11-0DC3-BE8D95990290}"/>
              </a:ext>
            </a:extLst>
          </p:cNvPr>
          <p:cNvSpPr/>
          <p:nvPr/>
        </p:nvSpPr>
        <p:spPr>
          <a:xfrm>
            <a:off x="8578696" y="4901184"/>
            <a:ext cx="1691640" cy="512064"/>
          </a:xfrm>
          <a:prstGeom prst="flowChartAlternateProcess">
            <a:avLst/>
          </a:prstGeom>
          <a:solidFill>
            <a:schemeClr val="bg1"/>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Rating Agencies</a:t>
            </a:r>
          </a:p>
        </p:txBody>
      </p:sp>
      <p:sp>
        <p:nvSpPr>
          <p:cNvPr id="2072" name="Flowchart: Alternate Process 2071">
            <a:extLst>
              <a:ext uri="{FF2B5EF4-FFF2-40B4-BE49-F238E27FC236}">
                <a16:creationId xmlns:a16="http://schemas.microsoft.com/office/drawing/2014/main" id="{F337D099-AF7F-1962-E86E-E2C7AB9F6217}"/>
              </a:ext>
            </a:extLst>
          </p:cNvPr>
          <p:cNvSpPr/>
          <p:nvPr/>
        </p:nvSpPr>
        <p:spPr>
          <a:xfrm>
            <a:off x="10387634" y="4901184"/>
            <a:ext cx="1691640" cy="512064"/>
          </a:xfrm>
          <a:prstGeom prst="flowChartAlternateProcess">
            <a:avLst/>
          </a:prstGeom>
          <a:solidFill>
            <a:schemeClr val="bg1"/>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Media &amp; Press</a:t>
            </a:r>
          </a:p>
        </p:txBody>
      </p:sp>
    </p:spTree>
    <p:custDataLst>
      <p:custData r:id="rId1"/>
    </p:custDataLst>
    <p:extLst>
      <p:ext uri="{BB962C8B-B14F-4D97-AF65-F5344CB8AC3E}">
        <p14:creationId xmlns:p14="http://schemas.microsoft.com/office/powerpoint/2010/main" val="26382135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53414-F26B-711D-29AD-B62685B657C8}"/>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2F0A5B76-A949-A4D8-E943-6B58A8021777}"/>
              </a:ext>
            </a:extLst>
          </p:cNvPr>
          <p:cNvGrpSpPr/>
          <p:nvPr/>
        </p:nvGrpSpPr>
        <p:grpSpPr>
          <a:xfrm>
            <a:off x="120396" y="3308634"/>
            <a:ext cx="11951208" cy="1269205"/>
            <a:chOff x="747322" y="1281123"/>
            <a:chExt cx="9069543" cy="1732679"/>
          </a:xfrm>
        </p:grpSpPr>
        <p:sp>
          <p:nvSpPr>
            <p:cNvPr id="2" name="Text Placeholder 214">
              <a:extLst>
                <a:ext uri="{FF2B5EF4-FFF2-40B4-BE49-F238E27FC236}">
                  <a16:creationId xmlns:a16="http://schemas.microsoft.com/office/drawing/2014/main" id="{2C4A26DB-43FB-E213-90EE-92CA7ACD84EE}"/>
                </a:ext>
              </a:extLst>
            </p:cNvPr>
            <p:cNvSpPr txBox="1">
              <a:spLocks/>
            </p:cNvSpPr>
            <p:nvPr/>
          </p:nvSpPr>
          <p:spPr bwMode="auto">
            <a:xfrm>
              <a:off x="747322" y="1281123"/>
              <a:ext cx="1459761" cy="1732679"/>
            </a:xfrm>
            <a:prstGeom prst="rect">
              <a:avLst/>
            </a:prstGeom>
            <a:solidFill>
              <a:schemeClr val="bg2"/>
            </a:solidFill>
            <a:ln w="6350">
              <a:solidFill>
                <a:srgbClr val="FFFFFF">
                  <a:lumMod val="85000"/>
                </a:srgbClr>
              </a:solidFill>
              <a:prstDash val="sysDot"/>
              <a:miter lim="800000"/>
              <a:headEnd/>
              <a:tailEnd/>
            </a:ln>
          </p:spPr>
          <p:txBody>
            <a:bodyPr lIns="68580" tIns="68580" rIns="68580" bIns="68580" anchor="ctr"/>
            <a:lstStyle>
              <a:lvl1pPr marL="44450" defTabSz="1217613">
                <a:spcBef>
                  <a:spcPct val="20000"/>
                </a:spcBef>
                <a:buFont typeface="Arial" panose="020B0604020202020204" pitchFamily="34" charset="0"/>
                <a:defRPr>
                  <a:solidFill>
                    <a:schemeClr val="bg2"/>
                  </a:solidFill>
                  <a:latin typeface="Georgia" panose="02040502050405020303" pitchFamily="18" charset="0"/>
                </a:defRPr>
              </a:lvl1pPr>
              <a:lvl2pPr marL="230188" indent="-230188" defTabSz="1217613">
                <a:spcBef>
                  <a:spcPct val="20000"/>
                </a:spcBef>
                <a:buFont typeface="Wingdings" panose="05000000000000000000" pitchFamily="2" charset="2"/>
                <a:buChar char="§"/>
                <a:defRPr sz="1300">
                  <a:solidFill>
                    <a:schemeClr val="bg2"/>
                  </a:solidFill>
                  <a:latin typeface="Arial" panose="020B0604020202020204" pitchFamily="34" charset="0"/>
                </a:defRPr>
              </a:lvl2pPr>
              <a:lvl3pPr marL="452438" indent="-220663" defTabSz="1217613">
                <a:spcBef>
                  <a:spcPct val="20000"/>
                </a:spcBef>
                <a:buFont typeface="Arial" panose="020B0604020202020204" pitchFamily="34" charset="0"/>
                <a:buChar char="–"/>
                <a:defRPr sz="1200">
                  <a:solidFill>
                    <a:schemeClr val="bg2"/>
                  </a:solidFill>
                  <a:latin typeface="Arial" panose="020B0604020202020204" pitchFamily="34" charset="0"/>
                </a:defRPr>
              </a:lvl3pPr>
              <a:lvl4pPr marL="684213" indent="-231775" defTabSz="1217613">
                <a:spcBef>
                  <a:spcPct val="20000"/>
                </a:spcBef>
                <a:buFont typeface="Arial" panose="020B0604020202020204" pitchFamily="34" charset="0"/>
                <a:buChar char="•"/>
                <a:defRPr sz="1000">
                  <a:solidFill>
                    <a:schemeClr val="bg2"/>
                  </a:solidFill>
                  <a:latin typeface="Arial" panose="020B0604020202020204" pitchFamily="34" charset="0"/>
                </a:defRPr>
              </a:lvl4pPr>
              <a:lvl5pPr marL="915988" indent="-230188" defTabSz="1217613">
                <a:spcBef>
                  <a:spcPct val="20000"/>
                </a:spcBef>
                <a:buFont typeface="Arial" panose="020B0604020202020204" pitchFamily="34" charset="0"/>
                <a:buChar char="–"/>
                <a:defRPr sz="900">
                  <a:solidFill>
                    <a:schemeClr val="bg2"/>
                  </a:solidFill>
                  <a:latin typeface="Arial" panose="020B0604020202020204" pitchFamily="34" charset="0"/>
                </a:defRPr>
              </a:lvl5pPr>
              <a:lvl6pPr marL="13731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6pPr>
              <a:lvl7pPr marL="18303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7pPr>
              <a:lvl8pPr marL="22875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8pPr>
              <a:lvl9pPr marL="27447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9pPr>
            </a:lstStyle>
            <a:p>
              <a:pPr marL="171450" lvl="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Timely, accurate, and relevant information</a:t>
              </a:r>
            </a:p>
            <a:p>
              <a:pPr marL="171450" lvl="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Effective exercise of ownership and voting rights</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214">
              <a:extLst>
                <a:ext uri="{FF2B5EF4-FFF2-40B4-BE49-F238E27FC236}">
                  <a16:creationId xmlns:a16="http://schemas.microsoft.com/office/drawing/2014/main" id="{61EDC3A7-065B-9C9D-397A-FD42A04E98C2}"/>
                </a:ext>
              </a:extLst>
            </p:cNvPr>
            <p:cNvSpPr txBox="1">
              <a:spLocks/>
            </p:cNvSpPr>
            <p:nvPr/>
          </p:nvSpPr>
          <p:spPr bwMode="auto">
            <a:xfrm>
              <a:off x="2269278" y="1281123"/>
              <a:ext cx="1459761" cy="1732679"/>
            </a:xfrm>
            <a:prstGeom prst="rect">
              <a:avLst/>
            </a:prstGeom>
            <a:solidFill>
              <a:schemeClr val="bg2"/>
            </a:solidFill>
            <a:ln w="6350">
              <a:solidFill>
                <a:srgbClr val="FFFFFF">
                  <a:lumMod val="85000"/>
                </a:srgbClr>
              </a:solidFill>
              <a:prstDash val="sysDot"/>
              <a:miter lim="800000"/>
              <a:headEnd/>
              <a:tailEnd/>
            </a:ln>
          </p:spPr>
          <p:txBody>
            <a:bodyPr lIns="68580" tIns="68580" rIns="68580" bIns="68580" anchor="ctr"/>
            <a:lstStyle>
              <a:lvl1pPr marL="44450" defTabSz="1217613">
                <a:spcBef>
                  <a:spcPct val="20000"/>
                </a:spcBef>
                <a:buFont typeface="Arial" panose="020B0604020202020204" pitchFamily="34" charset="0"/>
                <a:defRPr>
                  <a:solidFill>
                    <a:schemeClr val="bg2"/>
                  </a:solidFill>
                  <a:latin typeface="Georgia" panose="02040502050405020303" pitchFamily="18" charset="0"/>
                </a:defRPr>
              </a:lvl1pPr>
              <a:lvl2pPr marL="230188" indent="-230188" defTabSz="1217613">
                <a:spcBef>
                  <a:spcPct val="20000"/>
                </a:spcBef>
                <a:buFont typeface="Wingdings" panose="05000000000000000000" pitchFamily="2" charset="2"/>
                <a:buChar char="§"/>
                <a:defRPr sz="1300">
                  <a:solidFill>
                    <a:schemeClr val="bg2"/>
                  </a:solidFill>
                  <a:latin typeface="Arial" panose="020B0604020202020204" pitchFamily="34" charset="0"/>
                </a:defRPr>
              </a:lvl2pPr>
              <a:lvl3pPr marL="452438" indent="-220663" defTabSz="1217613">
                <a:spcBef>
                  <a:spcPct val="20000"/>
                </a:spcBef>
                <a:buFont typeface="Arial" panose="020B0604020202020204" pitchFamily="34" charset="0"/>
                <a:buChar char="–"/>
                <a:defRPr sz="1200">
                  <a:solidFill>
                    <a:schemeClr val="bg2"/>
                  </a:solidFill>
                  <a:latin typeface="Arial" panose="020B0604020202020204" pitchFamily="34" charset="0"/>
                </a:defRPr>
              </a:lvl3pPr>
              <a:lvl4pPr marL="684213" indent="-231775" defTabSz="1217613">
                <a:spcBef>
                  <a:spcPct val="20000"/>
                </a:spcBef>
                <a:buFont typeface="Arial" panose="020B0604020202020204" pitchFamily="34" charset="0"/>
                <a:buChar char="•"/>
                <a:defRPr sz="1000">
                  <a:solidFill>
                    <a:schemeClr val="bg2"/>
                  </a:solidFill>
                  <a:latin typeface="Arial" panose="020B0604020202020204" pitchFamily="34" charset="0"/>
                </a:defRPr>
              </a:lvl4pPr>
              <a:lvl5pPr marL="915988" indent="-230188" defTabSz="1217613">
                <a:spcBef>
                  <a:spcPct val="20000"/>
                </a:spcBef>
                <a:buFont typeface="Arial" panose="020B0604020202020204" pitchFamily="34" charset="0"/>
                <a:buChar char="–"/>
                <a:defRPr sz="900">
                  <a:solidFill>
                    <a:schemeClr val="bg2"/>
                  </a:solidFill>
                  <a:latin typeface="Arial" panose="020B0604020202020204" pitchFamily="34" charset="0"/>
                </a:defRPr>
              </a:lvl5pPr>
              <a:lvl6pPr marL="13731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6pPr>
              <a:lvl7pPr marL="18303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7pPr>
              <a:lvl8pPr marL="22875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8pPr>
              <a:lvl9pPr marL="27447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9pPr>
            </a:lstStyle>
            <a:p>
              <a:pPr marL="171450" lvl="0" indent="-171450" defTabSz="913210">
                <a:lnSpc>
                  <a:spcPct val="96000"/>
                </a:lnSpc>
                <a:spcBef>
                  <a:spcPts val="0"/>
                </a:spcBef>
                <a:spcAft>
                  <a:spcPts val="300"/>
                </a:spcAft>
                <a:buFont typeface="Wingdings" panose="05000000000000000000" pitchFamily="2" charset="2"/>
                <a:buChar char="§"/>
                <a:defRPr/>
              </a:pPr>
              <a:endParaRPr lang="en-US" sz="1200">
                <a:solidFill>
                  <a:schemeClr val="tx1"/>
                </a:solidFill>
                <a:latin typeface="+mn-lt"/>
              </a:endParaRPr>
            </a:p>
            <a:p>
              <a:pPr marL="171450" lvl="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Equal treatment of all shareholders</a:t>
              </a:r>
            </a:p>
            <a:p>
              <a:pPr marL="171450" lvl="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Prohibition of insider trading and abuse</a:t>
              </a:r>
              <a:br>
                <a:rPr lang="en-US" sz="1200">
                  <a:solidFill>
                    <a:schemeClr val="tx1"/>
                  </a:solidFill>
                  <a:latin typeface="+mn-lt"/>
                </a:rPr>
              </a:b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71450" marR="0" lvl="0" indent="-171450" algn="l" defTabSz="913210" rtl="0" eaLnBrk="1" fontAlgn="auto" latinLnBrk="0" hangingPunct="1">
                <a:lnSpc>
                  <a:spcPct val="96000"/>
                </a:lnSpc>
                <a:spcBef>
                  <a:spcPts val="0"/>
                </a:spcBef>
                <a:spcAft>
                  <a:spcPts val="300"/>
                </a:spcAft>
                <a:buClrTx/>
                <a:buSzTx/>
                <a:buFont typeface="Wingdings" panose="05000000000000000000" pitchFamily="2" charset="2"/>
                <a:buChar char="§"/>
                <a:tabLst/>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Text Placeholder 214">
              <a:extLst>
                <a:ext uri="{FF2B5EF4-FFF2-40B4-BE49-F238E27FC236}">
                  <a16:creationId xmlns:a16="http://schemas.microsoft.com/office/drawing/2014/main" id="{A91C86AE-235D-E6F4-4271-C2A1B90A9F70}"/>
                </a:ext>
              </a:extLst>
            </p:cNvPr>
            <p:cNvSpPr txBox="1">
              <a:spLocks/>
            </p:cNvSpPr>
            <p:nvPr/>
          </p:nvSpPr>
          <p:spPr bwMode="auto">
            <a:xfrm>
              <a:off x="3791235" y="1281123"/>
              <a:ext cx="1459761" cy="1732679"/>
            </a:xfrm>
            <a:prstGeom prst="rect">
              <a:avLst/>
            </a:prstGeom>
            <a:solidFill>
              <a:schemeClr val="bg2"/>
            </a:solidFill>
            <a:ln w="6350">
              <a:solidFill>
                <a:srgbClr val="FFFFFF">
                  <a:lumMod val="85000"/>
                </a:srgbClr>
              </a:solidFill>
              <a:prstDash val="sysDot"/>
              <a:miter lim="800000"/>
              <a:headEnd/>
              <a:tailEnd/>
            </a:ln>
          </p:spPr>
          <p:txBody>
            <a:bodyPr lIns="68580" tIns="68580" rIns="68580" bIns="68580" anchor="ctr"/>
            <a:lstStyle>
              <a:lvl1pPr marL="44450" defTabSz="1217613">
                <a:spcBef>
                  <a:spcPct val="20000"/>
                </a:spcBef>
                <a:buFont typeface="Arial" panose="020B0604020202020204" pitchFamily="34" charset="0"/>
                <a:defRPr>
                  <a:solidFill>
                    <a:schemeClr val="bg2"/>
                  </a:solidFill>
                  <a:latin typeface="Georgia" panose="02040502050405020303" pitchFamily="18" charset="0"/>
                </a:defRPr>
              </a:lvl1pPr>
              <a:lvl2pPr marL="230188" indent="-230188" defTabSz="1217613">
                <a:spcBef>
                  <a:spcPct val="20000"/>
                </a:spcBef>
                <a:buFont typeface="Wingdings" panose="05000000000000000000" pitchFamily="2" charset="2"/>
                <a:buChar char="§"/>
                <a:defRPr sz="1300">
                  <a:solidFill>
                    <a:schemeClr val="bg2"/>
                  </a:solidFill>
                  <a:latin typeface="Arial" panose="020B0604020202020204" pitchFamily="34" charset="0"/>
                </a:defRPr>
              </a:lvl2pPr>
              <a:lvl3pPr marL="452438" indent="-220663" defTabSz="1217613">
                <a:spcBef>
                  <a:spcPct val="20000"/>
                </a:spcBef>
                <a:buFont typeface="Arial" panose="020B0604020202020204" pitchFamily="34" charset="0"/>
                <a:buChar char="–"/>
                <a:defRPr sz="1200">
                  <a:solidFill>
                    <a:schemeClr val="bg2"/>
                  </a:solidFill>
                  <a:latin typeface="Arial" panose="020B0604020202020204" pitchFamily="34" charset="0"/>
                </a:defRPr>
              </a:lvl3pPr>
              <a:lvl4pPr marL="684213" indent="-231775" defTabSz="1217613">
                <a:spcBef>
                  <a:spcPct val="20000"/>
                </a:spcBef>
                <a:buFont typeface="Arial" panose="020B0604020202020204" pitchFamily="34" charset="0"/>
                <a:buChar char="•"/>
                <a:defRPr sz="1000">
                  <a:solidFill>
                    <a:schemeClr val="bg2"/>
                  </a:solidFill>
                  <a:latin typeface="Arial" panose="020B0604020202020204" pitchFamily="34" charset="0"/>
                </a:defRPr>
              </a:lvl4pPr>
              <a:lvl5pPr marL="915988" indent="-230188" defTabSz="1217613">
                <a:spcBef>
                  <a:spcPct val="20000"/>
                </a:spcBef>
                <a:buFont typeface="Arial" panose="020B0604020202020204" pitchFamily="34" charset="0"/>
                <a:buChar char="–"/>
                <a:defRPr sz="900">
                  <a:solidFill>
                    <a:schemeClr val="bg2"/>
                  </a:solidFill>
                  <a:latin typeface="Arial" panose="020B0604020202020204" pitchFamily="34" charset="0"/>
                </a:defRPr>
              </a:lvl5pPr>
              <a:lvl6pPr marL="13731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6pPr>
              <a:lvl7pPr marL="18303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7pPr>
              <a:lvl8pPr marL="22875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8pPr>
              <a:lvl9pPr marL="27447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9pPr>
            </a:lstStyle>
            <a:p>
              <a:pPr marL="171450" lvl="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Disclosure of performance, strategy, risks &amp; governance</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71450" marR="0" lvl="0" indent="-171450" algn="l" defTabSz="913210" rtl="0" eaLnBrk="1" fontAlgn="auto" latinLnBrk="0" hangingPunct="1">
                <a:lnSpc>
                  <a:spcPct val="96000"/>
                </a:lnSpc>
                <a:spcBef>
                  <a:spcPts val="0"/>
                </a:spcBef>
                <a:spcAft>
                  <a:spcPts val="300"/>
                </a:spcAft>
                <a:buClrTx/>
                <a:buSzTx/>
                <a:buFont typeface="Wingdings" panose="05000000000000000000" pitchFamily="2" charset="2"/>
                <a:buChar char="§"/>
                <a:tabLst/>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Text Placeholder 214">
              <a:extLst>
                <a:ext uri="{FF2B5EF4-FFF2-40B4-BE49-F238E27FC236}">
                  <a16:creationId xmlns:a16="http://schemas.microsoft.com/office/drawing/2014/main" id="{DCCAA9B0-AD43-5C4C-4519-04C58F8B49AC}"/>
                </a:ext>
              </a:extLst>
            </p:cNvPr>
            <p:cNvSpPr txBox="1">
              <a:spLocks/>
            </p:cNvSpPr>
            <p:nvPr/>
          </p:nvSpPr>
          <p:spPr bwMode="auto">
            <a:xfrm>
              <a:off x="5313191" y="1281123"/>
              <a:ext cx="1459761" cy="1732679"/>
            </a:xfrm>
            <a:prstGeom prst="rect">
              <a:avLst/>
            </a:prstGeom>
            <a:solidFill>
              <a:schemeClr val="bg2"/>
            </a:solidFill>
            <a:ln w="6350">
              <a:solidFill>
                <a:srgbClr val="FFFFFF">
                  <a:lumMod val="85000"/>
                </a:srgbClr>
              </a:solidFill>
              <a:prstDash val="sysDot"/>
              <a:miter lim="800000"/>
              <a:headEnd/>
              <a:tailEnd/>
            </a:ln>
          </p:spPr>
          <p:txBody>
            <a:bodyPr lIns="68580" tIns="68580" rIns="68580" bIns="68580" anchor="ctr"/>
            <a:lstStyle>
              <a:lvl1pPr marL="44450" defTabSz="1217613">
                <a:spcBef>
                  <a:spcPct val="20000"/>
                </a:spcBef>
                <a:buFont typeface="Arial" panose="020B0604020202020204" pitchFamily="34" charset="0"/>
                <a:defRPr>
                  <a:solidFill>
                    <a:schemeClr val="bg2"/>
                  </a:solidFill>
                  <a:latin typeface="Georgia" panose="02040502050405020303" pitchFamily="18" charset="0"/>
                </a:defRPr>
              </a:lvl1pPr>
              <a:lvl2pPr marL="230188" indent="-230188" defTabSz="1217613">
                <a:spcBef>
                  <a:spcPct val="20000"/>
                </a:spcBef>
                <a:buFont typeface="Wingdings" panose="05000000000000000000" pitchFamily="2" charset="2"/>
                <a:buChar char="§"/>
                <a:defRPr sz="1300">
                  <a:solidFill>
                    <a:schemeClr val="bg2"/>
                  </a:solidFill>
                  <a:latin typeface="Arial" panose="020B0604020202020204" pitchFamily="34" charset="0"/>
                </a:defRPr>
              </a:lvl2pPr>
              <a:lvl3pPr marL="452438" indent="-220663" defTabSz="1217613">
                <a:spcBef>
                  <a:spcPct val="20000"/>
                </a:spcBef>
                <a:buFont typeface="Arial" panose="020B0604020202020204" pitchFamily="34" charset="0"/>
                <a:buChar char="–"/>
                <a:defRPr sz="1200">
                  <a:solidFill>
                    <a:schemeClr val="bg2"/>
                  </a:solidFill>
                  <a:latin typeface="Arial" panose="020B0604020202020204" pitchFamily="34" charset="0"/>
                </a:defRPr>
              </a:lvl3pPr>
              <a:lvl4pPr marL="684213" indent="-231775" defTabSz="1217613">
                <a:spcBef>
                  <a:spcPct val="20000"/>
                </a:spcBef>
                <a:buFont typeface="Arial" panose="020B0604020202020204" pitchFamily="34" charset="0"/>
                <a:buChar char="•"/>
                <a:defRPr sz="1000">
                  <a:solidFill>
                    <a:schemeClr val="bg2"/>
                  </a:solidFill>
                  <a:latin typeface="Arial" panose="020B0604020202020204" pitchFamily="34" charset="0"/>
                </a:defRPr>
              </a:lvl4pPr>
              <a:lvl5pPr marL="915988" indent="-230188" defTabSz="1217613">
                <a:spcBef>
                  <a:spcPct val="20000"/>
                </a:spcBef>
                <a:buFont typeface="Arial" panose="020B0604020202020204" pitchFamily="34" charset="0"/>
                <a:buChar char="–"/>
                <a:defRPr sz="900">
                  <a:solidFill>
                    <a:schemeClr val="bg2"/>
                  </a:solidFill>
                  <a:latin typeface="Arial" panose="020B0604020202020204" pitchFamily="34" charset="0"/>
                </a:defRPr>
              </a:lvl5pPr>
              <a:lvl6pPr marL="13731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6pPr>
              <a:lvl7pPr marL="18303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7pPr>
              <a:lvl8pPr marL="22875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8pPr>
              <a:lvl9pPr marL="27447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9pPr>
            </a:lstStyle>
            <a:p>
              <a:pPr marL="171450" lvl="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Board accountable for disclosure integrity and oversight</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Text Placeholder 214">
              <a:extLst>
                <a:ext uri="{FF2B5EF4-FFF2-40B4-BE49-F238E27FC236}">
                  <a16:creationId xmlns:a16="http://schemas.microsoft.com/office/drawing/2014/main" id="{B532504D-955E-738A-80AE-FEE10C1EC6FD}"/>
                </a:ext>
              </a:extLst>
            </p:cNvPr>
            <p:cNvSpPr txBox="1">
              <a:spLocks/>
            </p:cNvSpPr>
            <p:nvPr/>
          </p:nvSpPr>
          <p:spPr bwMode="auto">
            <a:xfrm>
              <a:off x="6835147" y="1281123"/>
              <a:ext cx="1459761" cy="1732679"/>
            </a:xfrm>
            <a:prstGeom prst="rect">
              <a:avLst/>
            </a:prstGeom>
            <a:solidFill>
              <a:schemeClr val="bg2"/>
            </a:solidFill>
            <a:ln w="6350">
              <a:solidFill>
                <a:srgbClr val="FFFFFF">
                  <a:lumMod val="85000"/>
                </a:srgbClr>
              </a:solidFill>
              <a:prstDash val="sysDot"/>
              <a:miter lim="800000"/>
              <a:headEnd/>
              <a:tailEnd/>
            </a:ln>
          </p:spPr>
          <p:txBody>
            <a:bodyPr lIns="68580" tIns="68580" rIns="68580" bIns="68580" anchor="ctr"/>
            <a:lstStyle>
              <a:lvl1pPr marL="44450" defTabSz="1217613">
                <a:spcBef>
                  <a:spcPct val="20000"/>
                </a:spcBef>
                <a:buFont typeface="Arial" panose="020B0604020202020204" pitchFamily="34" charset="0"/>
                <a:defRPr>
                  <a:solidFill>
                    <a:schemeClr val="bg2"/>
                  </a:solidFill>
                  <a:latin typeface="Georgia" panose="02040502050405020303" pitchFamily="18" charset="0"/>
                </a:defRPr>
              </a:lvl1pPr>
              <a:lvl2pPr marL="230188" indent="-230188" defTabSz="1217613">
                <a:spcBef>
                  <a:spcPct val="20000"/>
                </a:spcBef>
                <a:buFont typeface="Wingdings" panose="05000000000000000000" pitchFamily="2" charset="2"/>
                <a:buChar char="§"/>
                <a:defRPr sz="1300">
                  <a:solidFill>
                    <a:schemeClr val="bg2"/>
                  </a:solidFill>
                  <a:latin typeface="Arial" panose="020B0604020202020204" pitchFamily="34" charset="0"/>
                </a:defRPr>
              </a:lvl2pPr>
              <a:lvl3pPr marL="452438" indent="-220663" defTabSz="1217613">
                <a:spcBef>
                  <a:spcPct val="20000"/>
                </a:spcBef>
                <a:buFont typeface="Arial" panose="020B0604020202020204" pitchFamily="34" charset="0"/>
                <a:buChar char="–"/>
                <a:defRPr sz="1200">
                  <a:solidFill>
                    <a:schemeClr val="bg2"/>
                  </a:solidFill>
                  <a:latin typeface="Arial" panose="020B0604020202020204" pitchFamily="34" charset="0"/>
                </a:defRPr>
              </a:lvl3pPr>
              <a:lvl4pPr marL="684213" indent="-231775" defTabSz="1217613">
                <a:spcBef>
                  <a:spcPct val="20000"/>
                </a:spcBef>
                <a:buFont typeface="Arial" panose="020B0604020202020204" pitchFamily="34" charset="0"/>
                <a:buChar char="•"/>
                <a:defRPr sz="1000">
                  <a:solidFill>
                    <a:schemeClr val="bg2"/>
                  </a:solidFill>
                  <a:latin typeface="Arial" panose="020B0604020202020204" pitchFamily="34" charset="0"/>
                </a:defRPr>
              </a:lvl4pPr>
              <a:lvl5pPr marL="915988" indent="-230188" defTabSz="1217613">
                <a:spcBef>
                  <a:spcPct val="20000"/>
                </a:spcBef>
                <a:buFont typeface="Arial" panose="020B0604020202020204" pitchFamily="34" charset="0"/>
                <a:buChar char="–"/>
                <a:defRPr sz="900">
                  <a:solidFill>
                    <a:schemeClr val="bg2"/>
                  </a:solidFill>
                  <a:latin typeface="Arial" panose="020B0604020202020204" pitchFamily="34" charset="0"/>
                </a:defRPr>
              </a:lvl5pPr>
              <a:lvl6pPr marL="13731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6pPr>
              <a:lvl7pPr marL="18303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7pPr>
              <a:lvl8pPr marL="22875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8pPr>
              <a:lvl9pPr marL="27447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9pPr>
            </a:lstStyle>
            <a:p>
              <a:pPr marL="171450" marR="0" lvl="0" indent="-171450" defTabSz="913210" fontAlgn="auto">
                <a:lnSpc>
                  <a:spcPct val="96000"/>
                </a:lnSpc>
                <a:spcBef>
                  <a:spcPts val="0"/>
                </a:spcBef>
                <a:spcAft>
                  <a:spcPts val="300"/>
                </a:spcAft>
                <a:buClrTx/>
                <a:buSzTx/>
                <a:buFont typeface="Wingdings" panose="05000000000000000000" pitchFamily="2" charset="2"/>
                <a:buChar char="§"/>
                <a:tabLst/>
                <a:defRPr/>
              </a:pPr>
              <a:r>
                <a:rPr lang="en-US" sz="1200">
                  <a:solidFill>
                    <a:schemeClr val="tx1"/>
                  </a:solidFill>
                  <a:latin typeface="+mn-lt"/>
                </a:rPr>
                <a:t>Promote responsible ownership and engagement</a:t>
              </a:r>
              <a:br>
                <a:rPr lang="en-US" sz="1200">
                  <a:solidFill>
                    <a:schemeClr val="tx1"/>
                  </a:solidFill>
                  <a:latin typeface="+mn-lt"/>
                </a:rPr>
              </a:br>
              <a:endParaRPr lang="en-US" sz="1200" noProof="0">
                <a:solidFill>
                  <a:schemeClr val="tx1"/>
                </a:solidFill>
                <a:latin typeface="+mn-lt"/>
              </a:endParaRPr>
            </a:p>
          </p:txBody>
        </p:sp>
        <p:sp>
          <p:nvSpPr>
            <p:cNvPr id="8" name="Text Placeholder 214">
              <a:extLst>
                <a:ext uri="{FF2B5EF4-FFF2-40B4-BE49-F238E27FC236}">
                  <a16:creationId xmlns:a16="http://schemas.microsoft.com/office/drawing/2014/main" id="{2F235A89-6659-7251-CB9A-1E0381961ED6}"/>
                </a:ext>
              </a:extLst>
            </p:cNvPr>
            <p:cNvSpPr txBox="1">
              <a:spLocks/>
            </p:cNvSpPr>
            <p:nvPr/>
          </p:nvSpPr>
          <p:spPr bwMode="auto">
            <a:xfrm>
              <a:off x="8357104" y="1281123"/>
              <a:ext cx="1459761" cy="1732679"/>
            </a:xfrm>
            <a:prstGeom prst="rect">
              <a:avLst/>
            </a:prstGeom>
            <a:solidFill>
              <a:schemeClr val="bg2"/>
            </a:solidFill>
            <a:ln w="6350">
              <a:solidFill>
                <a:srgbClr val="FFFFFF">
                  <a:lumMod val="85000"/>
                </a:srgbClr>
              </a:solidFill>
              <a:prstDash val="sysDot"/>
              <a:miter lim="800000"/>
              <a:headEnd/>
              <a:tailEnd/>
            </a:ln>
          </p:spPr>
          <p:txBody>
            <a:bodyPr lIns="68580" tIns="68580" rIns="68580" bIns="68580" anchor="ctr"/>
            <a:lstStyle>
              <a:lvl1pPr marL="44450" defTabSz="1217613">
                <a:spcBef>
                  <a:spcPct val="20000"/>
                </a:spcBef>
                <a:buFont typeface="Arial" panose="020B0604020202020204" pitchFamily="34" charset="0"/>
                <a:defRPr>
                  <a:solidFill>
                    <a:schemeClr val="bg2"/>
                  </a:solidFill>
                  <a:latin typeface="Georgia" panose="02040502050405020303" pitchFamily="18" charset="0"/>
                </a:defRPr>
              </a:lvl1pPr>
              <a:lvl2pPr marL="230188" indent="-230188" defTabSz="1217613">
                <a:spcBef>
                  <a:spcPct val="20000"/>
                </a:spcBef>
                <a:buFont typeface="Wingdings" panose="05000000000000000000" pitchFamily="2" charset="2"/>
                <a:buChar char="§"/>
                <a:defRPr sz="1300">
                  <a:solidFill>
                    <a:schemeClr val="bg2"/>
                  </a:solidFill>
                  <a:latin typeface="Arial" panose="020B0604020202020204" pitchFamily="34" charset="0"/>
                </a:defRPr>
              </a:lvl2pPr>
              <a:lvl3pPr marL="452438" indent="-220663" defTabSz="1217613">
                <a:spcBef>
                  <a:spcPct val="20000"/>
                </a:spcBef>
                <a:buFont typeface="Arial" panose="020B0604020202020204" pitchFamily="34" charset="0"/>
                <a:buChar char="–"/>
                <a:defRPr sz="1200">
                  <a:solidFill>
                    <a:schemeClr val="bg2"/>
                  </a:solidFill>
                  <a:latin typeface="Arial" panose="020B0604020202020204" pitchFamily="34" charset="0"/>
                </a:defRPr>
              </a:lvl3pPr>
              <a:lvl4pPr marL="684213" indent="-231775" defTabSz="1217613">
                <a:spcBef>
                  <a:spcPct val="20000"/>
                </a:spcBef>
                <a:buFont typeface="Arial" panose="020B0604020202020204" pitchFamily="34" charset="0"/>
                <a:buChar char="•"/>
                <a:defRPr sz="1000">
                  <a:solidFill>
                    <a:schemeClr val="bg2"/>
                  </a:solidFill>
                  <a:latin typeface="Arial" panose="020B0604020202020204" pitchFamily="34" charset="0"/>
                </a:defRPr>
              </a:lvl4pPr>
              <a:lvl5pPr marL="915988" indent="-230188" defTabSz="1217613">
                <a:spcBef>
                  <a:spcPct val="20000"/>
                </a:spcBef>
                <a:buFont typeface="Arial" panose="020B0604020202020204" pitchFamily="34" charset="0"/>
                <a:buChar char="–"/>
                <a:defRPr sz="900">
                  <a:solidFill>
                    <a:schemeClr val="bg2"/>
                  </a:solidFill>
                  <a:latin typeface="Arial" panose="020B0604020202020204" pitchFamily="34" charset="0"/>
                </a:defRPr>
              </a:lvl5pPr>
              <a:lvl6pPr marL="13731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6pPr>
              <a:lvl7pPr marL="18303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7pPr>
              <a:lvl8pPr marL="22875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8pPr>
              <a:lvl9pPr marL="27447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9pPr>
            </a:lstStyle>
            <a:p>
              <a:pPr marL="171450" indent="-171450" defTabSz="913210">
                <a:lnSpc>
                  <a:spcPct val="96000"/>
                </a:lnSpc>
                <a:spcBef>
                  <a:spcPts val="0"/>
                </a:spcBef>
                <a:spcAft>
                  <a:spcPts val="300"/>
                </a:spcAft>
                <a:buFont typeface="Wingdings" panose="05000000000000000000" pitchFamily="2" charset="2"/>
                <a:buChar char="§"/>
                <a:defRPr/>
              </a:pPr>
              <a:endParaRPr lang="en-US" sz="1200">
                <a:solidFill>
                  <a:schemeClr val="tx1"/>
                </a:solidFill>
                <a:latin typeface="+mn-lt"/>
              </a:endParaRPr>
            </a:p>
            <a:p>
              <a:pPr marL="17145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Recognize stakeholder rights</a:t>
              </a:r>
            </a:p>
            <a:p>
              <a:pPr marL="17145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Encourage sustainable value creation</a:t>
              </a:r>
              <a:br>
                <a:rPr lang="en-US" sz="1200">
                  <a:solidFill>
                    <a:schemeClr val="tx1"/>
                  </a:solidFill>
                  <a:latin typeface="+mn-lt"/>
                </a:rPr>
              </a:br>
              <a:br>
                <a:rPr lang="en-US" sz="1200">
                  <a:solidFill>
                    <a:schemeClr val="tx1"/>
                  </a:solidFill>
                  <a:latin typeface="+mn-lt"/>
                </a:rPr>
              </a:br>
              <a:endParaRPr lang="en-US" sz="1200" noProof="0">
                <a:solidFill>
                  <a:schemeClr val="tx1"/>
                </a:solidFill>
                <a:latin typeface="+mn-lt"/>
              </a:endParaRPr>
            </a:p>
          </p:txBody>
        </p:sp>
      </p:grpSp>
      <p:grpSp>
        <p:nvGrpSpPr>
          <p:cNvPr id="10" name="Group 9">
            <a:extLst>
              <a:ext uri="{FF2B5EF4-FFF2-40B4-BE49-F238E27FC236}">
                <a16:creationId xmlns:a16="http://schemas.microsoft.com/office/drawing/2014/main" id="{297FA654-96EC-2155-061D-A26BDB90A920}"/>
              </a:ext>
            </a:extLst>
          </p:cNvPr>
          <p:cNvGrpSpPr/>
          <p:nvPr/>
        </p:nvGrpSpPr>
        <p:grpSpPr>
          <a:xfrm>
            <a:off x="58929" y="5244237"/>
            <a:ext cx="11951208" cy="1269205"/>
            <a:chOff x="747322" y="1281123"/>
            <a:chExt cx="9069543" cy="1732679"/>
          </a:xfrm>
        </p:grpSpPr>
        <p:sp>
          <p:nvSpPr>
            <p:cNvPr id="11" name="Text Placeholder 214">
              <a:extLst>
                <a:ext uri="{FF2B5EF4-FFF2-40B4-BE49-F238E27FC236}">
                  <a16:creationId xmlns:a16="http://schemas.microsoft.com/office/drawing/2014/main" id="{9F1FDD4D-9812-2707-8595-E57A3490CB9C}"/>
                </a:ext>
              </a:extLst>
            </p:cNvPr>
            <p:cNvSpPr txBox="1">
              <a:spLocks/>
            </p:cNvSpPr>
            <p:nvPr/>
          </p:nvSpPr>
          <p:spPr bwMode="auto">
            <a:xfrm>
              <a:off x="747322" y="1281123"/>
              <a:ext cx="1459761" cy="1732679"/>
            </a:xfrm>
            <a:prstGeom prst="rect">
              <a:avLst/>
            </a:prstGeom>
            <a:solidFill>
              <a:schemeClr val="bg2"/>
            </a:solidFill>
            <a:ln w="6350">
              <a:solidFill>
                <a:srgbClr val="FFFFFF">
                  <a:lumMod val="85000"/>
                </a:srgbClr>
              </a:solidFill>
              <a:prstDash val="sysDot"/>
              <a:miter lim="800000"/>
              <a:headEnd/>
              <a:tailEnd/>
            </a:ln>
          </p:spPr>
          <p:txBody>
            <a:bodyPr lIns="68580" tIns="68580" rIns="68580" bIns="68580" anchor="ctr"/>
            <a:lstStyle>
              <a:lvl1pPr marL="44450" defTabSz="1217613">
                <a:spcBef>
                  <a:spcPct val="20000"/>
                </a:spcBef>
                <a:buFont typeface="Arial" panose="020B0604020202020204" pitchFamily="34" charset="0"/>
                <a:defRPr>
                  <a:solidFill>
                    <a:schemeClr val="bg2"/>
                  </a:solidFill>
                  <a:latin typeface="Georgia" panose="02040502050405020303" pitchFamily="18" charset="0"/>
                </a:defRPr>
              </a:lvl1pPr>
              <a:lvl2pPr marL="230188" indent="-230188" defTabSz="1217613">
                <a:spcBef>
                  <a:spcPct val="20000"/>
                </a:spcBef>
                <a:buFont typeface="Wingdings" panose="05000000000000000000" pitchFamily="2" charset="2"/>
                <a:buChar char="§"/>
                <a:defRPr sz="1300">
                  <a:solidFill>
                    <a:schemeClr val="bg2"/>
                  </a:solidFill>
                  <a:latin typeface="Arial" panose="020B0604020202020204" pitchFamily="34" charset="0"/>
                </a:defRPr>
              </a:lvl2pPr>
              <a:lvl3pPr marL="452438" indent="-220663" defTabSz="1217613">
                <a:spcBef>
                  <a:spcPct val="20000"/>
                </a:spcBef>
                <a:buFont typeface="Arial" panose="020B0604020202020204" pitchFamily="34" charset="0"/>
                <a:buChar char="–"/>
                <a:defRPr sz="1200">
                  <a:solidFill>
                    <a:schemeClr val="bg2"/>
                  </a:solidFill>
                  <a:latin typeface="Arial" panose="020B0604020202020204" pitchFamily="34" charset="0"/>
                </a:defRPr>
              </a:lvl3pPr>
              <a:lvl4pPr marL="684213" indent="-231775" defTabSz="1217613">
                <a:spcBef>
                  <a:spcPct val="20000"/>
                </a:spcBef>
                <a:buFont typeface="Arial" panose="020B0604020202020204" pitchFamily="34" charset="0"/>
                <a:buChar char="•"/>
                <a:defRPr sz="1000">
                  <a:solidFill>
                    <a:schemeClr val="bg2"/>
                  </a:solidFill>
                  <a:latin typeface="Arial" panose="020B0604020202020204" pitchFamily="34" charset="0"/>
                </a:defRPr>
              </a:lvl4pPr>
              <a:lvl5pPr marL="915988" indent="-230188" defTabSz="1217613">
                <a:spcBef>
                  <a:spcPct val="20000"/>
                </a:spcBef>
                <a:buFont typeface="Arial" panose="020B0604020202020204" pitchFamily="34" charset="0"/>
                <a:buChar char="–"/>
                <a:defRPr sz="900">
                  <a:solidFill>
                    <a:schemeClr val="bg2"/>
                  </a:solidFill>
                  <a:latin typeface="Arial" panose="020B0604020202020204" pitchFamily="34" charset="0"/>
                </a:defRPr>
              </a:lvl5pPr>
              <a:lvl6pPr marL="13731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6pPr>
              <a:lvl7pPr marL="18303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7pPr>
              <a:lvl8pPr marL="22875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8pPr>
              <a:lvl9pPr marL="27447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9pPr>
            </a:lstStyle>
            <a:p>
              <a:pPr marL="171450" lvl="0" indent="-171450" defTabSz="913210">
                <a:lnSpc>
                  <a:spcPct val="96000"/>
                </a:lnSpc>
                <a:spcBef>
                  <a:spcPts val="0"/>
                </a:spcBef>
                <a:spcAft>
                  <a:spcPts val="300"/>
                </a:spcAft>
                <a:buFont typeface="Wingdings" panose="05000000000000000000" pitchFamily="2" charset="2"/>
                <a:buChar char="§"/>
                <a:defRPr/>
              </a:pPr>
              <a:endParaRPr lang="en-US" sz="1200">
                <a:solidFill>
                  <a:schemeClr val="tx1"/>
                </a:solidFill>
                <a:latin typeface="+mn-lt"/>
              </a:endParaRPr>
            </a:p>
            <a:p>
              <a:pPr marL="171450" lvl="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Enable informed shareholder participation</a:t>
              </a:r>
            </a:p>
            <a:p>
              <a:pPr marL="171450" lvl="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Communicate clearly before AGMs and key decisions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71450" marR="0" lvl="0" indent="-171450" algn="l" defTabSz="913210" rtl="0" eaLnBrk="1" fontAlgn="auto" latinLnBrk="0" hangingPunct="1">
                <a:lnSpc>
                  <a:spcPct val="96000"/>
                </a:lnSpc>
                <a:spcBef>
                  <a:spcPts val="0"/>
                </a:spcBef>
                <a:spcAft>
                  <a:spcPts val="300"/>
                </a:spcAft>
                <a:buClrTx/>
                <a:buSzTx/>
                <a:buFont typeface="Wingdings" panose="05000000000000000000" pitchFamily="2" charset="2"/>
                <a:buChar char="§"/>
                <a:tabLst/>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12" name="Text Placeholder 214">
              <a:extLst>
                <a:ext uri="{FF2B5EF4-FFF2-40B4-BE49-F238E27FC236}">
                  <a16:creationId xmlns:a16="http://schemas.microsoft.com/office/drawing/2014/main" id="{B4604F39-FD04-ADEC-1DC6-0774AACFF1FF}"/>
                </a:ext>
              </a:extLst>
            </p:cNvPr>
            <p:cNvSpPr txBox="1">
              <a:spLocks/>
            </p:cNvSpPr>
            <p:nvPr/>
          </p:nvSpPr>
          <p:spPr bwMode="auto">
            <a:xfrm>
              <a:off x="2269278" y="1281123"/>
              <a:ext cx="1459761" cy="1732679"/>
            </a:xfrm>
            <a:prstGeom prst="rect">
              <a:avLst/>
            </a:prstGeom>
            <a:solidFill>
              <a:schemeClr val="bg2"/>
            </a:solidFill>
            <a:ln w="6350">
              <a:solidFill>
                <a:srgbClr val="FFFFFF">
                  <a:lumMod val="85000"/>
                </a:srgbClr>
              </a:solidFill>
              <a:prstDash val="sysDot"/>
              <a:miter lim="800000"/>
              <a:headEnd/>
              <a:tailEnd/>
            </a:ln>
          </p:spPr>
          <p:txBody>
            <a:bodyPr lIns="68580" tIns="68580" rIns="68580" bIns="68580" anchor="ctr"/>
            <a:lstStyle>
              <a:lvl1pPr marL="44450" defTabSz="1217613">
                <a:spcBef>
                  <a:spcPct val="20000"/>
                </a:spcBef>
                <a:buFont typeface="Arial" panose="020B0604020202020204" pitchFamily="34" charset="0"/>
                <a:defRPr>
                  <a:solidFill>
                    <a:schemeClr val="bg2"/>
                  </a:solidFill>
                  <a:latin typeface="Georgia" panose="02040502050405020303" pitchFamily="18" charset="0"/>
                </a:defRPr>
              </a:lvl1pPr>
              <a:lvl2pPr marL="230188" indent="-230188" defTabSz="1217613">
                <a:spcBef>
                  <a:spcPct val="20000"/>
                </a:spcBef>
                <a:buFont typeface="Wingdings" panose="05000000000000000000" pitchFamily="2" charset="2"/>
                <a:buChar char="§"/>
                <a:defRPr sz="1300">
                  <a:solidFill>
                    <a:schemeClr val="bg2"/>
                  </a:solidFill>
                  <a:latin typeface="Arial" panose="020B0604020202020204" pitchFamily="34" charset="0"/>
                </a:defRPr>
              </a:lvl2pPr>
              <a:lvl3pPr marL="452438" indent="-220663" defTabSz="1217613">
                <a:spcBef>
                  <a:spcPct val="20000"/>
                </a:spcBef>
                <a:buFont typeface="Arial" panose="020B0604020202020204" pitchFamily="34" charset="0"/>
                <a:buChar char="–"/>
                <a:defRPr sz="1200">
                  <a:solidFill>
                    <a:schemeClr val="bg2"/>
                  </a:solidFill>
                  <a:latin typeface="Arial" panose="020B0604020202020204" pitchFamily="34" charset="0"/>
                </a:defRPr>
              </a:lvl3pPr>
              <a:lvl4pPr marL="684213" indent="-231775" defTabSz="1217613">
                <a:spcBef>
                  <a:spcPct val="20000"/>
                </a:spcBef>
                <a:buFont typeface="Arial" panose="020B0604020202020204" pitchFamily="34" charset="0"/>
                <a:buChar char="•"/>
                <a:defRPr sz="1000">
                  <a:solidFill>
                    <a:schemeClr val="bg2"/>
                  </a:solidFill>
                  <a:latin typeface="Arial" panose="020B0604020202020204" pitchFamily="34" charset="0"/>
                </a:defRPr>
              </a:lvl4pPr>
              <a:lvl5pPr marL="915988" indent="-230188" defTabSz="1217613">
                <a:spcBef>
                  <a:spcPct val="20000"/>
                </a:spcBef>
                <a:buFont typeface="Arial" panose="020B0604020202020204" pitchFamily="34" charset="0"/>
                <a:buChar char="–"/>
                <a:defRPr sz="900">
                  <a:solidFill>
                    <a:schemeClr val="bg2"/>
                  </a:solidFill>
                  <a:latin typeface="Arial" panose="020B0604020202020204" pitchFamily="34" charset="0"/>
                </a:defRPr>
              </a:lvl5pPr>
              <a:lvl6pPr marL="13731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6pPr>
              <a:lvl7pPr marL="18303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7pPr>
              <a:lvl8pPr marL="22875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8pPr>
              <a:lvl9pPr marL="27447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9pPr>
            </a:lstStyle>
            <a:p>
              <a:pPr marL="171450" lvl="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No selective disclosure</a:t>
              </a:r>
            </a:p>
            <a:p>
              <a:pPr marL="171450" lvl="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Ensure equal access to material information</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71450" marR="0" lvl="0" indent="-171450" algn="l" defTabSz="913210" rtl="0" eaLnBrk="1" fontAlgn="auto" latinLnBrk="0" hangingPunct="1">
                <a:lnSpc>
                  <a:spcPct val="96000"/>
                </a:lnSpc>
                <a:spcBef>
                  <a:spcPts val="0"/>
                </a:spcBef>
                <a:spcAft>
                  <a:spcPts val="300"/>
                </a:spcAft>
                <a:buClrTx/>
                <a:buSzTx/>
                <a:buFont typeface="Wingdings" panose="05000000000000000000" pitchFamily="2" charset="2"/>
                <a:buChar char="§"/>
                <a:tabLst/>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14" name="Text Placeholder 214">
              <a:extLst>
                <a:ext uri="{FF2B5EF4-FFF2-40B4-BE49-F238E27FC236}">
                  <a16:creationId xmlns:a16="http://schemas.microsoft.com/office/drawing/2014/main" id="{0A6603AE-99CC-39BA-D219-E937494C33C0}"/>
                </a:ext>
              </a:extLst>
            </p:cNvPr>
            <p:cNvSpPr txBox="1">
              <a:spLocks/>
            </p:cNvSpPr>
            <p:nvPr/>
          </p:nvSpPr>
          <p:spPr bwMode="auto">
            <a:xfrm>
              <a:off x="3791235" y="1281123"/>
              <a:ext cx="1459761" cy="1732679"/>
            </a:xfrm>
            <a:prstGeom prst="rect">
              <a:avLst/>
            </a:prstGeom>
            <a:solidFill>
              <a:schemeClr val="bg2"/>
            </a:solidFill>
            <a:ln w="6350">
              <a:solidFill>
                <a:srgbClr val="FFFFFF">
                  <a:lumMod val="85000"/>
                </a:srgbClr>
              </a:solidFill>
              <a:prstDash val="sysDot"/>
              <a:miter lim="800000"/>
              <a:headEnd/>
              <a:tailEnd/>
            </a:ln>
          </p:spPr>
          <p:txBody>
            <a:bodyPr lIns="68580" tIns="68580" rIns="68580" bIns="68580" anchor="ctr"/>
            <a:lstStyle>
              <a:lvl1pPr marL="44450" defTabSz="1217613">
                <a:spcBef>
                  <a:spcPct val="20000"/>
                </a:spcBef>
                <a:buFont typeface="Arial" panose="020B0604020202020204" pitchFamily="34" charset="0"/>
                <a:defRPr>
                  <a:solidFill>
                    <a:schemeClr val="bg2"/>
                  </a:solidFill>
                  <a:latin typeface="Georgia" panose="02040502050405020303" pitchFamily="18" charset="0"/>
                </a:defRPr>
              </a:lvl1pPr>
              <a:lvl2pPr marL="230188" indent="-230188" defTabSz="1217613">
                <a:spcBef>
                  <a:spcPct val="20000"/>
                </a:spcBef>
                <a:buFont typeface="Wingdings" panose="05000000000000000000" pitchFamily="2" charset="2"/>
                <a:buChar char="§"/>
                <a:defRPr sz="1300">
                  <a:solidFill>
                    <a:schemeClr val="bg2"/>
                  </a:solidFill>
                  <a:latin typeface="Arial" panose="020B0604020202020204" pitchFamily="34" charset="0"/>
                </a:defRPr>
              </a:lvl2pPr>
              <a:lvl3pPr marL="452438" indent="-220663" defTabSz="1217613">
                <a:spcBef>
                  <a:spcPct val="20000"/>
                </a:spcBef>
                <a:buFont typeface="Arial" panose="020B0604020202020204" pitchFamily="34" charset="0"/>
                <a:buChar char="–"/>
                <a:defRPr sz="1200">
                  <a:solidFill>
                    <a:schemeClr val="bg2"/>
                  </a:solidFill>
                  <a:latin typeface="Arial" panose="020B0604020202020204" pitchFamily="34" charset="0"/>
                </a:defRPr>
              </a:lvl3pPr>
              <a:lvl4pPr marL="684213" indent="-231775" defTabSz="1217613">
                <a:spcBef>
                  <a:spcPct val="20000"/>
                </a:spcBef>
                <a:buFont typeface="Arial" panose="020B0604020202020204" pitchFamily="34" charset="0"/>
                <a:buChar char="•"/>
                <a:defRPr sz="1000">
                  <a:solidFill>
                    <a:schemeClr val="bg2"/>
                  </a:solidFill>
                  <a:latin typeface="Arial" panose="020B0604020202020204" pitchFamily="34" charset="0"/>
                </a:defRPr>
              </a:lvl4pPr>
              <a:lvl5pPr marL="915988" indent="-230188" defTabSz="1217613">
                <a:spcBef>
                  <a:spcPct val="20000"/>
                </a:spcBef>
                <a:buFont typeface="Arial" panose="020B0604020202020204" pitchFamily="34" charset="0"/>
                <a:buChar char="–"/>
                <a:defRPr sz="900">
                  <a:solidFill>
                    <a:schemeClr val="bg2"/>
                  </a:solidFill>
                  <a:latin typeface="Arial" panose="020B0604020202020204" pitchFamily="34" charset="0"/>
                </a:defRPr>
              </a:lvl5pPr>
              <a:lvl6pPr marL="13731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6pPr>
              <a:lvl7pPr marL="18303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7pPr>
              <a:lvl8pPr marL="22875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8pPr>
              <a:lvl9pPr marL="27447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9pPr>
            </a:lstStyle>
            <a:p>
              <a:pPr marL="171450" lvl="0" indent="-171450" defTabSz="913210">
                <a:lnSpc>
                  <a:spcPct val="96000"/>
                </a:lnSpc>
                <a:spcBef>
                  <a:spcPts val="0"/>
                </a:spcBef>
                <a:spcAft>
                  <a:spcPts val="300"/>
                </a:spcAft>
                <a:buFont typeface="Wingdings" panose="05000000000000000000" pitchFamily="2" charset="2"/>
                <a:buChar char="§"/>
                <a:defRPr/>
              </a:pPr>
              <a:endParaRPr lang="en-US" sz="1200">
                <a:solidFill>
                  <a:schemeClr val="tx1"/>
                </a:solidFill>
                <a:latin typeface="+mn-lt"/>
              </a:endParaRPr>
            </a:p>
            <a:p>
              <a:pPr marL="171450" lvl="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Communicate financial, strategic, and risk information</a:t>
              </a:r>
            </a:p>
            <a:p>
              <a:pPr marL="171450" lvl="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Support long-term value understanding</a:t>
              </a:r>
              <a:br>
                <a:rPr lang="en-US" sz="1200">
                  <a:solidFill>
                    <a:schemeClr val="tx1"/>
                  </a:solidFill>
                  <a:latin typeface="+mn-lt"/>
                </a:rPr>
              </a:b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71450" marR="0" lvl="0" indent="-171450" algn="l" defTabSz="913210" rtl="0" eaLnBrk="1" fontAlgn="auto" latinLnBrk="0" hangingPunct="1">
                <a:lnSpc>
                  <a:spcPct val="96000"/>
                </a:lnSpc>
                <a:spcBef>
                  <a:spcPts val="0"/>
                </a:spcBef>
                <a:spcAft>
                  <a:spcPts val="300"/>
                </a:spcAft>
                <a:buClrTx/>
                <a:buSzTx/>
                <a:buFont typeface="Wingdings" panose="05000000000000000000" pitchFamily="2" charset="2"/>
                <a:buChar char="§"/>
                <a:tabLst/>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15" name="Text Placeholder 214">
              <a:extLst>
                <a:ext uri="{FF2B5EF4-FFF2-40B4-BE49-F238E27FC236}">
                  <a16:creationId xmlns:a16="http://schemas.microsoft.com/office/drawing/2014/main" id="{1D795181-7235-9BE2-C7B8-5675F794457A}"/>
                </a:ext>
              </a:extLst>
            </p:cNvPr>
            <p:cNvSpPr txBox="1">
              <a:spLocks/>
            </p:cNvSpPr>
            <p:nvPr/>
          </p:nvSpPr>
          <p:spPr bwMode="auto">
            <a:xfrm>
              <a:off x="5313191" y="1281123"/>
              <a:ext cx="1459761" cy="1732679"/>
            </a:xfrm>
            <a:prstGeom prst="rect">
              <a:avLst/>
            </a:prstGeom>
            <a:solidFill>
              <a:schemeClr val="bg2"/>
            </a:solidFill>
            <a:ln w="6350">
              <a:solidFill>
                <a:srgbClr val="FFFFFF">
                  <a:lumMod val="85000"/>
                </a:srgbClr>
              </a:solidFill>
              <a:prstDash val="sysDot"/>
              <a:miter lim="800000"/>
              <a:headEnd/>
              <a:tailEnd/>
            </a:ln>
          </p:spPr>
          <p:txBody>
            <a:bodyPr lIns="68580" tIns="68580" rIns="68580" bIns="68580" anchor="ctr"/>
            <a:lstStyle>
              <a:lvl1pPr marL="44450" defTabSz="1217613">
                <a:spcBef>
                  <a:spcPct val="20000"/>
                </a:spcBef>
                <a:buFont typeface="Arial" panose="020B0604020202020204" pitchFamily="34" charset="0"/>
                <a:defRPr>
                  <a:solidFill>
                    <a:schemeClr val="bg2"/>
                  </a:solidFill>
                  <a:latin typeface="Georgia" panose="02040502050405020303" pitchFamily="18" charset="0"/>
                </a:defRPr>
              </a:lvl1pPr>
              <a:lvl2pPr marL="230188" indent="-230188" defTabSz="1217613">
                <a:spcBef>
                  <a:spcPct val="20000"/>
                </a:spcBef>
                <a:buFont typeface="Wingdings" panose="05000000000000000000" pitchFamily="2" charset="2"/>
                <a:buChar char="§"/>
                <a:defRPr sz="1300">
                  <a:solidFill>
                    <a:schemeClr val="bg2"/>
                  </a:solidFill>
                  <a:latin typeface="Arial" panose="020B0604020202020204" pitchFamily="34" charset="0"/>
                </a:defRPr>
              </a:lvl2pPr>
              <a:lvl3pPr marL="452438" indent="-220663" defTabSz="1217613">
                <a:spcBef>
                  <a:spcPct val="20000"/>
                </a:spcBef>
                <a:buFont typeface="Arial" panose="020B0604020202020204" pitchFamily="34" charset="0"/>
                <a:buChar char="–"/>
                <a:defRPr sz="1200">
                  <a:solidFill>
                    <a:schemeClr val="bg2"/>
                  </a:solidFill>
                  <a:latin typeface="Arial" panose="020B0604020202020204" pitchFamily="34" charset="0"/>
                </a:defRPr>
              </a:lvl3pPr>
              <a:lvl4pPr marL="684213" indent="-231775" defTabSz="1217613">
                <a:spcBef>
                  <a:spcPct val="20000"/>
                </a:spcBef>
                <a:buFont typeface="Arial" panose="020B0604020202020204" pitchFamily="34" charset="0"/>
                <a:buChar char="•"/>
                <a:defRPr sz="1000">
                  <a:solidFill>
                    <a:schemeClr val="bg2"/>
                  </a:solidFill>
                  <a:latin typeface="Arial" panose="020B0604020202020204" pitchFamily="34" charset="0"/>
                </a:defRPr>
              </a:lvl4pPr>
              <a:lvl5pPr marL="915988" indent="-230188" defTabSz="1217613">
                <a:spcBef>
                  <a:spcPct val="20000"/>
                </a:spcBef>
                <a:buFont typeface="Arial" panose="020B0604020202020204" pitchFamily="34" charset="0"/>
                <a:buChar char="–"/>
                <a:defRPr sz="900">
                  <a:solidFill>
                    <a:schemeClr val="bg2"/>
                  </a:solidFill>
                  <a:latin typeface="Arial" panose="020B0604020202020204" pitchFamily="34" charset="0"/>
                </a:defRPr>
              </a:lvl5pPr>
              <a:lvl6pPr marL="13731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6pPr>
              <a:lvl7pPr marL="18303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7pPr>
              <a:lvl8pPr marL="22875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8pPr>
              <a:lvl9pPr marL="27447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9pPr>
            </a:lstStyle>
            <a:p>
              <a:pPr marL="171450" lvl="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IR operates under board supervision</a:t>
              </a:r>
            </a:p>
            <a:p>
              <a:pPr marL="171450" lvl="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Boards monitor investor communication quality</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16" name="Text Placeholder 214">
              <a:extLst>
                <a:ext uri="{FF2B5EF4-FFF2-40B4-BE49-F238E27FC236}">
                  <a16:creationId xmlns:a16="http://schemas.microsoft.com/office/drawing/2014/main" id="{A21F5A82-A936-65FB-0215-F62F38DC0EA0}"/>
                </a:ext>
              </a:extLst>
            </p:cNvPr>
            <p:cNvSpPr txBox="1">
              <a:spLocks/>
            </p:cNvSpPr>
            <p:nvPr/>
          </p:nvSpPr>
          <p:spPr bwMode="auto">
            <a:xfrm>
              <a:off x="6835147" y="1281123"/>
              <a:ext cx="1459761" cy="1732679"/>
            </a:xfrm>
            <a:prstGeom prst="rect">
              <a:avLst/>
            </a:prstGeom>
            <a:solidFill>
              <a:schemeClr val="bg2"/>
            </a:solidFill>
            <a:ln w="6350">
              <a:solidFill>
                <a:srgbClr val="FFFFFF">
                  <a:lumMod val="85000"/>
                </a:srgbClr>
              </a:solidFill>
              <a:prstDash val="sysDot"/>
              <a:miter lim="800000"/>
              <a:headEnd/>
              <a:tailEnd/>
            </a:ln>
          </p:spPr>
          <p:txBody>
            <a:bodyPr lIns="68580" tIns="68580" rIns="68580" bIns="68580" anchor="ctr"/>
            <a:lstStyle>
              <a:lvl1pPr marL="44450" defTabSz="1217613">
                <a:spcBef>
                  <a:spcPct val="20000"/>
                </a:spcBef>
                <a:buFont typeface="Arial" panose="020B0604020202020204" pitchFamily="34" charset="0"/>
                <a:defRPr>
                  <a:solidFill>
                    <a:schemeClr val="bg2"/>
                  </a:solidFill>
                  <a:latin typeface="Georgia" panose="02040502050405020303" pitchFamily="18" charset="0"/>
                </a:defRPr>
              </a:lvl1pPr>
              <a:lvl2pPr marL="230188" indent="-230188" defTabSz="1217613">
                <a:spcBef>
                  <a:spcPct val="20000"/>
                </a:spcBef>
                <a:buFont typeface="Wingdings" panose="05000000000000000000" pitchFamily="2" charset="2"/>
                <a:buChar char="§"/>
                <a:defRPr sz="1300">
                  <a:solidFill>
                    <a:schemeClr val="bg2"/>
                  </a:solidFill>
                  <a:latin typeface="Arial" panose="020B0604020202020204" pitchFamily="34" charset="0"/>
                </a:defRPr>
              </a:lvl2pPr>
              <a:lvl3pPr marL="452438" indent="-220663" defTabSz="1217613">
                <a:spcBef>
                  <a:spcPct val="20000"/>
                </a:spcBef>
                <a:buFont typeface="Arial" panose="020B0604020202020204" pitchFamily="34" charset="0"/>
                <a:buChar char="–"/>
                <a:defRPr sz="1200">
                  <a:solidFill>
                    <a:schemeClr val="bg2"/>
                  </a:solidFill>
                  <a:latin typeface="Arial" panose="020B0604020202020204" pitchFamily="34" charset="0"/>
                </a:defRPr>
              </a:lvl3pPr>
              <a:lvl4pPr marL="684213" indent="-231775" defTabSz="1217613">
                <a:spcBef>
                  <a:spcPct val="20000"/>
                </a:spcBef>
                <a:buFont typeface="Arial" panose="020B0604020202020204" pitchFamily="34" charset="0"/>
                <a:buChar char="•"/>
                <a:defRPr sz="1000">
                  <a:solidFill>
                    <a:schemeClr val="bg2"/>
                  </a:solidFill>
                  <a:latin typeface="Arial" panose="020B0604020202020204" pitchFamily="34" charset="0"/>
                </a:defRPr>
              </a:lvl4pPr>
              <a:lvl5pPr marL="915988" indent="-230188" defTabSz="1217613">
                <a:spcBef>
                  <a:spcPct val="20000"/>
                </a:spcBef>
                <a:buFont typeface="Arial" panose="020B0604020202020204" pitchFamily="34" charset="0"/>
                <a:buChar char="–"/>
                <a:defRPr sz="900">
                  <a:solidFill>
                    <a:schemeClr val="bg2"/>
                  </a:solidFill>
                  <a:latin typeface="Arial" panose="020B0604020202020204" pitchFamily="34" charset="0"/>
                </a:defRPr>
              </a:lvl5pPr>
              <a:lvl6pPr marL="13731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6pPr>
              <a:lvl7pPr marL="18303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7pPr>
              <a:lvl8pPr marL="22875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8pPr>
              <a:lvl9pPr marL="27447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9pPr>
            </a:lstStyle>
            <a:p>
              <a:pPr marL="171450" lvl="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Facilitate dialogue with institutional investors</a:t>
              </a:r>
            </a:p>
            <a:p>
              <a:pPr marL="171450" lvl="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Support long-term investor relationships</a:t>
              </a:r>
              <a:endParaRPr lang="en-US" sz="1200" noProof="0">
                <a:solidFill>
                  <a:schemeClr val="tx1"/>
                </a:solidFill>
                <a:latin typeface="+mn-lt"/>
              </a:endParaRPr>
            </a:p>
          </p:txBody>
        </p:sp>
        <p:sp>
          <p:nvSpPr>
            <p:cNvPr id="17" name="Text Placeholder 214">
              <a:extLst>
                <a:ext uri="{FF2B5EF4-FFF2-40B4-BE49-F238E27FC236}">
                  <a16:creationId xmlns:a16="http://schemas.microsoft.com/office/drawing/2014/main" id="{DFA16233-D8C0-5900-D376-AD648336BD1C}"/>
                </a:ext>
              </a:extLst>
            </p:cNvPr>
            <p:cNvSpPr txBox="1">
              <a:spLocks/>
            </p:cNvSpPr>
            <p:nvPr/>
          </p:nvSpPr>
          <p:spPr bwMode="auto">
            <a:xfrm>
              <a:off x="8357104" y="1281123"/>
              <a:ext cx="1459761" cy="1732679"/>
            </a:xfrm>
            <a:prstGeom prst="rect">
              <a:avLst/>
            </a:prstGeom>
            <a:solidFill>
              <a:schemeClr val="bg2"/>
            </a:solidFill>
            <a:ln w="6350">
              <a:solidFill>
                <a:srgbClr val="FFFFFF">
                  <a:lumMod val="85000"/>
                </a:srgbClr>
              </a:solidFill>
              <a:prstDash val="sysDot"/>
              <a:miter lim="800000"/>
              <a:headEnd/>
              <a:tailEnd/>
            </a:ln>
          </p:spPr>
          <p:txBody>
            <a:bodyPr lIns="68580" tIns="68580" rIns="68580" bIns="68580" anchor="ctr"/>
            <a:lstStyle>
              <a:lvl1pPr marL="44450" defTabSz="1217613">
                <a:spcBef>
                  <a:spcPct val="20000"/>
                </a:spcBef>
                <a:buFont typeface="Arial" panose="020B0604020202020204" pitchFamily="34" charset="0"/>
                <a:defRPr>
                  <a:solidFill>
                    <a:schemeClr val="bg2"/>
                  </a:solidFill>
                  <a:latin typeface="Georgia" panose="02040502050405020303" pitchFamily="18" charset="0"/>
                </a:defRPr>
              </a:lvl1pPr>
              <a:lvl2pPr marL="230188" indent="-230188" defTabSz="1217613">
                <a:spcBef>
                  <a:spcPct val="20000"/>
                </a:spcBef>
                <a:buFont typeface="Wingdings" panose="05000000000000000000" pitchFamily="2" charset="2"/>
                <a:buChar char="§"/>
                <a:defRPr sz="1300">
                  <a:solidFill>
                    <a:schemeClr val="bg2"/>
                  </a:solidFill>
                  <a:latin typeface="Arial" panose="020B0604020202020204" pitchFamily="34" charset="0"/>
                </a:defRPr>
              </a:lvl2pPr>
              <a:lvl3pPr marL="452438" indent="-220663" defTabSz="1217613">
                <a:spcBef>
                  <a:spcPct val="20000"/>
                </a:spcBef>
                <a:buFont typeface="Arial" panose="020B0604020202020204" pitchFamily="34" charset="0"/>
                <a:buChar char="–"/>
                <a:defRPr sz="1200">
                  <a:solidFill>
                    <a:schemeClr val="bg2"/>
                  </a:solidFill>
                  <a:latin typeface="Arial" panose="020B0604020202020204" pitchFamily="34" charset="0"/>
                </a:defRPr>
              </a:lvl3pPr>
              <a:lvl4pPr marL="684213" indent="-231775" defTabSz="1217613">
                <a:spcBef>
                  <a:spcPct val="20000"/>
                </a:spcBef>
                <a:buFont typeface="Arial" panose="020B0604020202020204" pitchFamily="34" charset="0"/>
                <a:buChar char="•"/>
                <a:defRPr sz="1000">
                  <a:solidFill>
                    <a:schemeClr val="bg2"/>
                  </a:solidFill>
                  <a:latin typeface="Arial" panose="020B0604020202020204" pitchFamily="34" charset="0"/>
                </a:defRPr>
              </a:lvl4pPr>
              <a:lvl5pPr marL="915988" indent="-230188" defTabSz="1217613">
                <a:spcBef>
                  <a:spcPct val="20000"/>
                </a:spcBef>
                <a:buFont typeface="Arial" panose="020B0604020202020204" pitchFamily="34" charset="0"/>
                <a:buChar char="–"/>
                <a:defRPr sz="900">
                  <a:solidFill>
                    <a:schemeClr val="bg2"/>
                  </a:solidFill>
                  <a:latin typeface="Arial" panose="020B0604020202020204" pitchFamily="34" charset="0"/>
                </a:defRPr>
              </a:lvl5pPr>
              <a:lvl6pPr marL="13731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6pPr>
              <a:lvl7pPr marL="18303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7pPr>
              <a:lvl8pPr marL="22875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8pPr>
              <a:lvl9pPr marL="2744788" indent="-230188" defTabSz="1217613" eaLnBrk="0" fontAlgn="base" hangingPunct="0">
                <a:spcBef>
                  <a:spcPct val="20000"/>
                </a:spcBef>
                <a:spcAft>
                  <a:spcPct val="0"/>
                </a:spcAft>
                <a:buFont typeface="Arial" panose="020B0604020202020204" pitchFamily="34" charset="0"/>
                <a:buChar char="–"/>
                <a:defRPr sz="900">
                  <a:solidFill>
                    <a:schemeClr val="bg2"/>
                  </a:solidFill>
                  <a:latin typeface="Arial" panose="020B0604020202020204" pitchFamily="34" charset="0"/>
                </a:defRPr>
              </a:lvl9pPr>
            </a:lstStyle>
            <a:p>
              <a:pPr marL="17145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Integrate sustainability messaging</a:t>
              </a:r>
            </a:p>
            <a:p>
              <a:pPr marL="171450" indent="-171450" defTabSz="913210">
                <a:lnSpc>
                  <a:spcPct val="96000"/>
                </a:lnSpc>
                <a:spcBef>
                  <a:spcPts val="0"/>
                </a:spcBef>
                <a:spcAft>
                  <a:spcPts val="300"/>
                </a:spcAft>
                <a:buFont typeface="Wingdings" panose="05000000000000000000" pitchFamily="2" charset="2"/>
                <a:buChar char="§"/>
                <a:defRPr/>
              </a:pPr>
              <a:r>
                <a:rPr lang="en-US" sz="1200">
                  <a:solidFill>
                    <a:schemeClr val="tx1"/>
                  </a:solidFill>
                  <a:latin typeface="+mn-lt"/>
                </a:rPr>
                <a:t>Emphasize long-term value, not just profits</a:t>
              </a:r>
              <a:endParaRPr lang="en-US" sz="1200" noProof="0">
                <a:solidFill>
                  <a:schemeClr val="tx1"/>
                </a:solidFill>
                <a:latin typeface="+mn-lt"/>
              </a:endParaRPr>
            </a:p>
          </p:txBody>
        </p:sp>
      </p:grpSp>
      <p:grpSp>
        <p:nvGrpSpPr>
          <p:cNvPr id="25" name="Group 24">
            <a:extLst>
              <a:ext uri="{FF2B5EF4-FFF2-40B4-BE49-F238E27FC236}">
                <a16:creationId xmlns:a16="http://schemas.microsoft.com/office/drawing/2014/main" id="{642AB23F-4801-2B63-F56A-1512B2AB276A}"/>
              </a:ext>
            </a:extLst>
          </p:cNvPr>
          <p:cNvGrpSpPr/>
          <p:nvPr/>
        </p:nvGrpSpPr>
        <p:grpSpPr>
          <a:xfrm>
            <a:off x="120396" y="2270556"/>
            <a:ext cx="11951208" cy="603504"/>
            <a:chOff x="685799" y="1271016"/>
            <a:chExt cx="10667030" cy="603504"/>
          </a:xfrm>
        </p:grpSpPr>
        <p:sp>
          <p:nvSpPr>
            <p:cNvPr id="18" name="Rectangle 17">
              <a:extLst>
                <a:ext uri="{FF2B5EF4-FFF2-40B4-BE49-F238E27FC236}">
                  <a16:creationId xmlns:a16="http://schemas.microsoft.com/office/drawing/2014/main" id="{AE0295EC-25A7-CDD0-4344-5DE8D338F7D9}"/>
                </a:ext>
              </a:extLst>
            </p:cNvPr>
            <p:cNvSpPr/>
            <p:nvPr/>
          </p:nvSpPr>
          <p:spPr>
            <a:xfrm>
              <a:off x="685799" y="1271016"/>
              <a:ext cx="1716880" cy="603504"/>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Rights of Shareholders</a:t>
              </a:r>
              <a:endParaRPr lang="en-GB" sz="1200">
                <a:solidFill>
                  <a:schemeClr val="tx1"/>
                </a:solidFill>
              </a:endParaRPr>
            </a:p>
          </p:txBody>
        </p:sp>
        <p:sp>
          <p:nvSpPr>
            <p:cNvPr id="19" name="Rectangle 18">
              <a:extLst>
                <a:ext uri="{FF2B5EF4-FFF2-40B4-BE49-F238E27FC236}">
                  <a16:creationId xmlns:a16="http://schemas.microsoft.com/office/drawing/2014/main" id="{A71E69F5-1701-9065-8BF8-490307C5ECC1}"/>
                </a:ext>
              </a:extLst>
            </p:cNvPr>
            <p:cNvSpPr/>
            <p:nvPr/>
          </p:nvSpPr>
          <p:spPr>
            <a:xfrm>
              <a:off x="2475829" y="1280136"/>
              <a:ext cx="1716880" cy="594384"/>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Equitable Treatment of Shareholders</a:t>
              </a:r>
              <a:endParaRPr lang="en-GB" sz="1200">
                <a:solidFill>
                  <a:schemeClr val="tx1"/>
                </a:solidFill>
              </a:endParaRPr>
            </a:p>
          </p:txBody>
        </p:sp>
        <p:sp>
          <p:nvSpPr>
            <p:cNvPr id="20" name="Rectangle 19">
              <a:extLst>
                <a:ext uri="{FF2B5EF4-FFF2-40B4-BE49-F238E27FC236}">
                  <a16:creationId xmlns:a16="http://schemas.microsoft.com/office/drawing/2014/main" id="{F7BDE715-F416-5928-67E8-567ED384D0DA}"/>
                </a:ext>
              </a:extLst>
            </p:cNvPr>
            <p:cNvSpPr/>
            <p:nvPr/>
          </p:nvSpPr>
          <p:spPr>
            <a:xfrm>
              <a:off x="4265859" y="1289256"/>
              <a:ext cx="1716880" cy="585264"/>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Disclosure and Transparency</a:t>
              </a:r>
              <a:endParaRPr lang="en-GB" sz="1200">
                <a:solidFill>
                  <a:schemeClr val="tx1"/>
                </a:solidFill>
              </a:endParaRPr>
            </a:p>
          </p:txBody>
        </p:sp>
        <p:sp>
          <p:nvSpPr>
            <p:cNvPr id="21" name="Rectangle 20">
              <a:extLst>
                <a:ext uri="{FF2B5EF4-FFF2-40B4-BE49-F238E27FC236}">
                  <a16:creationId xmlns:a16="http://schemas.microsoft.com/office/drawing/2014/main" id="{A9E306C8-78B2-A4C0-64DF-2033FE28B43B}"/>
                </a:ext>
              </a:extLst>
            </p:cNvPr>
            <p:cNvSpPr/>
            <p:nvPr/>
          </p:nvSpPr>
          <p:spPr>
            <a:xfrm>
              <a:off x="6055889" y="1298376"/>
              <a:ext cx="1716880" cy="576144"/>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Responsibilities of the Board</a:t>
              </a:r>
              <a:endParaRPr lang="en-GB" sz="1200">
                <a:solidFill>
                  <a:schemeClr val="tx1"/>
                </a:solidFill>
              </a:endParaRPr>
            </a:p>
          </p:txBody>
        </p:sp>
        <p:sp>
          <p:nvSpPr>
            <p:cNvPr id="22" name="Rectangle 21">
              <a:extLst>
                <a:ext uri="{FF2B5EF4-FFF2-40B4-BE49-F238E27FC236}">
                  <a16:creationId xmlns:a16="http://schemas.microsoft.com/office/drawing/2014/main" id="{55062871-87D2-4D28-15FF-231C242B0197}"/>
                </a:ext>
              </a:extLst>
            </p:cNvPr>
            <p:cNvSpPr/>
            <p:nvPr/>
          </p:nvSpPr>
          <p:spPr>
            <a:xfrm>
              <a:off x="7845919" y="1307496"/>
              <a:ext cx="1716880" cy="567024"/>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Role of Institutional Investors &amp; Stewardship</a:t>
              </a:r>
              <a:endParaRPr lang="en-GB" sz="1200">
                <a:solidFill>
                  <a:schemeClr val="tx1"/>
                </a:solidFill>
              </a:endParaRPr>
            </a:p>
          </p:txBody>
        </p:sp>
        <p:sp>
          <p:nvSpPr>
            <p:cNvPr id="23" name="Rectangle 22">
              <a:extLst>
                <a:ext uri="{FF2B5EF4-FFF2-40B4-BE49-F238E27FC236}">
                  <a16:creationId xmlns:a16="http://schemas.microsoft.com/office/drawing/2014/main" id="{8FE454ED-ACE1-F8FE-AD8A-BEB875BBB320}"/>
                </a:ext>
              </a:extLst>
            </p:cNvPr>
            <p:cNvSpPr/>
            <p:nvPr/>
          </p:nvSpPr>
          <p:spPr>
            <a:xfrm>
              <a:off x="9635949" y="1316616"/>
              <a:ext cx="1716880" cy="557904"/>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Stakeholder Engagement &amp; Long-Term Value</a:t>
              </a:r>
              <a:endParaRPr lang="en-GB" sz="1200">
                <a:solidFill>
                  <a:schemeClr val="tx1"/>
                </a:solidFill>
              </a:endParaRPr>
            </a:p>
          </p:txBody>
        </p:sp>
      </p:grpSp>
      <p:sp>
        <p:nvSpPr>
          <p:cNvPr id="24" name="Rectangle 23">
            <a:extLst>
              <a:ext uri="{FF2B5EF4-FFF2-40B4-BE49-F238E27FC236}">
                <a16:creationId xmlns:a16="http://schemas.microsoft.com/office/drawing/2014/main" id="{37130799-2843-04FE-4978-4E39A64C58D2}"/>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Key OECD Principles that shape Investor Relations</a:t>
            </a:r>
          </a:p>
        </p:txBody>
      </p:sp>
      <p:sp>
        <p:nvSpPr>
          <p:cNvPr id="28" name="Rectangle: Top Corners Rounded 27">
            <a:extLst>
              <a:ext uri="{FF2B5EF4-FFF2-40B4-BE49-F238E27FC236}">
                <a16:creationId xmlns:a16="http://schemas.microsoft.com/office/drawing/2014/main" id="{CB70C18A-8CD3-4F0E-D14A-562D33D7027B}"/>
              </a:ext>
            </a:extLst>
          </p:cNvPr>
          <p:cNvSpPr/>
          <p:nvPr/>
        </p:nvSpPr>
        <p:spPr>
          <a:xfrm>
            <a:off x="120396" y="2974202"/>
            <a:ext cx="11951208" cy="259584"/>
          </a:xfrm>
          <a:prstGeom prst="round2Same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t>OECD Principles</a:t>
            </a:r>
          </a:p>
        </p:txBody>
      </p:sp>
      <p:sp>
        <p:nvSpPr>
          <p:cNvPr id="29" name="Rectangle: Top Corners Rounded 28">
            <a:extLst>
              <a:ext uri="{FF2B5EF4-FFF2-40B4-BE49-F238E27FC236}">
                <a16:creationId xmlns:a16="http://schemas.microsoft.com/office/drawing/2014/main" id="{1A46677F-FB0B-2763-8EA3-3184316160BC}"/>
              </a:ext>
            </a:extLst>
          </p:cNvPr>
          <p:cNvSpPr/>
          <p:nvPr/>
        </p:nvSpPr>
        <p:spPr>
          <a:xfrm>
            <a:off x="58929" y="4884511"/>
            <a:ext cx="11992186" cy="259584"/>
          </a:xfrm>
          <a:prstGeom prst="round2Same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t>Investor Relations Function</a:t>
            </a:r>
          </a:p>
        </p:txBody>
      </p:sp>
      <p:pic>
        <p:nvPicPr>
          <p:cNvPr id="3074" name="Picture 2">
            <a:extLst>
              <a:ext uri="{FF2B5EF4-FFF2-40B4-BE49-F238E27FC236}">
                <a16:creationId xmlns:a16="http://schemas.microsoft.com/office/drawing/2014/main" id="{C66A2801-CBC6-99CE-CB52-4649FFA96C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396" y="1194992"/>
            <a:ext cx="1388364" cy="388908"/>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86B7944A-662C-DF69-0E24-9093C6FDE04D}"/>
              </a:ext>
            </a:extLst>
          </p:cNvPr>
          <p:cNvSpPr txBox="1"/>
          <p:nvPr/>
        </p:nvSpPr>
        <p:spPr>
          <a:xfrm>
            <a:off x="1691878" y="1105932"/>
            <a:ext cx="10501377" cy="523220"/>
          </a:xfrm>
          <a:prstGeom prst="rect">
            <a:avLst/>
          </a:prstGeom>
          <a:noFill/>
        </p:spPr>
        <p:txBody>
          <a:bodyPr wrap="square">
            <a:spAutoFit/>
          </a:bodyPr>
          <a:lstStyle/>
          <a:p>
            <a:r>
              <a:rPr lang="en-US" sz="1400" i="1"/>
              <a:t>OECD principles define the governance standards and Investor Relations translates those standards into consistent, transparent, and trusted communication with investors.</a:t>
            </a:r>
            <a:endParaRPr lang="en-GB" sz="1400" i="1">
              <a:latin typeface="+mj-lt"/>
            </a:endParaRPr>
          </a:p>
        </p:txBody>
      </p:sp>
      <p:cxnSp>
        <p:nvCxnSpPr>
          <p:cNvPr id="31" name="Google Shape;5391;g2a70d0f154a_1_4015">
            <a:extLst>
              <a:ext uri="{FF2B5EF4-FFF2-40B4-BE49-F238E27FC236}">
                <a16:creationId xmlns:a16="http://schemas.microsoft.com/office/drawing/2014/main" id="{ACF142C7-19AE-E4E2-9BE9-84EC61CDB1FC}"/>
              </a:ext>
            </a:extLst>
          </p:cNvPr>
          <p:cNvCxnSpPr>
            <a:cxnSpLocks/>
          </p:cNvCxnSpPr>
          <p:nvPr/>
        </p:nvCxnSpPr>
        <p:spPr>
          <a:xfrm>
            <a:off x="1741123" y="1022017"/>
            <a:ext cx="10269014" cy="0"/>
          </a:xfrm>
          <a:prstGeom prst="straightConnector1">
            <a:avLst/>
          </a:prstGeom>
          <a:ln w="19050">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2" name="Google Shape;5391;g2a70d0f154a_1_4015">
            <a:extLst>
              <a:ext uri="{FF2B5EF4-FFF2-40B4-BE49-F238E27FC236}">
                <a16:creationId xmlns:a16="http://schemas.microsoft.com/office/drawing/2014/main" id="{7314050F-1D36-0B3A-1D82-08BEAA5D4273}"/>
              </a:ext>
            </a:extLst>
          </p:cNvPr>
          <p:cNvCxnSpPr>
            <a:cxnSpLocks/>
          </p:cNvCxnSpPr>
          <p:nvPr/>
        </p:nvCxnSpPr>
        <p:spPr>
          <a:xfrm>
            <a:off x="1741123" y="1674749"/>
            <a:ext cx="10269014" cy="0"/>
          </a:xfrm>
          <a:prstGeom prst="straightConnector1">
            <a:avLst/>
          </a:prstGeom>
          <a:ln w="19050">
            <a:headEnd type="none" w="sm" len="sm"/>
            <a:tailEnd type="none" w="sm" len="sm"/>
          </a:ln>
        </p:spPr>
        <p:style>
          <a:lnRef idx="1">
            <a:schemeClr val="accent1"/>
          </a:lnRef>
          <a:fillRef idx="0">
            <a:schemeClr val="accent1"/>
          </a:fillRef>
          <a:effectRef idx="0">
            <a:schemeClr val="accent1"/>
          </a:effectRef>
          <a:fontRef idx="minor">
            <a:schemeClr val="tx1"/>
          </a:fontRef>
        </p:style>
      </p:cxnSp>
    </p:spTree>
    <p:custDataLst>
      <p:custData r:id="rId1"/>
    </p:custDataLst>
    <p:extLst>
      <p:ext uri="{BB962C8B-B14F-4D97-AF65-F5344CB8AC3E}">
        <p14:creationId xmlns:p14="http://schemas.microsoft.com/office/powerpoint/2010/main" val="25091156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5C631-0687-3A5B-E7F4-3A7FB1CBA2AC}"/>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97BCF7F9-C4F4-F213-A0E8-6230403F6F84}"/>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Regulatory Framework of Investor Relations</a:t>
            </a:r>
          </a:p>
        </p:txBody>
      </p:sp>
      <p:graphicFrame>
        <p:nvGraphicFramePr>
          <p:cNvPr id="37" name="Table 36">
            <a:extLst>
              <a:ext uri="{FF2B5EF4-FFF2-40B4-BE49-F238E27FC236}">
                <a16:creationId xmlns:a16="http://schemas.microsoft.com/office/drawing/2014/main" id="{A80594FD-1315-4DD3-FF22-CC166AFE778B}"/>
              </a:ext>
            </a:extLst>
          </p:cNvPr>
          <p:cNvGraphicFramePr>
            <a:graphicFrameLocks noGrp="1"/>
          </p:cNvGraphicFramePr>
          <p:nvPr>
            <p:extLst>
              <p:ext uri="{D42A27DB-BD31-4B8C-83A1-F6EECF244321}">
                <p14:modId xmlns:p14="http://schemas.microsoft.com/office/powerpoint/2010/main" val="1651648108"/>
              </p:ext>
            </p:extLst>
          </p:nvPr>
        </p:nvGraphicFramePr>
        <p:xfrm>
          <a:off x="177632" y="902674"/>
          <a:ext cx="11676888" cy="572092"/>
        </p:xfrm>
        <a:graphic>
          <a:graphicData uri="http://schemas.openxmlformats.org/drawingml/2006/table">
            <a:tbl>
              <a:tblPr firstRow="1" bandRow="1">
                <a:tableStyleId>{5940675A-B579-460E-94D1-54222C63F5DA}</a:tableStyleId>
              </a:tblPr>
              <a:tblGrid>
                <a:gridCol w="2172376">
                  <a:extLst>
                    <a:ext uri="{9D8B030D-6E8A-4147-A177-3AD203B41FA5}">
                      <a16:colId xmlns:a16="http://schemas.microsoft.com/office/drawing/2014/main" val="2049899478"/>
                    </a:ext>
                  </a:extLst>
                </a:gridCol>
                <a:gridCol w="2478024">
                  <a:extLst>
                    <a:ext uri="{9D8B030D-6E8A-4147-A177-3AD203B41FA5}">
                      <a16:colId xmlns:a16="http://schemas.microsoft.com/office/drawing/2014/main" val="1185399470"/>
                    </a:ext>
                  </a:extLst>
                </a:gridCol>
                <a:gridCol w="2779776">
                  <a:extLst>
                    <a:ext uri="{9D8B030D-6E8A-4147-A177-3AD203B41FA5}">
                      <a16:colId xmlns:a16="http://schemas.microsoft.com/office/drawing/2014/main" val="239048098"/>
                    </a:ext>
                  </a:extLst>
                </a:gridCol>
                <a:gridCol w="4246712">
                  <a:extLst>
                    <a:ext uri="{9D8B030D-6E8A-4147-A177-3AD203B41FA5}">
                      <a16:colId xmlns:a16="http://schemas.microsoft.com/office/drawing/2014/main" val="3994259476"/>
                    </a:ext>
                  </a:extLst>
                </a:gridCol>
              </a:tblGrid>
              <a:tr h="572092">
                <a:tc>
                  <a:txBody>
                    <a:bodyPr/>
                    <a:lstStyle/>
                    <a:p>
                      <a:pPr algn="ctr"/>
                      <a:r>
                        <a:rPr lang="en-GB" sz="1400" b="1"/>
                        <a:t>Jurisdiction</a:t>
                      </a:r>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tcPr>
                </a:tc>
                <a:tc>
                  <a:txBody>
                    <a:bodyPr/>
                    <a:lstStyle/>
                    <a:p>
                      <a:pPr algn="ctr"/>
                      <a:r>
                        <a:rPr lang="en-GB" sz="1400" b="1"/>
                        <a:t>Key Regulators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tcPr>
                </a:tc>
                <a:tc>
                  <a:txBody>
                    <a:bodyPr/>
                    <a:lstStyle/>
                    <a:p>
                      <a:pPr algn="ctr"/>
                      <a:r>
                        <a:rPr lang="en-GB" sz="1400" b="1"/>
                        <a:t>Key Regulations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tcPr>
                </a:tc>
                <a:tc>
                  <a:txBody>
                    <a:bodyPr/>
                    <a:lstStyle/>
                    <a:p>
                      <a:pPr algn="ctr"/>
                      <a:r>
                        <a:rPr lang="en-GB" sz="1400" b="1"/>
                        <a:t>IR Essence &amp; Focus</a:t>
                      </a:r>
                    </a:p>
                  </a:txBody>
                  <a:tcPr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tcPr>
                </a:tc>
                <a:extLst>
                  <a:ext uri="{0D108BD9-81ED-4DB2-BD59-A6C34878D82A}">
                    <a16:rowId xmlns:a16="http://schemas.microsoft.com/office/drawing/2014/main" val="3006374840"/>
                  </a:ext>
                </a:extLst>
              </a:tr>
            </a:tbl>
          </a:graphicData>
        </a:graphic>
      </p:graphicFrame>
      <p:graphicFrame>
        <p:nvGraphicFramePr>
          <p:cNvPr id="38" name="Table 37">
            <a:extLst>
              <a:ext uri="{FF2B5EF4-FFF2-40B4-BE49-F238E27FC236}">
                <a16:creationId xmlns:a16="http://schemas.microsoft.com/office/drawing/2014/main" id="{A4916A08-D86B-93C1-83CB-28F4E8267475}"/>
              </a:ext>
            </a:extLst>
          </p:cNvPr>
          <p:cNvGraphicFramePr>
            <a:graphicFrameLocks noGrp="1"/>
          </p:cNvGraphicFramePr>
          <p:nvPr>
            <p:extLst>
              <p:ext uri="{D42A27DB-BD31-4B8C-83A1-F6EECF244321}">
                <p14:modId xmlns:p14="http://schemas.microsoft.com/office/powerpoint/2010/main" val="2540147142"/>
              </p:ext>
            </p:extLst>
          </p:nvPr>
        </p:nvGraphicFramePr>
        <p:xfrm>
          <a:off x="177632" y="1683756"/>
          <a:ext cx="11676888" cy="822960"/>
        </p:xfrm>
        <a:graphic>
          <a:graphicData uri="http://schemas.openxmlformats.org/drawingml/2006/table">
            <a:tbl>
              <a:tblPr firstRow="1" bandRow="1">
                <a:tableStyleId>{5940675A-B579-460E-94D1-54222C63F5DA}</a:tableStyleId>
              </a:tblPr>
              <a:tblGrid>
                <a:gridCol w="2176272">
                  <a:extLst>
                    <a:ext uri="{9D8B030D-6E8A-4147-A177-3AD203B41FA5}">
                      <a16:colId xmlns:a16="http://schemas.microsoft.com/office/drawing/2014/main" val="2049899478"/>
                    </a:ext>
                  </a:extLst>
                </a:gridCol>
                <a:gridCol w="2459736">
                  <a:extLst>
                    <a:ext uri="{9D8B030D-6E8A-4147-A177-3AD203B41FA5}">
                      <a16:colId xmlns:a16="http://schemas.microsoft.com/office/drawing/2014/main" val="1185399470"/>
                    </a:ext>
                  </a:extLst>
                </a:gridCol>
                <a:gridCol w="2770632">
                  <a:extLst>
                    <a:ext uri="{9D8B030D-6E8A-4147-A177-3AD203B41FA5}">
                      <a16:colId xmlns:a16="http://schemas.microsoft.com/office/drawing/2014/main" val="239048098"/>
                    </a:ext>
                  </a:extLst>
                </a:gridCol>
                <a:gridCol w="4270248">
                  <a:extLst>
                    <a:ext uri="{9D8B030D-6E8A-4147-A177-3AD203B41FA5}">
                      <a16:colId xmlns:a16="http://schemas.microsoft.com/office/drawing/2014/main" val="3994259476"/>
                    </a:ext>
                  </a:extLst>
                </a:gridCol>
              </a:tblGrid>
              <a:tr h="768942">
                <a:tc>
                  <a:txBody>
                    <a:bodyPr/>
                    <a:lstStyle/>
                    <a:p>
                      <a:endParaRPr lang="en-GB"/>
                    </a:p>
                  </a:txBody>
                  <a:tcPr>
                    <a:lnL w="12700" cmpd="sng">
                      <a:noFill/>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200"/>
                        <a:t>U.S. Securities and Exchange Commission (SEC)</a:t>
                      </a:r>
                      <a:endParaRPr lang="en-GB" sz="1200"/>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200">
                          <a:highlight>
                            <a:srgbClr val="F4EDEB"/>
                          </a:highlight>
                        </a:rPr>
                        <a:t>• Securities Exchange Act of 1934</a:t>
                      </a:r>
                      <a:br>
                        <a:rPr lang="en-US" sz="1200">
                          <a:highlight>
                            <a:srgbClr val="F4EDEB"/>
                          </a:highlight>
                        </a:rPr>
                      </a:br>
                      <a:r>
                        <a:rPr lang="en-US" sz="1200">
                          <a:highlight>
                            <a:srgbClr val="F4EDEB"/>
                          </a:highlight>
                        </a:rPr>
                        <a:t>• Regulation Fair Disclosure (Reg FD)</a:t>
                      </a:r>
                      <a:br>
                        <a:rPr lang="en-US" sz="1200">
                          <a:highlight>
                            <a:srgbClr val="F4EDEB"/>
                          </a:highlight>
                        </a:rPr>
                      </a:br>
                      <a:r>
                        <a:rPr lang="en-US" sz="1200">
                          <a:highlight>
                            <a:srgbClr val="F4EDEB"/>
                          </a:highlight>
                        </a:rPr>
                        <a:t>• Sarbanes–Oxley Act (SOX)</a:t>
                      </a:r>
                      <a:br>
                        <a:rPr lang="en-US" sz="1200">
                          <a:highlight>
                            <a:srgbClr val="F4EDEB"/>
                          </a:highlight>
                        </a:rPr>
                      </a:br>
                      <a:r>
                        <a:rPr lang="en-US" sz="1200">
                          <a:highlight>
                            <a:srgbClr val="F4EDEB"/>
                          </a:highlight>
                        </a:rPr>
                        <a:t>• Insider Trading Rules (Rule 10b-5)</a:t>
                      </a:r>
                      <a:endParaRPr lang="en-GB" sz="1200">
                        <a:highlight>
                          <a:srgbClr val="F4EDEB"/>
                        </a:highlight>
                      </a:endParaRP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200">
                          <a:highlight>
                            <a:srgbClr val="F4EDEB"/>
                          </a:highlight>
                        </a:rPr>
                        <a:t>• Prohibits selective disclosure</a:t>
                      </a:r>
                      <a:br>
                        <a:rPr lang="en-US" sz="1200">
                          <a:highlight>
                            <a:srgbClr val="F4EDEB"/>
                          </a:highlight>
                        </a:rPr>
                      </a:br>
                      <a:r>
                        <a:rPr lang="en-US" sz="1200">
                          <a:highlight>
                            <a:srgbClr val="F4EDEB"/>
                          </a:highlight>
                        </a:rPr>
                        <a:t>• Mandates public dissemination of material information</a:t>
                      </a:r>
                      <a:br>
                        <a:rPr lang="en-US" sz="1200">
                          <a:highlight>
                            <a:srgbClr val="F4EDEB"/>
                          </a:highlight>
                        </a:rPr>
                      </a:br>
                      <a:r>
                        <a:rPr lang="en-US" sz="1200">
                          <a:highlight>
                            <a:srgbClr val="F4EDEB"/>
                          </a:highlight>
                        </a:rPr>
                        <a:t>• Strong emphasis on earnings calls, guidance &amp;  analyst interactions</a:t>
                      </a:r>
                      <a:endParaRPr lang="en-GB" sz="1200">
                        <a:highlight>
                          <a:srgbClr val="F4EDEB"/>
                        </a:highlight>
                      </a:endParaRPr>
                    </a:p>
                  </a:txBody>
                  <a:tcPr>
                    <a:lnL w="12700" cap="flat" cmpd="sng" algn="ctr">
                      <a:noFill/>
                      <a:prstDash val="sys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06374840"/>
                  </a:ext>
                </a:extLst>
              </a:tr>
            </a:tbl>
          </a:graphicData>
        </a:graphic>
      </p:graphicFrame>
      <p:graphicFrame>
        <p:nvGraphicFramePr>
          <p:cNvPr id="43" name="Table 42">
            <a:extLst>
              <a:ext uri="{FF2B5EF4-FFF2-40B4-BE49-F238E27FC236}">
                <a16:creationId xmlns:a16="http://schemas.microsoft.com/office/drawing/2014/main" id="{D5CE087C-590C-F3D2-751E-C06AEB941C54}"/>
              </a:ext>
            </a:extLst>
          </p:cNvPr>
          <p:cNvGraphicFramePr>
            <a:graphicFrameLocks noGrp="1"/>
          </p:cNvGraphicFramePr>
          <p:nvPr/>
        </p:nvGraphicFramePr>
        <p:xfrm>
          <a:off x="177632" y="2681642"/>
          <a:ext cx="11676888" cy="822960"/>
        </p:xfrm>
        <a:graphic>
          <a:graphicData uri="http://schemas.openxmlformats.org/drawingml/2006/table">
            <a:tbl>
              <a:tblPr firstRow="1" bandRow="1">
                <a:tableStyleId>{5940675A-B579-460E-94D1-54222C63F5DA}</a:tableStyleId>
              </a:tblPr>
              <a:tblGrid>
                <a:gridCol w="2194560">
                  <a:extLst>
                    <a:ext uri="{9D8B030D-6E8A-4147-A177-3AD203B41FA5}">
                      <a16:colId xmlns:a16="http://schemas.microsoft.com/office/drawing/2014/main" val="2049899478"/>
                    </a:ext>
                  </a:extLst>
                </a:gridCol>
                <a:gridCol w="2459736">
                  <a:extLst>
                    <a:ext uri="{9D8B030D-6E8A-4147-A177-3AD203B41FA5}">
                      <a16:colId xmlns:a16="http://schemas.microsoft.com/office/drawing/2014/main" val="1185399470"/>
                    </a:ext>
                  </a:extLst>
                </a:gridCol>
                <a:gridCol w="2779776">
                  <a:extLst>
                    <a:ext uri="{9D8B030D-6E8A-4147-A177-3AD203B41FA5}">
                      <a16:colId xmlns:a16="http://schemas.microsoft.com/office/drawing/2014/main" val="239048098"/>
                    </a:ext>
                  </a:extLst>
                </a:gridCol>
                <a:gridCol w="4242816">
                  <a:extLst>
                    <a:ext uri="{9D8B030D-6E8A-4147-A177-3AD203B41FA5}">
                      <a16:colId xmlns:a16="http://schemas.microsoft.com/office/drawing/2014/main" val="3994259476"/>
                    </a:ext>
                  </a:extLst>
                </a:gridCol>
              </a:tblGrid>
              <a:tr h="768942">
                <a:tc>
                  <a:txBody>
                    <a:bodyPr/>
                    <a:lstStyle/>
                    <a:p>
                      <a:endParaRPr lang="en-GB"/>
                    </a:p>
                  </a:txBody>
                  <a:tcPr>
                    <a:lnL w="12700" cmpd="sng">
                      <a:noFill/>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200"/>
                        <a:t>Financial Conduct Authority (FCA)</a:t>
                      </a:r>
                      <a:endParaRPr lang="en-GB" sz="1200"/>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200"/>
                        <a:t>• UK Listing Rules</a:t>
                      </a:r>
                      <a:br>
                        <a:rPr lang="en-US" sz="1200"/>
                      </a:br>
                      <a:r>
                        <a:rPr lang="en-US" sz="1200"/>
                        <a:t>• Disclosure Guidance &amp; Transparency Rules (DTR)</a:t>
                      </a:r>
                      <a:br>
                        <a:rPr lang="en-US" sz="1200"/>
                      </a:br>
                      <a:r>
                        <a:rPr lang="en-US" sz="1200"/>
                        <a:t>• UK Corporate Governance Code</a:t>
                      </a:r>
                      <a:endParaRPr lang="en-GB" sz="1200"/>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200"/>
                        <a:t>• Timely disclosure of inside information</a:t>
                      </a:r>
                      <a:br>
                        <a:rPr lang="en-US" sz="1200"/>
                      </a:br>
                      <a:r>
                        <a:rPr lang="en-US" sz="1200"/>
                        <a:t>• “Comply or Explain” governance approach</a:t>
                      </a:r>
                      <a:br>
                        <a:rPr lang="en-US" sz="1200"/>
                      </a:br>
                      <a:r>
                        <a:rPr lang="en-US" sz="1200"/>
                        <a:t>• Strong investor engagement expectations</a:t>
                      </a:r>
                      <a:endParaRPr lang="en-GB" sz="1200"/>
                    </a:p>
                  </a:txBody>
                  <a:tcPr>
                    <a:lnL w="12700" cap="flat" cmpd="sng" algn="ctr">
                      <a:noFill/>
                      <a:prstDash val="sys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06374840"/>
                  </a:ext>
                </a:extLst>
              </a:tr>
            </a:tbl>
          </a:graphicData>
        </a:graphic>
      </p:graphicFrame>
      <p:graphicFrame>
        <p:nvGraphicFramePr>
          <p:cNvPr id="44" name="Table 43">
            <a:extLst>
              <a:ext uri="{FF2B5EF4-FFF2-40B4-BE49-F238E27FC236}">
                <a16:creationId xmlns:a16="http://schemas.microsoft.com/office/drawing/2014/main" id="{A702441C-AC0D-FF58-5B5E-7C5D59531FD0}"/>
              </a:ext>
            </a:extLst>
          </p:cNvPr>
          <p:cNvGraphicFramePr>
            <a:graphicFrameLocks noGrp="1"/>
          </p:cNvGraphicFramePr>
          <p:nvPr>
            <p:extLst>
              <p:ext uri="{D42A27DB-BD31-4B8C-83A1-F6EECF244321}">
                <p14:modId xmlns:p14="http://schemas.microsoft.com/office/powerpoint/2010/main" val="552068034"/>
              </p:ext>
            </p:extLst>
          </p:nvPr>
        </p:nvGraphicFramePr>
        <p:xfrm>
          <a:off x="182880" y="3664205"/>
          <a:ext cx="11676888" cy="822960"/>
        </p:xfrm>
        <a:graphic>
          <a:graphicData uri="http://schemas.openxmlformats.org/drawingml/2006/table">
            <a:tbl>
              <a:tblPr firstRow="1" bandRow="1">
                <a:tableStyleId>{5940675A-B579-460E-94D1-54222C63F5DA}</a:tableStyleId>
              </a:tblPr>
              <a:tblGrid>
                <a:gridCol w="2203704">
                  <a:extLst>
                    <a:ext uri="{9D8B030D-6E8A-4147-A177-3AD203B41FA5}">
                      <a16:colId xmlns:a16="http://schemas.microsoft.com/office/drawing/2014/main" val="2049899478"/>
                    </a:ext>
                  </a:extLst>
                </a:gridCol>
                <a:gridCol w="2450592">
                  <a:extLst>
                    <a:ext uri="{9D8B030D-6E8A-4147-A177-3AD203B41FA5}">
                      <a16:colId xmlns:a16="http://schemas.microsoft.com/office/drawing/2014/main" val="1185399470"/>
                    </a:ext>
                  </a:extLst>
                </a:gridCol>
                <a:gridCol w="2816352">
                  <a:extLst>
                    <a:ext uri="{9D8B030D-6E8A-4147-A177-3AD203B41FA5}">
                      <a16:colId xmlns:a16="http://schemas.microsoft.com/office/drawing/2014/main" val="239048098"/>
                    </a:ext>
                  </a:extLst>
                </a:gridCol>
                <a:gridCol w="4206240">
                  <a:extLst>
                    <a:ext uri="{9D8B030D-6E8A-4147-A177-3AD203B41FA5}">
                      <a16:colId xmlns:a16="http://schemas.microsoft.com/office/drawing/2014/main" val="3994259476"/>
                    </a:ext>
                  </a:extLst>
                </a:gridCol>
              </a:tblGrid>
              <a:tr h="768942">
                <a:tc>
                  <a:txBody>
                    <a:bodyPr/>
                    <a:lstStyle/>
                    <a:p>
                      <a:endParaRPr lang="en-GB"/>
                    </a:p>
                  </a:txBody>
                  <a:tcPr>
                    <a:lnL w="12700" cmpd="sng">
                      <a:noFill/>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200"/>
                        <a:t>European Securities and Markets Authority (ESMA)</a:t>
                      </a:r>
                      <a:endParaRPr lang="en-GB" sz="1200"/>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200"/>
                        <a:t>• Market Abuse Regulation (MAR)</a:t>
                      </a:r>
                      <a:br>
                        <a:rPr lang="en-US" sz="1200"/>
                      </a:br>
                      <a:r>
                        <a:rPr lang="en-US" sz="1200"/>
                        <a:t>• Shareholder Rights Directive II (SRD II)</a:t>
                      </a:r>
                      <a:endParaRPr lang="en-GB" sz="1200"/>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200"/>
                        <a:t>• Disclosure of inside information</a:t>
                      </a:r>
                      <a:br>
                        <a:rPr lang="en-US" sz="1200"/>
                      </a:br>
                      <a:r>
                        <a:rPr lang="en-US" sz="1200"/>
                        <a:t>• Investor engagement and stewardship</a:t>
                      </a:r>
                      <a:br>
                        <a:rPr lang="en-US" sz="1200"/>
                      </a:br>
                      <a:r>
                        <a:rPr lang="en-US" sz="1200"/>
                        <a:t>• Shareholder rights and long-term engagement</a:t>
                      </a:r>
                      <a:br>
                        <a:rPr lang="en-US" sz="1200"/>
                      </a:br>
                      <a:endParaRPr lang="en-GB" sz="1200"/>
                    </a:p>
                  </a:txBody>
                  <a:tcPr>
                    <a:lnL w="12700" cap="flat" cmpd="sng" algn="ctr">
                      <a:noFill/>
                      <a:prstDash val="sys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06374840"/>
                  </a:ext>
                </a:extLst>
              </a:tr>
            </a:tbl>
          </a:graphicData>
        </a:graphic>
      </p:graphicFrame>
      <p:graphicFrame>
        <p:nvGraphicFramePr>
          <p:cNvPr id="45" name="Table 44">
            <a:extLst>
              <a:ext uri="{FF2B5EF4-FFF2-40B4-BE49-F238E27FC236}">
                <a16:creationId xmlns:a16="http://schemas.microsoft.com/office/drawing/2014/main" id="{118E66F1-05FC-4FA8-756C-AC5ACB6FEB96}"/>
              </a:ext>
            </a:extLst>
          </p:cNvPr>
          <p:cNvGraphicFramePr>
            <a:graphicFrameLocks noGrp="1"/>
          </p:cNvGraphicFramePr>
          <p:nvPr>
            <p:extLst>
              <p:ext uri="{D42A27DB-BD31-4B8C-83A1-F6EECF244321}">
                <p14:modId xmlns:p14="http://schemas.microsoft.com/office/powerpoint/2010/main" val="2581194964"/>
              </p:ext>
            </p:extLst>
          </p:nvPr>
        </p:nvGraphicFramePr>
        <p:xfrm>
          <a:off x="182880" y="4685285"/>
          <a:ext cx="11676888" cy="822960"/>
        </p:xfrm>
        <a:graphic>
          <a:graphicData uri="http://schemas.openxmlformats.org/drawingml/2006/table">
            <a:tbl>
              <a:tblPr firstRow="1" bandRow="1">
                <a:tableStyleId>{5940675A-B579-460E-94D1-54222C63F5DA}</a:tableStyleId>
              </a:tblPr>
              <a:tblGrid>
                <a:gridCol w="2212848">
                  <a:extLst>
                    <a:ext uri="{9D8B030D-6E8A-4147-A177-3AD203B41FA5}">
                      <a16:colId xmlns:a16="http://schemas.microsoft.com/office/drawing/2014/main" val="2049899478"/>
                    </a:ext>
                  </a:extLst>
                </a:gridCol>
                <a:gridCol w="2441448">
                  <a:extLst>
                    <a:ext uri="{9D8B030D-6E8A-4147-A177-3AD203B41FA5}">
                      <a16:colId xmlns:a16="http://schemas.microsoft.com/office/drawing/2014/main" val="1185399470"/>
                    </a:ext>
                  </a:extLst>
                </a:gridCol>
                <a:gridCol w="2843784">
                  <a:extLst>
                    <a:ext uri="{9D8B030D-6E8A-4147-A177-3AD203B41FA5}">
                      <a16:colId xmlns:a16="http://schemas.microsoft.com/office/drawing/2014/main" val="239048098"/>
                    </a:ext>
                  </a:extLst>
                </a:gridCol>
                <a:gridCol w="4178808">
                  <a:extLst>
                    <a:ext uri="{9D8B030D-6E8A-4147-A177-3AD203B41FA5}">
                      <a16:colId xmlns:a16="http://schemas.microsoft.com/office/drawing/2014/main" val="3994259476"/>
                    </a:ext>
                  </a:extLst>
                </a:gridCol>
              </a:tblGrid>
              <a:tr h="768942">
                <a:tc>
                  <a:txBody>
                    <a:bodyPr/>
                    <a:lstStyle/>
                    <a:p>
                      <a:endParaRPr lang="en-GB"/>
                    </a:p>
                  </a:txBody>
                  <a:tcPr>
                    <a:lnL w="12700" cmpd="sng">
                      <a:noFill/>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200"/>
                        <a:t>Securities and Exchange Board of India (SEBI)</a:t>
                      </a:r>
                      <a:endParaRPr lang="en-GB" sz="1200"/>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200"/>
                        <a:t>• SEBI (LODR) Regulations, 2015</a:t>
                      </a:r>
                      <a:br>
                        <a:rPr lang="en-US" sz="1200"/>
                      </a:br>
                      <a:r>
                        <a:rPr lang="en-US" sz="1200"/>
                        <a:t>• SEBI (PIT) Regulations, 2015</a:t>
                      </a:r>
                      <a:br>
                        <a:rPr lang="en-US" sz="1200"/>
                      </a:br>
                      <a:r>
                        <a:rPr lang="en-US" sz="1200"/>
                        <a:t>• SEBI ICDR Regulations</a:t>
                      </a:r>
                      <a:br>
                        <a:rPr lang="en-US" sz="1200"/>
                      </a:br>
                      <a:endParaRPr lang="en-GB" sz="1200"/>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200"/>
                        <a:t>• Timely disclosure of material events</a:t>
                      </a:r>
                      <a:br>
                        <a:rPr lang="en-US" sz="1200"/>
                      </a:br>
                      <a:r>
                        <a:rPr lang="en-US" sz="1200"/>
                        <a:t>• Fair disclosure policy</a:t>
                      </a:r>
                      <a:br>
                        <a:rPr lang="en-US" sz="1200"/>
                      </a:br>
                      <a:r>
                        <a:rPr lang="en-US" sz="1200"/>
                        <a:t>• Shareholder engagement and grievance redressal</a:t>
                      </a:r>
                      <a:endParaRPr lang="en-GB" sz="1200"/>
                    </a:p>
                  </a:txBody>
                  <a:tcPr>
                    <a:lnL w="12700" cap="flat" cmpd="sng" algn="ctr">
                      <a:noFill/>
                      <a:prstDash val="sys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06374840"/>
                  </a:ext>
                </a:extLst>
              </a:tr>
            </a:tbl>
          </a:graphicData>
        </a:graphic>
      </p:graphicFrame>
      <p:graphicFrame>
        <p:nvGraphicFramePr>
          <p:cNvPr id="46" name="Table 45">
            <a:extLst>
              <a:ext uri="{FF2B5EF4-FFF2-40B4-BE49-F238E27FC236}">
                <a16:creationId xmlns:a16="http://schemas.microsoft.com/office/drawing/2014/main" id="{A89B5F9D-DF3C-6635-1366-3189C4E935F6}"/>
              </a:ext>
            </a:extLst>
          </p:cNvPr>
          <p:cNvGraphicFramePr>
            <a:graphicFrameLocks noGrp="1"/>
          </p:cNvGraphicFramePr>
          <p:nvPr>
            <p:extLst>
              <p:ext uri="{D42A27DB-BD31-4B8C-83A1-F6EECF244321}">
                <p14:modId xmlns:p14="http://schemas.microsoft.com/office/powerpoint/2010/main" val="65875413"/>
              </p:ext>
            </p:extLst>
          </p:nvPr>
        </p:nvGraphicFramePr>
        <p:xfrm>
          <a:off x="177632" y="5697221"/>
          <a:ext cx="11676888" cy="1005840"/>
        </p:xfrm>
        <a:graphic>
          <a:graphicData uri="http://schemas.openxmlformats.org/drawingml/2006/table">
            <a:tbl>
              <a:tblPr firstRow="1" bandRow="1">
                <a:tableStyleId>{5940675A-B579-460E-94D1-54222C63F5DA}</a:tableStyleId>
              </a:tblPr>
              <a:tblGrid>
                <a:gridCol w="2240280">
                  <a:extLst>
                    <a:ext uri="{9D8B030D-6E8A-4147-A177-3AD203B41FA5}">
                      <a16:colId xmlns:a16="http://schemas.microsoft.com/office/drawing/2014/main" val="2049899478"/>
                    </a:ext>
                  </a:extLst>
                </a:gridCol>
                <a:gridCol w="2423160">
                  <a:extLst>
                    <a:ext uri="{9D8B030D-6E8A-4147-A177-3AD203B41FA5}">
                      <a16:colId xmlns:a16="http://schemas.microsoft.com/office/drawing/2014/main" val="1185399470"/>
                    </a:ext>
                  </a:extLst>
                </a:gridCol>
                <a:gridCol w="2834640">
                  <a:extLst>
                    <a:ext uri="{9D8B030D-6E8A-4147-A177-3AD203B41FA5}">
                      <a16:colId xmlns:a16="http://schemas.microsoft.com/office/drawing/2014/main" val="239048098"/>
                    </a:ext>
                  </a:extLst>
                </a:gridCol>
                <a:gridCol w="4178808">
                  <a:extLst>
                    <a:ext uri="{9D8B030D-6E8A-4147-A177-3AD203B41FA5}">
                      <a16:colId xmlns:a16="http://schemas.microsoft.com/office/drawing/2014/main" val="3994259476"/>
                    </a:ext>
                  </a:extLst>
                </a:gridCol>
              </a:tblGrid>
              <a:tr h="768942">
                <a:tc>
                  <a:txBody>
                    <a:bodyPr/>
                    <a:lstStyle/>
                    <a:p>
                      <a:endParaRPr lang="en-GB"/>
                    </a:p>
                  </a:txBody>
                  <a:tcPr>
                    <a:lnL w="12700" cmpd="sng">
                      <a:noFill/>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200"/>
                        <a:t>Australian Securities &amp; Investments Commission (ASIC)</a:t>
                      </a:r>
                    </a:p>
                    <a:p>
                      <a:pPr marL="171450" indent="-171450">
                        <a:buFont typeface="Arial" panose="020B0604020202020204" pitchFamily="34" charset="0"/>
                        <a:buChar char="•"/>
                      </a:pPr>
                      <a:r>
                        <a:rPr lang="en-US" sz="1200"/>
                        <a:t>Australian Securities Exchange (ASX)</a:t>
                      </a:r>
                      <a:endParaRPr lang="en-GB" sz="1200"/>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200"/>
                        <a:t>• ASX Listing Rules</a:t>
                      </a:r>
                      <a:br>
                        <a:rPr lang="en-US" sz="1200"/>
                      </a:br>
                      <a:r>
                        <a:rPr lang="en-US" sz="1200"/>
                        <a:t>• Corporations Act, 2001</a:t>
                      </a:r>
                      <a:br>
                        <a:rPr lang="en-US" sz="1200"/>
                      </a:br>
                      <a:endParaRPr lang="en-GB" sz="1200"/>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200"/>
                        <a:t>• Immediate disclosure of price-sensitive information</a:t>
                      </a:r>
                      <a:br>
                        <a:rPr lang="en-US" sz="1200"/>
                      </a:br>
                      <a:r>
                        <a:rPr lang="en-US" sz="1200"/>
                        <a:t>• Strong enforcement of disclosure breaches</a:t>
                      </a:r>
                      <a:endParaRPr lang="en-GB" sz="1200"/>
                    </a:p>
                  </a:txBody>
                  <a:tcPr>
                    <a:lnL w="12700" cap="flat" cmpd="sng" algn="ctr">
                      <a:noFill/>
                      <a:prstDash val="sys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06374840"/>
                  </a:ext>
                </a:extLst>
              </a:tr>
            </a:tbl>
          </a:graphicData>
        </a:graphic>
      </p:graphicFrame>
      <p:pic>
        <p:nvPicPr>
          <p:cNvPr id="4098" name="Picture 2" descr="Usa ">
            <a:extLst>
              <a:ext uri="{FF2B5EF4-FFF2-40B4-BE49-F238E27FC236}">
                <a16:creationId xmlns:a16="http://schemas.microsoft.com/office/drawing/2014/main" id="{60B80891-A615-4A44-6737-7A1E85B34F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403" y="1829254"/>
            <a:ext cx="517060" cy="51706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United Kingdom ">
            <a:extLst>
              <a:ext uri="{FF2B5EF4-FFF2-40B4-BE49-F238E27FC236}">
                <a16:creationId xmlns:a16="http://schemas.microsoft.com/office/drawing/2014/main" id="{7C7F2730-30D9-7DC5-7F2D-4684C3E647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403" y="2771093"/>
            <a:ext cx="568766" cy="56876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European union ">
            <a:extLst>
              <a:ext uri="{FF2B5EF4-FFF2-40B4-BE49-F238E27FC236}">
                <a16:creationId xmlns:a16="http://schemas.microsoft.com/office/drawing/2014/main" id="{5FF32302-80C3-DE1D-3D06-E1A2C3D234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965" y="3735855"/>
            <a:ext cx="625643" cy="625643"/>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India ">
            <a:extLst>
              <a:ext uri="{FF2B5EF4-FFF2-40B4-BE49-F238E27FC236}">
                <a16:creationId xmlns:a16="http://schemas.microsoft.com/office/drawing/2014/main" id="{168E745C-7F8D-DAF8-9ADA-3939285D60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430" y="4775165"/>
            <a:ext cx="582948" cy="582948"/>
          </a:xfrm>
          <a:prstGeom prst="rect">
            <a:avLst/>
          </a:prstGeom>
          <a:noFill/>
          <a:extLst>
            <a:ext uri="{909E8E84-426E-40DD-AFC4-6F175D3DCCD1}">
              <a14:hiddenFill xmlns:a14="http://schemas.microsoft.com/office/drawing/2010/main">
                <a:solidFill>
                  <a:srgbClr val="FFFFFF"/>
                </a:solidFill>
              </a14:hiddenFill>
            </a:ext>
          </a:extLst>
        </p:spPr>
      </p:pic>
      <p:sp>
        <p:nvSpPr>
          <p:cNvPr id="49" name="TextBox 48">
            <a:extLst>
              <a:ext uri="{FF2B5EF4-FFF2-40B4-BE49-F238E27FC236}">
                <a16:creationId xmlns:a16="http://schemas.microsoft.com/office/drawing/2014/main" id="{1E48AFC7-466B-C73F-CC72-85E92693C1A3}"/>
              </a:ext>
            </a:extLst>
          </p:cNvPr>
          <p:cNvSpPr txBox="1"/>
          <p:nvPr/>
        </p:nvSpPr>
        <p:spPr>
          <a:xfrm>
            <a:off x="1129960" y="1969805"/>
            <a:ext cx="1380744" cy="355829"/>
          </a:xfrm>
          <a:prstGeom prst="rect">
            <a:avLst/>
          </a:prstGeom>
          <a:noFill/>
        </p:spPr>
        <p:txBody>
          <a:bodyPr wrap="square" lIns="0" tIns="0" rIns="0" bIns="0" rtlCol="0">
            <a:noAutofit/>
          </a:bodyPr>
          <a:lstStyle/>
          <a:p>
            <a:pPr algn="l"/>
            <a:r>
              <a:rPr lang="en-GB" sz="1400"/>
              <a:t>United States</a:t>
            </a:r>
          </a:p>
        </p:txBody>
      </p:sp>
      <p:sp>
        <p:nvSpPr>
          <p:cNvPr id="50" name="TextBox 49">
            <a:extLst>
              <a:ext uri="{FF2B5EF4-FFF2-40B4-BE49-F238E27FC236}">
                <a16:creationId xmlns:a16="http://schemas.microsoft.com/office/drawing/2014/main" id="{B8B3ED46-60C5-1A1A-130E-727F82D84AD2}"/>
              </a:ext>
            </a:extLst>
          </p:cNvPr>
          <p:cNvSpPr txBox="1"/>
          <p:nvPr/>
        </p:nvSpPr>
        <p:spPr>
          <a:xfrm>
            <a:off x="1170432" y="2888200"/>
            <a:ext cx="1380744" cy="355829"/>
          </a:xfrm>
          <a:prstGeom prst="rect">
            <a:avLst/>
          </a:prstGeom>
          <a:noFill/>
        </p:spPr>
        <p:txBody>
          <a:bodyPr wrap="square" lIns="0" tIns="0" rIns="0" bIns="0" rtlCol="0">
            <a:noAutofit/>
          </a:bodyPr>
          <a:lstStyle/>
          <a:p>
            <a:pPr algn="l"/>
            <a:r>
              <a:rPr lang="en-GB" sz="1400"/>
              <a:t>United</a:t>
            </a:r>
          </a:p>
          <a:p>
            <a:pPr algn="l"/>
            <a:r>
              <a:rPr lang="en-GB" sz="1400"/>
              <a:t>Kingdom </a:t>
            </a:r>
          </a:p>
        </p:txBody>
      </p:sp>
      <p:sp>
        <p:nvSpPr>
          <p:cNvPr id="51" name="TextBox 50">
            <a:extLst>
              <a:ext uri="{FF2B5EF4-FFF2-40B4-BE49-F238E27FC236}">
                <a16:creationId xmlns:a16="http://schemas.microsoft.com/office/drawing/2014/main" id="{E6FDD5C9-238C-96B8-562A-C74E793F5180}"/>
              </a:ext>
            </a:extLst>
          </p:cNvPr>
          <p:cNvSpPr txBox="1"/>
          <p:nvPr/>
        </p:nvSpPr>
        <p:spPr>
          <a:xfrm>
            <a:off x="1210904" y="3928759"/>
            <a:ext cx="1380744" cy="355829"/>
          </a:xfrm>
          <a:prstGeom prst="rect">
            <a:avLst/>
          </a:prstGeom>
          <a:noFill/>
        </p:spPr>
        <p:txBody>
          <a:bodyPr wrap="square" lIns="0" tIns="0" rIns="0" bIns="0" rtlCol="0">
            <a:noAutofit/>
          </a:bodyPr>
          <a:lstStyle/>
          <a:p>
            <a:pPr algn="l"/>
            <a:r>
              <a:rPr lang="en-GB" sz="1400"/>
              <a:t>European </a:t>
            </a:r>
          </a:p>
          <a:p>
            <a:pPr algn="l"/>
            <a:r>
              <a:rPr lang="en-GB" sz="1400"/>
              <a:t>Union</a:t>
            </a:r>
          </a:p>
        </p:txBody>
      </p:sp>
      <p:sp>
        <p:nvSpPr>
          <p:cNvPr id="52" name="TextBox 51">
            <a:extLst>
              <a:ext uri="{FF2B5EF4-FFF2-40B4-BE49-F238E27FC236}">
                <a16:creationId xmlns:a16="http://schemas.microsoft.com/office/drawing/2014/main" id="{442DAAB8-0901-30BA-B314-EF9ED8B63F12}"/>
              </a:ext>
            </a:extLst>
          </p:cNvPr>
          <p:cNvSpPr txBox="1"/>
          <p:nvPr/>
        </p:nvSpPr>
        <p:spPr>
          <a:xfrm>
            <a:off x="1210904" y="4996329"/>
            <a:ext cx="1380744" cy="355829"/>
          </a:xfrm>
          <a:prstGeom prst="rect">
            <a:avLst/>
          </a:prstGeom>
          <a:noFill/>
        </p:spPr>
        <p:txBody>
          <a:bodyPr wrap="square" lIns="0" tIns="0" rIns="0" bIns="0" rtlCol="0">
            <a:noAutofit/>
          </a:bodyPr>
          <a:lstStyle/>
          <a:p>
            <a:pPr algn="l"/>
            <a:r>
              <a:rPr lang="en-GB" sz="1400"/>
              <a:t>India</a:t>
            </a:r>
          </a:p>
        </p:txBody>
      </p:sp>
      <p:sp>
        <p:nvSpPr>
          <p:cNvPr id="53" name="TextBox 52">
            <a:extLst>
              <a:ext uri="{FF2B5EF4-FFF2-40B4-BE49-F238E27FC236}">
                <a16:creationId xmlns:a16="http://schemas.microsoft.com/office/drawing/2014/main" id="{A99960E8-D2FA-DD82-23A8-08FFD756A847}"/>
              </a:ext>
            </a:extLst>
          </p:cNvPr>
          <p:cNvSpPr txBox="1"/>
          <p:nvPr/>
        </p:nvSpPr>
        <p:spPr>
          <a:xfrm>
            <a:off x="1129960" y="6121378"/>
            <a:ext cx="1380744" cy="355829"/>
          </a:xfrm>
          <a:prstGeom prst="rect">
            <a:avLst/>
          </a:prstGeom>
          <a:noFill/>
        </p:spPr>
        <p:txBody>
          <a:bodyPr wrap="square" lIns="0" tIns="0" rIns="0" bIns="0" rtlCol="0">
            <a:noAutofit/>
          </a:bodyPr>
          <a:lstStyle/>
          <a:p>
            <a:pPr algn="l"/>
            <a:r>
              <a:rPr lang="en-GB" sz="1400"/>
              <a:t>Australia</a:t>
            </a:r>
          </a:p>
        </p:txBody>
      </p:sp>
      <p:sp>
        <p:nvSpPr>
          <p:cNvPr id="54" name="Rectangle 53">
            <a:extLst>
              <a:ext uri="{FF2B5EF4-FFF2-40B4-BE49-F238E27FC236}">
                <a16:creationId xmlns:a16="http://schemas.microsoft.com/office/drawing/2014/main" id="{6DA4AF0F-566F-7CC5-8BEA-414D8D17784D}"/>
              </a:ext>
            </a:extLst>
          </p:cNvPr>
          <p:cNvSpPr/>
          <p:nvPr/>
        </p:nvSpPr>
        <p:spPr>
          <a:xfrm>
            <a:off x="188365" y="1683756"/>
            <a:ext cx="120095" cy="82296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Rectangle 54">
            <a:extLst>
              <a:ext uri="{FF2B5EF4-FFF2-40B4-BE49-F238E27FC236}">
                <a16:creationId xmlns:a16="http://schemas.microsoft.com/office/drawing/2014/main" id="{7EE0F198-FA95-67B0-04D8-2296C222EE66}"/>
              </a:ext>
            </a:extLst>
          </p:cNvPr>
          <p:cNvSpPr/>
          <p:nvPr/>
        </p:nvSpPr>
        <p:spPr>
          <a:xfrm>
            <a:off x="188365" y="2679431"/>
            <a:ext cx="120095" cy="82296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55">
            <a:extLst>
              <a:ext uri="{FF2B5EF4-FFF2-40B4-BE49-F238E27FC236}">
                <a16:creationId xmlns:a16="http://schemas.microsoft.com/office/drawing/2014/main" id="{1A640F52-7764-7714-6D82-206E18555A6C}"/>
              </a:ext>
            </a:extLst>
          </p:cNvPr>
          <p:cNvSpPr/>
          <p:nvPr/>
        </p:nvSpPr>
        <p:spPr>
          <a:xfrm>
            <a:off x="188365" y="3675106"/>
            <a:ext cx="120095" cy="82296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a:extLst>
              <a:ext uri="{FF2B5EF4-FFF2-40B4-BE49-F238E27FC236}">
                <a16:creationId xmlns:a16="http://schemas.microsoft.com/office/drawing/2014/main" id="{6FC10702-C48D-9389-E4CC-90B7821BAE2A}"/>
              </a:ext>
            </a:extLst>
          </p:cNvPr>
          <p:cNvSpPr/>
          <p:nvPr/>
        </p:nvSpPr>
        <p:spPr>
          <a:xfrm>
            <a:off x="188365" y="4670781"/>
            <a:ext cx="120095" cy="82296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57">
            <a:extLst>
              <a:ext uri="{FF2B5EF4-FFF2-40B4-BE49-F238E27FC236}">
                <a16:creationId xmlns:a16="http://schemas.microsoft.com/office/drawing/2014/main" id="{6ACFD65B-B9D6-DA1F-D52D-A06A0B6D180B}"/>
              </a:ext>
            </a:extLst>
          </p:cNvPr>
          <p:cNvSpPr/>
          <p:nvPr/>
        </p:nvSpPr>
        <p:spPr>
          <a:xfrm>
            <a:off x="188365" y="5706365"/>
            <a:ext cx="120095" cy="100584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110" name="Picture 14" descr="Australia ">
            <a:extLst>
              <a:ext uri="{FF2B5EF4-FFF2-40B4-BE49-F238E27FC236}">
                <a16:creationId xmlns:a16="http://schemas.microsoft.com/office/drawing/2014/main" id="{00C77054-42D5-FEA1-F3F0-2D1B8D133BE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9965" y="5955326"/>
            <a:ext cx="568766" cy="568766"/>
          </a:xfrm>
          <a:prstGeom prst="rect">
            <a:avLst/>
          </a:prstGeom>
          <a:noFill/>
          <a:extLst>
            <a:ext uri="{909E8E84-426E-40DD-AFC4-6F175D3DCCD1}">
              <a14:hiddenFill xmlns:a14="http://schemas.microsoft.com/office/drawing/2010/main">
                <a:solidFill>
                  <a:srgbClr val="FFFFFF"/>
                </a:solidFill>
              </a14:hiddenFill>
            </a:ext>
          </a:extLst>
        </p:spPr>
      </p:pic>
    </p:spTree>
    <p:custDataLst>
      <p:custData r:id="rId1"/>
    </p:custDataLst>
    <p:extLst>
      <p:ext uri="{BB962C8B-B14F-4D97-AF65-F5344CB8AC3E}">
        <p14:creationId xmlns:p14="http://schemas.microsoft.com/office/powerpoint/2010/main" val="15446006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941BD-A245-2334-97C4-45B2D2E9384A}"/>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D44DEF06-E238-A0DD-A5F1-AFCB2CC9E0DA}"/>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Investor Relations | Core Communication &amp; Key Activities</a:t>
            </a:r>
          </a:p>
        </p:txBody>
      </p:sp>
      <p:sp>
        <p:nvSpPr>
          <p:cNvPr id="3" name="Google Shape;5379;g2a70d0f154a_1_4015">
            <a:extLst>
              <a:ext uri="{FF2B5EF4-FFF2-40B4-BE49-F238E27FC236}">
                <a16:creationId xmlns:a16="http://schemas.microsoft.com/office/drawing/2014/main" id="{9F354713-AE40-AD7E-276E-E0B984B923EE}"/>
              </a:ext>
            </a:extLst>
          </p:cNvPr>
          <p:cNvSpPr/>
          <p:nvPr/>
        </p:nvSpPr>
        <p:spPr>
          <a:xfrm>
            <a:off x="478962" y="1142684"/>
            <a:ext cx="5438669" cy="428337"/>
          </a:xfrm>
          <a:prstGeom prst="round1Rect">
            <a:avLst>
              <a:gd name="adj" fmla="val 16667"/>
            </a:avLst>
          </a:prstGeom>
          <a:solidFill>
            <a:schemeClr val="accent1"/>
          </a:solidFill>
          <a:ln>
            <a:noFill/>
          </a:ln>
        </p:spPr>
        <p:txBody>
          <a:bodyPr spcFirstLastPara="1" wrap="square" lIns="548625" tIns="91425" rIns="91425" bIns="91425" anchor="ctr" anchorCtr="0">
            <a:noAutofit/>
          </a:bodyPr>
          <a:lstStyle/>
          <a:p>
            <a:pPr defTabSz="914378">
              <a:buClrTx/>
              <a:buSzPts val="1100"/>
              <a:defRPr/>
            </a:pPr>
            <a:r>
              <a:rPr lang="en-US" sz="1400" b="1" noProof="0">
                <a:solidFill>
                  <a:srgbClr val="FFFFFF"/>
                </a:solidFill>
              </a:rPr>
              <a:t>   What does IR Communicate</a:t>
            </a:r>
          </a:p>
        </p:txBody>
      </p:sp>
      <p:sp>
        <p:nvSpPr>
          <p:cNvPr id="4" name="Hexagon 3">
            <a:extLst>
              <a:ext uri="{FF2B5EF4-FFF2-40B4-BE49-F238E27FC236}">
                <a16:creationId xmlns:a16="http://schemas.microsoft.com/office/drawing/2014/main" id="{3C7013D8-DE61-C317-1911-C8BDD816BB83}"/>
              </a:ext>
            </a:extLst>
          </p:cNvPr>
          <p:cNvSpPr/>
          <p:nvPr/>
        </p:nvSpPr>
        <p:spPr>
          <a:xfrm>
            <a:off x="231648" y="1030943"/>
            <a:ext cx="776562" cy="651819"/>
          </a:xfrm>
          <a:prstGeom prst="hexagon">
            <a:avLst/>
          </a:prstGeom>
          <a:solidFill>
            <a:schemeClr val="accent3">
              <a:lumMod val="20000"/>
              <a:lumOff val="80000"/>
            </a:schemeClr>
          </a:solid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noProof="0"/>
          </a:p>
        </p:txBody>
      </p:sp>
      <p:sp>
        <p:nvSpPr>
          <p:cNvPr id="5" name="Google Shape;5379;g2a70d0f154a_1_4015">
            <a:extLst>
              <a:ext uri="{FF2B5EF4-FFF2-40B4-BE49-F238E27FC236}">
                <a16:creationId xmlns:a16="http://schemas.microsoft.com/office/drawing/2014/main" id="{0F6B0AE3-A4A4-0F60-228D-C233ABFF19AB}"/>
              </a:ext>
            </a:extLst>
          </p:cNvPr>
          <p:cNvSpPr/>
          <p:nvPr/>
        </p:nvSpPr>
        <p:spPr>
          <a:xfrm>
            <a:off x="6289653" y="1142684"/>
            <a:ext cx="5528775" cy="428337"/>
          </a:xfrm>
          <a:prstGeom prst="round1Rect">
            <a:avLst>
              <a:gd name="adj" fmla="val 16667"/>
            </a:avLst>
          </a:prstGeom>
          <a:solidFill>
            <a:schemeClr val="accent1"/>
          </a:solidFill>
          <a:ln>
            <a:noFill/>
          </a:ln>
        </p:spPr>
        <p:txBody>
          <a:bodyPr spcFirstLastPara="1" wrap="square" lIns="548625" tIns="91425" rIns="91425" bIns="91425" anchor="ctr" anchorCtr="0">
            <a:noAutofit/>
          </a:bodyPr>
          <a:lstStyle/>
          <a:p>
            <a:pPr defTabSz="914378">
              <a:buClrTx/>
              <a:buSzPts val="1100"/>
              <a:defRPr/>
            </a:pPr>
            <a:r>
              <a:rPr lang="en-US" sz="1400" b="1" noProof="0">
                <a:solidFill>
                  <a:srgbClr val="FFFFFF"/>
                </a:solidFill>
              </a:rPr>
              <a:t>    Key IR Activities</a:t>
            </a:r>
          </a:p>
        </p:txBody>
      </p:sp>
      <p:sp>
        <p:nvSpPr>
          <p:cNvPr id="6" name="Hexagon 5">
            <a:extLst>
              <a:ext uri="{FF2B5EF4-FFF2-40B4-BE49-F238E27FC236}">
                <a16:creationId xmlns:a16="http://schemas.microsoft.com/office/drawing/2014/main" id="{FBE3A84F-DF51-36A0-8D04-8A2B1774988F}"/>
              </a:ext>
            </a:extLst>
          </p:cNvPr>
          <p:cNvSpPr/>
          <p:nvPr/>
        </p:nvSpPr>
        <p:spPr>
          <a:xfrm>
            <a:off x="6057578" y="1030943"/>
            <a:ext cx="776562" cy="651819"/>
          </a:xfrm>
          <a:prstGeom prst="hexagon">
            <a:avLst/>
          </a:prstGeom>
          <a:solidFill>
            <a:schemeClr val="accent3">
              <a:lumMod val="20000"/>
              <a:lumOff val="80000"/>
            </a:schemeClr>
          </a:solid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noProof="0"/>
          </a:p>
        </p:txBody>
      </p:sp>
      <p:grpSp>
        <p:nvGrpSpPr>
          <p:cNvPr id="40" name="Group 39">
            <a:extLst>
              <a:ext uri="{FF2B5EF4-FFF2-40B4-BE49-F238E27FC236}">
                <a16:creationId xmlns:a16="http://schemas.microsoft.com/office/drawing/2014/main" id="{885934F4-38C9-843B-1028-ECA81B190316}"/>
              </a:ext>
            </a:extLst>
          </p:cNvPr>
          <p:cNvGrpSpPr/>
          <p:nvPr/>
        </p:nvGrpSpPr>
        <p:grpSpPr>
          <a:xfrm>
            <a:off x="410768" y="1814830"/>
            <a:ext cx="5476057" cy="4034136"/>
            <a:chOff x="410768" y="2152185"/>
            <a:chExt cx="5476057" cy="2984078"/>
          </a:xfrm>
        </p:grpSpPr>
        <p:sp>
          <p:nvSpPr>
            <p:cNvPr id="25" name="Google Shape;5395;g2a70d0f154a_1_4015">
              <a:extLst>
                <a:ext uri="{FF2B5EF4-FFF2-40B4-BE49-F238E27FC236}">
                  <a16:creationId xmlns:a16="http://schemas.microsoft.com/office/drawing/2014/main" id="{5B9C8D6F-DA98-65C9-0C57-947E291AA72C}"/>
                </a:ext>
              </a:extLst>
            </p:cNvPr>
            <p:cNvSpPr/>
            <p:nvPr/>
          </p:nvSpPr>
          <p:spPr>
            <a:xfrm>
              <a:off x="410768" y="2152185"/>
              <a:ext cx="5476057" cy="878544"/>
            </a:xfrm>
            <a:prstGeom prst="rect">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t" anchorCtr="0">
              <a:noAutofit/>
            </a:bodyPr>
            <a:lstStyle/>
            <a:p>
              <a:pPr algn="ctr" defTabSz="914378">
                <a:buClrTx/>
                <a:buSzPts val="900"/>
                <a:defRPr/>
              </a:pPr>
              <a:r>
                <a:rPr lang="en-US" sz="1100" b="1"/>
                <a:t>Financial Information</a:t>
              </a:r>
              <a:endParaRPr lang="en-US" sz="1100" b="1" noProof="0">
                <a:solidFill>
                  <a:schemeClr val="tx1"/>
                </a:solidFill>
              </a:endParaRPr>
            </a:p>
          </p:txBody>
        </p:sp>
        <p:sp>
          <p:nvSpPr>
            <p:cNvPr id="26" name="Google Shape;5396;g2a70d0f154a_1_4015">
              <a:extLst>
                <a:ext uri="{FF2B5EF4-FFF2-40B4-BE49-F238E27FC236}">
                  <a16:creationId xmlns:a16="http://schemas.microsoft.com/office/drawing/2014/main" id="{3A76F1A7-A4AE-A597-FD49-9E6BE3791D42}"/>
                </a:ext>
              </a:extLst>
            </p:cNvPr>
            <p:cNvSpPr/>
            <p:nvPr/>
          </p:nvSpPr>
          <p:spPr>
            <a:xfrm>
              <a:off x="410768" y="3197533"/>
              <a:ext cx="5476057" cy="878544"/>
            </a:xfrm>
            <a:prstGeom prst="rect">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t" anchorCtr="0">
              <a:noAutofit/>
            </a:bodyPr>
            <a:lstStyle/>
            <a:p>
              <a:pPr algn="ctr" defTabSz="914378">
                <a:buClrTx/>
                <a:buSzPts val="900"/>
                <a:defRPr/>
              </a:pPr>
              <a:r>
                <a:rPr lang="en-US" sz="1100" b="1" noProof="0">
                  <a:solidFill>
                    <a:schemeClr val="tx1"/>
                  </a:solidFill>
                </a:rPr>
                <a:t>Strategic Information</a:t>
              </a:r>
            </a:p>
          </p:txBody>
        </p:sp>
        <p:sp>
          <p:nvSpPr>
            <p:cNvPr id="27" name="Google Shape;5397;g2a70d0f154a_1_4015">
              <a:extLst>
                <a:ext uri="{FF2B5EF4-FFF2-40B4-BE49-F238E27FC236}">
                  <a16:creationId xmlns:a16="http://schemas.microsoft.com/office/drawing/2014/main" id="{7B5DF59C-ABE0-6524-CA2C-716EA95685CA}"/>
                </a:ext>
              </a:extLst>
            </p:cNvPr>
            <p:cNvSpPr/>
            <p:nvPr/>
          </p:nvSpPr>
          <p:spPr>
            <a:xfrm>
              <a:off x="410768" y="4257719"/>
              <a:ext cx="5476057" cy="878544"/>
            </a:xfrm>
            <a:prstGeom prst="rect">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t" anchorCtr="0">
              <a:noAutofit/>
            </a:bodyPr>
            <a:lstStyle/>
            <a:p>
              <a:pPr algn="ctr" defTabSz="914378">
                <a:buClrTx/>
                <a:buSzPts val="900"/>
                <a:defRPr/>
              </a:pPr>
              <a:r>
                <a:rPr lang="en-US" sz="1100" b="1" noProof="0">
                  <a:solidFill>
                    <a:schemeClr val="tx1"/>
                  </a:solidFill>
                </a:rPr>
                <a:t>Governance &amp; ESG</a:t>
              </a:r>
            </a:p>
          </p:txBody>
        </p:sp>
        <p:sp>
          <p:nvSpPr>
            <p:cNvPr id="32" name="Google Shape;5402;g2a70d0f154a_1_4015">
              <a:extLst>
                <a:ext uri="{FF2B5EF4-FFF2-40B4-BE49-F238E27FC236}">
                  <a16:creationId xmlns:a16="http://schemas.microsoft.com/office/drawing/2014/main" id="{480001D7-887F-0F9F-F12E-8687EBB92F1E}"/>
                </a:ext>
              </a:extLst>
            </p:cNvPr>
            <p:cNvSpPr/>
            <p:nvPr/>
          </p:nvSpPr>
          <p:spPr>
            <a:xfrm>
              <a:off x="3438536" y="2567740"/>
              <a:ext cx="2265402" cy="311954"/>
            </a:xfrm>
            <a:prstGeom prst="rect">
              <a:avLst/>
            </a:prstGeom>
            <a:solidFill>
              <a:schemeClr val="bg1"/>
            </a:solidFill>
            <a:ln>
              <a:noFill/>
            </a:ln>
          </p:spPr>
          <p:txBody>
            <a:bodyPr spcFirstLastPara="1" wrap="square" lIns="91425" tIns="91425" rIns="91425" bIns="91425" anchor="ctr" anchorCtr="0">
              <a:noAutofit/>
            </a:bodyPr>
            <a:lstStyle/>
            <a:p>
              <a:pPr algn="ctr" defTabSz="914378">
                <a:buClrTx/>
                <a:buSzPts val="900"/>
                <a:defRPr/>
              </a:pPr>
              <a:r>
                <a:rPr lang="en-US" sz="1100" noProof="0">
                  <a:solidFill>
                    <a:schemeClr val="tx1"/>
                  </a:solidFill>
                </a:rPr>
                <a:t>KPIs and Performance Trends</a:t>
              </a:r>
            </a:p>
          </p:txBody>
        </p:sp>
        <p:sp>
          <p:nvSpPr>
            <p:cNvPr id="33" name="Google Shape;5403;g2a70d0f154a_1_4015">
              <a:extLst>
                <a:ext uri="{FF2B5EF4-FFF2-40B4-BE49-F238E27FC236}">
                  <a16:creationId xmlns:a16="http://schemas.microsoft.com/office/drawing/2014/main" id="{74D0944B-1ACB-B714-BA1E-0C9AD56C94A8}"/>
                </a:ext>
              </a:extLst>
            </p:cNvPr>
            <p:cNvSpPr/>
            <p:nvPr/>
          </p:nvSpPr>
          <p:spPr>
            <a:xfrm>
              <a:off x="558993" y="2567740"/>
              <a:ext cx="2265402" cy="311954"/>
            </a:xfrm>
            <a:prstGeom prst="rect">
              <a:avLst/>
            </a:prstGeom>
            <a:solidFill>
              <a:schemeClr val="bg1"/>
            </a:solidFill>
            <a:ln>
              <a:noFill/>
            </a:ln>
          </p:spPr>
          <p:txBody>
            <a:bodyPr spcFirstLastPara="1" wrap="square" lIns="91425" tIns="91425" rIns="91425" bIns="91425" anchor="ctr" anchorCtr="0">
              <a:noAutofit/>
            </a:bodyPr>
            <a:lstStyle/>
            <a:p>
              <a:pPr algn="ctr" defTabSz="914378">
                <a:buClrTx/>
                <a:buSzPts val="900"/>
                <a:defRPr/>
              </a:pPr>
              <a:r>
                <a:rPr lang="en-US" sz="1100" noProof="0">
                  <a:solidFill>
                    <a:schemeClr val="tx1"/>
                  </a:solidFill>
                </a:rPr>
                <a:t>Quarterly &amp; Annual Results </a:t>
              </a:r>
            </a:p>
          </p:txBody>
        </p:sp>
        <p:sp>
          <p:nvSpPr>
            <p:cNvPr id="34" name="Google Shape;5404;g2a70d0f154a_1_4015">
              <a:extLst>
                <a:ext uri="{FF2B5EF4-FFF2-40B4-BE49-F238E27FC236}">
                  <a16:creationId xmlns:a16="http://schemas.microsoft.com/office/drawing/2014/main" id="{252F9049-6F03-0735-0B82-538EA712F336}"/>
                </a:ext>
              </a:extLst>
            </p:cNvPr>
            <p:cNvSpPr/>
            <p:nvPr/>
          </p:nvSpPr>
          <p:spPr>
            <a:xfrm>
              <a:off x="3438536" y="3460390"/>
              <a:ext cx="2265402" cy="257814"/>
            </a:xfrm>
            <a:prstGeom prst="rect">
              <a:avLst/>
            </a:prstGeom>
            <a:solidFill>
              <a:schemeClr val="bg1"/>
            </a:solidFill>
            <a:ln>
              <a:noFill/>
            </a:ln>
          </p:spPr>
          <p:txBody>
            <a:bodyPr spcFirstLastPara="1" wrap="square" lIns="91425" tIns="91425" rIns="91425" bIns="91425" anchor="ctr" anchorCtr="0">
              <a:noAutofit/>
            </a:bodyPr>
            <a:lstStyle/>
            <a:p>
              <a:pPr algn="ctr" defTabSz="914378">
                <a:buClrTx/>
                <a:buSzPts val="900"/>
                <a:defRPr/>
              </a:pPr>
              <a:r>
                <a:rPr lang="en-US" sz="1100" noProof="0">
                  <a:solidFill>
                    <a:schemeClr val="tx1"/>
                  </a:solidFill>
                </a:rPr>
                <a:t>Growth Strategy</a:t>
              </a:r>
            </a:p>
          </p:txBody>
        </p:sp>
        <p:sp>
          <p:nvSpPr>
            <p:cNvPr id="35" name="Google Shape;5405;g2a70d0f154a_1_4015">
              <a:extLst>
                <a:ext uri="{FF2B5EF4-FFF2-40B4-BE49-F238E27FC236}">
                  <a16:creationId xmlns:a16="http://schemas.microsoft.com/office/drawing/2014/main" id="{2DB3B1F4-76A4-AC94-F5C4-4E4010BC7F5A}"/>
                </a:ext>
              </a:extLst>
            </p:cNvPr>
            <p:cNvSpPr/>
            <p:nvPr/>
          </p:nvSpPr>
          <p:spPr>
            <a:xfrm>
              <a:off x="558993" y="3460390"/>
              <a:ext cx="2265402" cy="257814"/>
            </a:xfrm>
            <a:prstGeom prst="rect">
              <a:avLst/>
            </a:prstGeom>
            <a:solidFill>
              <a:schemeClr val="bg1"/>
            </a:solidFill>
            <a:ln>
              <a:noFill/>
            </a:ln>
          </p:spPr>
          <p:txBody>
            <a:bodyPr spcFirstLastPara="1" wrap="square" lIns="91425" tIns="91425" rIns="91425" bIns="91425" anchor="ctr" anchorCtr="0">
              <a:noAutofit/>
            </a:bodyPr>
            <a:lstStyle/>
            <a:p>
              <a:pPr algn="ctr" defTabSz="914378">
                <a:buClrTx/>
                <a:buSzPts val="900"/>
                <a:defRPr/>
              </a:pPr>
              <a:r>
                <a:rPr lang="en-US" sz="1100" noProof="0">
                  <a:solidFill>
                    <a:schemeClr val="tx1"/>
                  </a:solidFill>
                </a:rPr>
                <a:t>Business Model</a:t>
              </a:r>
            </a:p>
          </p:txBody>
        </p:sp>
        <p:sp>
          <p:nvSpPr>
            <p:cNvPr id="41" name="Google Shape;5405;g2a70d0f154a_1_4015">
              <a:extLst>
                <a:ext uri="{FF2B5EF4-FFF2-40B4-BE49-F238E27FC236}">
                  <a16:creationId xmlns:a16="http://schemas.microsoft.com/office/drawing/2014/main" id="{32669B8F-3DF3-FA8D-816B-7E4C377288F0}"/>
                </a:ext>
              </a:extLst>
            </p:cNvPr>
            <p:cNvSpPr/>
            <p:nvPr/>
          </p:nvSpPr>
          <p:spPr>
            <a:xfrm>
              <a:off x="2050356" y="3774679"/>
              <a:ext cx="2265402" cy="257814"/>
            </a:xfrm>
            <a:prstGeom prst="rect">
              <a:avLst/>
            </a:prstGeom>
            <a:solidFill>
              <a:schemeClr val="bg1"/>
            </a:solidFill>
            <a:ln>
              <a:noFill/>
            </a:ln>
          </p:spPr>
          <p:txBody>
            <a:bodyPr spcFirstLastPara="1" wrap="square" lIns="91425" tIns="91425" rIns="91425" bIns="91425" anchor="ctr" anchorCtr="0">
              <a:noAutofit/>
            </a:bodyPr>
            <a:lstStyle/>
            <a:p>
              <a:pPr algn="ctr" defTabSz="914378">
                <a:buClrTx/>
                <a:buSzPts val="900"/>
                <a:defRPr/>
              </a:pPr>
              <a:r>
                <a:rPr lang="en-US" sz="1100" noProof="0">
                  <a:solidFill>
                    <a:schemeClr val="tx1"/>
                  </a:solidFill>
                </a:rPr>
                <a:t>Capital Allocation</a:t>
              </a:r>
            </a:p>
          </p:txBody>
        </p:sp>
        <p:sp>
          <p:nvSpPr>
            <p:cNvPr id="42" name="Google Shape;5404;g2a70d0f154a_1_4015">
              <a:extLst>
                <a:ext uri="{FF2B5EF4-FFF2-40B4-BE49-F238E27FC236}">
                  <a16:creationId xmlns:a16="http://schemas.microsoft.com/office/drawing/2014/main" id="{4161F655-9DC8-D97E-ADD9-1F9B3D0FEF2B}"/>
                </a:ext>
              </a:extLst>
            </p:cNvPr>
            <p:cNvSpPr/>
            <p:nvPr/>
          </p:nvSpPr>
          <p:spPr>
            <a:xfrm>
              <a:off x="3453776" y="4499769"/>
              <a:ext cx="2265402" cy="257814"/>
            </a:xfrm>
            <a:prstGeom prst="rect">
              <a:avLst/>
            </a:prstGeom>
            <a:solidFill>
              <a:schemeClr val="bg1"/>
            </a:solidFill>
            <a:ln>
              <a:noFill/>
            </a:ln>
          </p:spPr>
          <p:txBody>
            <a:bodyPr spcFirstLastPara="1" wrap="square" lIns="91425" tIns="91425" rIns="91425" bIns="91425" anchor="ctr" anchorCtr="0">
              <a:noAutofit/>
            </a:bodyPr>
            <a:lstStyle/>
            <a:p>
              <a:pPr algn="ctr" defTabSz="914378">
                <a:buClrTx/>
                <a:buSzPts val="900"/>
                <a:defRPr/>
              </a:pPr>
              <a:r>
                <a:rPr lang="en-US" sz="1100" noProof="0">
                  <a:solidFill>
                    <a:schemeClr val="tx1"/>
                  </a:solidFill>
                </a:rPr>
                <a:t>Risk Management</a:t>
              </a:r>
            </a:p>
          </p:txBody>
        </p:sp>
        <p:sp>
          <p:nvSpPr>
            <p:cNvPr id="47" name="Google Shape;5405;g2a70d0f154a_1_4015">
              <a:extLst>
                <a:ext uri="{FF2B5EF4-FFF2-40B4-BE49-F238E27FC236}">
                  <a16:creationId xmlns:a16="http://schemas.microsoft.com/office/drawing/2014/main" id="{87D0435C-5C8A-6E7F-587F-60863F8E11EC}"/>
                </a:ext>
              </a:extLst>
            </p:cNvPr>
            <p:cNvSpPr/>
            <p:nvPr/>
          </p:nvSpPr>
          <p:spPr>
            <a:xfrm>
              <a:off x="574233" y="4499769"/>
              <a:ext cx="2265402" cy="257814"/>
            </a:xfrm>
            <a:prstGeom prst="rect">
              <a:avLst/>
            </a:prstGeom>
            <a:solidFill>
              <a:schemeClr val="bg1"/>
            </a:solidFill>
            <a:ln>
              <a:noFill/>
            </a:ln>
          </p:spPr>
          <p:txBody>
            <a:bodyPr spcFirstLastPara="1" wrap="square" lIns="91425" tIns="91425" rIns="91425" bIns="91425" anchor="ctr" anchorCtr="0">
              <a:noAutofit/>
            </a:bodyPr>
            <a:lstStyle/>
            <a:p>
              <a:pPr algn="ctr" defTabSz="914378">
                <a:buClrTx/>
                <a:buSzPts val="900"/>
                <a:defRPr/>
              </a:pPr>
              <a:r>
                <a:rPr lang="en-US" sz="1100" noProof="0">
                  <a:solidFill>
                    <a:schemeClr val="tx1"/>
                  </a:solidFill>
                </a:rPr>
                <a:t>Board Structure &amp; Oversight </a:t>
              </a:r>
            </a:p>
          </p:txBody>
        </p:sp>
        <p:sp>
          <p:nvSpPr>
            <p:cNvPr id="48" name="Google Shape;5405;g2a70d0f154a_1_4015">
              <a:extLst>
                <a:ext uri="{FF2B5EF4-FFF2-40B4-BE49-F238E27FC236}">
                  <a16:creationId xmlns:a16="http://schemas.microsoft.com/office/drawing/2014/main" id="{7E7733AC-A0DC-84FB-2BA6-AED88D767C28}"/>
                </a:ext>
              </a:extLst>
            </p:cNvPr>
            <p:cNvSpPr/>
            <p:nvPr/>
          </p:nvSpPr>
          <p:spPr>
            <a:xfrm>
              <a:off x="2065596" y="4814064"/>
              <a:ext cx="2265402" cy="257814"/>
            </a:xfrm>
            <a:prstGeom prst="rect">
              <a:avLst/>
            </a:prstGeom>
            <a:solidFill>
              <a:schemeClr val="bg1"/>
            </a:solidFill>
            <a:ln>
              <a:noFill/>
            </a:ln>
          </p:spPr>
          <p:txBody>
            <a:bodyPr spcFirstLastPara="1" wrap="square" lIns="91425" tIns="91425" rIns="91425" bIns="91425" anchor="ctr" anchorCtr="0">
              <a:noAutofit/>
            </a:bodyPr>
            <a:lstStyle/>
            <a:p>
              <a:pPr algn="ctr" defTabSz="914378">
                <a:buClrTx/>
                <a:buSzPts val="900"/>
                <a:defRPr/>
              </a:pPr>
              <a:r>
                <a:rPr lang="en-US" sz="1100" noProof="0">
                  <a:solidFill>
                    <a:schemeClr val="tx1"/>
                  </a:solidFill>
                </a:rPr>
                <a:t>Sustainability Priorities</a:t>
              </a:r>
            </a:p>
          </p:txBody>
        </p:sp>
      </p:grpSp>
      <p:grpSp>
        <p:nvGrpSpPr>
          <p:cNvPr id="8" name="Group 7">
            <a:extLst>
              <a:ext uri="{FF2B5EF4-FFF2-40B4-BE49-F238E27FC236}">
                <a16:creationId xmlns:a16="http://schemas.microsoft.com/office/drawing/2014/main" id="{53CA98F6-745F-3872-3DD9-7088BB9EF245}"/>
              </a:ext>
            </a:extLst>
          </p:cNvPr>
          <p:cNvGrpSpPr/>
          <p:nvPr/>
        </p:nvGrpSpPr>
        <p:grpSpPr>
          <a:xfrm>
            <a:off x="6354390" y="1831546"/>
            <a:ext cx="5347469" cy="4255769"/>
            <a:chOff x="4586980" y="1745094"/>
            <a:chExt cx="4310317" cy="3523143"/>
          </a:xfrm>
        </p:grpSpPr>
        <p:sp>
          <p:nvSpPr>
            <p:cNvPr id="12" name="Google Shape;5381;g2a70d0f154a_1_4015">
              <a:extLst>
                <a:ext uri="{FF2B5EF4-FFF2-40B4-BE49-F238E27FC236}">
                  <a16:creationId xmlns:a16="http://schemas.microsoft.com/office/drawing/2014/main" id="{51DBE6A9-8325-9571-88A1-763F9E3E1C1C}"/>
                </a:ext>
              </a:extLst>
            </p:cNvPr>
            <p:cNvSpPr/>
            <p:nvPr/>
          </p:nvSpPr>
          <p:spPr>
            <a:xfrm>
              <a:off x="4629376" y="1745094"/>
              <a:ext cx="430200" cy="364913"/>
            </a:xfrm>
            <a:prstGeom prst="round1Rect">
              <a:avLst>
                <a:gd name="adj" fmla="val 16667"/>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p:spPr>
          <p:txBody>
            <a:bodyPr spcFirstLastPara="1" wrap="square" lIns="0" tIns="0" rIns="0" bIns="0" anchor="ctr" anchorCtr="0">
              <a:noAutofit/>
            </a:bodyPr>
            <a:lstStyle/>
            <a:p>
              <a:pPr algn="ctr" defTabSz="914378">
                <a:buClrTx/>
                <a:buSzPts val="1200"/>
                <a:defRPr/>
              </a:pPr>
              <a:r>
                <a:rPr lang="en-US" sz="2400" b="1" noProof="0"/>
                <a:t>01</a:t>
              </a:r>
            </a:p>
          </p:txBody>
        </p:sp>
        <p:sp>
          <p:nvSpPr>
            <p:cNvPr id="13" name="Google Shape;5382;g2a70d0f154a_1_4015">
              <a:extLst>
                <a:ext uri="{FF2B5EF4-FFF2-40B4-BE49-F238E27FC236}">
                  <a16:creationId xmlns:a16="http://schemas.microsoft.com/office/drawing/2014/main" id="{58E5D2D4-E7EE-EA5A-3202-C13CB05E16B0}"/>
                </a:ext>
              </a:extLst>
            </p:cNvPr>
            <p:cNvSpPr txBox="1"/>
            <p:nvPr/>
          </p:nvSpPr>
          <p:spPr>
            <a:xfrm>
              <a:off x="5147100" y="1764658"/>
              <a:ext cx="3726133" cy="572700"/>
            </a:xfrm>
            <a:prstGeom prst="rect">
              <a:avLst/>
            </a:prstGeom>
            <a:noFill/>
            <a:ln>
              <a:noFill/>
            </a:ln>
          </p:spPr>
          <p:txBody>
            <a:bodyPr spcFirstLastPara="1" wrap="square" lIns="0" tIns="0" rIns="0" bIns="0" anchor="t" anchorCtr="0">
              <a:noAutofit/>
            </a:bodyPr>
            <a:lstStyle/>
            <a:p>
              <a:pPr marL="4063" defTabSz="914378">
                <a:buClrTx/>
                <a:buSzPts val="800"/>
                <a:defRPr/>
              </a:pPr>
              <a:r>
                <a:rPr lang="en-US" sz="1200" b="1"/>
                <a:t>Earnings calls and investor presentations</a:t>
              </a:r>
            </a:p>
            <a:p>
              <a:pPr marL="4063" defTabSz="914378">
                <a:buClrTx/>
                <a:buSzPts val="800"/>
                <a:defRPr/>
              </a:pPr>
              <a:r>
                <a:rPr lang="en-US" sz="1200"/>
                <a:t>Communicate financial performance, business updates &amp; management outlook to investors and analysts.</a:t>
              </a:r>
              <a:endParaRPr lang="en-US" sz="1200" b="1" noProof="0">
                <a:solidFill>
                  <a:sysClr val="windowText" lastClr="000000"/>
                </a:solidFill>
              </a:endParaRPr>
            </a:p>
          </p:txBody>
        </p:sp>
        <p:sp>
          <p:nvSpPr>
            <p:cNvPr id="15" name="Google Shape;5384;g2a70d0f154a_1_4015">
              <a:extLst>
                <a:ext uri="{FF2B5EF4-FFF2-40B4-BE49-F238E27FC236}">
                  <a16:creationId xmlns:a16="http://schemas.microsoft.com/office/drawing/2014/main" id="{08A39863-75B1-7E8C-14BB-49746D1F8933}"/>
                </a:ext>
              </a:extLst>
            </p:cNvPr>
            <p:cNvSpPr txBox="1"/>
            <p:nvPr/>
          </p:nvSpPr>
          <p:spPr>
            <a:xfrm>
              <a:off x="5169759" y="2461683"/>
              <a:ext cx="3692100" cy="691200"/>
            </a:xfrm>
            <a:prstGeom prst="rect">
              <a:avLst/>
            </a:prstGeom>
            <a:noFill/>
            <a:ln>
              <a:noFill/>
            </a:ln>
          </p:spPr>
          <p:txBody>
            <a:bodyPr spcFirstLastPara="1" wrap="square" lIns="0" tIns="0" rIns="0" bIns="0" anchor="t" anchorCtr="0">
              <a:noAutofit/>
            </a:bodyPr>
            <a:lstStyle/>
            <a:p>
              <a:pPr marL="4063" defTabSz="914378">
                <a:buClrTx/>
                <a:buSzPts val="800"/>
                <a:defRPr/>
              </a:pPr>
              <a:r>
                <a:rPr lang="en-US" sz="1200" b="1"/>
                <a:t>Analyst meets and investor roadshows</a:t>
              </a:r>
            </a:p>
            <a:p>
              <a:pPr marL="4063" defTabSz="914378">
                <a:buClrTx/>
                <a:buSzPts val="800"/>
                <a:defRPr/>
              </a:pPr>
              <a:r>
                <a:rPr lang="en-US" sz="1200"/>
                <a:t>Engage with analysts and institutional investors to explain strategy, performance drivers &amp; long-term value creation.</a:t>
              </a:r>
              <a:endParaRPr lang="en-US" sz="1200" b="1" noProof="0">
                <a:solidFill>
                  <a:sysClr val="windowText" lastClr="000000"/>
                </a:solidFill>
              </a:endParaRPr>
            </a:p>
          </p:txBody>
        </p:sp>
        <p:sp>
          <p:nvSpPr>
            <p:cNvPr id="16" name="Google Shape;5385;g2a70d0f154a_1_4015">
              <a:extLst>
                <a:ext uri="{FF2B5EF4-FFF2-40B4-BE49-F238E27FC236}">
                  <a16:creationId xmlns:a16="http://schemas.microsoft.com/office/drawing/2014/main" id="{46EB8027-7496-B4B6-C513-9BD20ECB0F47}"/>
                </a:ext>
              </a:extLst>
            </p:cNvPr>
            <p:cNvSpPr/>
            <p:nvPr/>
          </p:nvSpPr>
          <p:spPr>
            <a:xfrm>
              <a:off x="4639841" y="2515713"/>
              <a:ext cx="430200" cy="364913"/>
            </a:xfrm>
            <a:prstGeom prst="round1Rect">
              <a:avLst>
                <a:gd name="adj" fmla="val 16667"/>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p:spPr>
          <p:txBody>
            <a:bodyPr spcFirstLastPara="1" wrap="square" lIns="0" tIns="0" rIns="0" bIns="0" anchor="ctr" anchorCtr="0">
              <a:noAutofit/>
            </a:bodyPr>
            <a:lstStyle/>
            <a:p>
              <a:pPr algn="ctr" defTabSz="914378">
                <a:buClrTx/>
                <a:buSzPts val="1200"/>
                <a:defRPr/>
              </a:pPr>
              <a:r>
                <a:rPr lang="en-US" sz="2400" b="1" noProof="0"/>
                <a:t>02</a:t>
              </a:r>
            </a:p>
          </p:txBody>
        </p:sp>
        <p:sp>
          <p:nvSpPr>
            <p:cNvPr id="17" name="Google Shape;5386;g2a70d0f154a_1_4015">
              <a:extLst>
                <a:ext uri="{FF2B5EF4-FFF2-40B4-BE49-F238E27FC236}">
                  <a16:creationId xmlns:a16="http://schemas.microsoft.com/office/drawing/2014/main" id="{880C66BE-41B7-509F-E1C3-5AF475450F12}"/>
                </a:ext>
              </a:extLst>
            </p:cNvPr>
            <p:cNvSpPr txBox="1"/>
            <p:nvPr/>
          </p:nvSpPr>
          <p:spPr>
            <a:xfrm>
              <a:off x="5147100" y="3645112"/>
              <a:ext cx="3625716" cy="572700"/>
            </a:xfrm>
            <a:prstGeom prst="rect">
              <a:avLst/>
            </a:prstGeom>
            <a:noFill/>
            <a:ln>
              <a:noFill/>
            </a:ln>
          </p:spPr>
          <p:txBody>
            <a:bodyPr spcFirstLastPara="1" wrap="square" lIns="0" tIns="0" rIns="0" bIns="0" anchor="t" anchorCtr="0">
              <a:noAutofit/>
            </a:bodyPr>
            <a:lstStyle/>
            <a:p>
              <a:pPr marL="4064" defTabSz="914378">
                <a:buClrTx/>
                <a:buSzPts val="800"/>
                <a:defRPr/>
              </a:pPr>
              <a:endParaRPr lang="en-US" sz="1050" noProof="0">
                <a:solidFill>
                  <a:sysClr val="windowText" lastClr="000000"/>
                </a:solidFill>
              </a:endParaRPr>
            </a:p>
          </p:txBody>
        </p:sp>
        <p:sp>
          <p:nvSpPr>
            <p:cNvPr id="18" name="Google Shape;5387;g2a70d0f154a_1_4015">
              <a:extLst>
                <a:ext uri="{FF2B5EF4-FFF2-40B4-BE49-F238E27FC236}">
                  <a16:creationId xmlns:a16="http://schemas.microsoft.com/office/drawing/2014/main" id="{83FD9A2E-D793-D854-C728-A2915B367F19}"/>
                </a:ext>
              </a:extLst>
            </p:cNvPr>
            <p:cNvSpPr/>
            <p:nvPr/>
          </p:nvSpPr>
          <p:spPr>
            <a:xfrm>
              <a:off x="4629376" y="3255029"/>
              <a:ext cx="430200" cy="364913"/>
            </a:xfrm>
            <a:prstGeom prst="round1Rect">
              <a:avLst>
                <a:gd name="adj" fmla="val 16667"/>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p:spPr>
          <p:txBody>
            <a:bodyPr spcFirstLastPara="1" wrap="square" lIns="0" tIns="0" rIns="0" bIns="0" anchor="ctr" anchorCtr="0">
              <a:noAutofit/>
            </a:bodyPr>
            <a:lstStyle/>
            <a:p>
              <a:pPr algn="ctr" defTabSz="914378">
                <a:buClrTx/>
                <a:buSzPts val="1200"/>
                <a:defRPr/>
              </a:pPr>
              <a:r>
                <a:rPr lang="en-US" sz="2400" b="1" noProof="0"/>
                <a:t>03</a:t>
              </a:r>
            </a:p>
          </p:txBody>
        </p:sp>
        <p:sp>
          <p:nvSpPr>
            <p:cNvPr id="19" name="Google Shape;5388;g2a70d0f154a_1_4015">
              <a:extLst>
                <a:ext uri="{FF2B5EF4-FFF2-40B4-BE49-F238E27FC236}">
                  <a16:creationId xmlns:a16="http://schemas.microsoft.com/office/drawing/2014/main" id="{64D037EB-EBD8-EBAD-5598-2FCF382B56B9}"/>
                </a:ext>
              </a:extLst>
            </p:cNvPr>
            <p:cNvSpPr txBox="1"/>
            <p:nvPr/>
          </p:nvSpPr>
          <p:spPr>
            <a:xfrm>
              <a:off x="5147100" y="4377047"/>
              <a:ext cx="3625715" cy="691200"/>
            </a:xfrm>
            <a:prstGeom prst="rect">
              <a:avLst/>
            </a:prstGeom>
            <a:noFill/>
            <a:ln>
              <a:noFill/>
            </a:ln>
          </p:spPr>
          <p:txBody>
            <a:bodyPr spcFirstLastPara="1" wrap="square" lIns="0" tIns="0" rIns="0" bIns="0" anchor="t" anchorCtr="0">
              <a:noAutofit/>
            </a:bodyPr>
            <a:lstStyle/>
            <a:p>
              <a:pPr marL="146300" indent="-142237" defTabSz="914378">
                <a:buClrTx/>
                <a:buSzPts val="800"/>
                <a:buFont typeface="Arial"/>
                <a:buChar char="•"/>
                <a:defRPr/>
              </a:pPr>
              <a:endParaRPr lang="en-US" sz="1050" noProof="0">
                <a:solidFill>
                  <a:sysClr val="windowText" lastClr="000000"/>
                </a:solidFill>
              </a:endParaRPr>
            </a:p>
          </p:txBody>
        </p:sp>
        <p:sp>
          <p:nvSpPr>
            <p:cNvPr id="20" name="Google Shape;5389;g2a70d0f154a_1_4015">
              <a:extLst>
                <a:ext uri="{FF2B5EF4-FFF2-40B4-BE49-F238E27FC236}">
                  <a16:creationId xmlns:a16="http://schemas.microsoft.com/office/drawing/2014/main" id="{574639D0-2726-3EA1-7DEC-C08D70E9705C}"/>
                </a:ext>
              </a:extLst>
            </p:cNvPr>
            <p:cNvSpPr/>
            <p:nvPr/>
          </p:nvSpPr>
          <p:spPr>
            <a:xfrm>
              <a:off x="4629376" y="3960543"/>
              <a:ext cx="430200" cy="364913"/>
            </a:xfrm>
            <a:prstGeom prst="round1Rect">
              <a:avLst>
                <a:gd name="adj" fmla="val 16667"/>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p:spPr>
          <p:txBody>
            <a:bodyPr spcFirstLastPara="1" wrap="square" lIns="0" tIns="0" rIns="0" bIns="0" anchor="ctr" anchorCtr="0">
              <a:noAutofit/>
            </a:bodyPr>
            <a:lstStyle/>
            <a:p>
              <a:pPr algn="ctr" defTabSz="914378">
                <a:buClrTx/>
                <a:buSzPts val="1200"/>
                <a:defRPr/>
              </a:pPr>
              <a:r>
                <a:rPr lang="en-US" sz="2400" b="1" noProof="0"/>
                <a:t>04</a:t>
              </a:r>
            </a:p>
          </p:txBody>
        </p:sp>
        <p:cxnSp>
          <p:nvCxnSpPr>
            <p:cNvPr id="21" name="Google Shape;5390;g2a70d0f154a_1_4015">
              <a:extLst>
                <a:ext uri="{FF2B5EF4-FFF2-40B4-BE49-F238E27FC236}">
                  <a16:creationId xmlns:a16="http://schemas.microsoft.com/office/drawing/2014/main" id="{2BC3B588-EE70-02FF-9F08-7ECC205230A3}"/>
                </a:ext>
              </a:extLst>
            </p:cNvPr>
            <p:cNvCxnSpPr/>
            <p:nvPr/>
          </p:nvCxnSpPr>
          <p:spPr>
            <a:xfrm>
              <a:off x="4636644" y="2297083"/>
              <a:ext cx="4202400" cy="0"/>
            </a:xfrm>
            <a:prstGeom prst="straightConnector1">
              <a:avLst/>
            </a:prstGeom>
            <a:noFill/>
            <a:ln w="9525" cap="flat" cmpd="sng">
              <a:solidFill>
                <a:schemeClr val="accent1"/>
              </a:solidFill>
              <a:prstDash val="dash"/>
              <a:round/>
              <a:headEnd type="none" w="sm" len="sm"/>
              <a:tailEnd type="none" w="sm" len="sm"/>
            </a:ln>
          </p:spPr>
        </p:cxnSp>
        <p:cxnSp>
          <p:nvCxnSpPr>
            <p:cNvPr id="22" name="Google Shape;5391;g2a70d0f154a_1_4015">
              <a:extLst>
                <a:ext uri="{FF2B5EF4-FFF2-40B4-BE49-F238E27FC236}">
                  <a16:creationId xmlns:a16="http://schemas.microsoft.com/office/drawing/2014/main" id="{6653E86B-97E3-0F73-E8DB-CA56A0B4790A}"/>
                </a:ext>
              </a:extLst>
            </p:cNvPr>
            <p:cNvCxnSpPr/>
            <p:nvPr/>
          </p:nvCxnSpPr>
          <p:spPr>
            <a:xfrm>
              <a:off x="4621170" y="3075108"/>
              <a:ext cx="4202400" cy="0"/>
            </a:xfrm>
            <a:prstGeom prst="straightConnector1">
              <a:avLst/>
            </a:prstGeom>
            <a:noFill/>
            <a:ln w="9525" cap="flat" cmpd="sng">
              <a:solidFill>
                <a:schemeClr val="accent1"/>
              </a:solidFill>
              <a:prstDash val="dash"/>
              <a:round/>
              <a:headEnd type="none" w="sm" len="sm"/>
              <a:tailEnd type="none" w="sm" len="sm"/>
            </a:ln>
          </p:spPr>
        </p:cxnSp>
        <p:cxnSp>
          <p:nvCxnSpPr>
            <p:cNvPr id="23" name="Google Shape;5392;g2a70d0f154a_1_4015">
              <a:extLst>
                <a:ext uri="{FF2B5EF4-FFF2-40B4-BE49-F238E27FC236}">
                  <a16:creationId xmlns:a16="http://schemas.microsoft.com/office/drawing/2014/main" id="{5EDF5DFD-7EB2-C029-5B67-1BE23449AA59}"/>
                </a:ext>
              </a:extLst>
            </p:cNvPr>
            <p:cNvCxnSpPr/>
            <p:nvPr/>
          </p:nvCxnSpPr>
          <p:spPr>
            <a:xfrm>
              <a:off x="4586980" y="3838213"/>
              <a:ext cx="4236590" cy="0"/>
            </a:xfrm>
            <a:prstGeom prst="straightConnector1">
              <a:avLst/>
            </a:prstGeom>
            <a:noFill/>
            <a:ln w="9525" cap="flat" cmpd="sng">
              <a:solidFill>
                <a:schemeClr val="accent1"/>
              </a:solidFill>
              <a:prstDash val="dash"/>
              <a:round/>
              <a:headEnd type="none" w="sm" len="sm"/>
              <a:tailEnd type="none" w="sm" len="sm"/>
            </a:ln>
          </p:spPr>
        </p:cxnSp>
        <p:sp>
          <p:nvSpPr>
            <p:cNvPr id="59" name="Google Shape;5384;g2a70d0f154a_1_4015">
              <a:extLst>
                <a:ext uri="{FF2B5EF4-FFF2-40B4-BE49-F238E27FC236}">
                  <a16:creationId xmlns:a16="http://schemas.microsoft.com/office/drawing/2014/main" id="{9D7EC1AB-9108-B42C-F719-EC655C43B31F}"/>
                </a:ext>
              </a:extLst>
            </p:cNvPr>
            <p:cNvSpPr txBox="1"/>
            <p:nvPr/>
          </p:nvSpPr>
          <p:spPr>
            <a:xfrm>
              <a:off x="5181136" y="3234257"/>
              <a:ext cx="3692100" cy="691200"/>
            </a:xfrm>
            <a:prstGeom prst="rect">
              <a:avLst/>
            </a:prstGeom>
            <a:noFill/>
            <a:ln>
              <a:noFill/>
            </a:ln>
          </p:spPr>
          <p:txBody>
            <a:bodyPr spcFirstLastPara="1" wrap="square" lIns="0" tIns="0" rIns="0" bIns="0" anchor="t" anchorCtr="0">
              <a:noAutofit/>
            </a:bodyPr>
            <a:lstStyle/>
            <a:p>
              <a:pPr marL="4063" defTabSz="914378">
                <a:buClrTx/>
                <a:buSzPts val="800"/>
                <a:defRPr/>
              </a:pPr>
              <a:r>
                <a:rPr lang="en-US" sz="1200" b="1"/>
                <a:t>One-on-one investor meetings</a:t>
              </a:r>
            </a:p>
            <a:p>
              <a:pPr marL="4063" defTabSz="914378">
                <a:buClrTx/>
                <a:buSzPts val="800"/>
                <a:defRPr/>
              </a:pPr>
              <a:r>
                <a:rPr lang="en-US" sz="1200"/>
                <a:t>Address specific investor queries and concerns while building transparency and trust through direct engagement.</a:t>
              </a:r>
              <a:endParaRPr lang="en-US" sz="1200" b="1" noProof="0">
                <a:solidFill>
                  <a:sysClr val="windowText" lastClr="000000"/>
                </a:solidFill>
              </a:endParaRPr>
            </a:p>
          </p:txBody>
        </p:sp>
        <p:cxnSp>
          <p:nvCxnSpPr>
            <p:cNvPr id="4096" name="Google Shape;5392;g2a70d0f154a_1_4015">
              <a:extLst>
                <a:ext uri="{FF2B5EF4-FFF2-40B4-BE49-F238E27FC236}">
                  <a16:creationId xmlns:a16="http://schemas.microsoft.com/office/drawing/2014/main" id="{C1868094-548C-3392-50F3-25C8F4F25BF0}"/>
                </a:ext>
              </a:extLst>
            </p:cNvPr>
            <p:cNvCxnSpPr/>
            <p:nvPr/>
          </p:nvCxnSpPr>
          <p:spPr>
            <a:xfrm>
              <a:off x="4629376" y="4576774"/>
              <a:ext cx="4236590" cy="0"/>
            </a:xfrm>
            <a:prstGeom prst="straightConnector1">
              <a:avLst/>
            </a:prstGeom>
            <a:noFill/>
            <a:ln w="9525" cap="flat" cmpd="sng">
              <a:solidFill>
                <a:schemeClr val="accent1"/>
              </a:solidFill>
              <a:prstDash val="dash"/>
              <a:round/>
              <a:headEnd type="none" w="sm" len="sm"/>
              <a:tailEnd type="none" w="sm" len="sm"/>
            </a:ln>
          </p:spPr>
        </p:cxnSp>
        <p:sp>
          <p:nvSpPr>
            <p:cNvPr id="4097" name="Google Shape;5389;g2a70d0f154a_1_4015">
              <a:extLst>
                <a:ext uri="{FF2B5EF4-FFF2-40B4-BE49-F238E27FC236}">
                  <a16:creationId xmlns:a16="http://schemas.microsoft.com/office/drawing/2014/main" id="{A6FB829B-38E0-6F1C-9A2C-0317060781F2}"/>
                </a:ext>
              </a:extLst>
            </p:cNvPr>
            <p:cNvSpPr/>
            <p:nvPr/>
          </p:nvSpPr>
          <p:spPr>
            <a:xfrm>
              <a:off x="4699915" y="4704508"/>
              <a:ext cx="430200" cy="364913"/>
            </a:xfrm>
            <a:prstGeom prst="round1Rect">
              <a:avLst>
                <a:gd name="adj" fmla="val 16667"/>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p:spPr>
          <p:txBody>
            <a:bodyPr spcFirstLastPara="1" wrap="square" lIns="0" tIns="0" rIns="0" bIns="0" anchor="ctr" anchorCtr="0">
              <a:noAutofit/>
            </a:bodyPr>
            <a:lstStyle/>
            <a:p>
              <a:pPr algn="ctr" defTabSz="914378">
                <a:buClrTx/>
                <a:buSzPts val="1200"/>
                <a:defRPr/>
              </a:pPr>
              <a:r>
                <a:rPr lang="en-US" sz="2400" b="1"/>
                <a:t>05</a:t>
              </a:r>
              <a:endParaRPr lang="en-US" sz="2400" b="1" noProof="0"/>
            </a:p>
          </p:txBody>
        </p:sp>
        <p:cxnSp>
          <p:nvCxnSpPr>
            <p:cNvPr id="2" name="Google Shape;5392;g2a70d0f154a_1_4015">
              <a:extLst>
                <a:ext uri="{FF2B5EF4-FFF2-40B4-BE49-F238E27FC236}">
                  <a16:creationId xmlns:a16="http://schemas.microsoft.com/office/drawing/2014/main" id="{4B7D48DD-7993-8F6B-BB23-A5195EE63BA6}"/>
                </a:ext>
              </a:extLst>
            </p:cNvPr>
            <p:cNvCxnSpPr/>
            <p:nvPr/>
          </p:nvCxnSpPr>
          <p:spPr>
            <a:xfrm>
              <a:off x="4660707" y="5268237"/>
              <a:ext cx="4236590" cy="0"/>
            </a:xfrm>
            <a:prstGeom prst="straightConnector1">
              <a:avLst/>
            </a:prstGeom>
            <a:noFill/>
            <a:ln w="9525" cap="flat" cmpd="sng">
              <a:solidFill>
                <a:schemeClr val="accent1"/>
              </a:solidFill>
              <a:prstDash val="dash"/>
              <a:round/>
              <a:headEnd type="none" w="sm" len="sm"/>
              <a:tailEnd type="none" w="sm" len="sm"/>
            </a:ln>
          </p:spPr>
        </p:cxnSp>
      </p:grpSp>
      <p:cxnSp>
        <p:nvCxnSpPr>
          <p:cNvPr id="9" name="Straight Connector 8">
            <a:extLst>
              <a:ext uri="{FF2B5EF4-FFF2-40B4-BE49-F238E27FC236}">
                <a16:creationId xmlns:a16="http://schemas.microsoft.com/office/drawing/2014/main" id="{FE6180BB-F035-03A4-9207-D8D15735B699}"/>
              </a:ext>
            </a:extLst>
          </p:cNvPr>
          <p:cNvCxnSpPr>
            <a:cxnSpLocks/>
          </p:cNvCxnSpPr>
          <p:nvPr/>
        </p:nvCxnSpPr>
        <p:spPr>
          <a:xfrm>
            <a:off x="6067068" y="1789635"/>
            <a:ext cx="0" cy="4297680"/>
          </a:xfrm>
          <a:prstGeom prst="line">
            <a:avLst/>
          </a:prstGeom>
          <a:ln w="3175">
            <a:solidFill>
              <a:schemeClr val="tx1"/>
            </a:solidFill>
            <a:prstDash val="lgDash"/>
            <a:headEnd type="oval" w="med" len="med"/>
            <a:tailEnd type="oval" w="med" len="med"/>
          </a:ln>
        </p:spPr>
        <p:style>
          <a:lnRef idx="2">
            <a:schemeClr val="accent1"/>
          </a:lnRef>
          <a:fillRef idx="0">
            <a:schemeClr val="accent1"/>
          </a:fillRef>
          <a:effectRef idx="1">
            <a:schemeClr val="accent1"/>
          </a:effectRef>
          <a:fontRef idx="minor">
            <a:schemeClr val="tx1"/>
          </a:fontRef>
        </p:style>
      </p:cxnSp>
      <p:pic>
        <p:nvPicPr>
          <p:cNvPr id="10" name="Graphic 9">
            <a:extLst>
              <a:ext uri="{FF2B5EF4-FFF2-40B4-BE49-F238E27FC236}">
                <a16:creationId xmlns:a16="http://schemas.microsoft.com/office/drawing/2014/main" id="{23C660C4-A2D6-92DE-725B-5FE3FFF0E1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3572" y="1116983"/>
            <a:ext cx="492715" cy="479738"/>
          </a:xfrm>
          <a:prstGeom prst="rect">
            <a:avLst/>
          </a:prstGeom>
        </p:spPr>
      </p:pic>
      <p:pic>
        <p:nvPicPr>
          <p:cNvPr id="11" name="Graphic 10">
            <a:extLst>
              <a:ext uri="{FF2B5EF4-FFF2-40B4-BE49-F238E27FC236}">
                <a16:creationId xmlns:a16="http://schemas.microsoft.com/office/drawing/2014/main" id="{155E8E71-D37B-50C6-719A-1E6A650161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99501" y="1116983"/>
            <a:ext cx="492715" cy="479738"/>
          </a:xfrm>
          <a:prstGeom prst="rect">
            <a:avLst/>
          </a:prstGeom>
        </p:spPr>
      </p:pic>
      <p:sp>
        <p:nvSpPr>
          <p:cNvPr id="61" name="TextBox 60">
            <a:extLst>
              <a:ext uri="{FF2B5EF4-FFF2-40B4-BE49-F238E27FC236}">
                <a16:creationId xmlns:a16="http://schemas.microsoft.com/office/drawing/2014/main" id="{957033D0-9F56-2885-7570-2974C5360ADE}"/>
              </a:ext>
            </a:extLst>
          </p:cNvPr>
          <p:cNvSpPr txBox="1"/>
          <p:nvPr/>
        </p:nvSpPr>
        <p:spPr>
          <a:xfrm>
            <a:off x="7028215" y="4572016"/>
            <a:ext cx="4622718" cy="646331"/>
          </a:xfrm>
          <a:prstGeom prst="rect">
            <a:avLst/>
          </a:prstGeom>
          <a:noFill/>
        </p:spPr>
        <p:txBody>
          <a:bodyPr wrap="square">
            <a:spAutoFit/>
          </a:bodyPr>
          <a:lstStyle/>
          <a:p>
            <a:r>
              <a:rPr lang="en-US" sz="1200" b="1"/>
              <a:t>Annual reports and integrated reporting</a:t>
            </a:r>
          </a:p>
          <a:p>
            <a:r>
              <a:rPr lang="en-US" sz="1200"/>
              <a:t>Provide a comprehensive view of financial results, strategy, governance, risks &amp; ESG performance.</a:t>
            </a:r>
            <a:endParaRPr lang="en-GB" sz="1200" b="1"/>
          </a:p>
        </p:txBody>
      </p:sp>
      <p:sp>
        <p:nvSpPr>
          <p:cNvPr id="63" name="TextBox 62">
            <a:extLst>
              <a:ext uri="{FF2B5EF4-FFF2-40B4-BE49-F238E27FC236}">
                <a16:creationId xmlns:a16="http://schemas.microsoft.com/office/drawing/2014/main" id="{FE293E40-AC3E-923D-F244-7C7E9DDD5B28}"/>
              </a:ext>
            </a:extLst>
          </p:cNvPr>
          <p:cNvSpPr txBox="1"/>
          <p:nvPr/>
        </p:nvSpPr>
        <p:spPr>
          <a:xfrm>
            <a:off x="7085535" y="5334465"/>
            <a:ext cx="5121559" cy="646331"/>
          </a:xfrm>
          <a:prstGeom prst="rect">
            <a:avLst/>
          </a:prstGeom>
          <a:noFill/>
        </p:spPr>
        <p:txBody>
          <a:bodyPr wrap="square">
            <a:spAutoFit/>
          </a:bodyPr>
          <a:lstStyle/>
          <a:p>
            <a:r>
              <a:rPr lang="en-US" sz="1200" b="1"/>
              <a:t>Website and investor communications</a:t>
            </a:r>
          </a:p>
          <a:p>
            <a:r>
              <a:rPr lang="en-US" sz="1200"/>
              <a:t>Ensure timely, accurate, and equal access to disclosures, announcements, and investor information.</a:t>
            </a:r>
            <a:endParaRPr lang="en-GB" sz="1200" b="1"/>
          </a:p>
        </p:txBody>
      </p:sp>
    </p:spTree>
    <p:custDataLst>
      <p:custData r:id="rId1"/>
    </p:custDataLst>
    <p:extLst>
      <p:ext uri="{BB962C8B-B14F-4D97-AF65-F5344CB8AC3E}">
        <p14:creationId xmlns:p14="http://schemas.microsoft.com/office/powerpoint/2010/main" val="36880592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B99FA-23DC-8F86-4B35-3F1AF6053A6C}"/>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774D4EEE-408B-53BF-BC8D-310C0A476D24}"/>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How the Board Governs Investor Relations</a:t>
            </a:r>
          </a:p>
        </p:txBody>
      </p:sp>
      <p:grpSp>
        <p:nvGrpSpPr>
          <p:cNvPr id="46" name="Group 45">
            <a:extLst>
              <a:ext uri="{FF2B5EF4-FFF2-40B4-BE49-F238E27FC236}">
                <a16:creationId xmlns:a16="http://schemas.microsoft.com/office/drawing/2014/main" id="{83922F54-6C50-0C9D-35CC-593C6ED11496}"/>
              </a:ext>
            </a:extLst>
          </p:cNvPr>
          <p:cNvGrpSpPr/>
          <p:nvPr/>
        </p:nvGrpSpPr>
        <p:grpSpPr>
          <a:xfrm>
            <a:off x="350986" y="1009291"/>
            <a:ext cx="11561901" cy="5210355"/>
            <a:chOff x="359436" y="1323809"/>
            <a:chExt cx="11561901" cy="4887210"/>
          </a:xfrm>
        </p:grpSpPr>
        <p:cxnSp>
          <p:nvCxnSpPr>
            <p:cNvPr id="7" name="Straight Connector 6">
              <a:extLst>
                <a:ext uri="{FF2B5EF4-FFF2-40B4-BE49-F238E27FC236}">
                  <a16:creationId xmlns:a16="http://schemas.microsoft.com/office/drawing/2014/main" id="{D1DEBDE3-E7F5-FDEE-23B3-46E9EC3E42D3}"/>
                </a:ext>
              </a:extLst>
            </p:cNvPr>
            <p:cNvCxnSpPr>
              <a:cxnSpLocks/>
            </p:cNvCxnSpPr>
            <p:nvPr/>
          </p:nvCxnSpPr>
          <p:spPr>
            <a:xfrm>
              <a:off x="6072819" y="1323809"/>
              <a:ext cx="0" cy="4887210"/>
            </a:xfrm>
            <a:prstGeom prst="line">
              <a:avLst/>
            </a:prstGeom>
            <a:ln w="3175">
              <a:solidFill>
                <a:schemeClr val="tx1"/>
              </a:solidFill>
              <a:prstDash val="lgDash"/>
              <a:headEnd type="oval" w="med" len="med"/>
              <a:tailEnd type="oval" w="med" len="med"/>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ABA4EBA7-C6FA-F572-5D65-DCB6E8F4363B}"/>
                </a:ext>
              </a:extLst>
            </p:cNvPr>
            <p:cNvCxnSpPr>
              <a:cxnSpLocks/>
            </p:cNvCxnSpPr>
            <p:nvPr/>
          </p:nvCxnSpPr>
          <p:spPr>
            <a:xfrm flipH="1">
              <a:off x="5552181" y="1942557"/>
              <a:ext cx="520638" cy="0"/>
            </a:xfrm>
            <a:prstGeom prst="line">
              <a:avLst/>
            </a:prstGeom>
            <a:ln w="3175">
              <a:solidFill>
                <a:schemeClr val="tx1"/>
              </a:solidFill>
              <a:prstDash val="lgDash"/>
              <a:headEnd type="oval" w="med" len="med"/>
              <a:tailEnd type="oval" w="med" len="med"/>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E751FB8D-3E5E-98F0-BD55-35F5F5B6271B}"/>
                </a:ext>
              </a:extLst>
            </p:cNvPr>
            <p:cNvSpPr/>
            <p:nvPr/>
          </p:nvSpPr>
          <p:spPr>
            <a:xfrm>
              <a:off x="362308" y="1371866"/>
              <a:ext cx="5233002" cy="1189926"/>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6" name="Straight Connector 35">
              <a:extLst>
                <a:ext uri="{FF2B5EF4-FFF2-40B4-BE49-F238E27FC236}">
                  <a16:creationId xmlns:a16="http://schemas.microsoft.com/office/drawing/2014/main" id="{C293D078-990A-47CB-1654-4B1F9E8525E9}"/>
                </a:ext>
              </a:extLst>
            </p:cNvPr>
            <p:cNvCxnSpPr>
              <a:cxnSpLocks/>
            </p:cNvCxnSpPr>
            <p:nvPr/>
          </p:nvCxnSpPr>
          <p:spPr>
            <a:xfrm flipH="1">
              <a:off x="5549309" y="3751227"/>
              <a:ext cx="520638" cy="0"/>
            </a:xfrm>
            <a:prstGeom prst="line">
              <a:avLst/>
            </a:prstGeom>
            <a:ln w="3175">
              <a:solidFill>
                <a:schemeClr val="tx1"/>
              </a:solidFill>
              <a:prstDash val="lgDash"/>
              <a:headEnd type="oval" w="med" len="med"/>
              <a:tailEnd type="oval" w="med" len="med"/>
            </a:ln>
          </p:spPr>
          <p:style>
            <a:lnRef idx="2">
              <a:schemeClr val="accent1"/>
            </a:lnRef>
            <a:fillRef idx="0">
              <a:schemeClr val="accent1"/>
            </a:fillRef>
            <a:effectRef idx="1">
              <a:schemeClr val="accent1"/>
            </a:effectRef>
            <a:fontRef idx="minor">
              <a:schemeClr val="tx1"/>
            </a:fontRef>
          </p:style>
        </p:cxnSp>
        <p:sp>
          <p:nvSpPr>
            <p:cNvPr id="37" name="Rectangle 36">
              <a:extLst>
                <a:ext uri="{FF2B5EF4-FFF2-40B4-BE49-F238E27FC236}">
                  <a16:creationId xmlns:a16="http://schemas.microsoft.com/office/drawing/2014/main" id="{82B5F0B4-B3A0-B46A-F1B5-BD1878EF5828}"/>
                </a:ext>
              </a:extLst>
            </p:cNvPr>
            <p:cNvSpPr/>
            <p:nvPr/>
          </p:nvSpPr>
          <p:spPr>
            <a:xfrm>
              <a:off x="359436" y="3180536"/>
              <a:ext cx="5233002" cy="118992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8" name="Straight Connector 37">
              <a:extLst>
                <a:ext uri="{FF2B5EF4-FFF2-40B4-BE49-F238E27FC236}">
                  <a16:creationId xmlns:a16="http://schemas.microsoft.com/office/drawing/2014/main" id="{DF29B461-98D5-B1A1-0316-4D0F534ED54E}"/>
                </a:ext>
              </a:extLst>
            </p:cNvPr>
            <p:cNvCxnSpPr>
              <a:cxnSpLocks/>
            </p:cNvCxnSpPr>
            <p:nvPr/>
          </p:nvCxnSpPr>
          <p:spPr>
            <a:xfrm flipH="1">
              <a:off x="5557934" y="5511011"/>
              <a:ext cx="520638" cy="0"/>
            </a:xfrm>
            <a:prstGeom prst="line">
              <a:avLst/>
            </a:prstGeom>
            <a:ln w="3175">
              <a:solidFill>
                <a:schemeClr val="tx1"/>
              </a:solidFill>
              <a:prstDash val="lgDash"/>
              <a:headEnd type="oval" w="med" len="med"/>
              <a:tailEnd type="oval" w="med" len="med"/>
            </a:ln>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BD41CD0A-9F2A-A1F4-313D-DAD32D99723A}"/>
                </a:ext>
              </a:extLst>
            </p:cNvPr>
            <p:cNvSpPr/>
            <p:nvPr/>
          </p:nvSpPr>
          <p:spPr>
            <a:xfrm>
              <a:off x="368061" y="4940320"/>
              <a:ext cx="5233002" cy="1189926"/>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Flowchart: Delay 42">
              <a:extLst>
                <a:ext uri="{FF2B5EF4-FFF2-40B4-BE49-F238E27FC236}">
                  <a16:creationId xmlns:a16="http://schemas.microsoft.com/office/drawing/2014/main" id="{37FA68CF-8ACB-9945-82FE-132B8B87894D}"/>
                </a:ext>
              </a:extLst>
            </p:cNvPr>
            <p:cNvSpPr/>
            <p:nvPr/>
          </p:nvSpPr>
          <p:spPr>
            <a:xfrm rot="10800000">
              <a:off x="4649638" y="1371866"/>
              <a:ext cx="942800" cy="1189436"/>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Flowchart: Delay 43">
              <a:extLst>
                <a:ext uri="{FF2B5EF4-FFF2-40B4-BE49-F238E27FC236}">
                  <a16:creationId xmlns:a16="http://schemas.microsoft.com/office/drawing/2014/main" id="{044810BA-2D95-11D9-A95D-19DAAC709D4F}"/>
                </a:ext>
              </a:extLst>
            </p:cNvPr>
            <p:cNvSpPr/>
            <p:nvPr/>
          </p:nvSpPr>
          <p:spPr>
            <a:xfrm rot="10800000">
              <a:off x="4649638" y="3172155"/>
              <a:ext cx="942800" cy="1189436"/>
            </a:xfrm>
            <a:prstGeom prst="flowChartDelay">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Flowchart: Delay 44">
              <a:extLst>
                <a:ext uri="{FF2B5EF4-FFF2-40B4-BE49-F238E27FC236}">
                  <a16:creationId xmlns:a16="http://schemas.microsoft.com/office/drawing/2014/main" id="{84AB73B8-7712-E917-FE58-7037EDD93D22}"/>
                </a:ext>
              </a:extLst>
            </p:cNvPr>
            <p:cNvSpPr/>
            <p:nvPr/>
          </p:nvSpPr>
          <p:spPr>
            <a:xfrm rot="10800000">
              <a:off x="4649638" y="4947636"/>
              <a:ext cx="942800" cy="1189436"/>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9" name="Straight Connector 48">
              <a:extLst>
                <a:ext uri="{FF2B5EF4-FFF2-40B4-BE49-F238E27FC236}">
                  <a16:creationId xmlns:a16="http://schemas.microsoft.com/office/drawing/2014/main" id="{5922772D-E858-EBA1-A697-247FEF81075A}"/>
                </a:ext>
              </a:extLst>
            </p:cNvPr>
            <p:cNvCxnSpPr>
              <a:cxnSpLocks/>
            </p:cNvCxnSpPr>
            <p:nvPr/>
          </p:nvCxnSpPr>
          <p:spPr>
            <a:xfrm flipH="1">
              <a:off x="6084143" y="1939863"/>
              <a:ext cx="520638" cy="0"/>
            </a:xfrm>
            <a:prstGeom prst="line">
              <a:avLst/>
            </a:prstGeom>
            <a:ln w="3175">
              <a:solidFill>
                <a:schemeClr val="tx1"/>
              </a:solidFill>
              <a:prstDash val="lgDash"/>
              <a:headEnd type="oval" w="med" len="med"/>
              <a:tailEnd type="oval" w="med" len="med"/>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188BD0CB-7F72-7137-D36F-973A16C9DCC1}"/>
                </a:ext>
              </a:extLst>
            </p:cNvPr>
            <p:cNvCxnSpPr>
              <a:cxnSpLocks/>
            </p:cNvCxnSpPr>
            <p:nvPr/>
          </p:nvCxnSpPr>
          <p:spPr>
            <a:xfrm flipH="1">
              <a:off x="6081271" y="3748533"/>
              <a:ext cx="520638" cy="0"/>
            </a:xfrm>
            <a:prstGeom prst="line">
              <a:avLst/>
            </a:prstGeom>
            <a:ln w="3175">
              <a:solidFill>
                <a:schemeClr val="tx1"/>
              </a:solidFill>
              <a:prstDash val="lgDash"/>
              <a:headEnd type="oval" w="med" len="med"/>
              <a:tailEnd type="oval" w="med" len="med"/>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2D8B6B4B-AEBE-746F-253D-7E965AABC7C9}"/>
                </a:ext>
              </a:extLst>
            </p:cNvPr>
            <p:cNvCxnSpPr>
              <a:cxnSpLocks/>
            </p:cNvCxnSpPr>
            <p:nvPr/>
          </p:nvCxnSpPr>
          <p:spPr>
            <a:xfrm flipH="1">
              <a:off x="6089896" y="5508317"/>
              <a:ext cx="520638" cy="0"/>
            </a:xfrm>
            <a:prstGeom prst="line">
              <a:avLst/>
            </a:prstGeom>
            <a:ln w="3175">
              <a:solidFill>
                <a:schemeClr val="tx1"/>
              </a:solidFill>
              <a:prstDash val="lgDash"/>
              <a:headEnd type="oval" w="med" len="med"/>
              <a:tailEnd type="oval" w="med" len="med"/>
            </a:ln>
          </p:spPr>
          <p:style>
            <a:lnRef idx="2">
              <a:schemeClr val="accent1"/>
            </a:lnRef>
            <a:fillRef idx="0">
              <a:schemeClr val="accent1"/>
            </a:fillRef>
            <a:effectRef idx="1">
              <a:schemeClr val="accent1"/>
            </a:effectRef>
            <a:fontRef idx="minor">
              <a:schemeClr val="tx1"/>
            </a:fontRef>
          </p:style>
        </p:cxnSp>
        <p:sp>
          <p:nvSpPr>
            <p:cNvPr id="52" name="Rectangle 51">
              <a:extLst>
                <a:ext uri="{FF2B5EF4-FFF2-40B4-BE49-F238E27FC236}">
                  <a16:creationId xmlns:a16="http://schemas.microsoft.com/office/drawing/2014/main" id="{E6F74368-2A6D-9952-8132-18DA7B9FFFE5}"/>
                </a:ext>
              </a:extLst>
            </p:cNvPr>
            <p:cNvSpPr/>
            <p:nvPr/>
          </p:nvSpPr>
          <p:spPr>
            <a:xfrm>
              <a:off x="6570443" y="1352991"/>
              <a:ext cx="5233002" cy="118992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Rectangle 52">
              <a:extLst>
                <a:ext uri="{FF2B5EF4-FFF2-40B4-BE49-F238E27FC236}">
                  <a16:creationId xmlns:a16="http://schemas.microsoft.com/office/drawing/2014/main" id="{CD7596C7-743C-2BD6-6D3F-24EE67C27E61}"/>
                </a:ext>
              </a:extLst>
            </p:cNvPr>
            <p:cNvSpPr/>
            <p:nvPr/>
          </p:nvSpPr>
          <p:spPr>
            <a:xfrm>
              <a:off x="6576197" y="3161660"/>
              <a:ext cx="5233002" cy="1189926"/>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53">
              <a:extLst>
                <a:ext uri="{FF2B5EF4-FFF2-40B4-BE49-F238E27FC236}">
                  <a16:creationId xmlns:a16="http://schemas.microsoft.com/office/drawing/2014/main" id="{471F80F2-D8E3-E0CB-A938-335DBEC011BF}"/>
                </a:ext>
              </a:extLst>
            </p:cNvPr>
            <p:cNvSpPr/>
            <p:nvPr/>
          </p:nvSpPr>
          <p:spPr>
            <a:xfrm>
              <a:off x="6584822" y="4921444"/>
              <a:ext cx="5233002" cy="118992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Flowchart: Delay 54">
              <a:extLst>
                <a:ext uri="{FF2B5EF4-FFF2-40B4-BE49-F238E27FC236}">
                  <a16:creationId xmlns:a16="http://schemas.microsoft.com/office/drawing/2014/main" id="{531D5FA5-C6E1-7D5D-74D3-DFF4ABC2EC7D}"/>
                </a:ext>
              </a:extLst>
            </p:cNvPr>
            <p:cNvSpPr/>
            <p:nvPr/>
          </p:nvSpPr>
          <p:spPr>
            <a:xfrm rot="10800000">
              <a:off x="10978537" y="1369172"/>
              <a:ext cx="942800" cy="1189436"/>
            </a:xfrm>
            <a:prstGeom prst="flowChartDelay">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Flowchart: Delay 55">
              <a:extLst>
                <a:ext uri="{FF2B5EF4-FFF2-40B4-BE49-F238E27FC236}">
                  <a16:creationId xmlns:a16="http://schemas.microsoft.com/office/drawing/2014/main" id="{0B910AA0-1CBC-7AED-66B1-F221E35E1485}"/>
                </a:ext>
              </a:extLst>
            </p:cNvPr>
            <p:cNvSpPr/>
            <p:nvPr/>
          </p:nvSpPr>
          <p:spPr>
            <a:xfrm rot="10800000">
              <a:off x="10978537" y="3169461"/>
              <a:ext cx="942800" cy="1189436"/>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Flowchart: Delay 56">
              <a:extLst>
                <a:ext uri="{FF2B5EF4-FFF2-40B4-BE49-F238E27FC236}">
                  <a16:creationId xmlns:a16="http://schemas.microsoft.com/office/drawing/2014/main" id="{2DAF0A58-7378-8F0A-CD54-E85B6590A923}"/>
                </a:ext>
              </a:extLst>
            </p:cNvPr>
            <p:cNvSpPr/>
            <p:nvPr/>
          </p:nvSpPr>
          <p:spPr>
            <a:xfrm rot="10800000">
              <a:off x="10978537" y="4936849"/>
              <a:ext cx="942800" cy="1189436"/>
            </a:xfrm>
            <a:prstGeom prst="flowChartDelay">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0" name="TextBox 59">
            <a:extLst>
              <a:ext uri="{FF2B5EF4-FFF2-40B4-BE49-F238E27FC236}">
                <a16:creationId xmlns:a16="http://schemas.microsoft.com/office/drawing/2014/main" id="{1866EE2A-8E48-AF4A-CE0A-2D964BA1050C}"/>
              </a:ext>
            </a:extLst>
          </p:cNvPr>
          <p:cNvSpPr txBox="1"/>
          <p:nvPr/>
        </p:nvSpPr>
        <p:spPr>
          <a:xfrm>
            <a:off x="345394" y="1066548"/>
            <a:ext cx="6094562" cy="307777"/>
          </a:xfrm>
          <a:prstGeom prst="rect">
            <a:avLst/>
          </a:prstGeom>
          <a:noFill/>
        </p:spPr>
        <p:txBody>
          <a:bodyPr wrap="square">
            <a:spAutoFit/>
          </a:bodyPr>
          <a:lstStyle/>
          <a:p>
            <a:r>
              <a:rPr lang="en-US" sz="1400" b="1"/>
              <a:t>Oversight of Disclosure &amp; Transparency</a:t>
            </a:r>
            <a:endParaRPr lang="en-GB" sz="1400"/>
          </a:p>
        </p:txBody>
      </p:sp>
      <p:sp>
        <p:nvSpPr>
          <p:cNvPr id="4098" name="TextBox 4097">
            <a:extLst>
              <a:ext uri="{FF2B5EF4-FFF2-40B4-BE49-F238E27FC236}">
                <a16:creationId xmlns:a16="http://schemas.microsoft.com/office/drawing/2014/main" id="{BF977FF9-2AB7-4938-CBBF-9871F779617A}"/>
              </a:ext>
            </a:extLst>
          </p:cNvPr>
          <p:cNvSpPr txBox="1"/>
          <p:nvPr/>
        </p:nvSpPr>
        <p:spPr>
          <a:xfrm>
            <a:off x="371271" y="1424858"/>
            <a:ext cx="4309080" cy="830997"/>
          </a:xfrm>
          <a:prstGeom prst="rect">
            <a:avLst/>
          </a:prstGeom>
          <a:noFill/>
        </p:spPr>
        <p:txBody>
          <a:bodyPr wrap="square">
            <a:spAutoFit/>
          </a:bodyPr>
          <a:lstStyle/>
          <a:p>
            <a:pPr marL="171450" indent="-171450">
              <a:buFont typeface="Wingdings" panose="05000000000000000000" pitchFamily="2" charset="2"/>
              <a:buChar char="§"/>
            </a:pPr>
            <a:r>
              <a:rPr lang="en-US" sz="1200"/>
              <a:t>Ensure accurate, timely and relevant disclosures</a:t>
            </a:r>
          </a:p>
          <a:p>
            <a:pPr marL="171450" indent="-171450">
              <a:buFont typeface="Wingdings" panose="05000000000000000000" pitchFamily="2" charset="2"/>
              <a:buChar char="§"/>
            </a:pPr>
            <a:r>
              <a:rPr lang="en-US" sz="1200"/>
              <a:t>Maintain consistency across financial and governance communications</a:t>
            </a:r>
          </a:p>
          <a:p>
            <a:pPr marL="171450" indent="-171450">
              <a:buFont typeface="Wingdings" panose="05000000000000000000" pitchFamily="2" charset="2"/>
              <a:buChar char="§"/>
            </a:pPr>
            <a:r>
              <a:rPr lang="en-US" sz="1200"/>
              <a:t>Safeguard against selective disclosure</a:t>
            </a:r>
            <a:endParaRPr lang="en-GB" sz="1200"/>
          </a:p>
        </p:txBody>
      </p:sp>
      <p:sp>
        <p:nvSpPr>
          <p:cNvPr id="4100" name="TextBox 4099">
            <a:extLst>
              <a:ext uri="{FF2B5EF4-FFF2-40B4-BE49-F238E27FC236}">
                <a16:creationId xmlns:a16="http://schemas.microsoft.com/office/drawing/2014/main" id="{3BBF5175-6908-FACD-8F0E-9DAA0A583683}"/>
              </a:ext>
            </a:extLst>
          </p:cNvPr>
          <p:cNvSpPr txBox="1"/>
          <p:nvPr/>
        </p:nvSpPr>
        <p:spPr>
          <a:xfrm>
            <a:off x="6602084" y="1254991"/>
            <a:ext cx="6094562" cy="307777"/>
          </a:xfrm>
          <a:prstGeom prst="rect">
            <a:avLst/>
          </a:prstGeom>
          <a:noFill/>
        </p:spPr>
        <p:txBody>
          <a:bodyPr wrap="square">
            <a:spAutoFit/>
          </a:bodyPr>
          <a:lstStyle/>
          <a:p>
            <a:r>
              <a:rPr lang="en-US" sz="1400" b="1"/>
              <a:t>Governance &amp; Regulatory Accountability</a:t>
            </a:r>
            <a:endParaRPr lang="en-GB" sz="1400" b="1"/>
          </a:p>
        </p:txBody>
      </p:sp>
      <p:sp>
        <p:nvSpPr>
          <p:cNvPr id="4102" name="TextBox 4101">
            <a:extLst>
              <a:ext uri="{FF2B5EF4-FFF2-40B4-BE49-F238E27FC236}">
                <a16:creationId xmlns:a16="http://schemas.microsoft.com/office/drawing/2014/main" id="{14CFDA32-964C-E763-65D9-BD062E4B7194}"/>
              </a:ext>
            </a:extLst>
          </p:cNvPr>
          <p:cNvSpPr txBox="1"/>
          <p:nvPr/>
        </p:nvSpPr>
        <p:spPr>
          <a:xfrm>
            <a:off x="6576372" y="1568901"/>
            <a:ext cx="6349040" cy="461665"/>
          </a:xfrm>
          <a:prstGeom prst="rect">
            <a:avLst/>
          </a:prstGeom>
          <a:noFill/>
        </p:spPr>
        <p:txBody>
          <a:bodyPr wrap="square">
            <a:spAutoFit/>
          </a:bodyPr>
          <a:lstStyle/>
          <a:p>
            <a:pPr marL="171450" indent="-171450">
              <a:buFont typeface="Wingdings" panose="05000000000000000000" pitchFamily="2" charset="2"/>
              <a:buChar char="§"/>
            </a:pPr>
            <a:r>
              <a:rPr lang="en-US" sz="1200"/>
              <a:t>Oversee disclosure policies and regulatory compliance</a:t>
            </a:r>
          </a:p>
          <a:p>
            <a:pPr marL="171450" indent="-171450">
              <a:buFont typeface="Wingdings" panose="05000000000000000000" pitchFamily="2" charset="2"/>
              <a:buChar char="§"/>
            </a:pPr>
            <a:r>
              <a:rPr lang="en-US" sz="1200"/>
              <a:t>Ensure robust controls on insider information</a:t>
            </a:r>
            <a:endParaRPr lang="en-GB" sz="1200"/>
          </a:p>
        </p:txBody>
      </p:sp>
      <p:sp>
        <p:nvSpPr>
          <p:cNvPr id="4104" name="TextBox 4103">
            <a:extLst>
              <a:ext uri="{FF2B5EF4-FFF2-40B4-BE49-F238E27FC236}">
                <a16:creationId xmlns:a16="http://schemas.microsoft.com/office/drawing/2014/main" id="{FE5E7B70-15D3-3D34-6542-A048720F3B83}"/>
              </a:ext>
            </a:extLst>
          </p:cNvPr>
          <p:cNvSpPr txBox="1"/>
          <p:nvPr/>
        </p:nvSpPr>
        <p:spPr>
          <a:xfrm>
            <a:off x="349539" y="3155898"/>
            <a:ext cx="6461184" cy="307777"/>
          </a:xfrm>
          <a:prstGeom prst="rect">
            <a:avLst/>
          </a:prstGeom>
          <a:noFill/>
        </p:spPr>
        <p:txBody>
          <a:bodyPr wrap="square">
            <a:spAutoFit/>
          </a:bodyPr>
          <a:lstStyle/>
          <a:p>
            <a:r>
              <a:rPr lang="en-US" sz="1400" b="1"/>
              <a:t>Alignment of Strategy &amp; Investor Messaging</a:t>
            </a:r>
            <a:endParaRPr lang="en-GB" sz="1400"/>
          </a:p>
        </p:txBody>
      </p:sp>
      <p:sp>
        <p:nvSpPr>
          <p:cNvPr id="4106" name="TextBox 4105">
            <a:extLst>
              <a:ext uri="{FF2B5EF4-FFF2-40B4-BE49-F238E27FC236}">
                <a16:creationId xmlns:a16="http://schemas.microsoft.com/office/drawing/2014/main" id="{87DB91EA-AF51-BD3D-2B3E-F46922052613}"/>
              </a:ext>
            </a:extLst>
          </p:cNvPr>
          <p:cNvSpPr txBox="1"/>
          <p:nvPr/>
        </p:nvSpPr>
        <p:spPr>
          <a:xfrm>
            <a:off x="349539" y="3534301"/>
            <a:ext cx="4179511" cy="646331"/>
          </a:xfrm>
          <a:prstGeom prst="rect">
            <a:avLst/>
          </a:prstGeom>
          <a:noFill/>
        </p:spPr>
        <p:txBody>
          <a:bodyPr wrap="square">
            <a:spAutoFit/>
          </a:bodyPr>
          <a:lstStyle/>
          <a:p>
            <a:pPr marL="171450" indent="-171450">
              <a:buFont typeface="Wingdings" panose="05000000000000000000" pitchFamily="2" charset="2"/>
              <a:buChar char="§"/>
            </a:pPr>
            <a:r>
              <a:rPr lang="en-US" sz="1200"/>
              <a:t>Ensure investor communication reflects strategy and long-term priorities</a:t>
            </a:r>
          </a:p>
          <a:p>
            <a:pPr marL="171450" indent="-171450">
              <a:buFont typeface="Wingdings" panose="05000000000000000000" pitchFamily="2" charset="2"/>
              <a:buChar char="§"/>
            </a:pPr>
            <a:r>
              <a:rPr lang="en-US" sz="1200"/>
              <a:t>Review credibility and clarity of disclosures</a:t>
            </a:r>
            <a:endParaRPr lang="en-GB" sz="1200"/>
          </a:p>
        </p:txBody>
      </p:sp>
      <p:sp>
        <p:nvSpPr>
          <p:cNvPr id="4108" name="TextBox 4107">
            <a:extLst>
              <a:ext uri="{FF2B5EF4-FFF2-40B4-BE49-F238E27FC236}">
                <a16:creationId xmlns:a16="http://schemas.microsoft.com/office/drawing/2014/main" id="{B5076A3A-9DE3-233F-FDA5-2741B551DA96}"/>
              </a:ext>
            </a:extLst>
          </p:cNvPr>
          <p:cNvSpPr txBox="1"/>
          <p:nvPr/>
        </p:nvSpPr>
        <p:spPr>
          <a:xfrm>
            <a:off x="6567747" y="3168794"/>
            <a:ext cx="6461184" cy="307777"/>
          </a:xfrm>
          <a:prstGeom prst="rect">
            <a:avLst/>
          </a:prstGeom>
          <a:noFill/>
        </p:spPr>
        <p:txBody>
          <a:bodyPr wrap="square">
            <a:spAutoFit/>
          </a:bodyPr>
          <a:lstStyle/>
          <a:p>
            <a:r>
              <a:rPr lang="en-US" sz="1400" b="1"/>
              <a:t>Oversight of Investor Engagement</a:t>
            </a:r>
            <a:endParaRPr lang="en-GB" sz="1400"/>
          </a:p>
        </p:txBody>
      </p:sp>
      <p:sp>
        <p:nvSpPr>
          <p:cNvPr id="4110" name="TextBox 4109">
            <a:extLst>
              <a:ext uri="{FF2B5EF4-FFF2-40B4-BE49-F238E27FC236}">
                <a16:creationId xmlns:a16="http://schemas.microsoft.com/office/drawing/2014/main" id="{C94D8896-1A7F-9A08-6C65-E48481281290}"/>
              </a:ext>
            </a:extLst>
          </p:cNvPr>
          <p:cNvSpPr txBox="1"/>
          <p:nvPr/>
        </p:nvSpPr>
        <p:spPr>
          <a:xfrm>
            <a:off x="6541878" y="3512838"/>
            <a:ext cx="4316071" cy="923330"/>
          </a:xfrm>
          <a:prstGeom prst="rect">
            <a:avLst/>
          </a:prstGeom>
          <a:noFill/>
        </p:spPr>
        <p:txBody>
          <a:bodyPr wrap="square">
            <a:spAutoFit/>
          </a:bodyPr>
          <a:lstStyle/>
          <a:p>
            <a:pPr marL="171450" indent="-171450">
              <a:buFont typeface="Wingdings" panose="05000000000000000000" pitchFamily="2" charset="2"/>
              <a:buChar char="§"/>
            </a:pPr>
            <a:r>
              <a:rPr lang="en-US" sz="1200"/>
              <a:t>Monitor interactions with investors and analysts</a:t>
            </a:r>
          </a:p>
          <a:p>
            <a:pPr marL="171450" indent="-171450">
              <a:buFont typeface="Wingdings" panose="05000000000000000000" pitchFamily="2" charset="2"/>
              <a:buChar char="§"/>
            </a:pPr>
            <a:r>
              <a:rPr lang="en-US" sz="1200"/>
              <a:t>Review feedback and concerns raised by the investment community</a:t>
            </a:r>
            <a:br>
              <a:rPr lang="en-US"/>
            </a:br>
            <a:endParaRPr lang="en-GB"/>
          </a:p>
        </p:txBody>
      </p:sp>
      <p:sp>
        <p:nvSpPr>
          <p:cNvPr id="4112" name="TextBox 4111">
            <a:extLst>
              <a:ext uri="{FF2B5EF4-FFF2-40B4-BE49-F238E27FC236}">
                <a16:creationId xmlns:a16="http://schemas.microsoft.com/office/drawing/2014/main" id="{0C5E9DCA-F57A-3AA2-BD37-38EAFF94F223}"/>
              </a:ext>
            </a:extLst>
          </p:cNvPr>
          <p:cNvSpPr txBox="1"/>
          <p:nvPr/>
        </p:nvSpPr>
        <p:spPr>
          <a:xfrm>
            <a:off x="382626" y="5051002"/>
            <a:ext cx="6512942" cy="307777"/>
          </a:xfrm>
          <a:prstGeom prst="rect">
            <a:avLst/>
          </a:prstGeom>
          <a:noFill/>
        </p:spPr>
        <p:txBody>
          <a:bodyPr wrap="square">
            <a:spAutoFit/>
          </a:bodyPr>
          <a:lstStyle/>
          <a:p>
            <a:r>
              <a:rPr lang="en-US" sz="1400" b="1"/>
              <a:t>Market Perception &amp; Risk Oversight</a:t>
            </a:r>
            <a:endParaRPr lang="en-GB" sz="1400"/>
          </a:p>
        </p:txBody>
      </p:sp>
      <p:sp>
        <p:nvSpPr>
          <p:cNvPr id="4114" name="TextBox 4113">
            <a:extLst>
              <a:ext uri="{FF2B5EF4-FFF2-40B4-BE49-F238E27FC236}">
                <a16:creationId xmlns:a16="http://schemas.microsoft.com/office/drawing/2014/main" id="{85FACA80-E81A-ECFB-A40E-D06931DF2294}"/>
              </a:ext>
            </a:extLst>
          </p:cNvPr>
          <p:cNvSpPr txBox="1"/>
          <p:nvPr/>
        </p:nvSpPr>
        <p:spPr>
          <a:xfrm>
            <a:off x="359611" y="5466614"/>
            <a:ext cx="4281577" cy="646331"/>
          </a:xfrm>
          <a:prstGeom prst="rect">
            <a:avLst/>
          </a:prstGeom>
          <a:noFill/>
        </p:spPr>
        <p:txBody>
          <a:bodyPr wrap="square">
            <a:spAutoFit/>
          </a:bodyPr>
          <a:lstStyle/>
          <a:p>
            <a:pPr marL="171450" indent="-171450">
              <a:buFont typeface="Wingdings" panose="05000000000000000000" pitchFamily="2" charset="2"/>
              <a:buChar char="§"/>
            </a:pPr>
            <a:r>
              <a:rPr lang="en-US" sz="1200"/>
              <a:t>Track investor sentiment and valuation trends</a:t>
            </a:r>
          </a:p>
          <a:p>
            <a:pPr marL="171450" indent="-171450">
              <a:buFont typeface="Wingdings" panose="05000000000000000000" pitchFamily="2" charset="2"/>
              <a:buChar char="§"/>
            </a:pPr>
            <a:r>
              <a:rPr lang="en-US" sz="1200"/>
              <a:t>Oversee communication during sensitive or crisis situations</a:t>
            </a:r>
            <a:endParaRPr lang="en-GB" sz="1200"/>
          </a:p>
        </p:txBody>
      </p:sp>
      <p:sp>
        <p:nvSpPr>
          <p:cNvPr id="4116" name="TextBox 4115">
            <a:extLst>
              <a:ext uri="{FF2B5EF4-FFF2-40B4-BE49-F238E27FC236}">
                <a16:creationId xmlns:a16="http://schemas.microsoft.com/office/drawing/2014/main" id="{FDF83CA5-294B-25DE-96AF-13984C72ACBC}"/>
              </a:ext>
            </a:extLst>
          </p:cNvPr>
          <p:cNvSpPr txBox="1"/>
          <p:nvPr/>
        </p:nvSpPr>
        <p:spPr>
          <a:xfrm>
            <a:off x="6617719" y="5102762"/>
            <a:ext cx="6512942" cy="307777"/>
          </a:xfrm>
          <a:prstGeom prst="rect">
            <a:avLst/>
          </a:prstGeom>
          <a:noFill/>
        </p:spPr>
        <p:txBody>
          <a:bodyPr wrap="square">
            <a:spAutoFit/>
          </a:bodyPr>
          <a:lstStyle/>
          <a:p>
            <a:r>
              <a:rPr lang="en-US" sz="1400" b="1"/>
              <a:t>ESG &amp; Long-Term Value Communication</a:t>
            </a:r>
            <a:endParaRPr lang="en-GB" sz="1400"/>
          </a:p>
        </p:txBody>
      </p:sp>
      <p:sp>
        <p:nvSpPr>
          <p:cNvPr id="4118" name="TextBox 4117">
            <a:extLst>
              <a:ext uri="{FF2B5EF4-FFF2-40B4-BE49-F238E27FC236}">
                <a16:creationId xmlns:a16="http://schemas.microsoft.com/office/drawing/2014/main" id="{5A487D55-4053-D828-551D-0F20E61BEAA3}"/>
              </a:ext>
            </a:extLst>
          </p:cNvPr>
          <p:cNvSpPr txBox="1"/>
          <p:nvPr/>
        </p:nvSpPr>
        <p:spPr>
          <a:xfrm>
            <a:off x="6613408" y="5397127"/>
            <a:ext cx="4253166" cy="738664"/>
          </a:xfrm>
          <a:prstGeom prst="rect">
            <a:avLst/>
          </a:prstGeom>
          <a:noFill/>
        </p:spPr>
        <p:txBody>
          <a:bodyPr wrap="square">
            <a:spAutoFit/>
          </a:bodyPr>
          <a:lstStyle/>
          <a:p>
            <a:r>
              <a:rPr lang="en-US" sz="1200"/>
              <a:t>• Oversee ESG and governance disclosures</a:t>
            </a:r>
            <a:br>
              <a:rPr lang="en-US" sz="1200"/>
            </a:br>
            <a:r>
              <a:rPr lang="en-US" sz="1200"/>
              <a:t>• Ensure focus on sustainable, long-term value creation</a:t>
            </a:r>
            <a:br>
              <a:rPr lang="en-US"/>
            </a:br>
            <a:endParaRPr lang="en-GB"/>
          </a:p>
        </p:txBody>
      </p:sp>
      <p:sp>
        <p:nvSpPr>
          <p:cNvPr id="4119" name="TextBox 4118">
            <a:extLst>
              <a:ext uri="{FF2B5EF4-FFF2-40B4-BE49-F238E27FC236}">
                <a16:creationId xmlns:a16="http://schemas.microsoft.com/office/drawing/2014/main" id="{576CDC6A-024C-5D76-9743-F7A4B494CCE8}"/>
              </a:ext>
            </a:extLst>
          </p:cNvPr>
          <p:cNvSpPr txBox="1"/>
          <p:nvPr/>
        </p:nvSpPr>
        <p:spPr>
          <a:xfrm>
            <a:off x="4883621" y="1390851"/>
            <a:ext cx="665867" cy="557002"/>
          </a:xfrm>
          <a:prstGeom prst="rect">
            <a:avLst/>
          </a:prstGeom>
          <a:noFill/>
        </p:spPr>
        <p:txBody>
          <a:bodyPr wrap="square" lIns="0" tIns="0" rIns="0" bIns="0" rtlCol="0">
            <a:noAutofit/>
          </a:bodyPr>
          <a:lstStyle/>
          <a:p>
            <a:pPr algn="l"/>
            <a:r>
              <a:rPr lang="en-GB" sz="4000" b="1">
                <a:solidFill>
                  <a:schemeClr val="bg1"/>
                </a:solidFill>
              </a:rPr>
              <a:t>01</a:t>
            </a:r>
          </a:p>
        </p:txBody>
      </p:sp>
      <p:sp>
        <p:nvSpPr>
          <p:cNvPr id="4120" name="TextBox 4119">
            <a:extLst>
              <a:ext uri="{FF2B5EF4-FFF2-40B4-BE49-F238E27FC236}">
                <a16:creationId xmlns:a16="http://schemas.microsoft.com/office/drawing/2014/main" id="{696B9EB9-F781-396D-3442-C1CD5C09F1FF}"/>
              </a:ext>
            </a:extLst>
          </p:cNvPr>
          <p:cNvSpPr txBox="1"/>
          <p:nvPr/>
        </p:nvSpPr>
        <p:spPr>
          <a:xfrm>
            <a:off x="11169219" y="1382011"/>
            <a:ext cx="665867" cy="557002"/>
          </a:xfrm>
          <a:prstGeom prst="rect">
            <a:avLst/>
          </a:prstGeom>
          <a:noFill/>
        </p:spPr>
        <p:txBody>
          <a:bodyPr wrap="square" lIns="0" tIns="0" rIns="0" bIns="0" rtlCol="0">
            <a:noAutofit/>
          </a:bodyPr>
          <a:lstStyle/>
          <a:p>
            <a:pPr algn="l"/>
            <a:r>
              <a:rPr lang="en-GB" sz="4000" b="1">
                <a:solidFill>
                  <a:schemeClr val="bg1"/>
                </a:solidFill>
              </a:rPr>
              <a:t>02</a:t>
            </a:r>
          </a:p>
        </p:txBody>
      </p:sp>
      <p:sp>
        <p:nvSpPr>
          <p:cNvPr id="4121" name="TextBox 4120">
            <a:extLst>
              <a:ext uri="{FF2B5EF4-FFF2-40B4-BE49-F238E27FC236}">
                <a16:creationId xmlns:a16="http://schemas.microsoft.com/office/drawing/2014/main" id="{078642EB-F368-79EB-537B-0253BBB4906E}"/>
              </a:ext>
            </a:extLst>
          </p:cNvPr>
          <p:cNvSpPr txBox="1"/>
          <p:nvPr/>
        </p:nvSpPr>
        <p:spPr>
          <a:xfrm>
            <a:off x="4906628" y="3311658"/>
            <a:ext cx="665867" cy="557002"/>
          </a:xfrm>
          <a:prstGeom prst="rect">
            <a:avLst/>
          </a:prstGeom>
          <a:noFill/>
        </p:spPr>
        <p:txBody>
          <a:bodyPr wrap="square" lIns="0" tIns="0" rIns="0" bIns="0" rtlCol="0">
            <a:noAutofit/>
          </a:bodyPr>
          <a:lstStyle/>
          <a:p>
            <a:pPr algn="l"/>
            <a:r>
              <a:rPr lang="en-GB" sz="4000" b="1">
                <a:solidFill>
                  <a:schemeClr val="bg1"/>
                </a:solidFill>
              </a:rPr>
              <a:t>03</a:t>
            </a:r>
          </a:p>
        </p:txBody>
      </p:sp>
      <p:sp>
        <p:nvSpPr>
          <p:cNvPr id="4122" name="TextBox 4121">
            <a:extLst>
              <a:ext uri="{FF2B5EF4-FFF2-40B4-BE49-F238E27FC236}">
                <a16:creationId xmlns:a16="http://schemas.microsoft.com/office/drawing/2014/main" id="{ECEE4CD7-CF25-9991-78DE-8F045B225E8D}"/>
              </a:ext>
            </a:extLst>
          </p:cNvPr>
          <p:cNvSpPr txBox="1"/>
          <p:nvPr/>
        </p:nvSpPr>
        <p:spPr>
          <a:xfrm>
            <a:off x="11192226" y="3302818"/>
            <a:ext cx="665867" cy="557002"/>
          </a:xfrm>
          <a:prstGeom prst="rect">
            <a:avLst/>
          </a:prstGeom>
          <a:noFill/>
        </p:spPr>
        <p:txBody>
          <a:bodyPr wrap="square" lIns="0" tIns="0" rIns="0" bIns="0" rtlCol="0">
            <a:noAutofit/>
          </a:bodyPr>
          <a:lstStyle/>
          <a:p>
            <a:pPr algn="l"/>
            <a:r>
              <a:rPr lang="en-GB" sz="4000" b="1">
                <a:solidFill>
                  <a:schemeClr val="bg1"/>
                </a:solidFill>
              </a:rPr>
              <a:t>04</a:t>
            </a:r>
          </a:p>
        </p:txBody>
      </p:sp>
      <p:sp>
        <p:nvSpPr>
          <p:cNvPr id="4123" name="TextBox 4122">
            <a:extLst>
              <a:ext uri="{FF2B5EF4-FFF2-40B4-BE49-F238E27FC236}">
                <a16:creationId xmlns:a16="http://schemas.microsoft.com/office/drawing/2014/main" id="{AD7D7A5D-2EAE-BD4A-AD24-2DDBCEF17379}"/>
              </a:ext>
            </a:extLst>
          </p:cNvPr>
          <p:cNvSpPr txBox="1"/>
          <p:nvPr/>
        </p:nvSpPr>
        <p:spPr>
          <a:xfrm>
            <a:off x="4938261" y="5189331"/>
            <a:ext cx="665867" cy="557002"/>
          </a:xfrm>
          <a:prstGeom prst="rect">
            <a:avLst/>
          </a:prstGeom>
          <a:noFill/>
        </p:spPr>
        <p:txBody>
          <a:bodyPr wrap="square" lIns="0" tIns="0" rIns="0" bIns="0" rtlCol="0">
            <a:noAutofit/>
          </a:bodyPr>
          <a:lstStyle/>
          <a:p>
            <a:pPr algn="l"/>
            <a:r>
              <a:rPr lang="en-GB" sz="4000" b="1">
                <a:solidFill>
                  <a:schemeClr val="bg1"/>
                </a:solidFill>
              </a:rPr>
              <a:t>05</a:t>
            </a:r>
          </a:p>
        </p:txBody>
      </p:sp>
      <p:sp>
        <p:nvSpPr>
          <p:cNvPr id="4124" name="TextBox 4123">
            <a:extLst>
              <a:ext uri="{FF2B5EF4-FFF2-40B4-BE49-F238E27FC236}">
                <a16:creationId xmlns:a16="http://schemas.microsoft.com/office/drawing/2014/main" id="{CBB95351-13C0-8B08-0FD5-AF8DC1FB627D}"/>
              </a:ext>
            </a:extLst>
          </p:cNvPr>
          <p:cNvSpPr txBox="1"/>
          <p:nvPr/>
        </p:nvSpPr>
        <p:spPr>
          <a:xfrm>
            <a:off x="11223859" y="5180491"/>
            <a:ext cx="665867" cy="557002"/>
          </a:xfrm>
          <a:prstGeom prst="rect">
            <a:avLst/>
          </a:prstGeom>
          <a:noFill/>
        </p:spPr>
        <p:txBody>
          <a:bodyPr wrap="square" lIns="0" tIns="0" rIns="0" bIns="0" rtlCol="0">
            <a:noAutofit/>
          </a:bodyPr>
          <a:lstStyle/>
          <a:p>
            <a:pPr algn="l"/>
            <a:r>
              <a:rPr lang="en-GB" sz="4000" b="1">
                <a:solidFill>
                  <a:schemeClr val="bg1"/>
                </a:solidFill>
              </a:rPr>
              <a:t>06</a:t>
            </a:r>
          </a:p>
        </p:txBody>
      </p:sp>
    </p:spTree>
    <p:custDataLst>
      <p:custData r:id="rId1"/>
    </p:custDataLst>
    <p:extLst>
      <p:ext uri="{BB962C8B-B14F-4D97-AF65-F5344CB8AC3E}">
        <p14:creationId xmlns:p14="http://schemas.microsoft.com/office/powerpoint/2010/main" val="34341596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04C5-AFBA-BE4C-134E-7756D4A172C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4A8807A-923C-B6E3-6D26-F2C3CDD2DD70}"/>
              </a:ext>
            </a:extLst>
          </p:cNvPr>
          <p:cNvSpPr>
            <a:spLocks noGrp="1"/>
          </p:cNvSpPr>
          <p:nvPr>
            <p:ph type="ctrTitle"/>
          </p:nvPr>
        </p:nvSpPr>
        <p:spPr>
          <a:xfrm>
            <a:off x="353658" y="1946275"/>
            <a:ext cx="6629400" cy="1482725"/>
          </a:xfrm>
        </p:spPr>
        <p:txBody>
          <a:bodyPr/>
          <a:lstStyle/>
          <a:p>
            <a:r>
              <a:rPr lang="en-GB" noProof="0"/>
              <a:t>Thank you</a:t>
            </a:r>
          </a:p>
        </p:txBody>
      </p:sp>
      <p:sp>
        <p:nvSpPr>
          <p:cNvPr id="3" name="Subtitle 2">
            <a:extLst>
              <a:ext uri="{FF2B5EF4-FFF2-40B4-BE49-F238E27FC236}">
                <a16:creationId xmlns:a16="http://schemas.microsoft.com/office/drawing/2014/main" id="{DBDA37F8-FB69-F40D-C722-9FB3FE942EFF}"/>
              </a:ext>
            </a:extLst>
          </p:cNvPr>
          <p:cNvSpPr>
            <a:spLocks noGrp="1"/>
          </p:cNvSpPr>
          <p:nvPr>
            <p:ph type="subTitle" idx="1"/>
          </p:nvPr>
        </p:nvSpPr>
        <p:spPr>
          <a:xfrm>
            <a:off x="2414016" y="5125678"/>
            <a:ext cx="9387459" cy="1655540"/>
          </a:xfrm>
        </p:spPr>
        <p:txBody>
          <a:bodyPr/>
          <a:lstStyle/>
          <a:p>
            <a:r>
              <a:rPr lang="en-US"/>
              <a:t>Data Classification: DC1 (Internal)</a:t>
            </a:r>
          </a:p>
          <a:p>
            <a:r>
              <a:rPr lang="en-US"/>
              <a:t>All images in this presentation are protected by copyright, trademark, patent, trade secret and other intellectual property laws and treaties. Any unauthorized use of these images may violate such laws and shall be punishable under appropriate laws. Our sharing of this presentation along with such protected images with you does not authorize you to copy, republish, frame, link to, download, transmit, modify, adapt, create derivative works based on, rent, lease, loan, sell, assign, distribute, display, perform, license, sub-license or reverse engineer the images. In addition, you should desist from employing any data mining, robots or similar data and/or image gathering and extraction methods in connection with the presentation.</a:t>
            </a:r>
          </a:p>
          <a:p>
            <a:r>
              <a:rPr lang="en-US"/>
              <a:t>In this document, PwC refers to PricewaterhouseCoopers Private Limited (a limited liability company in India having Corporate Identity Number or CIN : U74140WB1983PTC036093), which is a member firm of PricewaterhouseCoopers International Limited (PW CIL), each member firm of which is a separate legal entity.</a:t>
            </a:r>
          </a:p>
          <a:p>
            <a:r>
              <a:rPr lang="en-US"/>
              <a:t>© 2025PricewaterhouseCoopers Private Limited. All rights reserved.</a:t>
            </a:r>
          </a:p>
          <a:p>
            <a:endParaRPr lang="en-GB"/>
          </a:p>
        </p:txBody>
      </p:sp>
    </p:spTree>
    <p:custDataLst>
      <p:custData r:id="rId1"/>
    </p:custDataLst>
    <p:extLst>
      <p:ext uri="{BB962C8B-B14F-4D97-AF65-F5344CB8AC3E}">
        <p14:creationId xmlns:p14="http://schemas.microsoft.com/office/powerpoint/2010/main" val="55575978"/>
      </p:ext>
    </p:extLst>
  </p:cSld>
  <p:clrMapOvr>
    <a:masterClrMapping/>
  </p:clrMapOvr>
</p:sld>
</file>

<file path=ppt/theme/theme1.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0B296F49-9839-BE48-A6B0-07FAE54AD4FB}" vid="{251455FA-3AFB-1547-9744-D9A80673297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02454D1-E47C-8143-BD11-D1CE754A9956}">
  <we:reference id="2cb3dfe7-199f-46bf-bb56-17a7fca0f469" version="14.1.0.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2.xml"/></Relationships>
</file>

<file path=customXml/item1.xml><?xml version="1.0" encoding="utf-8"?>
<DcR_SlideID>3387b35d-0004-4028-b684-655fbbdfed69</DcR_SlideID>
</file>

<file path=customXml/item2.xml><?xml version="1.0" encoding="utf-8"?>
<DcR_SlideID>baf8290d-8fd5-420f-bbe2-47338d05f2eb</DcR_SlideID>
</file>

<file path=customXml/item3.xml><?xml version="1.0" encoding="utf-8"?>
<DcR_SlideID>550bb712-8d3c-4d1c-924f-b36d15d72e44</DcR_SlideID>
</file>

<file path=customXml/item4.xml><?xml version="1.0" encoding="utf-8"?>
<DcR_SlideID>3e565345-07f5-46ef-bfdd-beffc8f5749f</DcR_SlideID>
</file>

<file path=customXml/item5.xml><?xml version="1.0" encoding="utf-8"?>
<?mso-contentType ?>
<FormTemplates xmlns="http://schemas.microsoft.com/sharepoint/v3/contenttype/forms">
  <Display>DocumentLibraryForm</Display>
  <Edit>DocumentLibraryForm</Edit>
  <New>DocumentLibraryForm</New>
</FormTemplates>
</file>

<file path=customXml/item6.xml><?xml version="1.0" encoding="utf-8"?>
<DcR_SlideID>58c15fbc-6f24-4421-aa80-8fc498348c98</DcR_SlideID>
</file>

<file path=customXml/item7.xml><?xml version="1.0" encoding="utf-8"?>
<DcR_SlideID>9155653c-3869-4be9-8126-4de379d6fbba</DcR_SlideID>
</file>

<file path=customXml/item8.xml><?xml version="1.0" encoding="utf-8"?>
<DcR_SlideID>4a0237b8-9af4-454e-b219-57c22fc720c7</DcR_SlideID>
</file>

<file path=customXml/item9.xml><?xml version="1.0" encoding="utf-8"?>
<DcR_SlideID>974046b3-0933-45c4-a9c8-bca2511acc3c</DcR_SlideID>
</file>

<file path=customXml/item10.xml><?xml version="1.0" encoding="utf-8"?>
<DcR_SlideID>48d89186-619c-402a-a507-03e34a68cdbb</DcR_SlideID>
</file>

<file path=customXml/item11.xml><?xml version="1.0" encoding="utf-8"?>
<DcR_SlideID>f38afe3e-04ea-4185-b651-88de8bb323e4</DcR_SlideID>
</file>

<file path=customXml/item12.xml><?xml version="1.0" encoding="utf-8"?>
<DcR_SlideID>dadbddc5-9860-44e0-8d60-fedd18d9169d</DcR_SlideID>
</file>

<file path=customXml/item13.xml><?xml version="1.0" encoding="utf-8"?>
<DcR_SlideID>8456929f-d7aa-4cc3-ab06-42fd130e7cc9</DcR_SlideID>
</file>

<file path=customXml/item14.xml><?xml version="1.0" encoding="utf-8"?>
<DcR_SlideID>ca994836-d03f-4f31-b4a4-fa3eb26c4336</DcR_SlideID>
</file>

<file path=customXml/item15.xml><?xml version="1.0" encoding="utf-8"?>
<DcR_SlideID>45975abf-03a1-490b-ba96-d1ba2ad5097b</DcR_SlideID>
</file>

<file path=customXml/item16.xml><?xml version="1.0" encoding="utf-8"?>
<DcR_SlideID>40982000-935f-4e66-a455-91de7dafc5ea</DcR_SlideID>
</file>

<file path=customXml/item17.xml><?xml version="1.0" encoding="utf-8"?>
<DcR_SlideID>859b3180-a69f-4119-90f7-4507fd82a24a</DcR_SlideID>
</file>

<file path=customXml/item18.xml><?xml version="1.0" encoding="utf-8"?>
<DcR_SlideID>baf8290d-8fd5-420f-bbe2-47338d05f2eb</DcR_SlideID>
</file>

<file path=customXml/item19.xml><?xml version="1.0" encoding="utf-8"?>
<DcR_SlideID>6c52e36e-ea87-4110-b17d-33fe3e736f37</DcR_SlideID>
</file>

<file path=customXml/item20.xml><?xml version="1.0" encoding="utf-8"?>
<DcR_SlideID>045a706d-63fd-4c7a-9a9b-7c6c4f2662f3</DcR_SlideID>
</file>

<file path=customXml/item21.xml><?xml version="1.0" encoding="utf-8"?>
<DcR_SlideID>e1abaf51-0e8c-4ab8-913c-a8f52ae93d05</DcR_SlideID>
</file>

<file path=customXml/item22.xml><?xml version="1.0" encoding="utf-8"?>
<DcR_SlideID>7e13bfad-76ba-4c4c-975f-c645a868528a</DcR_SlideID>
</file>

<file path=customXml/item23.xml><?xml version="1.0" encoding="utf-8"?>
<DcR_SlideID>de91e884-67c3-4ec1-bf7c-7067e280ba86</DcR_SlideID>
</file>

<file path=customXml/item24.xml><?xml version="1.0" encoding="utf-8"?>
<DcR_SlideID>c83a4a75-4a30-4fab-9c33-e6c38401ec48</DcR_SlideID>
</file>

<file path=customXml/item25.xml><?xml version="1.0" encoding="utf-8"?>
<DcR_SlideID>e23fb44d-7e6a-4c63-ab70-a87c485fd97c</DcR_SlideID>
</file>

<file path=customXml/item26.xml><?xml version="1.0" encoding="utf-8"?>
<DcR_SlideID>0a897a73-dce1-4f30-aec3-6502ef6c66a2</DcR_SlideID>
</file>

<file path=customXml/item27.xml><?xml version="1.0" encoding="utf-8"?>
<DcR_SlideID>8d71b8ef-aa58-4adc-8683-a5d3cfa0ae54</DcR_SlideID>
</file>

<file path=customXml/item28.xml><?xml version="1.0" encoding="utf-8"?>
<p:properties xmlns:p="http://schemas.microsoft.com/office/2006/metadata/properties" xmlns:xsi="http://www.w3.org/2001/XMLSchema-instance" xmlns:pc="http://schemas.microsoft.com/office/infopath/2007/PartnerControls">
  <documentManagement/>
</p:properties>
</file>

<file path=customXml/item29.xml><?xml version="1.0" encoding="utf-8"?>
<DcR_SlideID>a5d55402-7f34-4b2b-a042-5ef012205d18</DcR_SlideID>
</file>

<file path=customXml/item30.xml><?xml version="1.0" encoding="utf-8"?>
<DcR_SlideID>a5baa868-3e18-4db4-a977-58431f5b76fd</DcR_SlideID>
</file>

<file path=customXml/item31.xml><?xml version="1.0" encoding="utf-8"?>
<ct:contentTypeSchema xmlns:ct="http://schemas.microsoft.com/office/2006/metadata/contentType" xmlns:ma="http://schemas.microsoft.com/office/2006/metadata/properties/metaAttributes" ct:_="" ma:_="" ma:contentTypeName="Document" ma:contentTypeID="0x0101004C8F99CECA7E9F4393977E68B7D43D8B" ma:contentTypeVersion="10" ma:contentTypeDescription="Create a new document." ma:contentTypeScope="" ma:versionID="f1d1b9c63cedce269669e302c2801fe3">
  <xsd:schema xmlns:xsd="http://www.w3.org/2001/XMLSchema" xmlns:xs="http://www.w3.org/2001/XMLSchema" xmlns:p="http://schemas.microsoft.com/office/2006/metadata/properties" xmlns:ns2="ae753edc-97a5-423a-9125-bb6ccbcfe6fe" xmlns:ns3="6d3000be-06b8-41f6-b3f3-049d38370a81" targetNamespace="http://schemas.microsoft.com/office/2006/metadata/properties" ma:root="true" ma:fieldsID="4309bd6e50dd84d51eb42a877d7d1a5f" ns2:_="" ns3:_="">
    <xsd:import namespace="ae753edc-97a5-423a-9125-bb6ccbcfe6fe"/>
    <xsd:import namespace="6d3000be-06b8-41f6-b3f3-049d38370a8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753edc-97a5-423a-9125-bb6ccbcfe6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d3000be-06b8-41f6-b3f3-049d38370a81"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2.xml><?xml version="1.0" encoding="utf-8"?>
<DcR_SlideID>d1008a4f-ced6-43ad-9ca1-1a9c52cef2fc</DcR_SlideID>
</file>

<file path=customXml/item33.xml><?xml version="1.0" encoding="utf-8"?>
<DcR_SlideID>f466fbf6-6f56-4cc1-a990-c8f723d62079</DcR_SlideID>
</file>

<file path=customXml/item34.xml><?xml version="1.0" encoding="utf-8"?>
<DcR_SlideID>828ff49b-f5fb-4a18-9a89-15da6dd416a2</DcR_SlideID>
</file>

<file path=customXml/item35.xml><?xml version="1.0" encoding="utf-8"?>
<DcR_SlideID>d4d3d760-bfc7-44e1-bc91-c6063a4b8e34</DcR_SlideID>
</file>

<file path=customXml/item36.xml><?xml version="1.0" encoding="utf-8"?>
<DcR_SlideID>4977a953-7d4d-4fe3-9492-20af40403e05</DcR_SlideID>
</file>

<file path=customXml/item37.xml><?xml version="1.0" encoding="utf-8"?>
<DcR_SlideID>c9266738-05ac-467f-8f17-7f28456eba83</DcR_SlideID>
</file>

<file path=customXml/item38.xml><?xml version="1.0" encoding="utf-8"?>
<DcR_SlideID>ea0d5fcf-da69-4e0d-98b7-90ffefb52405</DcR_SlideID>
</file>

<file path=customXml/item39.xml><?xml version="1.0" encoding="utf-8"?>
<DcR_SlideID>a37ef285-07d9-41d6-b740-8eb75fe33f53</DcR_SlideID>
</file>

<file path=customXml/item40.xml><?xml version="1.0" encoding="utf-8"?>
<DcR_SlideID>1fd2c3f3-4564-40a9-b116-dd9535e098af</DcR_SlideID>
</file>

<file path=customXml/item41.xml><?xml version="1.0" encoding="utf-8"?>
<DcR_SlideID>2bfe8baf-1766-4fad-9835-b03f1338ccf2</DcR_SlideID>
</file>

<file path=customXml/item42.xml><?xml version="1.0" encoding="utf-8"?>
<DcR_SlideID>ea0d5fcf-da69-4e0d-98b7-90ffefb52405</DcR_SlideID>
</file>

<file path=customXml/item43.xml><?xml version="1.0" encoding="utf-8"?>
<DcR_SlideID>f3009491-bd16-458b-8752-783d2342db74</DcR_SlideID>
</file>

<file path=customXml/item44.xml><?xml version="1.0" encoding="utf-8"?>
<DcR_SlideID>dd849dad-32ce-485a-9d51-ea53537f236a</DcR_SlideID>
</file>

<file path=customXml/item45.xml><?xml version="1.0" encoding="utf-8"?>
<DcR_SlideID>efc6c04c-4195-40ba-9c49-6d9a9f59ab6e</DcR_SlideID>
</file>

<file path=customXml/item46.xml><?xml version="1.0" encoding="utf-8"?>
<DcR_SlideID>136da3eb-373c-4517-b4d8-d473c07abcef</DcR_SlideID>
</file>

<file path=customXml/item47.xml><?xml version="1.0" encoding="utf-8"?>
<DcR_SlideID>55ec6139-8aae-4685-b4f3-840797a3cd2e</DcR_SlideID>
</file>

<file path=customXml/item48.xml><?xml version="1.0" encoding="utf-8"?>
<DcR_SlideID>f561a863-ba85-42a3-b683-62b6d020123a</DcR_SlideID>
</file>

<file path=customXml/item49.xml><?xml version="1.0" encoding="utf-8"?>
<DcR_SlideID>f561a863-ba85-42a3-b683-62b6d020123a</DcR_SlideID>
</file>

<file path=customXml/item50.xml><?xml version="1.0" encoding="utf-8"?>
<DcR_SlideID>11bd47bb-4486-4bdc-9b0a-f0bb86878cf1</DcR_SlideID>
</file>

<file path=customXml/item51.xml><?xml version="1.0" encoding="utf-8"?>
<DcR_SlideID>f561a863-ba85-42a3-b683-62b6d020123a</DcR_SlideID>
</file>

<file path=customXml/item52.xml><?xml version="1.0" encoding="utf-8"?>
<DcR_SlideID>f561a863-ba85-42a3-b683-62b6d020123a</DcR_SlideID>
</file>

<file path=customXml/item53.xml><?xml version="1.0" encoding="utf-8"?>
<DcR_SlideID>f561a863-ba85-42a3-b683-62b6d020123a</DcR_SlideID>
</file>

<file path=customXml/item54.xml><?xml version="1.0" encoding="utf-8"?>
<DcR_SlideID>7a384cdf-aec4-439d-9465-d06de0ec42c9</DcR_SlideID>
</file>

<file path=customXml/item55.xml><?xml version="1.0" encoding="utf-8"?>
<DcR_SlideID>f561a863-ba85-42a3-b683-62b6d020123a</DcR_SlideID>
</file>

<file path=customXml/item56.xml><?xml version="1.0" encoding="utf-8"?>
<DcR_SlideID>f561a863-ba85-42a3-b683-62b6d020123a</DcR_SlideID>
</file>

<file path=customXml/item57.xml><?xml version="1.0" encoding="utf-8"?>
<DcR_SlideID>44d9da36-5099-4718-afc3-aa75dac0a310</DcR_SlideID>
</file>

<file path=customXml/item58.xml><?xml version="1.0" encoding="utf-8"?>
<DcR_SlideID>efc6c04c-4195-40ba-9c49-6d9a9f59ab6e</DcR_SlideID>
</file>

<file path=customXml/item59.xml><?xml version="1.0" encoding="utf-8"?>
<DcR_SlideID>efc6c04c-4195-40ba-9c49-6d9a9f59ab6e</DcR_SlideID>
</file>

<file path=customXml/item60.xml><?xml version="1.0" encoding="utf-8"?>
<DcR_SlideID>efc6c04c-4195-40ba-9c49-6d9a9f59ab6e</DcR_SlideID>
</file>

<file path=customXml/item61.xml><?xml version="1.0" encoding="utf-8"?>
<DcR_SlideID>cee24355-e463-4676-8f6c-3b1987a1b7e5</DcR_SlideID>
</file>

<file path=customXml/item62.xml><?xml version="1.0" encoding="utf-8"?>
<DcR_SlideID>83b82c92-dc9d-4d5b-851e-899312c5efe0</DcR_SlideID>
</file>

<file path=customXml/item63.xml><?xml version="1.0" encoding="utf-8"?>
<DcR_SlideID>efc6c04c-4195-40ba-9c49-6d9a9f59ab6e</DcR_SlideID>
</file>

<file path=customXml/item64.xml><?xml version="1.0" encoding="utf-8"?>
<DcR_SlideID>623dd147-90fd-444e-b3f2-06f3b069dfca</DcR_SlideID>
</file>

<file path=customXml/item65.xml><?xml version="1.0" encoding="utf-8"?>
<DcR_SlideID>efc6c04c-4195-40ba-9c49-6d9a9f59ab6e</DcR_SlideID>
</file>

<file path=customXml/item66.xml><?xml version="1.0" encoding="utf-8"?>
<DcR_SlideID>3452f48a-9887-4199-b3da-5b96e86bc652</DcR_SlideID>
</file>

<file path=customXml/item67.xml><?xml version="1.0" encoding="utf-8"?>
<DcR_SlideID>ea0d5fcf-da69-4e0d-98b7-90ffefb52405</DcR_SlideID>
</file>

<file path=customXml/item68.xml><?xml version="1.0" encoding="utf-8"?>
<DcR_SlideID>8f2c533e-352c-4b46-8275-f47c204dd977</DcR_SlideID>
</file>

<file path=customXml/item69.xml><?xml version="1.0" encoding="utf-8"?>
<DcR_SlideID>ea0d5fcf-da69-4e0d-98b7-90ffefb52405</DcR_SlideID>
</file>

<file path=customXml/item70.xml><?xml version="1.0" encoding="utf-8"?>
<DcR_SlideID>efc6c04c-4195-40ba-9c49-6d9a9f59ab6e</DcR_SlideID>
</file>

<file path=customXml/item71.xml><?xml version="1.0" encoding="utf-8"?>
<DcR_SlideID>dbae1b61-db49-4000-9843-2a5a8d74454a</DcR_SlideID>
</file>

<file path=customXml/item72.xml><?xml version="1.0" encoding="utf-8"?>
<DcR_SlideID>efc6c04c-4195-40ba-9c49-6d9a9f59ab6e</DcR_SlideID>
</file>

<file path=customXml/item73.xml><?xml version="1.0" encoding="utf-8"?>
<DcR_SlideID>08afb1ef-de25-47fa-9924-a3126ffd2599</DcR_SlideID>
</file>

<file path=customXml/item74.xml><?xml version="1.0" encoding="utf-8"?>
<DcR_SlideID>569dbbf7-0c32-4442-a180-6b1fc29e3a6c</DcR_SlideID>
</file>

<file path=customXml/item75.xml><?xml version="1.0" encoding="utf-8"?>
<DcR_SlideID>90e1d0e8-e300-43e9-a639-662b912d6c04</DcR_SlideID>
</file>

<file path=customXml/item76.xml><?xml version="1.0" encoding="utf-8"?>
<DcR_SlideID>01f11611-70be-4f44-8ae6-3defa9f85fe5</DcR_SlideID>
</file>

<file path=customXml/item77.xml><?xml version="1.0" encoding="utf-8"?>
<DcR_SlideID>303e5b02-cb2e-4046-a96f-9eb18162f503</DcR_SlideID>
</file>

<file path=customXml/item78.xml><?xml version="1.0" encoding="utf-8"?>
<DcR_SlideID>c75d8bfe-52bc-4f78-98ba-68f73b190b7c</DcR_SlideID>
</file>

<file path=customXml/item79.xml><?xml version="1.0" encoding="utf-8"?>
<DcR_SlideID>f61decca-646d-448f-90eb-eb38e103a314</DcR_SlideID>
</file>

<file path=customXml/item80.xml><?xml version="1.0" encoding="utf-8"?>
<DcR_SlideID>7aec8a98-a4e9-46fd-84e2-82c45c0e6161</DcR_SlideID>
</file>

<file path=customXml/item81.xml><?xml version="1.0" encoding="utf-8"?>
<DcR_SlideID>22f5429f-ed14-423f-92f9-2e08c4addbc1</DcR_SlideID>
</file>

<file path=customXml/item82.xml><?xml version="1.0" encoding="utf-8"?>
<DcR_SlideID>9a68961a-3c50-45f4-a77a-8d2f7b30f344</DcR_SlideID>
</file>

<file path=customXml/itemProps1.xml><?xml version="1.0" encoding="utf-8"?>
<ds:datastoreItem xmlns:ds="http://schemas.openxmlformats.org/officeDocument/2006/customXml" ds:itemID="{C42F474B-BD85-4BE1-982E-5FB04FFCEA35}">
  <ds:schemaRefs/>
</ds:datastoreItem>
</file>

<file path=customXml/itemProps2.xml><?xml version="1.0" encoding="utf-8"?>
<ds:datastoreItem xmlns:ds="http://schemas.openxmlformats.org/officeDocument/2006/customXml" ds:itemID="{D99A6D98-6CF0-458C-8775-F25E02BCAB80}">
  <ds:schemaRefs/>
</ds:datastoreItem>
</file>

<file path=customXml/itemProps3.xml><?xml version="1.0" encoding="utf-8"?>
<ds:datastoreItem xmlns:ds="http://schemas.openxmlformats.org/officeDocument/2006/customXml" ds:itemID="{A74E75F8-1934-4B15-A0D6-8914B0F2E5B9}">
  <ds:schemaRefs/>
</ds:datastoreItem>
</file>

<file path=customXml/itemProps4.xml><?xml version="1.0" encoding="utf-8"?>
<ds:datastoreItem xmlns:ds="http://schemas.openxmlformats.org/officeDocument/2006/customXml" ds:itemID="{9B35E659-43D7-471F-9DA3-8F80B8BEC5C6}">
  <ds:schemaRefs/>
</ds:datastoreItem>
</file>

<file path=customXml/itemProps5.xml><?xml version="1.0" encoding="utf-8"?>
<ds:datastoreItem xmlns:ds="http://schemas.openxmlformats.org/officeDocument/2006/customXml" ds:itemID="{0C265105-FE1D-453C-BB54-B143C57411F1}">
  <ds:schemaRefs>
    <ds:schemaRef ds:uri="http://schemas.microsoft.com/sharepoint/v3/contenttype/forms"/>
  </ds:schemaRefs>
</ds:datastoreItem>
</file>

<file path=customXml/itemProps6.xml><?xml version="1.0" encoding="utf-8"?>
<ds:datastoreItem xmlns:ds="http://schemas.openxmlformats.org/officeDocument/2006/customXml" ds:itemID="{685E8371-2A64-45D5-8F75-217A83C48981}">
  <ds:schemaRefs/>
</ds:datastoreItem>
</file>

<file path=customXml/itemProps7.xml><?xml version="1.0" encoding="utf-8"?>
<ds:datastoreItem xmlns:ds="http://schemas.openxmlformats.org/officeDocument/2006/customXml" ds:itemID="{5C6CEADB-C672-4D2F-84C5-30ECFADC8DDE}">
  <ds:schemaRefs/>
</ds:datastoreItem>
</file>

<file path=customXml/itemProps8.xml><?xml version="1.0" encoding="utf-8"?>
<ds:datastoreItem xmlns:ds="http://schemas.openxmlformats.org/officeDocument/2006/customXml" ds:itemID="{053C88E8-F55A-4FE0-9B85-3751C334A643}">
  <ds:schemaRefs/>
</ds:datastoreItem>
</file>

<file path=customXml/itemProps9.xml><?xml version="1.0" encoding="utf-8"?>
<ds:datastoreItem xmlns:ds="http://schemas.openxmlformats.org/officeDocument/2006/customXml" ds:itemID="{7FD25DE2-809C-4CDC-ADC8-2C92AF1C104E}">
  <ds:schemaRefs/>
</ds:datastoreItem>
</file>

<file path=customXml/itemProps10.xml><?xml version="1.0" encoding="utf-8"?>
<ds:datastoreItem xmlns:ds="http://schemas.openxmlformats.org/officeDocument/2006/customXml" ds:itemID="{14A410D7-0C7C-4830-80A8-A1E083DC5CE3}">
  <ds:schemaRefs/>
</ds:datastoreItem>
</file>

<file path=customXml/itemProps11.xml><?xml version="1.0" encoding="utf-8"?>
<ds:datastoreItem xmlns:ds="http://schemas.openxmlformats.org/officeDocument/2006/customXml" ds:itemID="{85DE36B2-5D00-43C7-85E1-042477EC026C}">
  <ds:schemaRefs/>
</ds:datastoreItem>
</file>

<file path=customXml/itemProps12.xml><?xml version="1.0" encoding="utf-8"?>
<ds:datastoreItem xmlns:ds="http://schemas.openxmlformats.org/officeDocument/2006/customXml" ds:itemID="{EA5EBAEB-33A0-490D-AF6A-7C00EDB3B946}">
  <ds:schemaRefs/>
</ds:datastoreItem>
</file>

<file path=customXml/itemProps13.xml><?xml version="1.0" encoding="utf-8"?>
<ds:datastoreItem xmlns:ds="http://schemas.openxmlformats.org/officeDocument/2006/customXml" ds:itemID="{D4C05687-3154-4863-A2B1-2194D8D82CDD}">
  <ds:schemaRefs/>
</ds:datastoreItem>
</file>

<file path=customXml/itemProps14.xml><?xml version="1.0" encoding="utf-8"?>
<ds:datastoreItem xmlns:ds="http://schemas.openxmlformats.org/officeDocument/2006/customXml" ds:itemID="{D4152817-A99A-4AEB-A438-7D67FC8245AB}">
  <ds:schemaRefs/>
</ds:datastoreItem>
</file>

<file path=customXml/itemProps15.xml><?xml version="1.0" encoding="utf-8"?>
<ds:datastoreItem xmlns:ds="http://schemas.openxmlformats.org/officeDocument/2006/customXml" ds:itemID="{903FEC96-7416-4921-8BAE-B94E358AEA81}">
  <ds:schemaRefs/>
</ds:datastoreItem>
</file>

<file path=customXml/itemProps16.xml><?xml version="1.0" encoding="utf-8"?>
<ds:datastoreItem xmlns:ds="http://schemas.openxmlformats.org/officeDocument/2006/customXml" ds:itemID="{95E3FC80-DAAA-4F3F-88FC-E2FD06132048}">
  <ds:schemaRefs/>
</ds:datastoreItem>
</file>

<file path=customXml/itemProps17.xml><?xml version="1.0" encoding="utf-8"?>
<ds:datastoreItem xmlns:ds="http://schemas.openxmlformats.org/officeDocument/2006/customXml" ds:itemID="{4D86B67B-1202-4DD5-B2F3-E05AF4631090}">
  <ds:schemaRefs/>
</ds:datastoreItem>
</file>

<file path=customXml/itemProps18.xml><?xml version="1.0" encoding="utf-8"?>
<ds:datastoreItem xmlns:ds="http://schemas.openxmlformats.org/officeDocument/2006/customXml" ds:itemID="{499EBCB0-A06F-4DEA-B67E-A14E000B4FA8}">
  <ds:schemaRefs/>
</ds:datastoreItem>
</file>

<file path=customXml/itemProps19.xml><?xml version="1.0" encoding="utf-8"?>
<ds:datastoreItem xmlns:ds="http://schemas.openxmlformats.org/officeDocument/2006/customXml" ds:itemID="{71CC6EE3-1033-4CF8-8F4A-D47048622966}">
  <ds:schemaRefs/>
</ds:datastoreItem>
</file>

<file path=customXml/itemProps20.xml><?xml version="1.0" encoding="utf-8"?>
<ds:datastoreItem xmlns:ds="http://schemas.openxmlformats.org/officeDocument/2006/customXml" ds:itemID="{49348021-A216-4C20-992D-F711A8AA8E0A}">
  <ds:schemaRefs/>
</ds:datastoreItem>
</file>

<file path=customXml/itemProps21.xml><?xml version="1.0" encoding="utf-8"?>
<ds:datastoreItem xmlns:ds="http://schemas.openxmlformats.org/officeDocument/2006/customXml" ds:itemID="{6D234291-90D4-4D59-A780-427902FF9922}">
  <ds:schemaRefs/>
</ds:datastoreItem>
</file>

<file path=customXml/itemProps22.xml><?xml version="1.0" encoding="utf-8"?>
<ds:datastoreItem xmlns:ds="http://schemas.openxmlformats.org/officeDocument/2006/customXml" ds:itemID="{C3C6A64D-4E0C-42F4-AB0B-A99E901C5022}">
  <ds:schemaRefs/>
</ds:datastoreItem>
</file>

<file path=customXml/itemProps23.xml><?xml version="1.0" encoding="utf-8"?>
<ds:datastoreItem xmlns:ds="http://schemas.openxmlformats.org/officeDocument/2006/customXml" ds:itemID="{6B98A663-942E-418A-8E7B-2159A65E6FEC}">
  <ds:schemaRefs/>
</ds:datastoreItem>
</file>

<file path=customXml/itemProps24.xml><?xml version="1.0" encoding="utf-8"?>
<ds:datastoreItem xmlns:ds="http://schemas.openxmlformats.org/officeDocument/2006/customXml" ds:itemID="{AF15E79C-0626-421A-B92D-CEF73E7AFCA0}">
  <ds:schemaRefs/>
</ds:datastoreItem>
</file>

<file path=customXml/itemProps25.xml><?xml version="1.0" encoding="utf-8"?>
<ds:datastoreItem xmlns:ds="http://schemas.openxmlformats.org/officeDocument/2006/customXml" ds:itemID="{C0D457C1-586F-47A3-9610-D1C54351ED29}">
  <ds:schemaRefs/>
</ds:datastoreItem>
</file>

<file path=customXml/itemProps26.xml><?xml version="1.0" encoding="utf-8"?>
<ds:datastoreItem xmlns:ds="http://schemas.openxmlformats.org/officeDocument/2006/customXml" ds:itemID="{E087C407-0EFC-4486-9991-2601F5E58EFF}">
  <ds:schemaRefs/>
</ds:datastoreItem>
</file>

<file path=customXml/itemProps27.xml><?xml version="1.0" encoding="utf-8"?>
<ds:datastoreItem xmlns:ds="http://schemas.openxmlformats.org/officeDocument/2006/customXml" ds:itemID="{E1A302C1-4F5F-4D44-B605-58BD4E5FA1B4}">
  <ds:schemaRefs/>
</ds:datastoreItem>
</file>

<file path=customXml/itemProps28.xml><?xml version="1.0" encoding="utf-8"?>
<ds:datastoreItem xmlns:ds="http://schemas.openxmlformats.org/officeDocument/2006/customXml" ds:itemID="{FA758F2C-2961-4F3E-AF6C-A7AAF8C806B2}">
  <ds:schemaRefs>
    <ds:schemaRef ds:uri="http://purl.org/dc/terms/"/>
    <ds:schemaRef ds:uri="http://schemas.openxmlformats.org/package/2006/metadata/core-properties"/>
    <ds:schemaRef ds:uri="http://www.w3.org/XML/1998/namespace"/>
    <ds:schemaRef ds:uri="http://purl.org/dc/elements/1.1/"/>
    <ds:schemaRef ds:uri="ae753edc-97a5-423a-9125-bb6ccbcfe6fe"/>
    <ds:schemaRef ds:uri="http://schemas.microsoft.com/office/infopath/2007/PartnerControls"/>
    <ds:schemaRef ds:uri="http://schemas.microsoft.com/office/2006/documentManagement/types"/>
    <ds:schemaRef ds:uri="6d3000be-06b8-41f6-b3f3-049d38370a81"/>
    <ds:schemaRef ds:uri="http://schemas.microsoft.com/office/2006/metadata/properties"/>
    <ds:schemaRef ds:uri="http://purl.org/dc/dcmitype/"/>
  </ds:schemaRefs>
</ds:datastoreItem>
</file>

<file path=customXml/itemProps29.xml><?xml version="1.0" encoding="utf-8"?>
<ds:datastoreItem xmlns:ds="http://schemas.openxmlformats.org/officeDocument/2006/customXml" ds:itemID="{32BBF07E-AA10-4F2A-B7AD-975E50BF9311}">
  <ds:schemaRefs/>
</ds:datastoreItem>
</file>

<file path=customXml/itemProps30.xml><?xml version="1.0" encoding="utf-8"?>
<ds:datastoreItem xmlns:ds="http://schemas.openxmlformats.org/officeDocument/2006/customXml" ds:itemID="{B4547808-1980-4B3F-BD81-119D71AAE8FA}">
  <ds:schemaRefs/>
</ds:datastoreItem>
</file>

<file path=customXml/itemProps31.xml><?xml version="1.0" encoding="utf-8"?>
<ds:datastoreItem xmlns:ds="http://schemas.openxmlformats.org/officeDocument/2006/customXml" ds:itemID="{8B4BCA9C-A5CA-4EF4-83AE-842C04CD60EE}">
  <ds:schemaRefs>
    <ds:schemaRef ds:uri="6d3000be-06b8-41f6-b3f3-049d38370a81"/>
    <ds:schemaRef ds:uri="ae753edc-97a5-423a-9125-bb6ccbcfe6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2.xml><?xml version="1.0" encoding="utf-8"?>
<ds:datastoreItem xmlns:ds="http://schemas.openxmlformats.org/officeDocument/2006/customXml" ds:itemID="{4DF4866C-301C-457F-BAF7-F8509EC7FF15}">
  <ds:schemaRefs/>
</ds:datastoreItem>
</file>

<file path=customXml/itemProps33.xml><?xml version="1.0" encoding="utf-8"?>
<ds:datastoreItem xmlns:ds="http://schemas.openxmlformats.org/officeDocument/2006/customXml" ds:itemID="{17A8EB99-2046-4B4E-B801-7994DFE80E18}">
  <ds:schemaRefs/>
</ds:datastoreItem>
</file>

<file path=customXml/itemProps34.xml><?xml version="1.0" encoding="utf-8"?>
<ds:datastoreItem xmlns:ds="http://schemas.openxmlformats.org/officeDocument/2006/customXml" ds:itemID="{78F19F31-399C-4A41-AFCA-0AD06FABAD7C}">
  <ds:schemaRefs/>
</ds:datastoreItem>
</file>

<file path=customXml/itemProps35.xml><?xml version="1.0" encoding="utf-8"?>
<ds:datastoreItem xmlns:ds="http://schemas.openxmlformats.org/officeDocument/2006/customXml" ds:itemID="{0404FB16-D9A0-4F9F-9804-7A3BD6D78A02}">
  <ds:schemaRefs/>
</ds:datastoreItem>
</file>

<file path=customXml/itemProps36.xml><?xml version="1.0" encoding="utf-8"?>
<ds:datastoreItem xmlns:ds="http://schemas.openxmlformats.org/officeDocument/2006/customXml" ds:itemID="{3C2AC1C0-3860-4BD8-B3F2-7E04A0C5CD54}">
  <ds:schemaRefs/>
</ds:datastoreItem>
</file>

<file path=customXml/itemProps37.xml><?xml version="1.0" encoding="utf-8"?>
<ds:datastoreItem xmlns:ds="http://schemas.openxmlformats.org/officeDocument/2006/customXml" ds:itemID="{875B1265-8226-46F7-9C46-C96C7878418B}">
  <ds:schemaRefs/>
</ds:datastoreItem>
</file>

<file path=customXml/itemProps38.xml><?xml version="1.0" encoding="utf-8"?>
<ds:datastoreItem xmlns:ds="http://schemas.openxmlformats.org/officeDocument/2006/customXml" ds:itemID="{A48EA99C-8668-4B79-A932-03F8052F5608}">
  <ds:schemaRefs/>
</ds:datastoreItem>
</file>

<file path=customXml/itemProps39.xml><?xml version="1.0" encoding="utf-8"?>
<ds:datastoreItem xmlns:ds="http://schemas.openxmlformats.org/officeDocument/2006/customXml" ds:itemID="{A43BDE79-840C-4794-864F-3A25BC8A539D}">
  <ds:schemaRefs/>
</ds:datastoreItem>
</file>

<file path=customXml/itemProps40.xml><?xml version="1.0" encoding="utf-8"?>
<ds:datastoreItem xmlns:ds="http://schemas.openxmlformats.org/officeDocument/2006/customXml" ds:itemID="{186A83C4-4468-4954-A284-488DB58C08D0}">
  <ds:schemaRefs/>
</ds:datastoreItem>
</file>

<file path=customXml/itemProps41.xml><?xml version="1.0" encoding="utf-8"?>
<ds:datastoreItem xmlns:ds="http://schemas.openxmlformats.org/officeDocument/2006/customXml" ds:itemID="{1A56AD4E-A9E7-4484-B1E1-45F69E6530E7}">
  <ds:schemaRefs/>
</ds:datastoreItem>
</file>

<file path=customXml/itemProps42.xml><?xml version="1.0" encoding="utf-8"?>
<ds:datastoreItem xmlns:ds="http://schemas.openxmlformats.org/officeDocument/2006/customXml" ds:itemID="{8530672E-A3BF-4F3A-B90A-372B235BB45D}">
  <ds:schemaRefs/>
</ds:datastoreItem>
</file>

<file path=customXml/itemProps43.xml><?xml version="1.0" encoding="utf-8"?>
<ds:datastoreItem xmlns:ds="http://schemas.openxmlformats.org/officeDocument/2006/customXml" ds:itemID="{AC63948D-580F-48B0-91E3-56045105ABDA}">
  <ds:schemaRefs/>
</ds:datastoreItem>
</file>

<file path=customXml/itemProps44.xml><?xml version="1.0" encoding="utf-8"?>
<ds:datastoreItem xmlns:ds="http://schemas.openxmlformats.org/officeDocument/2006/customXml" ds:itemID="{ECDCF8FB-F7CF-47A1-B50B-1DA71488B9DF}">
  <ds:schemaRefs/>
</ds:datastoreItem>
</file>

<file path=customXml/itemProps45.xml><?xml version="1.0" encoding="utf-8"?>
<ds:datastoreItem xmlns:ds="http://schemas.openxmlformats.org/officeDocument/2006/customXml" ds:itemID="{DCBBABBD-F19E-4C3E-A458-88DC5EA31B8E}">
  <ds:schemaRefs/>
</ds:datastoreItem>
</file>

<file path=customXml/itemProps46.xml><?xml version="1.0" encoding="utf-8"?>
<ds:datastoreItem xmlns:ds="http://schemas.openxmlformats.org/officeDocument/2006/customXml" ds:itemID="{695EE8D1-907D-48CF-AF6E-8B01C5538F9A}">
  <ds:schemaRefs/>
</ds:datastoreItem>
</file>

<file path=customXml/itemProps47.xml><?xml version="1.0" encoding="utf-8"?>
<ds:datastoreItem xmlns:ds="http://schemas.openxmlformats.org/officeDocument/2006/customXml" ds:itemID="{CD23C5A7-73E3-426E-8F19-FFD2393CFC67}">
  <ds:schemaRefs/>
</ds:datastoreItem>
</file>

<file path=customXml/itemProps48.xml><?xml version="1.0" encoding="utf-8"?>
<ds:datastoreItem xmlns:ds="http://schemas.openxmlformats.org/officeDocument/2006/customXml" ds:itemID="{C9F221B7-A35A-46E0-AE39-1F4C4E6877D0}">
  <ds:schemaRefs/>
</ds:datastoreItem>
</file>

<file path=customXml/itemProps49.xml><?xml version="1.0" encoding="utf-8"?>
<ds:datastoreItem xmlns:ds="http://schemas.openxmlformats.org/officeDocument/2006/customXml" ds:itemID="{4D6FBBAC-C1D0-46E8-933D-3F2D51F2B25A}">
  <ds:schemaRefs/>
</ds:datastoreItem>
</file>

<file path=customXml/itemProps50.xml><?xml version="1.0" encoding="utf-8"?>
<ds:datastoreItem xmlns:ds="http://schemas.openxmlformats.org/officeDocument/2006/customXml" ds:itemID="{8A5C8FF3-E53E-470F-A862-45B7ABC1A835}">
  <ds:schemaRefs/>
</ds:datastoreItem>
</file>

<file path=customXml/itemProps51.xml><?xml version="1.0" encoding="utf-8"?>
<ds:datastoreItem xmlns:ds="http://schemas.openxmlformats.org/officeDocument/2006/customXml" ds:itemID="{D5A11CB6-0CA1-4357-AAB6-240EB6DCDD37}">
  <ds:schemaRefs/>
</ds:datastoreItem>
</file>

<file path=customXml/itemProps52.xml><?xml version="1.0" encoding="utf-8"?>
<ds:datastoreItem xmlns:ds="http://schemas.openxmlformats.org/officeDocument/2006/customXml" ds:itemID="{F76B2C84-EFD4-4E53-A7CC-6381DDC6372E}">
  <ds:schemaRefs/>
</ds:datastoreItem>
</file>

<file path=customXml/itemProps53.xml><?xml version="1.0" encoding="utf-8"?>
<ds:datastoreItem xmlns:ds="http://schemas.openxmlformats.org/officeDocument/2006/customXml" ds:itemID="{5D3DF4C8-FB8A-498E-8D3D-796B23C7DA69}">
  <ds:schemaRefs/>
</ds:datastoreItem>
</file>

<file path=customXml/itemProps54.xml><?xml version="1.0" encoding="utf-8"?>
<ds:datastoreItem xmlns:ds="http://schemas.openxmlformats.org/officeDocument/2006/customXml" ds:itemID="{F19CEDF7-E26C-48BE-A0F2-61022D0EE52E}">
  <ds:schemaRefs/>
</ds:datastoreItem>
</file>

<file path=customXml/itemProps55.xml><?xml version="1.0" encoding="utf-8"?>
<ds:datastoreItem xmlns:ds="http://schemas.openxmlformats.org/officeDocument/2006/customXml" ds:itemID="{B621C17D-B1DC-4D06-97B2-B6A757346ADA}">
  <ds:schemaRefs/>
</ds:datastoreItem>
</file>

<file path=customXml/itemProps56.xml><?xml version="1.0" encoding="utf-8"?>
<ds:datastoreItem xmlns:ds="http://schemas.openxmlformats.org/officeDocument/2006/customXml" ds:itemID="{41AB5F95-38E2-4E53-AD3F-290FC0CA758F}">
  <ds:schemaRefs/>
</ds:datastoreItem>
</file>

<file path=customXml/itemProps57.xml><?xml version="1.0" encoding="utf-8"?>
<ds:datastoreItem xmlns:ds="http://schemas.openxmlformats.org/officeDocument/2006/customXml" ds:itemID="{84AC55C3-EF81-4793-A49D-638528B466D4}">
  <ds:schemaRefs/>
</ds:datastoreItem>
</file>

<file path=customXml/itemProps58.xml><?xml version="1.0" encoding="utf-8"?>
<ds:datastoreItem xmlns:ds="http://schemas.openxmlformats.org/officeDocument/2006/customXml" ds:itemID="{63A7A31F-3450-416A-96C9-D26DDA508E90}">
  <ds:schemaRefs/>
</ds:datastoreItem>
</file>

<file path=customXml/itemProps59.xml><?xml version="1.0" encoding="utf-8"?>
<ds:datastoreItem xmlns:ds="http://schemas.openxmlformats.org/officeDocument/2006/customXml" ds:itemID="{C90C6CA4-EB89-4180-9834-E85F704635D2}">
  <ds:schemaRefs/>
</ds:datastoreItem>
</file>

<file path=customXml/itemProps60.xml><?xml version="1.0" encoding="utf-8"?>
<ds:datastoreItem xmlns:ds="http://schemas.openxmlformats.org/officeDocument/2006/customXml" ds:itemID="{4A7579AB-6A25-46AD-BE4B-179FDEB58AC0}">
  <ds:schemaRefs/>
</ds:datastoreItem>
</file>

<file path=customXml/itemProps61.xml><?xml version="1.0" encoding="utf-8"?>
<ds:datastoreItem xmlns:ds="http://schemas.openxmlformats.org/officeDocument/2006/customXml" ds:itemID="{EC640577-CB6A-46E5-9400-06B334FFBBB4}">
  <ds:schemaRefs/>
</ds:datastoreItem>
</file>

<file path=customXml/itemProps62.xml><?xml version="1.0" encoding="utf-8"?>
<ds:datastoreItem xmlns:ds="http://schemas.openxmlformats.org/officeDocument/2006/customXml" ds:itemID="{E1E1773C-47E1-4F1A-A7CA-AE7C3BD12113}">
  <ds:schemaRefs/>
</ds:datastoreItem>
</file>

<file path=customXml/itemProps63.xml><?xml version="1.0" encoding="utf-8"?>
<ds:datastoreItem xmlns:ds="http://schemas.openxmlformats.org/officeDocument/2006/customXml" ds:itemID="{4A910FE1-40D9-4124-AB90-79118B2E9199}">
  <ds:schemaRefs/>
</ds:datastoreItem>
</file>

<file path=customXml/itemProps64.xml><?xml version="1.0" encoding="utf-8"?>
<ds:datastoreItem xmlns:ds="http://schemas.openxmlformats.org/officeDocument/2006/customXml" ds:itemID="{A12F93B7-285A-4A54-A7FE-69730E245C0D}">
  <ds:schemaRefs/>
</ds:datastoreItem>
</file>

<file path=customXml/itemProps65.xml><?xml version="1.0" encoding="utf-8"?>
<ds:datastoreItem xmlns:ds="http://schemas.openxmlformats.org/officeDocument/2006/customXml" ds:itemID="{5D5D9754-4A9F-495D-B98D-6EC6F9AB683C}">
  <ds:schemaRefs/>
</ds:datastoreItem>
</file>

<file path=customXml/itemProps66.xml><?xml version="1.0" encoding="utf-8"?>
<ds:datastoreItem xmlns:ds="http://schemas.openxmlformats.org/officeDocument/2006/customXml" ds:itemID="{A5A17CE0-430E-467C-BA7D-FE4FA671F906}">
  <ds:schemaRefs/>
</ds:datastoreItem>
</file>

<file path=customXml/itemProps67.xml><?xml version="1.0" encoding="utf-8"?>
<ds:datastoreItem xmlns:ds="http://schemas.openxmlformats.org/officeDocument/2006/customXml" ds:itemID="{3B207BF3-9681-448E-A73E-310FF3572B03}">
  <ds:schemaRefs/>
</ds:datastoreItem>
</file>

<file path=customXml/itemProps68.xml><?xml version="1.0" encoding="utf-8"?>
<ds:datastoreItem xmlns:ds="http://schemas.openxmlformats.org/officeDocument/2006/customXml" ds:itemID="{4054250D-A816-4A75-AA68-5DF2EE6C23B9}">
  <ds:schemaRefs/>
</ds:datastoreItem>
</file>

<file path=customXml/itemProps69.xml><?xml version="1.0" encoding="utf-8"?>
<ds:datastoreItem xmlns:ds="http://schemas.openxmlformats.org/officeDocument/2006/customXml" ds:itemID="{14E5E2EC-D1B4-4DC9-B04F-8B14438A6A9E}">
  <ds:schemaRefs/>
</ds:datastoreItem>
</file>

<file path=customXml/itemProps70.xml><?xml version="1.0" encoding="utf-8"?>
<ds:datastoreItem xmlns:ds="http://schemas.openxmlformats.org/officeDocument/2006/customXml" ds:itemID="{FEC6F33C-1ADF-47EC-9B15-AB1238E1A2E7}">
  <ds:schemaRefs/>
</ds:datastoreItem>
</file>

<file path=customXml/itemProps71.xml><?xml version="1.0" encoding="utf-8"?>
<ds:datastoreItem xmlns:ds="http://schemas.openxmlformats.org/officeDocument/2006/customXml" ds:itemID="{12E8C911-931D-41CA-AB5E-523651204F2A}">
  <ds:schemaRefs/>
</ds:datastoreItem>
</file>

<file path=customXml/itemProps72.xml><?xml version="1.0" encoding="utf-8"?>
<ds:datastoreItem xmlns:ds="http://schemas.openxmlformats.org/officeDocument/2006/customXml" ds:itemID="{2A00FB0D-8E07-4AD3-85C5-C947FCE80E31}">
  <ds:schemaRefs/>
</ds:datastoreItem>
</file>

<file path=customXml/itemProps73.xml><?xml version="1.0" encoding="utf-8"?>
<ds:datastoreItem xmlns:ds="http://schemas.openxmlformats.org/officeDocument/2006/customXml" ds:itemID="{31C0C89C-DF06-4C9A-A2E4-F31ED6C46A9D}">
  <ds:schemaRefs/>
</ds:datastoreItem>
</file>

<file path=customXml/itemProps74.xml><?xml version="1.0" encoding="utf-8"?>
<ds:datastoreItem xmlns:ds="http://schemas.openxmlformats.org/officeDocument/2006/customXml" ds:itemID="{C1A8B152-58A2-4B6E-B884-9AF5432EFBFE}">
  <ds:schemaRefs/>
</ds:datastoreItem>
</file>

<file path=customXml/itemProps75.xml><?xml version="1.0" encoding="utf-8"?>
<ds:datastoreItem xmlns:ds="http://schemas.openxmlformats.org/officeDocument/2006/customXml" ds:itemID="{36704ABB-AE21-4963-84B9-DC01D653C88C}">
  <ds:schemaRefs/>
</ds:datastoreItem>
</file>

<file path=customXml/itemProps76.xml><?xml version="1.0" encoding="utf-8"?>
<ds:datastoreItem xmlns:ds="http://schemas.openxmlformats.org/officeDocument/2006/customXml" ds:itemID="{1F05A698-FDBB-455F-A009-2D87DA9FF46A}">
  <ds:schemaRefs/>
</ds:datastoreItem>
</file>

<file path=customXml/itemProps77.xml><?xml version="1.0" encoding="utf-8"?>
<ds:datastoreItem xmlns:ds="http://schemas.openxmlformats.org/officeDocument/2006/customXml" ds:itemID="{2C8EE412-8079-4614-9834-0751D5E52324}">
  <ds:schemaRefs/>
</ds:datastoreItem>
</file>

<file path=customXml/itemProps78.xml><?xml version="1.0" encoding="utf-8"?>
<ds:datastoreItem xmlns:ds="http://schemas.openxmlformats.org/officeDocument/2006/customXml" ds:itemID="{71A30704-2ABF-4D6C-B16D-DF529BA1E1E7}">
  <ds:schemaRefs/>
</ds:datastoreItem>
</file>

<file path=customXml/itemProps79.xml><?xml version="1.0" encoding="utf-8"?>
<ds:datastoreItem xmlns:ds="http://schemas.openxmlformats.org/officeDocument/2006/customXml" ds:itemID="{E2E6E9E0-8812-47D0-A153-05054352A7FA}">
  <ds:schemaRefs/>
</ds:datastoreItem>
</file>

<file path=customXml/itemProps80.xml><?xml version="1.0" encoding="utf-8"?>
<ds:datastoreItem xmlns:ds="http://schemas.openxmlformats.org/officeDocument/2006/customXml" ds:itemID="{E6D07AEF-6160-4C1C-94EF-8E6C0E541248}">
  <ds:schemaRefs/>
</ds:datastoreItem>
</file>

<file path=customXml/itemProps81.xml><?xml version="1.0" encoding="utf-8"?>
<ds:datastoreItem xmlns:ds="http://schemas.openxmlformats.org/officeDocument/2006/customXml" ds:itemID="{DF51AED5-CD86-45FF-8EF3-F824FA556027}">
  <ds:schemaRefs/>
</ds:datastoreItem>
</file>

<file path=customXml/itemProps82.xml><?xml version="1.0" encoding="utf-8"?>
<ds:datastoreItem xmlns:ds="http://schemas.openxmlformats.org/officeDocument/2006/customXml" ds:itemID="{ABB12538-EE7B-402D-9FC8-1AFBA2DC77B1}">
  <ds:schemaRefs/>
</ds:datastoreItem>
</file>

<file path=docProps/app.xml><?xml version="1.0" encoding="utf-8"?>
<Properties xmlns="http://schemas.openxmlformats.org/officeDocument/2006/extended-properties" xmlns:vt="http://schemas.openxmlformats.org/officeDocument/2006/docPropsVTypes">
  <Template/>
  <TotalTime>0</TotalTime>
  <Words>5311</Words>
  <Application>Microsoft Office PowerPoint</Application>
  <PresentationFormat>Widescreen</PresentationFormat>
  <Paragraphs>842</Paragraphs>
  <Slides>50</Slides>
  <Notes>28</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PwC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PricewaterhouseCoopers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Price Waterhouse &amp; Co LLP</dc:creator>
  <cp:lastModifiedBy>Price Waterhouse &amp; Co LLP</cp:lastModifiedBy>
  <cp:revision>2</cp:revision>
  <cp:lastPrinted>2026-01-09T11:07:20Z</cp:lastPrinted>
  <dcterms:created xsi:type="dcterms:W3CDTF">2025-08-01T04:10:20Z</dcterms:created>
  <dcterms:modified xsi:type="dcterms:W3CDTF">2026-04-21T14:22:44Z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0x0101004C8F99CECA7E9F4393977E68B7D43D8B</vt:lpwstr>
  </property>
</Properties>
</file>